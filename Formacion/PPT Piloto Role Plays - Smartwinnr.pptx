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6"/>
  </p:notesMasterIdLst>
  <p:handoutMasterIdLst>
    <p:handoutMasterId r:id="rId17"/>
  </p:handoutMasterIdLst>
  <p:sldIdLst>
    <p:sldId id="259" r:id="rId5"/>
    <p:sldId id="269" r:id="rId6"/>
    <p:sldId id="278" r:id="rId7"/>
    <p:sldId id="277" r:id="rId8"/>
    <p:sldId id="270" r:id="rId9"/>
    <p:sldId id="271" r:id="rId10"/>
    <p:sldId id="272" r:id="rId11"/>
    <p:sldId id="274" r:id="rId12"/>
    <p:sldId id="276" r:id="rId13"/>
    <p:sldId id="273" r:id="rId14"/>
    <p:sldId id="268" r:id="rId15"/>
  </p:sldIdLst>
  <p:sldSz cx="12190413" cy="6858000"/>
  <p:notesSz cx="6858000" cy="9144000"/>
  <p:defaultTextStyle>
    <a:defPPr lvl="0">
      <a:defRPr lang="en-GB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3">
          <p15:clr>
            <a:srgbClr val="A4A3A4"/>
          </p15:clr>
        </p15:guide>
        <p15:guide id="2" orient="horz" pos="3681">
          <p15:clr>
            <a:srgbClr val="A4A3A4"/>
          </p15:clr>
        </p15:guide>
        <p15:guide id="3" orient="horz" pos="210" userDrawn="1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403">
          <p15:clr>
            <a:srgbClr val="A4A3A4"/>
          </p15:clr>
        </p15:guide>
        <p15:guide id="6" pos="3838">
          <p15:clr>
            <a:srgbClr val="A4A3A4"/>
          </p15:clr>
        </p15:guide>
        <p15:guide id="7" orient="horz" pos="948">
          <p15:clr>
            <a:srgbClr val="A4A3A4"/>
          </p15:clr>
        </p15:guide>
        <p15:guide id="8" orient="horz" pos="3497">
          <p15:clr>
            <a:srgbClr val="A4A3A4"/>
          </p15:clr>
        </p15:guide>
        <p15:guide id="9" pos="74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A15E82-C323-4B19-835F-DBA9D5ECCB18}" v="2" dt="2025-11-06T13:31:04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60" d="100"/>
          <a:sy n="60" d="100"/>
        </p:scale>
        <p:origin x="96" y="1050"/>
      </p:cViewPr>
      <p:guideLst>
        <p:guide orient="horz" pos="943"/>
        <p:guide orient="horz" pos="3681"/>
        <p:guide orient="horz" pos="210"/>
        <p:guide pos="370"/>
        <p:guide pos="7403"/>
        <p:guide pos="3838"/>
        <p:guide orient="horz" pos="948"/>
        <p:guide orient="horz" pos="3497"/>
        <p:guide pos="741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-2626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ma Jiménez,  (Álvaro)" userId="ac610f13-ec2b-4a74-a750-a4961dde6b9f" providerId="ADAL" clId="{2D17150A-C779-47EA-87A9-97D62065FE33}"/>
    <pc:docChg chg="custSel addSld modSld">
      <pc:chgData name="Palma Jiménez,  (Álvaro)" userId="ac610f13-ec2b-4a74-a750-a4961dde6b9f" providerId="ADAL" clId="{2D17150A-C779-47EA-87A9-97D62065FE33}" dt="2025-11-06T13:35:35.748" v="557" actId="113"/>
      <pc:docMkLst>
        <pc:docMk/>
      </pc:docMkLst>
      <pc:sldChg chg="modSp mod">
        <pc:chgData name="Palma Jiménez,  (Álvaro)" userId="ac610f13-ec2b-4a74-a750-a4961dde6b9f" providerId="ADAL" clId="{2D17150A-C779-47EA-87A9-97D62065FE33}" dt="2025-11-05T07:23:11.262" v="53" actId="20577"/>
        <pc:sldMkLst>
          <pc:docMk/>
          <pc:sldMk cId="3597459131" sldId="259"/>
        </pc:sldMkLst>
        <pc:spChg chg="mod">
          <ac:chgData name="Palma Jiménez,  (Álvaro)" userId="ac610f13-ec2b-4a74-a750-a4961dde6b9f" providerId="ADAL" clId="{2D17150A-C779-47EA-87A9-97D62065FE33}" dt="2025-11-05T07:23:11.262" v="53" actId="20577"/>
          <ac:spMkLst>
            <pc:docMk/>
            <pc:sldMk cId="3597459131" sldId="259"/>
            <ac:spMk id="4" creationId="{00000000-0000-0000-0000-000000000000}"/>
          </ac:spMkLst>
        </pc:spChg>
      </pc:sldChg>
      <pc:sldChg chg="addSp delSp modSp mod">
        <pc:chgData name="Palma Jiménez,  (Álvaro)" userId="ac610f13-ec2b-4a74-a750-a4961dde6b9f" providerId="ADAL" clId="{2D17150A-C779-47EA-87A9-97D62065FE33}" dt="2025-11-06T13:31:41.764" v="259" actId="313"/>
        <pc:sldMkLst>
          <pc:docMk/>
          <pc:sldMk cId="1440458475" sldId="269"/>
        </pc:sldMkLst>
        <pc:spChg chg="mod">
          <ac:chgData name="Palma Jiménez,  (Álvaro)" userId="ac610f13-ec2b-4a74-a750-a4961dde6b9f" providerId="ADAL" clId="{2D17150A-C779-47EA-87A9-97D62065FE33}" dt="2025-11-06T13:29:58.553" v="104" actId="20577"/>
          <ac:spMkLst>
            <pc:docMk/>
            <pc:sldMk cId="1440458475" sldId="269"/>
            <ac:spMk id="2" creationId="{AB49BB53-15A0-2C56-85B6-B67B1C0B0EB3}"/>
          </ac:spMkLst>
        </pc:spChg>
        <pc:spChg chg="add mod">
          <ac:chgData name="Palma Jiménez,  (Álvaro)" userId="ac610f13-ec2b-4a74-a750-a4961dde6b9f" providerId="ADAL" clId="{2D17150A-C779-47EA-87A9-97D62065FE33}" dt="2025-11-06T13:31:41.764" v="259" actId="313"/>
          <ac:spMkLst>
            <pc:docMk/>
            <pc:sldMk cId="1440458475" sldId="269"/>
            <ac:spMk id="5" creationId="{5973FC8C-5F1A-A214-139E-3552BB94C10A}"/>
          </ac:spMkLst>
        </pc:spChg>
        <pc:picChg chg="add mod">
          <ac:chgData name="Palma Jiménez,  (Álvaro)" userId="ac610f13-ec2b-4a74-a750-a4961dde6b9f" providerId="ADAL" clId="{2D17150A-C779-47EA-87A9-97D62065FE33}" dt="2025-11-06T13:30:58.324" v="108" actId="1076"/>
          <ac:picMkLst>
            <pc:docMk/>
            <pc:sldMk cId="1440458475" sldId="269"/>
            <ac:picMk id="4" creationId="{7E4A70B8-8FB2-2BE3-3CC9-C4D4C8537D2F}"/>
          </ac:picMkLst>
        </pc:picChg>
        <pc:picChg chg="del">
          <ac:chgData name="Palma Jiménez,  (Álvaro)" userId="ac610f13-ec2b-4a74-a750-a4961dde6b9f" providerId="ADAL" clId="{2D17150A-C779-47EA-87A9-97D62065FE33}" dt="2025-11-06T13:30:01.888" v="105" actId="478"/>
          <ac:picMkLst>
            <pc:docMk/>
            <pc:sldMk cId="1440458475" sldId="269"/>
            <ac:picMk id="6" creationId="{AD2E4952-51AE-8825-33C1-1063A12C1DFD}"/>
          </ac:picMkLst>
        </pc:picChg>
      </pc:sldChg>
      <pc:sldChg chg="modSp mod">
        <pc:chgData name="Palma Jiménez,  (Álvaro)" userId="ac610f13-ec2b-4a74-a750-a4961dde6b9f" providerId="ADAL" clId="{2D17150A-C779-47EA-87A9-97D62065FE33}" dt="2025-11-05T07:22:53.989" v="43" actId="20577"/>
        <pc:sldMkLst>
          <pc:docMk/>
          <pc:sldMk cId="1547516543" sldId="273"/>
        </pc:sldMkLst>
        <pc:spChg chg="mod">
          <ac:chgData name="Palma Jiménez,  (Álvaro)" userId="ac610f13-ec2b-4a74-a750-a4961dde6b9f" providerId="ADAL" clId="{2D17150A-C779-47EA-87A9-97D62065FE33}" dt="2025-11-05T07:22:53.989" v="43" actId="20577"/>
          <ac:spMkLst>
            <pc:docMk/>
            <pc:sldMk cId="1547516543" sldId="273"/>
            <ac:spMk id="3" creationId="{D3B9F395-E3A3-A591-3735-0F845F369574}"/>
          </ac:spMkLst>
        </pc:spChg>
      </pc:sldChg>
      <pc:sldChg chg="add">
        <pc:chgData name="Palma Jiménez,  (Álvaro)" userId="ac610f13-ec2b-4a74-a750-a4961dde6b9f" providerId="ADAL" clId="{2D17150A-C779-47EA-87A9-97D62065FE33}" dt="2025-11-06T13:29:37.871" v="54" actId="2890"/>
        <pc:sldMkLst>
          <pc:docMk/>
          <pc:sldMk cId="3760988229" sldId="277"/>
        </pc:sldMkLst>
      </pc:sldChg>
      <pc:sldChg chg="addSp delSp modSp add mod">
        <pc:chgData name="Palma Jiménez,  (Álvaro)" userId="ac610f13-ec2b-4a74-a750-a4961dde6b9f" providerId="ADAL" clId="{2D17150A-C779-47EA-87A9-97D62065FE33}" dt="2025-11-06T13:35:35.748" v="557" actId="113"/>
        <pc:sldMkLst>
          <pc:docMk/>
          <pc:sldMk cId="1952366346" sldId="278"/>
        </pc:sldMkLst>
        <pc:spChg chg="mod">
          <ac:chgData name="Palma Jiménez,  (Álvaro)" userId="ac610f13-ec2b-4a74-a750-a4961dde6b9f" providerId="ADAL" clId="{2D17150A-C779-47EA-87A9-97D62065FE33}" dt="2025-11-06T13:33:42.561" v="299" actId="20577"/>
          <ac:spMkLst>
            <pc:docMk/>
            <pc:sldMk cId="1952366346" sldId="278"/>
            <ac:spMk id="2" creationId="{EE8EBD77-978E-AB27-8E6E-72CE711A7BEF}"/>
          </ac:spMkLst>
        </pc:spChg>
        <pc:spChg chg="mod">
          <ac:chgData name="Palma Jiménez,  (Álvaro)" userId="ac610f13-ec2b-4a74-a750-a4961dde6b9f" providerId="ADAL" clId="{2D17150A-C779-47EA-87A9-97D62065FE33}" dt="2025-11-06T13:35:35.748" v="557" actId="113"/>
          <ac:spMkLst>
            <pc:docMk/>
            <pc:sldMk cId="1952366346" sldId="278"/>
            <ac:spMk id="5" creationId="{5BE26373-46E4-E27A-D0A1-631A206842EB}"/>
          </ac:spMkLst>
        </pc:spChg>
        <pc:picChg chg="del">
          <ac:chgData name="Palma Jiménez,  (Álvaro)" userId="ac610f13-ec2b-4a74-a750-a4961dde6b9f" providerId="ADAL" clId="{2D17150A-C779-47EA-87A9-97D62065FE33}" dt="2025-11-06T13:33:44.536" v="300" actId="478"/>
          <ac:picMkLst>
            <pc:docMk/>
            <pc:sldMk cId="1952366346" sldId="278"/>
            <ac:picMk id="4" creationId="{AD5E35D9-B618-A28F-7A43-42CC55B854EC}"/>
          </ac:picMkLst>
        </pc:picChg>
        <pc:picChg chg="add mod">
          <ac:chgData name="Palma Jiménez,  (Álvaro)" userId="ac610f13-ec2b-4a74-a750-a4961dde6b9f" providerId="ADAL" clId="{2D17150A-C779-47EA-87A9-97D62065FE33}" dt="2025-11-06T13:34:31.995" v="303" actId="1076"/>
          <ac:picMkLst>
            <pc:docMk/>
            <pc:sldMk cId="1952366346" sldId="278"/>
            <ac:picMk id="6" creationId="{5756626B-5045-5EA4-79FA-65690340307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47AD2-5FF1-481E-BA17-92A87AC9FFEC}" type="datetimeFigureOut">
              <a:rPr lang="en-GB" smtClean="0"/>
              <a:pPr/>
              <a:t>06/11/2025</a:t>
            </a:fld>
            <a:endParaRPr lang="en-GB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68DBD-8C7D-4F2D-8505-D01A3BC55EC8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654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0B33-3943-42F1-973C-9CDD51C76BBD}" type="datetimeFigureOut">
              <a:rPr lang="en-GB" smtClean="0"/>
              <a:pPr/>
              <a:t>06/11/2025</a:t>
            </a:fld>
            <a:endParaRPr lang="en-GB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381A9-0C9E-4D3A-A28B-AC4E168A57BC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8605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76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 noSelect="1" noChangeAspect="1"/>
          </p:cNvSpPr>
          <p:nvPr>
            <p:ph type="pic" sz="quarter" idx="17" hasCustomPrompt="1"/>
          </p:nvPr>
        </p:nvSpPr>
        <p:spPr bwMode="gray">
          <a:xfrm>
            <a:off x="367200" y="367200"/>
            <a:ext cx="12384000" cy="5960209"/>
          </a:xfrm>
          <a:custGeom>
            <a:avLst/>
            <a:gdLst>
              <a:gd name="connsiteX0" fmla="*/ 12378520 w 12384000"/>
              <a:gd name="connsiteY0" fmla="*/ 5946973 h 5960209"/>
              <a:gd name="connsiteX1" fmla="*/ 12384000 w 12384000"/>
              <a:gd name="connsiteY1" fmla="*/ 5946973 h 5960209"/>
              <a:gd name="connsiteX2" fmla="*/ 12384000 w 12384000"/>
              <a:gd name="connsiteY2" fmla="*/ 5960209 h 5960209"/>
              <a:gd name="connsiteX3" fmla="*/ 12378520 w 12384000"/>
              <a:gd name="connsiteY3" fmla="*/ 5960209 h 5960209"/>
              <a:gd name="connsiteX4" fmla="*/ 0 w 12384000"/>
              <a:gd name="connsiteY4" fmla="*/ 0 h 5960209"/>
              <a:gd name="connsiteX5" fmla="*/ 11495200 w 12384000"/>
              <a:gd name="connsiteY5" fmla="*/ 0 h 5960209"/>
              <a:gd name="connsiteX6" fmla="*/ 11495200 w 12384000"/>
              <a:gd name="connsiteY6" fmla="*/ 5960209 h 5960209"/>
              <a:gd name="connsiteX7" fmla="*/ 0 w 12384000"/>
              <a:gd name="connsiteY7" fmla="*/ 5960209 h 596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84000" h="5960209">
                <a:moveTo>
                  <a:pt x="12378520" y="5946973"/>
                </a:moveTo>
                <a:lnTo>
                  <a:pt x="12384000" y="5946973"/>
                </a:lnTo>
                <a:lnTo>
                  <a:pt x="12384000" y="5960209"/>
                </a:lnTo>
                <a:lnTo>
                  <a:pt x="12378520" y="5960209"/>
                </a:lnTo>
                <a:close/>
                <a:moveTo>
                  <a:pt x="0" y="0"/>
                </a:moveTo>
                <a:lnTo>
                  <a:pt x="11495200" y="0"/>
                </a:lnTo>
                <a:lnTo>
                  <a:pt x="11495200" y="5960209"/>
                </a:lnTo>
                <a:lnTo>
                  <a:pt x="0" y="596020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79938" y="1051433"/>
            <a:ext cx="5759250" cy="194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8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79938" y="3136392"/>
            <a:ext cx="5759250" cy="566928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sp>
        <p:nvSpPr>
          <p:cNvPr id="9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4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[tag line]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367200" y="367200"/>
            <a:ext cx="11444400" cy="3070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 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43366" y="3736800"/>
            <a:ext cx="11304000" cy="1332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8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43366" y="5193792"/>
            <a:ext cx="11304000" cy="667512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sp>
        <p:nvSpPr>
          <p:cNvPr id="9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4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[tag line]</a:t>
            </a:r>
          </a:p>
        </p:txBody>
      </p:sp>
    </p:spTree>
    <p:extLst>
      <p:ext uri="{BB962C8B-B14F-4D97-AF65-F5344CB8AC3E}">
        <p14:creationId xmlns:p14="http://schemas.microsoft.com/office/powerpoint/2010/main" val="52702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55557" y="292480"/>
            <a:ext cx="11230538" cy="232270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4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55557" y="2843784"/>
            <a:ext cx="11230538" cy="240487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grpSp>
        <p:nvGrpSpPr>
          <p:cNvPr id="32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34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5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6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18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4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[tag line]</a:t>
            </a:r>
          </a:p>
        </p:txBody>
      </p:sp>
      <p:grpSp>
        <p:nvGrpSpPr>
          <p:cNvPr id="22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3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24" name="Groep 23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5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6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8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9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0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1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27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7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435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33344" y="291783"/>
            <a:ext cx="11304000" cy="7920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GB" noProof="1"/>
              <a:t>Agenda Title</a:t>
            </a:r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 bwMode="gray">
          <a:xfrm>
            <a:off x="421153" y="1179577"/>
            <a:ext cx="11304000" cy="4330323"/>
          </a:xfrm>
        </p:spPr>
        <p:txBody>
          <a:bodyPr/>
          <a:lstStyle>
            <a:lvl1pPr marL="216000" indent="-216000">
              <a:lnSpc>
                <a:spcPct val="105000"/>
              </a:lnSpc>
              <a:buClr>
                <a:srgbClr val="EA650D"/>
              </a:buClr>
              <a:buSzPct val="110000"/>
              <a:defRPr sz="2400" b="1" baseline="0"/>
            </a:lvl1pPr>
            <a:lvl2pPr marL="216000"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9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30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1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2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54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55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56" name="Groep 55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57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58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59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0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1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2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3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22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3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473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55557" y="292481"/>
            <a:ext cx="11230538" cy="1966088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800"/>
            </a:lvl1pPr>
          </a:lstStyle>
          <a:p>
            <a:r>
              <a:rPr lang="en-GB" noProof="1"/>
              <a:t>Chapter Title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0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1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2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6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7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28" name="Groep 27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9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0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1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37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8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30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  <a:br>
              <a:rPr lang="en-GB" noProof="1"/>
            </a:br>
            <a:endParaRPr lang="en-GB" noProof="1"/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1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2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8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0" name="Groep 2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38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9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>
          <a:xfrm>
            <a:off x="445534" y="246064"/>
            <a:ext cx="11304000" cy="567753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tekst 4"/>
          <p:cNvSpPr>
            <a:spLocks noGrp="1" noSelect="1"/>
          </p:cNvSpPr>
          <p:nvPr>
            <p:ph type="body" sz="quarter" idx="12" hasCustomPrompt="1"/>
          </p:nvPr>
        </p:nvSpPr>
        <p:spPr>
          <a:xfrm>
            <a:off x="445534" y="822325"/>
            <a:ext cx="11304000" cy="522288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 dirty="0"/>
              <a:t>Subtitle</a:t>
            </a:r>
          </a:p>
        </p:txBody>
      </p:sp>
      <p:grpSp>
        <p:nvGrpSpPr>
          <p:cNvPr id="22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3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39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40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77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/>
          <p:cNvSpPr>
            <a:spLocks noGrp="1" noSelect="1"/>
          </p:cNvSpPr>
          <p:nvPr>
            <p:ph sz="quarter" idx="13" hasCustomPrompt="1"/>
          </p:nvPr>
        </p:nvSpPr>
        <p:spPr bwMode="gray">
          <a:xfrm>
            <a:off x="6241534" y="1497600"/>
            <a:ext cx="5508000" cy="4032000"/>
          </a:xfrm>
        </p:spPr>
        <p:txBody>
          <a:bodyPr/>
          <a:lstStyle>
            <a:lvl4pPr>
              <a:spcAft>
                <a:spcPts val="24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11" name="Tijdelijke aanduiding voor inhoud 10"/>
          <p:cNvSpPr>
            <a:spLocks noGrp="1" noSelect="1"/>
          </p:cNvSpPr>
          <p:nvPr>
            <p:ph sz="quarter" idx="14" hasCustomPrompt="1"/>
          </p:nvPr>
        </p:nvSpPr>
        <p:spPr bwMode="gray">
          <a:xfrm>
            <a:off x="445533" y="1497600"/>
            <a:ext cx="5508000" cy="4032000"/>
          </a:xfrm>
        </p:spPr>
        <p:txBody>
          <a:bodyPr/>
          <a:lstStyle>
            <a:lvl4pPr>
              <a:spcAft>
                <a:spcPts val="24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tel 4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grpSp>
        <p:nvGrpSpPr>
          <p:cNvPr id="23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4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6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39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40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/>
          <p:cNvSpPr>
            <a:spLocks noGrp="1" noSelect="1"/>
          </p:cNvSpPr>
          <p:nvPr>
            <p:ph sz="quarter" idx="14" hasCustomPrompt="1"/>
          </p:nvPr>
        </p:nvSpPr>
        <p:spPr bwMode="gray">
          <a:xfrm>
            <a:off x="445533" y="1497600"/>
            <a:ext cx="6336000" cy="4032000"/>
          </a:xfrm>
        </p:spPr>
        <p:txBody>
          <a:bodyPr/>
          <a:lstStyle>
            <a:lvl4pPr>
              <a:spcAft>
                <a:spcPts val="24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7757764" y="1590570"/>
            <a:ext cx="4032000" cy="4032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Picture</a:t>
            </a:r>
          </a:p>
        </p:txBody>
      </p:sp>
      <p:sp>
        <p:nvSpPr>
          <p:cNvPr id="6" name="Titel 5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2577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367200" y="1591200"/>
            <a:ext cx="11444400" cy="40392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60841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/>
          <p:cNvSpPr>
            <a:spLocks noGrp="1" noSelect="1"/>
          </p:cNvSpPr>
          <p:nvPr>
            <p:ph type="pic" sz="quarter" idx="10" hasCustomPrompt="1"/>
          </p:nvPr>
        </p:nvSpPr>
        <p:spPr bwMode="gray">
          <a:xfrm>
            <a:off x="0" y="0"/>
            <a:ext cx="12190413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1017468" y="763200"/>
            <a:ext cx="10193873" cy="608400"/>
          </a:xfrm>
          <a:prstGeom prst="roundRect">
            <a:avLst>
              <a:gd name="adj" fmla="val 7649"/>
            </a:avLst>
          </a:prstGeom>
          <a:solidFill>
            <a:schemeClr val="bg1"/>
          </a:solidFill>
        </p:spPr>
        <p:txBody>
          <a:bodyPr lIns="108000" rIns="108000"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5881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4" name="Tijdelijke aanduiding voor grafiek 3"/>
          <p:cNvSpPr>
            <a:spLocks noGrp="1" noSelect="1"/>
          </p:cNvSpPr>
          <p:nvPr>
            <p:ph type="chart" sz="quarter" idx="12" hasCustomPrompt="1"/>
          </p:nvPr>
        </p:nvSpPr>
        <p:spPr bwMode="gray">
          <a:xfrm>
            <a:off x="445534" y="1497600"/>
            <a:ext cx="11304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Chart</a:t>
            </a:r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grpSp>
        <p:nvGrpSpPr>
          <p:cNvPr id="21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2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8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0" name="Groep 2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38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9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4798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grafiek 4"/>
          <p:cNvSpPr>
            <a:spLocks noGrp="1" noSelect="1"/>
          </p:cNvSpPr>
          <p:nvPr>
            <p:ph type="chart" sz="quarter" idx="17"/>
          </p:nvPr>
        </p:nvSpPr>
        <p:spPr bwMode="gray">
          <a:xfrm>
            <a:off x="6241534" y="1497600"/>
            <a:ext cx="5508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/>
              <a:t>Haga clic en el icono para agregar un gráfico</a:t>
            </a:r>
            <a:endParaRPr lang="en-GB" dirty="0"/>
          </a:p>
        </p:txBody>
      </p:sp>
      <p:sp>
        <p:nvSpPr>
          <p:cNvPr id="12" name="Tijdelijke aanduiding voor grafiek 4"/>
          <p:cNvSpPr>
            <a:spLocks noGrp="1" noSelect="1"/>
          </p:cNvSpPr>
          <p:nvPr>
            <p:ph type="chart" sz="quarter" idx="18"/>
          </p:nvPr>
        </p:nvSpPr>
        <p:spPr bwMode="gray">
          <a:xfrm>
            <a:off x="445533" y="1497600"/>
            <a:ext cx="5508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/>
              <a:t>Haga clic en el icono para agregar un gráfico</a:t>
            </a:r>
            <a:endParaRPr lang="en-GB" dirty="0"/>
          </a:p>
        </p:txBody>
      </p:sp>
      <p:sp>
        <p:nvSpPr>
          <p:cNvPr id="6" name="Titel 5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grpSp>
        <p:nvGrpSpPr>
          <p:cNvPr id="22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3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39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40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4328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tabel 4"/>
          <p:cNvSpPr>
            <a:spLocks noGrp="1" noSelect="1"/>
          </p:cNvSpPr>
          <p:nvPr>
            <p:ph type="tbl" sz="quarter" idx="12" hasCustomPrompt="1"/>
          </p:nvPr>
        </p:nvSpPr>
        <p:spPr bwMode="gray">
          <a:xfrm>
            <a:off x="445534" y="1497600"/>
            <a:ext cx="11304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Table</a:t>
            </a:r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grpSp>
        <p:nvGrpSpPr>
          <p:cNvPr id="28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9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0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1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1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2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23" name="Groep 22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4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7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2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  <p:sp>
        <p:nvSpPr>
          <p:cNvPr id="25" name="Freeform 9"/>
          <p:cNvSpPr>
            <a:spLocks noSelect="1"/>
          </p:cNvSpPr>
          <p:nvPr userDrawn="1"/>
        </p:nvSpPr>
        <p:spPr bwMode="gray">
          <a:xfrm>
            <a:off x="977775" y="6256198"/>
            <a:ext cx="162962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79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6" name="Freeform 10"/>
          <p:cNvSpPr>
            <a:spLocks noSelect="1"/>
          </p:cNvSpPr>
          <p:nvPr userDrawn="1"/>
        </p:nvSpPr>
        <p:spPr bwMode="gray">
          <a:xfrm>
            <a:off x="1166134" y="6256198"/>
            <a:ext cx="160846" cy="154552"/>
          </a:xfrm>
          <a:custGeom>
            <a:avLst/>
            <a:gdLst/>
            <a:ahLst/>
            <a:cxnLst>
              <a:cxn ang="0">
                <a:pos x="80" y="0"/>
              </a:cxn>
              <a:cxn ang="0">
                <a:pos x="80" y="63"/>
              </a:cxn>
              <a:cxn ang="0">
                <a:pos x="40" y="7"/>
              </a:cxn>
              <a:cxn ang="0">
                <a:pos x="26" y="0"/>
              </a:cxn>
              <a:cxn ang="0">
                <a:pos x="1" y="0"/>
              </a:cxn>
              <a:cxn ang="0">
                <a:pos x="0" y="8"/>
              </a:cxn>
              <a:cxn ang="0">
                <a:pos x="5" y="9"/>
              </a:cxn>
              <a:cxn ang="0">
                <a:pos x="9" y="19"/>
              </a:cxn>
              <a:cxn ang="0">
                <a:pos x="9" y="97"/>
              </a:cxn>
              <a:cxn ang="0">
                <a:pos x="31" y="97"/>
              </a:cxn>
              <a:cxn ang="0">
                <a:pos x="31" y="34"/>
              </a:cxn>
              <a:cxn ang="0">
                <a:pos x="72" y="91"/>
              </a:cxn>
              <a:cxn ang="0">
                <a:pos x="84" y="97"/>
              </a:cxn>
              <a:cxn ang="0">
                <a:pos x="102" y="97"/>
              </a:cxn>
              <a:cxn ang="0">
                <a:pos x="102" y="0"/>
              </a:cxn>
              <a:cxn ang="0">
                <a:pos x="80" y="0"/>
              </a:cxn>
            </a:cxnLst>
            <a:rect l="0" t="0" r="r" b="b"/>
            <a:pathLst>
              <a:path w="102" h="97">
                <a:moveTo>
                  <a:pt x="80" y="0"/>
                </a:moveTo>
                <a:cubicBezTo>
                  <a:pt x="80" y="63"/>
                  <a:pt x="80" y="63"/>
                  <a:pt x="80" y="63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3"/>
                  <a:pt x="31" y="0"/>
                  <a:pt x="26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8"/>
                  <a:pt x="0" y="8"/>
                  <a:pt x="0" y="8"/>
                </a:cubicBezTo>
                <a:cubicBezTo>
                  <a:pt x="5" y="9"/>
                  <a:pt x="5" y="9"/>
                  <a:pt x="5" y="9"/>
                </a:cubicBezTo>
                <a:cubicBezTo>
                  <a:pt x="7" y="10"/>
                  <a:pt x="9" y="13"/>
                  <a:pt x="9" y="19"/>
                </a:cubicBezTo>
                <a:cubicBezTo>
                  <a:pt x="9" y="97"/>
                  <a:pt x="9" y="97"/>
                  <a:pt x="9" y="97"/>
                </a:cubicBezTo>
                <a:cubicBezTo>
                  <a:pt x="31" y="97"/>
                  <a:pt x="31" y="97"/>
                  <a:pt x="31" y="97"/>
                </a:cubicBezTo>
                <a:cubicBezTo>
                  <a:pt x="31" y="34"/>
                  <a:pt x="31" y="34"/>
                  <a:pt x="31" y="34"/>
                </a:cubicBezTo>
                <a:cubicBezTo>
                  <a:pt x="72" y="91"/>
                  <a:pt x="72" y="91"/>
                  <a:pt x="72" y="91"/>
                </a:cubicBezTo>
                <a:cubicBezTo>
                  <a:pt x="74" y="94"/>
                  <a:pt x="80" y="97"/>
                  <a:pt x="84" y="97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02" y="0"/>
                  <a:pt x="102" y="0"/>
                  <a:pt x="102" y="0"/>
                </a:cubicBezTo>
                <a:lnTo>
                  <a:pt x="8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7920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3"/>
          <p:cNvSpPr>
            <a:spLocks noSelect="1"/>
          </p:cNvSpPr>
          <p:nvPr/>
        </p:nvSpPr>
        <p:spPr bwMode="gray">
          <a:xfrm>
            <a:off x="2117" y="0"/>
            <a:ext cx="12187767" cy="685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320"/>
              </a:cxn>
              <a:cxn ang="0">
                <a:pos x="7680" y="4320"/>
              </a:cxn>
              <a:cxn ang="0">
                <a:pos x="7680" y="0"/>
              </a:cxn>
              <a:cxn ang="0">
                <a:pos x="0" y="0"/>
              </a:cxn>
              <a:cxn ang="0">
                <a:pos x="2798" y="2650"/>
              </a:cxn>
              <a:cxn ang="0">
                <a:pos x="2551" y="2710"/>
              </a:cxn>
              <a:cxn ang="0">
                <a:pos x="2030" y="2248"/>
              </a:cxn>
              <a:cxn ang="0">
                <a:pos x="2315" y="1980"/>
              </a:cxn>
              <a:cxn ang="0">
                <a:pos x="2363" y="1980"/>
              </a:cxn>
              <a:cxn ang="0">
                <a:pos x="2777" y="1980"/>
              </a:cxn>
              <a:cxn ang="0">
                <a:pos x="2706" y="2332"/>
              </a:cxn>
              <a:cxn ang="0">
                <a:pos x="2528" y="2063"/>
              </a:cxn>
              <a:cxn ang="0">
                <a:pos x="2502" y="2048"/>
              </a:cxn>
              <a:cxn ang="0">
                <a:pos x="2363" y="2048"/>
              </a:cxn>
              <a:cxn ang="0">
                <a:pos x="2356" y="2048"/>
              </a:cxn>
              <a:cxn ang="0">
                <a:pos x="2336" y="2064"/>
              </a:cxn>
              <a:cxn ang="0">
                <a:pos x="2332" y="2084"/>
              </a:cxn>
              <a:cxn ang="0">
                <a:pos x="2332" y="2084"/>
              </a:cxn>
              <a:cxn ang="0">
                <a:pos x="2259" y="2446"/>
              </a:cxn>
              <a:cxn ang="0">
                <a:pos x="2272" y="2464"/>
              </a:cxn>
              <a:cxn ang="0">
                <a:pos x="2362" y="2464"/>
              </a:cxn>
              <a:cxn ang="0">
                <a:pos x="2379" y="2464"/>
              </a:cxn>
              <a:cxn ang="0">
                <a:pos x="2399" y="2447"/>
              </a:cxn>
              <a:cxn ang="0">
                <a:pos x="2440" y="2244"/>
              </a:cxn>
              <a:cxn ang="0">
                <a:pos x="2453" y="2180"/>
              </a:cxn>
              <a:cxn ang="0">
                <a:pos x="2631" y="2449"/>
              </a:cxn>
              <a:cxn ang="0">
                <a:pos x="2657" y="2464"/>
              </a:cxn>
              <a:cxn ang="0">
                <a:pos x="2803" y="2464"/>
              </a:cxn>
              <a:cxn ang="0">
                <a:pos x="2823" y="2447"/>
              </a:cxn>
              <a:cxn ang="0">
                <a:pos x="2853" y="2301"/>
              </a:cxn>
              <a:cxn ang="0">
                <a:pos x="2907" y="2037"/>
              </a:cxn>
              <a:cxn ang="0">
                <a:pos x="2901" y="2006"/>
              </a:cxn>
              <a:cxn ang="0">
                <a:pos x="2812" y="1867"/>
              </a:cxn>
              <a:cxn ang="0">
                <a:pos x="2786" y="1852"/>
              </a:cxn>
              <a:cxn ang="0">
                <a:pos x="2365" y="1852"/>
              </a:cxn>
              <a:cxn ang="0">
                <a:pos x="2137" y="1852"/>
              </a:cxn>
              <a:cxn ang="0">
                <a:pos x="2135" y="1819"/>
              </a:cxn>
              <a:cxn ang="0">
                <a:pos x="2551" y="1626"/>
              </a:cxn>
              <a:cxn ang="0">
                <a:pos x="2644" y="1634"/>
              </a:cxn>
              <a:cxn ang="0">
                <a:pos x="3016" y="1889"/>
              </a:cxn>
              <a:cxn ang="0">
                <a:pos x="3093" y="2168"/>
              </a:cxn>
              <a:cxn ang="0">
                <a:pos x="2798" y="2650"/>
              </a:cxn>
            </a:cxnLst>
            <a:rect l="0" t="0" r="r" b="b"/>
            <a:pathLst>
              <a:path w="7680" h="4320">
                <a:moveTo>
                  <a:pt x="0" y="0"/>
                </a:moveTo>
                <a:cubicBezTo>
                  <a:pt x="0" y="4320"/>
                  <a:pt x="0" y="4320"/>
                  <a:pt x="0" y="4320"/>
                </a:cubicBezTo>
                <a:cubicBezTo>
                  <a:pt x="7680" y="4320"/>
                  <a:pt x="7680" y="4320"/>
                  <a:pt x="7680" y="4320"/>
                </a:cubicBezTo>
                <a:cubicBezTo>
                  <a:pt x="7680" y="0"/>
                  <a:pt x="7680" y="0"/>
                  <a:pt x="7680" y="0"/>
                </a:cubicBezTo>
                <a:lnTo>
                  <a:pt x="0" y="0"/>
                </a:lnTo>
                <a:close/>
                <a:moveTo>
                  <a:pt x="2798" y="2650"/>
                </a:moveTo>
                <a:cubicBezTo>
                  <a:pt x="2724" y="2688"/>
                  <a:pt x="2640" y="2710"/>
                  <a:pt x="2551" y="2710"/>
                </a:cubicBezTo>
                <a:cubicBezTo>
                  <a:pt x="2240" y="2710"/>
                  <a:pt x="2030" y="2453"/>
                  <a:pt x="2030" y="2248"/>
                </a:cubicBezTo>
                <a:cubicBezTo>
                  <a:pt x="2030" y="2046"/>
                  <a:pt x="2169" y="1980"/>
                  <a:pt x="2315" y="1980"/>
                </a:cubicBezTo>
                <a:cubicBezTo>
                  <a:pt x="2363" y="1980"/>
                  <a:pt x="2363" y="1980"/>
                  <a:pt x="2363" y="1980"/>
                </a:cubicBezTo>
                <a:cubicBezTo>
                  <a:pt x="2777" y="1980"/>
                  <a:pt x="2777" y="1980"/>
                  <a:pt x="2777" y="1980"/>
                </a:cubicBezTo>
                <a:cubicBezTo>
                  <a:pt x="2706" y="2332"/>
                  <a:pt x="2706" y="2332"/>
                  <a:pt x="2706" y="2332"/>
                </a:cubicBezTo>
                <a:cubicBezTo>
                  <a:pt x="2528" y="2063"/>
                  <a:pt x="2528" y="2063"/>
                  <a:pt x="2528" y="2063"/>
                </a:cubicBezTo>
                <a:cubicBezTo>
                  <a:pt x="2523" y="2055"/>
                  <a:pt x="2511" y="2048"/>
                  <a:pt x="2502" y="2048"/>
                </a:cubicBezTo>
                <a:cubicBezTo>
                  <a:pt x="2363" y="2048"/>
                  <a:pt x="2363" y="2048"/>
                  <a:pt x="2363" y="2048"/>
                </a:cubicBezTo>
                <a:cubicBezTo>
                  <a:pt x="2356" y="2048"/>
                  <a:pt x="2356" y="2048"/>
                  <a:pt x="2356" y="2048"/>
                </a:cubicBezTo>
                <a:cubicBezTo>
                  <a:pt x="2347" y="2048"/>
                  <a:pt x="2338" y="2055"/>
                  <a:pt x="2336" y="2064"/>
                </a:cubicBezTo>
                <a:cubicBezTo>
                  <a:pt x="2332" y="2084"/>
                  <a:pt x="2332" y="2084"/>
                  <a:pt x="2332" y="2084"/>
                </a:cubicBezTo>
                <a:cubicBezTo>
                  <a:pt x="2332" y="2084"/>
                  <a:pt x="2332" y="2084"/>
                  <a:pt x="2332" y="2084"/>
                </a:cubicBezTo>
                <a:cubicBezTo>
                  <a:pt x="2259" y="2446"/>
                  <a:pt x="2259" y="2446"/>
                  <a:pt x="2259" y="2446"/>
                </a:cubicBezTo>
                <a:cubicBezTo>
                  <a:pt x="2257" y="2455"/>
                  <a:pt x="2263" y="2464"/>
                  <a:pt x="2272" y="2464"/>
                </a:cubicBezTo>
                <a:cubicBezTo>
                  <a:pt x="2362" y="2464"/>
                  <a:pt x="2362" y="2464"/>
                  <a:pt x="2362" y="2464"/>
                </a:cubicBezTo>
                <a:cubicBezTo>
                  <a:pt x="2379" y="2464"/>
                  <a:pt x="2379" y="2464"/>
                  <a:pt x="2379" y="2464"/>
                </a:cubicBezTo>
                <a:cubicBezTo>
                  <a:pt x="2388" y="2464"/>
                  <a:pt x="2397" y="2456"/>
                  <a:pt x="2399" y="2447"/>
                </a:cubicBezTo>
                <a:cubicBezTo>
                  <a:pt x="2440" y="2244"/>
                  <a:pt x="2440" y="2244"/>
                  <a:pt x="2440" y="2244"/>
                </a:cubicBezTo>
                <a:cubicBezTo>
                  <a:pt x="2453" y="2180"/>
                  <a:pt x="2453" y="2180"/>
                  <a:pt x="2453" y="2180"/>
                </a:cubicBezTo>
                <a:cubicBezTo>
                  <a:pt x="2631" y="2449"/>
                  <a:pt x="2631" y="2449"/>
                  <a:pt x="2631" y="2449"/>
                </a:cubicBezTo>
                <a:cubicBezTo>
                  <a:pt x="2636" y="2457"/>
                  <a:pt x="2648" y="2464"/>
                  <a:pt x="2657" y="2464"/>
                </a:cubicBezTo>
                <a:cubicBezTo>
                  <a:pt x="2803" y="2464"/>
                  <a:pt x="2803" y="2464"/>
                  <a:pt x="2803" y="2464"/>
                </a:cubicBezTo>
                <a:cubicBezTo>
                  <a:pt x="2812" y="2464"/>
                  <a:pt x="2822" y="2456"/>
                  <a:pt x="2823" y="2447"/>
                </a:cubicBezTo>
                <a:cubicBezTo>
                  <a:pt x="2853" y="2301"/>
                  <a:pt x="2853" y="2301"/>
                  <a:pt x="2853" y="2301"/>
                </a:cubicBezTo>
                <a:cubicBezTo>
                  <a:pt x="2907" y="2037"/>
                  <a:pt x="2907" y="2037"/>
                  <a:pt x="2907" y="2037"/>
                </a:cubicBezTo>
                <a:cubicBezTo>
                  <a:pt x="2909" y="2028"/>
                  <a:pt x="2906" y="2014"/>
                  <a:pt x="2901" y="2006"/>
                </a:cubicBezTo>
                <a:cubicBezTo>
                  <a:pt x="2812" y="1867"/>
                  <a:pt x="2812" y="1867"/>
                  <a:pt x="2812" y="1867"/>
                </a:cubicBezTo>
                <a:cubicBezTo>
                  <a:pt x="2807" y="1859"/>
                  <a:pt x="2796" y="1852"/>
                  <a:pt x="2786" y="1852"/>
                </a:cubicBezTo>
                <a:cubicBezTo>
                  <a:pt x="2365" y="1852"/>
                  <a:pt x="2365" y="1852"/>
                  <a:pt x="2365" y="1852"/>
                </a:cubicBezTo>
                <a:cubicBezTo>
                  <a:pt x="2137" y="1852"/>
                  <a:pt x="2137" y="1852"/>
                  <a:pt x="2137" y="1852"/>
                </a:cubicBezTo>
                <a:cubicBezTo>
                  <a:pt x="2113" y="1852"/>
                  <a:pt x="2116" y="1843"/>
                  <a:pt x="2135" y="1819"/>
                </a:cubicBezTo>
                <a:cubicBezTo>
                  <a:pt x="2235" y="1701"/>
                  <a:pt x="2384" y="1626"/>
                  <a:pt x="2551" y="1626"/>
                </a:cubicBezTo>
                <a:cubicBezTo>
                  <a:pt x="2583" y="1626"/>
                  <a:pt x="2614" y="1629"/>
                  <a:pt x="2644" y="1634"/>
                </a:cubicBezTo>
                <a:cubicBezTo>
                  <a:pt x="2802" y="1661"/>
                  <a:pt x="2936" y="1757"/>
                  <a:pt x="3016" y="1889"/>
                </a:cubicBezTo>
                <a:cubicBezTo>
                  <a:pt x="3064" y="1971"/>
                  <a:pt x="3093" y="2066"/>
                  <a:pt x="3093" y="2168"/>
                </a:cubicBezTo>
                <a:cubicBezTo>
                  <a:pt x="3093" y="2378"/>
                  <a:pt x="2973" y="2560"/>
                  <a:pt x="2798" y="265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4" name="Freeform 12"/>
          <p:cNvSpPr>
            <a:spLocks noSelect="1"/>
          </p:cNvSpPr>
          <p:nvPr userDrawn="1"/>
        </p:nvSpPr>
        <p:spPr bwMode="gray">
          <a:xfrm>
            <a:off x="6850760" y="3040237"/>
            <a:ext cx="799996" cy="762176"/>
          </a:xfrm>
          <a:custGeom>
            <a:avLst/>
            <a:gdLst/>
            <a:ahLst/>
            <a:cxnLst>
              <a:cxn ang="0">
                <a:pos x="397" y="0"/>
              </a:cxn>
              <a:cxn ang="0">
                <a:pos x="397" y="312"/>
              </a:cxn>
              <a:cxn ang="0">
                <a:pos x="198" y="36"/>
              </a:cxn>
              <a:cxn ang="0">
                <a:pos x="132" y="0"/>
              </a:cxn>
              <a:cxn ang="0">
                <a:pos x="8" y="0"/>
              </a:cxn>
              <a:cxn ang="0">
                <a:pos x="0" y="41"/>
              </a:cxn>
              <a:cxn ang="0">
                <a:pos x="25" y="47"/>
              </a:cxn>
              <a:cxn ang="0">
                <a:pos x="44" y="94"/>
              </a:cxn>
              <a:cxn ang="0">
                <a:pos x="44" y="481"/>
              </a:cxn>
              <a:cxn ang="0">
                <a:pos x="153" y="481"/>
              </a:cxn>
              <a:cxn ang="0">
                <a:pos x="153" y="166"/>
              </a:cxn>
              <a:cxn ang="0">
                <a:pos x="358" y="451"/>
              </a:cxn>
              <a:cxn ang="0">
                <a:pos x="418" y="481"/>
              </a:cxn>
              <a:cxn ang="0">
                <a:pos x="505" y="481"/>
              </a:cxn>
              <a:cxn ang="0">
                <a:pos x="505" y="0"/>
              </a:cxn>
              <a:cxn ang="0">
                <a:pos x="397" y="0"/>
              </a:cxn>
            </a:cxnLst>
            <a:rect l="0" t="0" r="r" b="b"/>
            <a:pathLst>
              <a:path w="505" h="481">
                <a:moveTo>
                  <a:pt x="397" y="0"/>
                </a:moveTo>
                <a:cubicBezTo>
                  <a:pt x="397" y="312"/>
                  <a:pt x="397" y="312"/>
                  <a:pt x="397" y="312"/>
                </a:cubicBezTo>
                <a:cubicBezTo>
                  <a:pt x="198" y="36"/>
                  <a:pt x="198" y="36"/>
                  <a:pt x="198" y="36"/>
                </a:cubicBezTo>
                <a:cubicBezTo>
                  <a:pt x="184" y="15"/>
                  <a:pt x="156" y="0"/>
                  <a:pt x="132" y="0"/>
                </a:cubicBezTo>
                <a:cubicBezTo>
                  <a:pt x="8" y="0"/>
                  <a:pt x="8" y="0"/>
                  <a:pt x="8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25" y="47"/>
                  <a:pt x="25" y="47"/>
                  <a:pt x="25" y="47"/>
                </a:cubicBezTo>
                <a:cubicBezTo>
                  <a:pt x="38" y="50"/>
                  <a:pt x="45" y="63"/>
                  <a:pt x="44" y="94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153" y="481"/>
                  <a:pt x="153" y="481"/>
                  <a:pt x="153" y="481"/>
                </a:cubicBezTo>
                <a:cubicBezTo>
                  <a:pt x="153" y="166"/>
                  <a:pt x="153" y="166"/>
                  <a:pt x="153" y="166"/>
                </a:cubicBezTo>
                <a:cubicBezTo>
                  <a:pt x="358" y="451"/>
                  <a:pt x="358" y="451"/>
                  <a:pt x="358" y="451"/>
                </a:cubicBezTo>
                <a:cubicBezTo>
                  <a:pt x="369" y="466"/>
                  <a:pt x="395" y="481"/>
                  <a:pt x="418" y="481"/>
                </a:cubicBezTo>
                <a:cubicBezTo>
                  <a:pt x="505" y="481"/>
                  <a:pt x="505" y="481"/>
                  <a:pt x="505" y="481"/>
                </a:cubicBezTo>
                <a:cubicBezTo>
                  <a:pt x="505" y="0"/>
                  <a:pt x="505" y="0"/>
                  <a:pt x="505" y="0"/>
                </a:cubicBezTo>
                <a:lnTo>
                  <a:pt x="39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5" name="Freeform 13"/>
          <p:cNvSpPr>
            <a:spLocks noSelect="1"/>
          </p:cNvSpPr>
          <p:nvPr userDrawn="1"/>
        </p:nvSpPr>
        <p:spPr bwMode="gray">
          <a:xfrm>
            <a:off x="7777739" y="3040237"/>
            <a:ext cx="799996" cy="762176"/>
          </a:xfrm>
          <a:custGeom>
            <a:avLst/>
            <a:gdLst/>
            <a:ahLst/>
            <a:cxnLst>
              <a:cxn ang="0">
                <a:pos x="396" y="0"/>
              </a:cxn>
              <a:cxn ang="0">
                <a:pos x="396" y="312"/>
              </a:cxn>
              <a:cxn ang="0">
                <a:pos x="198" y="36"/>
              </a:cxn>
              <a:cxn ang="0">
                <a:pos x="132" y="0"/>
              </a:cxn>
              <a:cxn ang="0">
                <a:pos x="7" y="0"/>
              </a:cxn>
              <a:cxn ang="0">
                <a:pos x="0" y="41"/>
              </a:cxn>
              <a:cxn ang="0">
                <a:pos x="25" y="47"/>
              </a:cxn>
              <a:cxn ang="0">
                <a:pos x="44" y="94"/>
              </a:cxn>
              <a:cxn ang="0">
                <a:pos x="44" y="481"/>
              </a:cxn>
              <a:cxn ang="0">
                <a:pos x="153" y="481"/>
              </a:cxn>
              <a:cxn ang="0">
                <a:pos x="153" y="166"/>
              </a:cxn>
              <a:cxn ang="0">
                <a:pos x="357" y="451"/>
              </a:cxn>
              <a:cxn ang="0">
                <a:pos x="417" y="481"/>
              </a:cxn>
              <a:cxn ang="0">
                <a:pos x="505" y="481"/>
              </a:cxn>
              <a:cxn ang="0">
                <a:pos x="505" y="0"/>
              </a:cxn>
              <a:cxn ang="0">
                <a:pos x="396" y="0"/>
              </a:cxn>
            </a:cxnLst>
            <a:rect l="0" t="0" r="r" b="b"/>
            <a:pathLst>
              <a:path w="505" h="481">
                <a:moveTo>
                  <a:pt x="396" y="0"/>
                </a:moveTo>
                <a:cubicBezTo>
                  <a:pt x="396" y="312"/>
                  <a:pt x="396" y="312"/>
                  <a:pt x="396" y="312"/>
                </a:cubicBezTo>
                <a:cubicBezTo>
                  <a:pt x="198" y="36"/>
                  <a:pt x="198" y="36"/>
                  <a:pt x="198" y="36"/>
                </a:cubicBezTo>
                <a:cubicBezTo>
                  <a:pt x="183" y="15"/>
                  <a:pt x="155" y="0"/>
                  <a:pt x="132" y="0"/>
                </a:cubicBezTo>
                <a:cubicBezTo>
                  <a:pt x="7" y="0"/>
                  <a:pt x="7" y="0"/>
                  <a:pt x="7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25" y="47"/>
                  <a:pt x="25" y="47"/>
                  <a:pt x="25" y="47"/>
                </a:cubicBezTo>
                <a:cubicBezTo>
                  <a:pt x="38" y="50"/>
                  <a:pt x="44" y="63"/>
                  <a:pt x="44" y="94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153" y="481"/>
                  <a:pt x="153" y="481"/>
                  <a:pt x="153" y="481"/>
                </a:cubicBezTo>
                <a:cubicBezTo>
                  <a:pt x="153" y="166"/>
                  <a:pt x="153" y="166"/>
                  <a:pt x="153" y="166"/>
                </a:cubicBezTo>
                <a:cubicBezTo>
                  <a:pt x="357" y="451"/>
                  <a:pt x="357" y="451"/>
                  <a:pt x="357" y="451"/>
                </a:cubicBezTo>
                <a:cubicBezTo>
                  <a:pt x="368" y="466"/>
                  <a:pt x="394" y="481"/>
                  <a:pt x="417" y="481"/>
                </a:cubicBezTo>
                <a:cubicBezTo>
                  <a:pt x="505" y="481"/>
                  <a:pt x="505" y="481"/>
                  <a:pt x="505" y="481"/>
                </a:cubicBezTo>
                <a:cubicBezTo>
                  <a:pt x="505" y="0"/>
                  <a:pt x="505" y="0"/>
                  <a:pt x="505" y="0"/>
                </a:cubicBezTo>
                <a:lnTo>
                  <a:pt x="396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grpSp>
        <p:nvGrpSpPr>
          <p:cNvPr id="8" name="HR logo"/>
          <p:cNvGrpSpPr>
            <a:grpSpLocks noSelect="1"/>
          </p:cNvGrpSpPr>
          <p:nvPr userDrawn="1"/>
        </p:nvGrpSpPr>
        <p:grpSpPr bwMode="gray">
          <a:xfrm>
            <a:off x="3845025" y="2159548"/>
            <a:ext cx="2532501" cy="2586730"/>
            <a:chOff x="0" y="0"/>
            <a:chExt cx="562610" cy="574675"/>
          </a:xfrm>
        </p:grpSpPr>
        <p:sp>
          <p:nvSpPr>
            <p:cNvPr id="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baseline="-25000" dirty="0"/>
            </a:p>
          </p:txBody>
        </p:sp>
        <p:grpSp>
          <p:nvGrpSpPr>
            <p:cNvPr id="10" name="Groep 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1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8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9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20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21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22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0764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 noSelect="1"/>
          </p:cNvSpPr>
          <p:nvPr>
            <p:ph type="title"/>
          </p:nvPr>
        </p:nvSpPr>
        <p:spPr bwMode="gray">
          <a:xfrm>
            <a:off x="445534" y="246063"/>
            <a:ext cx="11304000" cy="1143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Klik om de stijl te bewerken</a:t>
            </a:r>
          </a:p>
        </p:txBody>
      </p:sp>
      <p:sp>
        <p:nvSpPr>
          <p:cNvPr id="3" name="Text Placeholder 2 (JU-Free)"/>
          <p:cNvSpPr>
            <a:spLocks noGrp="1"/>
          </p:cNvSpPr>
          <p:nvPr>
            <p:ph type="body" idx="1"/>
          </p:nvPr>
        </p:nvSpPr>
        <p:spPr bwMode="gray">
          <a:xfrm>
            <a:off x="445534" y="1496187"/>
            <a:ext cx="11304000" cy="40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 noProof="1"/>
              <a:t>JU-LEVEL1=Bulleted text (1st level)</a:t>
            </a:r>
          </a:p>
          <a:p>
            <a:pPr lvl="1"/>
            <a:r>
              <a:rPr lang="en-GB" noProof="1"/>
              <a:t>JU-LEVEL2=Highlighted bulleted text (1st level)</a:t>
            </a:r>
          </a:p>
          <a:p>
            <a:pPr lvl="2"/>
            <a:r>
              <a:rPr lang="en-GB" noProof="1"/>
              <a:t>JU-LEVEL3=Bulleted text (2nd level)</a:t>
            </a:r>
          </a:p>
          <a:p>
            <a:pPr lvl="3"/>
            <a:r>
              <a:rPr lang="en-GB" noProof="1"/>
              <a:t>JU-LEVEL4=Heading</a:t>
            </a:r>
          </a:p>
          <a:p>
            <a:pPr lvl="4"/>
            <a:r>
              <a:rPr lang="en-GB" noProof="1"/>
              <a:t>JU-LEVEL5=Plain text</a:t>
            </a:r>
          </a:p>
          <a:p>
            <a:pPr lvl="5"/>
            <a:r>
              <a:rPr lang="en-GB" noProof="1"/>
              <a:t>JU-LEVEL6=Indented text (1st level)</a:t>
            </a:r>
          </a:p>
          <a:p>
            <a:pPr lvl="6"/>
            <a:r>
              <a:rPr lang="en-GB" noProof="1"/>
              <a:t>JU-LEVEL7=Indented text (2nd level)</a:t>
            </a:r>
          </a:p>
          <a:p>
            <a:pPr lvl="7"/>
            <a:r>
              <a:rPr lang="en-GB" noProof="1"/>
              <a:t>Achtste niveau</a:t>
            </a:r>
          </a:p>
          <a:p>
            <a:pPr lvl="8"/>
            <a:r>
              <a:rPr lang="en-GB" noProof="1"/>
              <a:t>Negende niveau</a:t>
            </a:r>
          </a:p>
        </p:txBody>
      </p:sp>
      <p:sp>
        <p:nvSpPr>
          <p:cNvPr id="6" name="Tijdelijke aanduiding voor dianummer 5"/>
          <p:cNvSpPr>
            <a:spLocks noGrp="1" noSelect="1"/>
          </p:cNvSpPr>
          <p:nvPr>
            <p:ph type="sldNum" sz="quarter" idx="4"/>
          </p:nvPr>
        </p:nvSpPr>
        <p:spPr bwMode="gray">
          <a:xfrm>
            <a:off x="11037335" y="6252338"/>
            <a:ext cx="712199" cy="3651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300">
                <a:solidFill>
                  <a:srgbClr val="666666"/>
                </a:solidFill>
                <a:latin typeface="+mn-lt"/>
              </a:defRPr>
            </a:lvl1pPr>
          </a:lstStyle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90" r:id="rId2"/>
    <p:sldLayoutId id="2147483691" r:id="rId3"/>
    <p:sldLayoutId id="2147483692" r:id="rId4"/>
    <p:sldLayoutId id="2147483693" r:id="rId5"/>
    <p:sldLayoutId id="2147483683" r:id="rId6"/>
    <p:sldLayoutId id="2147483689" r:id="rId7"/>
    <p:sldLayoutId id="2147483684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688" r:id="rId15"/>
    <p:sldLayoutId id="2147483686" r:id="rId16"/>
    <p:sldLayoutId id="2147483687" r:id="rId1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12000"/>
        </a:lnSpc>
        <a:spcBef>
          <a:spcPts val="0"/>
        </a:spcBef>
        <a:buClr>
          <a:srgbClr val="EA650D"/>
        </a:buClr>
        <a:buSzPct val="100000"/>
        <a:buFont typeface="Calibri" panose="020F050202020403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2000"/>
        </a:lnSpc>
        <a:spcBef>
          <a:spcPts val="0"/>
        </a:spcBef>
        <a:buClr>
          <a:srgbClr val="EA650D"/>
        </a:buClr>
        <a:buSzPct val="100000"/>
        <a:buFont typeface="Calibri" panose="020F0502020204030204" pitchFamily="34" charset="0"/>
        <a:buChar char="•"/>
        <a:defRPr sz="1800" b="0" kern="1200">
          <a:solidFill>
            <a:srgbClr val="EA650D"/>
          </a:solidFill>
          <a:latin typeface="+mn-lt"/>
          <a:ea typeface="+mn-ea"/>
          <a:cs typeface="+mn-cs"/>
        </a:defRPr>
      </a:lvl2pPr>
      <a:lvl3pPr marL="288000" indent="-14400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2000"/>
        </a:lnSpc>
        <a:spcBef>
          <a:spcPts val="2400"/>
        </a:spcBef>
        <a:spcAft>
          <a:spcPts val="2400"/>
        </a:spcAft>
        <a:buFont typeface="Arial" pitchFamily="34" charset="0"/>
        <a:buNone/>
        <a:defRPr sz="1800" b="1" kern="1200">
          <a:solidFill>
            <a:srgbClr val="EA650D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400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mailto:experienciadelagente@nnespana.es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55557" y="292481"/>
            <a:ext cx="11230538" cy="931202"/>
          </a:xfrm>
        </p:spPr>
        <p:txBody>
          <a:bodyPr/>
          <a:lstStyle/>
          <a:p>
            <a:r>
              <a:rPr lang="en-GB" dirty="0"/>
              <a:t>Piloto Role Plays - </a:t>
            </a:r>
            <a:r>
              <a:rPr lang="en-GB" dirty="0" err="1"/>
              <a:t>Smartwinnr</a:t>
            </a:r>
            <a:endParaRPr lang="en-GB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GB" dirty="0"/>
              <a:t>5 </a:t>
            </a:r>
            <a:r>
              <a:rPr lang="en-GB" dirty="0" err="1"/>
              <a:t>noviembre</a:t>
            </a:r>
            <a:r>
              <a:rPr lang="en-GB" dirty="0"/>
              <a:t> 2025</a:t>
            </a:r>
          </a:p>
        </p:txBody>
      </p:sp>
      <p:sp>
        <p:nvSpPr>
          <p:cNvPr id="10" name="JUNOLOCK TextBox 25 (JU-Free)"/>
          <p:cNvSpPr txBox="1">
            <a:spLocks/>
          </p:cNvSpPr>
          <p:nvPr/>
        </p:nvSpPr>
        <p:spPr bwMode="gray">
          <a:xfrm>
            <a:off x="-2015214" y="277438"/>
            <a:ext cx="1764000" cy="1600438"/>
          </a:xfrm>
          <a:prstGeom prst="wedgeRectCallout">
            <a:avLst>
              <a:gd name="adj1" fmla="val 62111"/>
              <a:gd name="adj2" fmla="val -21932"/>
            </a:avLst>
          </a:prstGeom>
          <a:solidFill>
            <a:schemeClr val="bg1"/>
          </a:solidFill>
          <a:ln>
            <a:solidFill>
              <a:srgbClr val="EA650D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GB" sz="1400" noProof="1"/>
              <a:t>Format the title text in three colours according to the house style guide: use the macro in the NN Text formatting menu</a:t>
            </a:r>
          </a:p>
        </p:txBody>
      </p:sp>
      <p:sp>
        <p:nvSpPr>
          <p:cNvPr id="11" name="JUNOLOCK TextBox 26 (JU-Free)"/>
          <p:cNvSpPr txBox="1">
            <a:spLocks/>
          </p:cNvSpPr>
          <p:nvPr/>
        </p:nvSpPr>
        <p:spPr bwMode="gray">
          <a:xfrm>
            <a:off x="-2015214" y="6088737"/>
            <a:ext cx="1764000" cy="523220"/>
          </a:xfrm>
          <a:prstGeom prst="wedgeRectCallout">
            <a:avLst>
              <a:gd name="adj1" fmla="val 60383"/>
              <a:gd name="adj2" fmla="val -19355"/>
            </a:avLst>
          </a:prstGeom>
          <a:solidFill>
            <a:schemeClr val="bg1"/>
          </a:solidFill>
          <a:ln>
            <a:solidFill>
              <a:srgbClr val="EA650D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GB" sz="1400" noProof="1"/>
              <a:t>Do not change or add other logos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0625BB-8B3A-FBBC-0A62-D93C4E770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64" y="1693979"/>
            <a:ext cx="4626930" cy="314032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0DA12F5B-75F0-2588-A7F5-874B2247DA7D}"/>
              </a:ext>
            </a:extLst>
          </p:cNvPr>
          <p:cNvSpPr txBox="1">
            <a:spLocks/>
          </p:cNvSpPr>
          <p:nvPr/>
        </p:nvSpPr>
        <p:spPr bwMode="gray">
          <a:xfrm>
            <a:off x="455557" y="5113804"/>
            <a:ext cx="11230538" cy="9312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500" dirty="0">
                <a:solidFill>
                  <a:schemeClr val="tx1"/>
                </a:solidFill>
              </a:rPr>
              <a:t>Experiencia de Agente</a:t>
            </a:r>
          </a:p>
        </p:txBody>
      </p:sp>
    </p:spTree>
    <p:extLst>
      <p:ext uri="{BB962C8B-B14F-4D97-AF65-F5344CB8AC3E}">
        <p14:creationId xmlns:p14="http://schemas.microsoft.com/office/powerpoint/2010/main" val="359745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9BB53-15A0-2C56-85B6-B67B1C0B0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7" y="292480"/>
            <a:ext cx="11230538" cy="969161"/>
          </a:xfrm>
        </p:spPr>
        <p:txBody>
          <a:bodyPr/>
          <a:lstStyle/>
          <a:p>
            <a:r>
              <a:rPr lang="es-ES" dirty="0"/>
              <a:t>¿Cómo encontrar la app en el iPad?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4A70B8-8FB2-2BE3-3CC9-C4D4C8537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722" y="1382595"/>
            <a:ext cx="3063974" cy="40928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73FC8C-5F1A-A214-139E-3552BB94C10A}"/>
              </a:ext>
            </a:extLst>
          </p:cNvPr>
          <p:cNvSpPr txBox="1"/>
          <p:nvPr/>
        </p:nvSpPr>
        <p:spPr>
          <a:xfrm>
            <a:off x="586409" y="1739348"/>
            <a:ext cx="72593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s-ES" dirty="0"/>
              <a:t>Puedes buscar el símbolo entre todas las aplicaciones que tengas instaladas</a:t>
            </a:r>
          </a:p>
          <a:p>
            <a:pPr>
              <a:spcBef>
                <a:spcPts val="2400"/>
              </a:spcBef>
            </a:pPr>
            <a:r>
              <a:rPr lang="es-ES" dirty="0"/>
              <a:t>Si no lo encuentras, busca en el </a:t>
            </a:r>
            <a:r>
              <a:rPr lang="es-ES" dirty="0" err="1"/>
              <a:t>ipad</a:t>
            </a:r>
            <a:r>
              <a:rPr lang="es-ES" dirty="0"/>
              <a:t> “</a:t>
            </a:r>
            <a:r>
              <a:rPr lang="es-ES" dirty="0" err="1"/>
              <a:t>Smartwinnr</a:t>
            </a:r>
            <a:r>
              <a:rPr lang="es-E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045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62C9-E21B-B580-7D6C-A733662E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EBD77-978E-AB27-8E6E-72CE711A7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7" y="292480"/>
            <a:ext cx="11230538" cy="969161"/>
          </a:xfrm>
        </p:spPr>
        <p:txBody>
          <a:bodyPr/>
          <a:lstStyle/>
          <a:p>
            <a:r>
              <a:rPr lang="es-ES" dirty="0"/>
              <a:t>¿Dónde encontrar los role </a:t>
            </a:r>
            <a:r>
              <a:rPr lang="es-ES" dirty="0" err="1"/>
              <a:t>plays</a:t>
            </a:r>
            <a:r>
              <a:rPr lang="es-E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E26373-46E4-E27A-D0A1-631A206842EB}"/>
              </a:ext>
            </a:extLst>
          </p:cNvPr>
          <p:cNvSpPr txBox="1"/>
          <p:nvPr/>
        </p:nvSpPr>
        <p:spPr>
          <a:xfrm>
            <a:off x="586409" y="1739348"/>
            <a:ext cx="709775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s-ES" dirty="0"/>
              <a:t>Una vez te hayas logado y estés dentro de la aplicación debes buscar el apartado “</a:t>
            </a:r>
            <a:r>
              <a:rPr lang="es-ES" b="1" dirty="0">
                <a:solidFill>
                  <a:schemeClr val="accent1"/>
                </a:solidFill>
              </a:rPr>
              <a:t>Entrenamiento</a:t>
            </a:r>
            <a:r>
              <a:rPr lang="es-ES" b="1" dirty="0"/>
              <a:t>”</a:t>
            </a:r>
          </a:p>
          <a:p>
            <a:pPr>
              <a:spcBef>
                <a:spcPts val="2400"/>
              </a:spcBef>
            </a:pPr>
            <a:r>
              <a:rPr lang="es-ES" dirty="0"/>
              <a:t>Pinchando sobre él, se te mostrará una nueva pantalla donde verás las secciones de </a:t>
            </a:r>
            <a:r>
              <a:rPr lang="es-ES" b="1" dirty="0"/>
              <a:t>Asignado</a:t>
            </a:r>
            <a:r>
              <a:rPr lang="es-ES" dirty="0"/>
              <a:t> y </a:t>
            </a:r>
            <a:r>
              <a:rPr lang="es-ES" b="1" dirty="0"/>
              <a:t>Completado</a:t>
            </a:r>
            <a:r>
              <a:rPr lang="es-ES" dirty="0"/>
              <a:t>, con los 3 role </a:t>
            </a:r>
            <a:r>
              <a:rPr lang="es-ES" dirty="0" err="1"/>
              <a:t>plays</a:t>
            </a:r>
            <a:r>
              <a:rPr lang="es-ES" dirty="0"/>
              <a:t> disponibles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56626B-5045-5EA4-79FA-656903403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372" y="1111882"/>
            <a:ext cx="3490723" cy="463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66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8F03-4642-6716-EFD5-FA414B76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846C8-F37B-B747-0026-30D31B11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7" y="292480"/>
            <a:ext cx="11230538" cy="969161"/>
          </a:xfrm>
        </p:spPr>
        <p:txBody>
          <a:bodyPr/>
          <a:lstStyle/>
          <a:p>
            <a:r>
              <a:rPr lang="es-ES" dirty="0"/>
              <a:t>Cláusula inicial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5AC681-1175-AAF6-5455-99D5B7A6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58415">
            <a:off x="7026797" y="1287595"/>
            <a:ext cx="3856054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8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8A0BD-03E9-96F0-5A25-DF9BB7F67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FB7B18-D07C-B59D-7847-786F4DB92B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B1A7C9-57B3-D71B-D89C-B98718830E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441EF6-D2AE-61AB-3283-E36CAD399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32" y="173416"/>
            <a:ext cx="11361624" cy="569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7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49FF7-A688-98FF-F046-5DE77C0661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462B55-A477-8224-0E06-6E76ABC7B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7EF47D-8AE2-74F7-D0CC-D77EEF03D8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19C2F3-C224-C0B8-EDA9-B6EF7A89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27" y="41185"/>
            <a:ext cx="11361243" cy="577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37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60843-6A6C-40C8-CE3B-CDCC2732E8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DA24B2-8873-002B-E9D4-425DD71D84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51AFD3-03FC-1DCB-9919-39BA3E1753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6AB8C8-6F6C-D79B-F7FA-72F22AD7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1" y="16396"/>
            <a:ext cx="11410765" cy="576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8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335CB-F613-33A1-7D81-A20EACA3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0D7CB-928E-CA0C-90A9-BBDA3F15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7" y="292480"/>
            <a:ext cx="11230538" cy="969161"/>
          </a:xfrm>
        </p:spPr>
        <p:txBody>
          <a:bodyPr/>
          <a:lstStyle/>
          <a:p>
            <a:r>
              <a:rPr lang="es-ES" dirty="0"/>
              <a:t>¿Cómo cambio la contraseña?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DBF8B8-9387-52DD-175B-0B5CBD848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56" y="1547050"/>
            <a:ext cx="3032568" cy="400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8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97BBE-1E38-11AE-6975-B5F2A0917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7" y="292481"/>
            <a:ext cx="11230538" cy="818690"/>
          </a:xfrm>
        </p:spPr>
        <p:txBody>
          <a:bodyPr/>
          <a:lstStyle/>
          <a:p>
            <a:r>
              <a:rPr lang="es-ES" dirty="0"/>
              <a:t>¿Cómo cambio la contraseña?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62390A-1C42-1B3A-9643-BF6A0324D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557" y="1111171"/>
            <a:ext cx="7449952" cy="413748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Pincha sobre tu nombre (arriba a la izquierda)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Pincha sobre la tuerca (arriba a la derecha)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Selecciona la opción “Cambia la contraseña”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Indica la antigua contraseña, a continuación, la nueva y, por ultimo, confirma la nueva contraseña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Pincha en el botón “Cambia la contraseña”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7EB694-0FE3-2476-C799-A78220505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480" y="1994312"/>
            <a:ext cx="624894" cy="4343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AAC1FD9-F3FB-8053-A682-D9D324419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141" y="1087321"/>
            <a:ext cx="2960740" cy="191280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2456884-2A7B-B116-0496-6193C873D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658" y="2707432"/>
            <a:ext cx="2232853" cy="47248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197072E-5AEF-82E6-5D7A-A15F759F34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7920"/>
          <a:stretch>
            <a:fillRect/>
          </a:stretch>
        </p:blipFill>
        <p:spPr>
          <a:xfrm>
            <a:off x="7792141" y="3584146"/>
            <a:ext cx="3685238" cy="20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5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B461-49E9-69EB-242A-8E072B2E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38808-D328-3199-709D-B6614E848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7" y="292480"/>
            <a:ext cx="11230538" cy="969161"/>
          </a:xfrm>
        </p:spPr>
        <p:txBody>
          <a:bodyPr/>
          <a:lstStyle/>
          <a:p>
            <a:r>
              <a:rPr lang="es-ES" dirty="0"/>
              <a:t>¿Tienes dudas o alguna incidencia?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B9F395-E3A3-A591-3735-0F845F369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558" y="1446835"/>
            <a:ext cx="6767046" cy="3801821"/>
          </a:xfrm>
        </p:spPr>
        <p:txBody>
          <a:bodyPr/>
          <a:lstStyle/>
          <a:p>
            <a:r>
              <a:rPr lang="es-ES" b="0" dirty="0"/>
              <a:t>Estamos para ayudarte y darte soporte durante todo este piloto</a:t>
            </a:r>
          </a:p>
          <a:p>
            <a:endParaRPr lang="es-ES" b="0" dirty="0"/>
          </a:p>
          <a:p>
            <a:r>
              <a:rPr lang="es-ES" b="0" dirty="0"/>
              <a:t>En caso de que tengas alguna duda o incidencia puedes contactarnos en el correo </a:t>
            </a:r>
          </a:p>
          <a:p>
            <a:endParaRPr lang="es-ES" b="0" dirty="0"/>
          </a:p>
          <a:p>
            <a:r>
              <a:rPr lang="es-ES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experienciadelagente@nnespana.es</a:t>
            </a:r>
            <a:endParaRPr lang="es-ES" dirty="0">
              <a:solidFill>
                <a:schemeClr val="accent2"/>
              </a:solidFill>
            </a:endParaRPr>
          </a:p>
          <a:p>
            <a:endParaRPr lang="es-ES" b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30C71E-42E3-6D2C-B2C8-3DF9C5EB0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019" y="1794076"/>
            <a:ext cx="2858128" cy="356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1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NOLOCK TextBox 10 (JU-Free)"/>
          <p:cNvSpPr txBox="1">
            <a:spLocks/>
          </p:cNvSpPr>
          <p:nvPr/>
        </p:nvSpPr>
        <p:spPr>
          <a:xfrm>
            <a:off x="-2055600" y="3278843"/>
            <a:ext cx="1764000" cy="523220"/>
          </a:xfrm>
          <a:prstGeom prst="wedgeRectCallout">
            <a:avLst>
              <a:gd name="adj1" fmla="val 60383"/>
              <a:gd name="adj2" fmla="val -19355"/>
            </a:avLst>
          </a:prstGeom>
          <a:solidFill>
            <a:schemeClr val="bg1"/>
          </a:solidFill>
          <a:ln>
            <a:solidFill>
              <a:srgbClr val="EA650D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GB" sz="1400" noProof="1"/>
              <a:t>Do not change or add other logos</a:t>
            </a:r>
          </a:p>
        </p:txBody>
      </p:sp>
    </p:spTree>
    <p:extLst>
      <p:ext uri="{BB962C8B-B14F-4D97-AF65-F5344CB8AC3E}">
        <p14:creationId xmlns:p14="http://schemas.microsoft.com/office/powerpoint/2010/main" val="305132502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NN General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E7F00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spcBef>
            <a:spcPts val="2400"/>
          </a:spcBef>
          <a:defRPr dirty="0" err="1" smtClean="0"/>
        </a:defPPr>
      </a:lstStyle>
    </a:txDef>
  </a:objectDefaults>
  <a:extraClrSchemeLst/>
  <a:custClrLst>
    <a:custClr name="(1) Medium orange">
      <a:srgbClr val="EA650D"/>
    </a:custClr>
    <a:custClr name="(1A) Light orange">
      <a:srgbClr val="EAC98E"/>
    </a:custClr>
    <a:custClr name="(1B) Dark orange">
      <a:srgbClr val="E64415"/>
    </a:custClr>
    <a:custClr name="(2) Medium blue">
      <a:srgbClr val="7CAAD6"/>
    </a:custClr>
    <a:custClr name="(2A) Light Blue">
      <a:srgbClr val="A4CCEA"/>
    </a:custClr>
    <a:custClr name="(2B) Dark Blue">
      <a:srgbClr val="5389C2"/>
    </a:custClr>
    <a:custClr name="(3) Dark grey">
      <a:srgbClr val="666666"/>
    </a:custClr>
    <a:custClr name="(3A) Light grey">
      <a:srgbClr val="CAC7C7"/>
    </a:custClr>
    <a:custClr name="(3B) Medium grey">
      <a:srgbClr val="999999"/>
    </a:custClr>
    <a:custClr name="(4) Medium green">
      <a:srgbClr val="96B439"/>
    </a:custClr>
    <a:custClr name="(4A) Light green">
      <a:srgbClr val="C8CD2E"/>
    </a:custClr>
    <a:custClr name="(4B) Dark green">
      <a:srgbClr val="5B9853"/>
    </a:custClr>
    <a:custClr name="(5) Medium purple">
      <a:srgbClr val="9C91C6"/>
    </a:custClr>
    <a:custClr name="(5A) Light purple">
      <a:srgbClr val="C6BFE0"/>
    </a:custClr>
    <a:custClr name="(5B) Dark Purple">
      <a:srgbClr val="706CB0"/>
    </a:custClr>
  </a:custClrLst>
  <a:extLst>
    <a:ext uri="{05A4C25C-085E-4340-85A3-A5531E510DB2}">
      <thm15:themeFamily xmlns:thm15="http://schemas.microsoft.com/office/thememl/2012/main" name="NN Group - Template (widescreen 16x9).potx" id="{1B190E94-2573-4838-B7E4-0B99B4614ED4}" vid="{F4E8AF89-9033-4B0D-94F2-CC5A853BFB01}"/>
    </a:ext>
  </a:extLst>
</a:theme>
</file>

<file path=ppt/theme/theme2.xml><?xml version="1.0" encoding="utf-8"?>
<a:theme xmlns:a="http://schemas.openxmlformats.org/drawingml/2006/main" name="Office-thema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AC98E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AC98E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1EDE93C2DB0C4CB341109366E22C48" ma:contentTypeVersion="16" ma:contentTypeDescription="Create a new document." ma:contentTypeScope="" ma:versionID="25658bec55de1d871637884251c6a1b8">
  <xsd:schema xmlns:xsd="http://www.w3.org/2001/XMLSchema" xmlns:xs="http://www.w3.org/2001/XMLSchema" xmlns:p="http://schemas.microsoft.com/office/2006/metadata/properties" xmlns:ns2="dff833a8-d9ca-4e6b-b899-e2c5209c9c28" xmlns:ns3="949497ef-53b2-4158-9ccf-f69425e75e63" targetNamespace="http://schemas.microsoft.com/office/2006/metadata/properties" ma:root="true" ma:fieldsID="021864b512b79bee8d2f7bfbe39cc072" ns2:_="" ns3:_="">
    <xsd:import namespace="dff833a8-d9ca-4e6b-b899-e2c5209c9c28"/>
    <xsd:import namespace="949497ef-53b2-4158-9ccf-f69425e75e6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833a8-d9ca-4e6b-b899-e2c5209c9c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a997f301-4ed3-4ffb-8db0-ed6d2ae9d2f9}" ma:internalName="TaxCatchAll" ma:showField="CatchAllData" ma:web="dff833a8-d9ca-4e6b-b899-e2c5209c9c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9497ef-53b2-4158-9ccf-f69425e75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08193d1-4729-411b-9bd8-f1bc5006b7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9497ef-53b2-4158-9ccf-f69425e75e63">
      <Terms xmlns="http://schemas.microsoft.com/office/infopath/2007/PartnerControls"/>
    </lcf76f155ced4ddcb4097134ff3c332f>
    <TaxCatchAll xmlns="dff833a8-d9ca-4e6b-b899-e2c5209c9c2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7A2EBE-DC8E-4D12-BA36-D92302C3EF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f833a8-d9ca-4e6b-b899-e2c5209c9c28"/>
    <ds:schemaRef ds:uri="949497ef-53b2-4158-9ccf-f69425e75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CECE8D-384D-441F-AB9A-2E1B5841077C}">
  <ds:schemaRefs>
    <ds:schemaRef ds:uri="http://schemas.microsoft.com/office/2006/metadata/properties"/>
    <ds:schemaRef ds:uri="http://schemas.microsoft.com/office/infopath/2007/PartnerControls"/>
    <ds:schemaRef ds:uri="949497ef-53b2-4158-9ccf-f69425e75e63"/>
    <ds:schemaRef ds:uri="dff833a8-d9ca-4e6b-b899-e2c5209c9c28"/>
  </ds:schemaRefs>
</ds:datastoreItem>
</file>

<file path=customXml/itemProps3.xml><?xml version="1.0" encoding="utf-8"?>
<ds:datastoreItem xmlns:ds="http://schemas.openxmlformats.org/officeDocument/2006/customXml" ds:itemID="{538AE52C-6091-40BF-B0DC-A9FD433323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NN Group - Template (widescreen 16x9)</Template>
  <TotalTime>99</TotalTime>
  <Words>236</Words>
  <Application>Microsoft Office PowerPoint</Application>
  <PresentationFormat>Personalizado</PresentationFormat>
  <Paragraphs>30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Presentation NN General</vt:lpstr>
      <vt:lpstr>Piloto Role Plays - Smartwinnr</vt:lpstr>
      <vt:lpstr>¿Cómo encontrar la app en el iPad?</vt:lpstr>
      <vt:lpstr>¿Dónde encontrar los role plays?</vt:lpstr>
      <vt:lpstr>Cláusula inicial</vt:lpstr>
      <vt:lpstr>Presentación de PowerPoint</vt:lpstr>
      <vt:lpstr>Presentación de PowerPoint</vt:lpstr>
      <vt:lpstr>Presentación de PowerPoint</vt:lpstr>
      <vt:lpstr>¿Cómo cambio la contraseña?</vt:lpstr>
      <vt:lpstr>¿Cómo cambio la contraseña?</vt:lpstr>
      <vt:lpstr>¿Tienes dudas o alguna incidencia?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Palma Jiménez,  (Álvaro)</dc:creator>
  <cp:keywords/>
  <dc:description>Template version 2.2 - 5 March 2018_x000d_
Layout: Koeweiden Postma_x000d_
Templates: www.JoulesUnlimited.com</dc:description>
  <cp:lastModifiedBy>Palma Jiménez,  (Álvaro)</cp:lastModifiedBy>
  <cp:revision>1</cp:revision>
  <dcterms:created xsi:type="dcterms:W3CDTF">2025-09-22T07:24:23Z</dcterms:created>
  <dcterms:modified xsi:type="dcterms:W3CDTF">2025-11-06T13:35:39Z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CheckJU">
    <vt:lpwstr>v2.0</vt:lpwstr>
  </property>
  <property fmtid="{D5CDD505-2E9C-101B-9397-08002B2CF9AE}" pid="3" name="PPTExampleSlidesJU">
    <vt:lpwstr>PPT_Example_slides_JU_16_9_EN_NNGROUP.pptx</vt:lpwstr>
  </property>
  <property fmtid="{D5CDD505-2E9C-101B-9397-08002B2CF9AE}" pid="4" name="ContentTypeId">
    <vt:lpwstr>0x010100351EDE93C2DB0C4CB341109366E22C48</vt:lpwstr>
  </property>
  <property fmtid="{D5CDD505-2E9C-101B-9397-08002B2CF9AE}" pid="5" name="MediaServiceImageTags">
    <vt:lpwstr/>
  </property>
</Properties>
</file>