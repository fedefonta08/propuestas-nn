
<file path=[Content_Types].xml><?xml version="1.0" encoding="utf-8"?>
<Types xmlns="http://schemas.openxmlformats.org/package/2006/content-types">
  <Default Extension="mov" ContentType="video/quicktime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1" r:id="rId4"/>
    <p:sldMasterId id="2147483700" r:id="rId5"/>
    <p:sldMasterId id="2147483718" r:id="rId6"/>
  </p:sldMasterIdLst>
  <p:notesMasterIdLst>
    <p:notesMasterId r:id="rId16"/>
  </p:notesMasterIdLst>
  <p:handoutMasterIdLst>
    <p:handoutMasterId r:id="rId17"/>
  </p:handoutMasterIdLst>
  <p:sldIdLst>
    <p:sldId id="280" r:id="rId7"/>
    <p:sldId id="267" r:id="rId8"/>
    <p:sldId id="265" r:id="rId9"/>
    <p:sldId id="281" r:id="rId10"/>
    <p:sldId id="269" r:id="rId11"/>
    <p:sldId id="285" r:id="rId12"/>
    <p:sldId id="282" r:id="rId13"/>
    <p:sldId id="283" r:id="rId14"/>
    <p:sldId id="268" r:id="rId15"/>
  </p:sldIdLst>
  <p:sldSz cx="12190413" cy="6858000"/>
  <p:notesSz cx="6858000" cy="9144000"/>
  <p:defaultTextStyle>
    <a:defPPr lvl="0">
      <a:defRPr lang="en-GB"/>
    </a:defPPr>
    <a:lvl1pPr marL="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43">
          <p15:clr>
            <a:srgbClr val="A4A3A4"/>
          </p15:clr>
        </p15:guide>
        <p15:guide id="2" orient="horz" pos="3681">
          <p15:clr>
            <a:srgbClr val="A4A3A4"/>
          </p15:clr>
        </p15:guide>
        <p15:guide id="3" orient="horz" pos="210" userDrawn="1">
          <p15:clr>
            <a:srgbClr val="A4A3A4"/>
          </p15:clr>
        </p15:guide>
        <p15:guide id="4" pos="370" userDrawn="1">
          <p15:clr>
            <a:srgbClr val="A4A3A4"/>
          </p15:clr>
        </p15:guide>
        <p15:guide id="5" pos="7403">
          <p15:clr>
            <a:srgbClr val="A4A3A4"/>
          </p15:clr>
        </p15:guide>
        <p15:guide id="6" pos="3838">
          <p15:clr>
            <a:srgbClr val="A4A3A4"/>
          </p15:clr>
        </p15:guide>
        <p15:guide id="7" orient="horz" pos="948">
          <p15:clr>
            <a:srgbClr val="A4A3A4"/>
          </p15:clr>
        </p15:guide>
        <p15:guide id="8" orient="horz" pos="3497">
          <p15:clr>
            <a:srgbClr val="A4A3A4"/>
          </p15:clr>
        </p15:guide>
        <p15:guide id="9" pos="741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933C"/>
    <a:srgbClr val="AF6C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112" y="-556"/>
      </p:cViewPr>
      <p:guideLst>
        <p:guide orient="horz" pos="943"/>
        <p:guide orient="horz" pos="3681"/>
        <p:guide orient="horz" pos="210"/>
        <p:guide pos="370"/>
        <p:guide pos="7403"/>
        <p:guide pos="3838"/>
        <p:guide orient="horz" pos="948"/>
        <p:guide orient="horz" pos="3497"/>
        <p:guide pos="741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rrijos Nuñez,  (Daniel)" userId="cde48959-9e95-4c3a-a43f-736b02a6c3d8" providerId="ADAL" clId="{AB4CF919-F606-45E4-8FCC-109A55318075}"/>
    <pc:docChg chg="undo redo custSel addSld delSld modSld sldOrd">
      <pc:chgData name="Torrijos Nuñez,  (Daniel)" userId="cde48959-9e95-4c3a-a43f-736b02a6c3d8" providerId="ADAL" clId="{AB4CF919-F606-45E4-8FCC-109A55318075}" dt="2026-03-06T11:13:07.773" v="12292" actId="1038"/>
      <pc:docMkLst>
        <pc:docMk/>
      </pc:docMkLst>
      <pc:sldChg chg="addSp modSp add mod">
        <pc:chgData name="Torrijos Nuñez,  (Daniel)" userId="cde48959-9e95-4c3a-a43f-736b02a6c3d8" providerId="ADAL" clId="{AB4CF919-F606-45E4-8FCC-109A55318075}" dt="2026-02-19T15:21:05.877" v="9654" actId="1076"/>
        <pc:sldMkLst>
          <pc:docMk/>
          <pc:sldMk cId="1166945876" sldId="265"/>
        </pc:sldMkLst>
        <pc:spChg chg="mod">
          <ac:chgData name="Torrijos Nuñez,  (Daniel)" userId="cde48959-9e95-4c3a-a43f-736b02a6c3d8" providerId="ADAL" clId="{AB4CF919-F606-45E4-8FCC-109A55318075}" dt="2026-02-19T15:21:05.877" v="9654" actId="1076"/>
          <ac:spMkLst>
            <pc:docMk/>
            <pc:sldMk cId="1166945876" sldId="265"/>
            <ac:spMk id="2" creationId="{6DAE129D-83B9-7E54-E049-86EE1E30D049}"/>
          </ac:spMkLst>
        </pc:spChg>
        <pc:spChg chg="mod">
          <ac:chgData name="Torrijos Nuñez,  (Daniel)" userId="cde48959-9e95-4c3a-a43f-736b02a6c3d8" providerId="ADAL" clId="{AB4CF919-F606-45E4-8FCC-109A55318075}" dt="2026-02-19T15:20:04.370" v="9647" actId="164"/>
          <ac:spMkLst>
            <pc:docMk/>
            <pc:sldMk cId="1166945876" sldId="265"/>
            <ac:spMk id="10" creationId="{EC715C4C-3595-45E0-C7AD-87CE39F7B3CD}"/>
          </ac:spMkLst>
        </pc:spChg>
        <pc:spChg chg="mod">
          <ac:chgData name="Torrijos Nuñez,  (Daniel)" userId="cde48959-9e95-4c3a-a43f-736b02a6c3d8" providerId="ADAL" clId="{AB4CF919-F606-45E4-8FCC-109A55318075}" dt="2026-02-19T15:20:04.370" v="9647" actId="164"/>
          <ac:spMkLst>
            <pc:docMk/>
            <pc:sldMk cId="1166945876" sldId="265"/>
            <ac:spMk id="11" creationId="{96861A34-E8C2-C7F1-0353-460EA4D6A99C}"/>
          </ac:spMkLst>
        </pc:spChg>
        <pc:spChg chg="mod">
          <ac:chgData name="Torrijos Nuñez,  (Daniel)" userId="cde48959-9e95-4c3a-a43f-736b02a6c3d8" providerId="ADAL" clId="{AB4CF919-F606-45E4-8FCC-109A55318075}" dt="2026-02-19T15:20:04.370" v="9647" actId="164"/>
          <ac:spMkLst>
            <pc:docMk/>
            <pc:sldMk cId="1166945876" sldId="265"/>
            <ac:spMk id="12" creationId="{E29E8E2D-14FB-BA34-18B2-013A0A6F2478}"/>
          </ac:spMkLst>
        </pc:spChg>
        <pc:grpChg chg="add mod">
          <ac:chgData name="Torrijos Nuñez,  (Daniel)" userId="cde48959-9e95-4c3a-a43f-736b02a6c3d8" providerId="ADAL" clId="{AB4CF919-F606-45E4-8FCC-109A55318075}" dt="2026-02-19T15:20:34.733" v="9653" actId="1076"/>
          <ac:grpSpMkLst>
            <pc:docMk/>
            <pc:sldMk cId="1166945876" sldId="265"/>
            <ac:grpSpMk id="4" creationId="{0F0DB31E-0D37-5171-AFDB-D6726E67AA07}"/>
          </ac:grpSpMkLst>
        </pc:grpChg>
        <pc:picChg chg="mod">
          <ac:chgData name="Torrijos Nuñez,  (Daniel)" userId="cde48959-9e95-4c3a-a43f-736b02a6c3d8" providerId="ADAL" clId="{AB4CF919-F606-45E4-8FCC-109A55318075}" dt="2026-02-19T15:20:04.370" v="9647" actId="164"/>
          <ac:picMkLst>
            <pc:docMk/>
            <pc:sldMk cId="1166945876" sldId="265"/>
            <ac:picMk id="3" creationId="{B286BDC4-4270-A195-19BA-195CB312ED33}"/>
          </ac:picMkLst>
        </pc:picChg>
        <pc:picChg chg="mod">
          <ac:chgData name="Torrijos Nuñez,  (Daniel)" userId="cde48959-9e95-4c3a-a43f-736b02a6c3d8" providerId="ADAL" clId="{AB4CF919-F606-45E4-8FCC-109A55318075}" dt="2026-02-19T15:20:04.370" v="9647" actId="164"/>
          <ac:picMkLst>
            <pc:docMk/>
            <pc:sldMk cId="1166945876" sldId="265"/>
            <ac:picMk id="13" creationId="{7EF9687D-247D-1EFD-B95E-BA245A1B0979}"/>
          </ac:picMkLst>
        </pc:picChg>
        <pc:picChg chg="mod">
          <ac:chgData name="Torrijos Nuñez,  (Daniel)" userId="cde48959-9e95-4c3a-a43f-736b02a6c3d8" providerId="ADAL" clId="{AB4CF919-F606-45E4-8FCC-109A55318075}" dt="2026-02-19T15:20:04.370" v="9647" actId="164"/>
          <ac:picMkLst>
            <pc:docMk/>
            <pc:sldMk cId="1166945876" sldId="265"/>
            <ac:picMk id="16" creationId="{F90CDA3F-C2CE-26A7-5750-14D95EF01412}"/>
          </ac:picMkLst>
        </pc:picChg>
      </pc:sldChg>
      <pc:sldChg chg="addSp modSp add mod">
        <pc:chgData name="Torrijos Nuñez,  (Daniel)" userId="cde48959-9e95-4c3a-a43f-736b02a6c3d8" providerId="ADAL" clId="{AB4CF919-F606-45E4-8FCC-109A55318075}" dt="2026-02-26T14:06:17.793" v="9735" actId="20577"/>
        <pc:sldMkLst>
          <pc:docMk/>
          <pc:sldMk cId="4076268882" sldId="267"/>
        </pc:sldMkLst>
        <pc:spChg chg="mod">
          <ac:chgData name="Torrijos Nuñez,  (Daniel)" userId="cde48959-9e95-4c3a-a43f-736b02a6c3d8" providerId="ADAL" clId="{AB4CF919-F606-45E4-8FCC-109A55318075}" dt="2026-02-19T15:17:40.780" v="9629" actId="1076"/>
          <ac:spMkLst>
            <pc:docMk/>
            <pc:sldMk cId="4076268882" sldId="267"/>
            <ac:spMk id="2" creationId="{8EB80962-C160-998A-C1A4-FF69A27C936A}"/>
          </ac:spMkLst>
        </pc:spChg>
        <pc:spChg chg="mod">
          <ac:chgData name="Torrijos Nuñez,  (Daniel)" userId="cde48959-9e95-4c3a-a43f-736b02a6c3d8" providerId="ADAL" clId="{AB4CF919-F606-45E4-8FCC-109A55318075}" dt="2026-02-19T15:37:51.797" v="9710" actId="1076"/>
          <ac:spMkLst>
            <pc:docMk/>
            <pc:sldMk cId="4076268882" sldId="267"/>
            <ac:spMk id="22" creationId="{C6DEA1C8-BB43-4CC0-CBB2-3043DFE3090C}"/>
          </ac:spMkLst>
        </pc:spChg>
        <pc:spChg chg="mod">
          <ac:chgData name="Torrijos Nuñez,  (Daniel)" userId="cde48959-9e95-4c3a-a43f-736b02a6c3d8" providerId="ADAL" clId="{AB4CF919-F606-45E4-8FCC-109A55318075}" dt="2026-02-26T14:06:17.793" v="9735" actId="20577"/>
          <ac:spMkLst>
            <pc:docMk/>
            <pc:sldMk cId="4076268882" sldId="267"/>
            <ac:spMk id="23" creationId="{C43C5714-2CE3-31D0-FD3F-8700074A869F}"/>
          </ac:spMkLst>
        </pc:spChg>
        <pc:spChg chg="mod">
          <ac:chgData name="Torrijos Nuñez,  (Daniel)" userId="cde48959-9e95-4c3a-a43f-736b02a6c3d8" providerId="ADAL" clId="{AB4CF919-F606-45E4-8FCC-109A55318075}" dt="2026-02-19T15:38:14.559" v="9711" actId="1076"/>
          <ac:spMkLst>
            <pc:docMk/>
            <pc:sldMk cId="4076268882" sldId="267"/>
            <ac:spMk id="83" creationId="{DE8B110A-7B94-8C6F-861A-C1A941D0A04D}"/>
          </ac:spMkLst>
        </pc:spChg>
        <pc:spChg chg="mod">
          <ac:chgData name="Torrijos Nuñez,  (Daniel)" userId="cde48959-9e95-4c3a-a43f-736b02a6c3d8" providerId="ADAL" clId="{AB4CF919-F606-45E4-8FCC-109A55318075}" dt="2026-02-19T15:18:18.491" v="9634" actId="14100"/>
          <ac:spMkLst>
            <pc:docMk/>
            <pc:sldMk cId="4076268882" sldId="267"/>
            <ac:spMk id="123" creationId="{04E31792-F495-4A93-0635-615DE9542AB2}"/>
          </ac:spMkLst>
        </pc:spChg>
        <pc:spChg chg="mod">
          <ac:chgData name="Torrijos Nuñez,  (Daniel)" userId="cde48959-9e95-4c3a-a43f-736b02a6c3d8" providerId="ADAL" clId="{AB4CF919-F606-45E4-8FCC-109A55318075}" dt="2026-02-19T15:19:14.136" v="9643" actId="164"/>
          <ac:spMkLst>
            <pc:docMk/>
            <pc:sldMk cId="4076268882" sldId="267"/>
            <ac:spMk id="124" creationId="{7C8D6999-9EFD-FFC3-527E-84E9926E4BF9}"/>
          </ac:spMkLst>
        </pc:spChg>
        <pc:spChg chg="mod">
          <ac:chgData name="Torrijos Nuñez,  (Daniel)" userId="cde48959-9e95-4c3a-a43f-736b02a6c3d8" providerId="ADAL" clId="{AB4CF919-F606-45E4-8FCC-109A55318075}" dt="2026-02-19T15:19:14.136" v="9643" actId="164"/>
          <ac:spMkLst>
            <pc:docMk/>
            <pc:sldMk cId="4076268882" sldId="267"/>
            <ac:spMk id="129" creationId="{876F9C52-F193-ED5D-6708-EE4F90A6133F}"/>
          </ac:spMkLst>
        </pc:spChg>
        <pc:grpChg chg="add mod">
          <ac:chgData name="Torrijos Nuñez,  (Daniel)" userId="cde48959-9e95-4c3a-a43f-736b02a6c3d8" providerId="ADAL" clId="{AB4CF919-F606-45E4-8FCC-109A55318075}" dt="2026-02-19T15:19:26.906" v="9646" actId="1076"/>
          <ac:grpSpMkLst>
            <pc:docMk/>
            <pc:sldMk cId="4076268882" sldId="267"/>
            <ac:grpSpMk id="3" creationId="{2A3E6805-D6CA-8B40-7327-4FBF1D7A611C}"/>
          </ac:grpSpMkLst>
        </pc:grpChg>
        <pc:grpChg chg="mod">
          <ac:chgData name="Torrijos Nuñez,  (Daniel)" userId="cde48959-9e95-4c3a-a43f-736b02a6c3d8" providerId="ADAL" clId="{AB4CF919-F606-45E4-8FCC-109A55318075}" dt="2026-02-19T15:19:14.136" v="9643" actId="164"/>
          <ac:grpSpMkLst>
            <pc:docMk/>
            <pc:sldMk cId="4076268882" sldId="267"/>
            <ac:grpSpMk id="121" creationId="{1B1E0BB6-51D4-4836-EDEA-915F5C195B07}"/>
          </ac:grpSpMkLst>
        </pc:grpChg>
      </pc:sldChg>
      <pc:sldChg chg="add del">
        <pc:chgData name="Torrijos Nuñez,  (Daniel)" userId="cde48959-9e95-4c3a-a43f-736b02a6c3d8" providerId="ADAL" clId="{AB4CF919-F606-45E4-8FCC-109A55318075}" dt="2026-02-19T15:16:30.573" v="9619" actId="47"/>
        <pc:sldMkLst>
          <pc:docMk/>
          <pc:sldMk cId="3051325029" sldId="268"/>
        </pc:sldMkLst>
      </pc:sldChg>
      <pc:sldChg chg="modSp add mod">
        <pc:chgData name="Torrijos Nuñez,  (Daniel)" userId="cde48959-9e95-4c3a-a43f-736b02a6c3d8" providerId="ADAL" clId="{AB4CF919-F606-45E4-8FCC-109A55318075}" dt="2026-03-06T11:13:07.773" v="12292" actId="1038"/>
        <pc:sldMkLst>
          <pc:docMk/>
          <pc:sldMk cId="4125701995" sldId="269"/>
        </pc:sldMkLst>
        <pc:spChg chg="mod">
          <ac:chgData name="Torrijos Nuñez,  (Daniel)" userId="cde48959-9e95-4c3a-a43f-736b02a6c3d8" providerId="ADAL" clId="{AB4CF919-F606-45E4-8FCC-109A55318075}" dt="2026-02-19T15:22:28.024" v="9663" actId="1076"/>
          <ac:spMkLst>
            <pc:docMk/>
            <pc:sldMk cId="4125701995" sldId="269"/>
            <ac:spMk id="2" creationId="{85D2C0DC-A9D5-0D07-7D95-F9437BE38E4F}"/>
          </ac:spMkLst>
        </pc:spChg>
        <pc:picChg chg="mod">
          <ac:chgData name="Torrijos Nuñez,  (Daniel)" userId="cde48959-9e95-4c3a-a43f-736b02a6c3d8" providerId="ADAL" clId="{AB4CF919-F606-45E4-8FCC-109A55318075}" dt="2026-03-06T11:13:07.773" v="12292" actId="1038"/>
          <ac:picMkLst>
            <pc:docMk/>
            <pc:sldMk cId="4125701995" sldId="269"/>
            <ac:picMk id="21" creationId="{8B5DDE2C-E6E0-9D7A-BF3B-64991A8CFF56}"/>
          </ac:picMkLst>
        </pc:picChg>
      </pc:sldChg>
      <pc:sldChg chg="modSp add mod">
        <pc:chgData name="Torrijos Nuñez,  (Daniel)" userId="cde48959-9e95-4c3a-a43f-736b02a6c3d8" providerId="ADAL" clId="{AB4CF919-F606-45E4-8FCC-109A55318075}" dt="2026-02-19T15:17:05.407" v="9626" actId="1076"/>
        <pc:sldMkLst>
          <pc:docMk/>
          <pc:sldMk cId="3272459841" sldId="280"/>
        </pc:sldMkLst>
        <pc:spChg chg="mod">
          <ac:chgData name="Torrijos Nuñez,  (Daniel)" userId="cde48959-9e95-4c3a-a43f-736b02a6c3d8" providerId="ADAL" clId="{AB4CF919-F606-45E4-8FCC-109A55318075}" dt="2026-02-19T15:16:57.589" v="9625" actId="1076"/>
          <ac:spMkLst>
            <pc:docMk/>
            <pc:sldMk cId="3272459841" sldId="280"/>
            <ac:spMk id="2" creationId="{00000000-0000-0000-0000-000000000000}"/>
          </ac:spMkLst>
        </pc:spChg>
        <pc:spChg chg="mod">
          <ac:chgData name="Torrijos Nuñez,  (Daniel)" userId="cde48959-9e95-4c3a-a43f-736b02a6c3d8" providerId="ADAL" clId="{AB4CF919-F606-45E4-8FCC-109A55318075}" dt="2026-02-19T15:17:05.407" v="9626" actId="1076"/>
          <ac:spMkLst>
            <pc:docMk/>
            <pc:sldMk cId="3272459841" sldId="280"/>
            <ac:spMk id="5" creationId="{AE5490C3-0BAD-D771-870E-BC872E0B38AD}"/>
          </ac:spMkLst>
        </pc:spChg>
        <pc:picChg chg="mod">
          <ac:chgData name="Torrijos Nuñez,  (Daniel)" userId="cde48959-9e95-4c3a-a43f-736b02a6c3d8" providerId="ADAL" clId="{AB4CF919-F606-45E4-8FCC-109A55318075}" dt="2026-02-19T15:16:48.235" v="9624" actId="1076"/>
          <ac:picMkLst>
            <pc:docMk/>
            <pc:sldMk cId="3272459841" sldId="280"/>
            <ac:picMk id="19" creationId="{EA3049E8-0C77-A876-9B1C-A53BA781332B}"/>
          </ac:picMkLst>
        </pc:picChg>
      </pc:sldChg>
      <pc:sldChg chg="addSp delSp modSp add mod ord">
        <pc:chgData name="Torrijos Nuñez,  (Daniel)" userId="cde48959-9e95-4c3a-a43f-736b02a6c3d8" providerId="ADAL" clId="{AB4CF919-F606-45E4-8FCC-109A55318075}" dt="2026-02-26T14:59:19.618" v="10535" actId="208"/>
        <pc:sldMkLst>
          <pc:docMk/>
          <pc:sldMk cId="1770151418" sldId="281"/>
        </pc:sldMkLst>
        <pc:spChg chg="mod">
          <ac:chgData name="Torrijos Nuñez,  (Daniel)" userId="cde48959-9e95-4c3a-a43f-736b02a6c3d8" providerId="ADAL" clId="{AB4CF919-F606-45E4-8FCC-109A55318075}" dt="2026-02-19T15:27:32.733" v="9678" actId="1076"/>
          <ac:spMkLst>
            <pc:docMk/>
            <pc:sldMk cId="1770151418" sldId="281"/>
            <ac:spMk id="2" creationId="{C3347BFF-0AAB-0C0D-C63D-DF0D941BFAD2}"/>
          </ac:spMkLst>
        </pc:spChg>
        <pc:spChg chg="mod">
          <ac:chgData name="Torrijos Nuñez,  (Daniel)" userId="cde48959-9e95-4c3a-a43f-736b02a6c3d8" providerId="ADAL" clId="{AB4CF919-F606-45E4-8FCC-109A55318075}" dt="2026-02-19T15:32:22.363" v="9698" actId="207"/>
          <ac:spMkLst>
            <pc:docMk/>
            <pc:sldMk cId="1770151418" sldId="281"/>
            <ac:spMk id="8" creationId="{29E2D80C-1721-7320-AB98-DF72EF771415}"/>
          </ac:spMkLst>
        </pc:spChg>
        <pc:spChg chg="mod">
          <ac:chgData name="Torrijos Nuñez,  (Daniel)" userId="cde48959-9e95-4c3a-a43f-736b02a6c3d8" providerId="ADAL" clId="{AB4CF919-F606-45E4-8FCC-109A55318075}" dt="2026-02-19T15:27:25.149" v="9674" actId="165"/>
          <ac:spMkLst>
            <pc:docMk/>
            <pc:sldMk cId="1770151418" sldId="281"/>
            <ac:spMk id="16" creationId="{F39BD86B-56FC-BF70-2D5B-46FD9D52D375}"/>
          </ac:spMkLst>
        </pc:spChg>
        <pc:spChg chg="mod">
          <ac:chgData name="Torrijos Nuñez,  (Daniel)" userId="cde48959-9e95-4c3a-a43f-736b02a6c3d8" providerId="ADAL" clId="{AB4CF919-F606-45E4-8FCC-109A55318075}" dt="2026-02-19T15:27:25.149" v="9674" actId="165"/>
          <ac:spMkLst>
            <pc:docMk/>
            <pc:sldMk cId="1770151418" sldId="281"/>
            <ac:spMk id="29" creationId="{172B0CA3-70F4-BF45-43B1-0B08F340CCFF}"/>
          </ac:spMkLst>
        </pc:spChg>
        <pc:spChg chg="mod">
          <ac:chgData name="Torrijos Nuñez,  (Daniel)" userId="cde48959-9e95-4c3a-a43f-736b02a6c3d8" providerId="ADAL" clId="{AB4CF919-F606-45E4-8FCC-109A55318075}" dt="2026-02-19T15:21:29.726" v="9658" actId="164"/>
          <ac:spMkLst>
            <pc:docMk/>
            <pc:sldMk cId="1770151418" sldId="281"/>
            <ac:spMk id="71" creationId="{7CE2E50D-1376-9858-579F-3A9C6781F1BB}"/>
          </ac:spMkLst>
        </pc:spChg>
        <pc:spChg chg="mod">
          <ac:chgData name="Torrijos Nuñez,  (Daniel)" userId="cde48959-9e95-4c3a-a43f-736b02a6c3d8" providerId="ADAL" clId="{AB4CF919-F606-45E4-8FCC-109A55318075}" dt="2026-02-19T15:27:25.149" v="9674" actId="165"/>
          <ac:spMkLst>
            <pc:docMk/>
            <pc:sldMk cId="1770151418" sldId="281"/>
            <ac:spMk id="72" creationId="{82D6A68E-0C48-50D4-E4E5-DDC2F0354730}"/>
          </ac:spMkLst>
        </pc:spChg>
        <pc:spChg chg="mod">
          <ac:chgData name="Torrijos Nuñez,  (Daniel)" userId="cde48959-9e95-4c3a-a43f-736b02a6c3d8" providerId="ADAL" clId="{AB4CF919-F606-45E4-8FCC-109A55318075}" dt="2026-02-19T15:27:25.149" v="9674" actId="165"/>
          <ac:spMkLst>
            <pc:docMk/>
            <pc:sldMk cId="1770151418" sldId="281"/>
            <ac:spMk id="98" creationId="{D5D294D4-703E-B26A-DAC9-C0E3BE297A2D}"/>
          </ac:spMkLst>
        </pc:spChg>
        <pc:spChg chg="mod">
          <ac:chgData name="Torrijos Nuñez,  (Daniel)" userId="cde48959-9e95-4c3a-a43f-736b02a6c3d8" providerId="ADAL" clId="{AB4CF919-F606-45E4-8FCC-109A55318075}" dt="2026-02-26T14:59:19.618" v="10535" actId="208"/>
          <ac:spMkLst>
            <pc:docMk/>
            <pc:sldMk cId="1770151418" sldId="281"/>
            <ac:spMk id="107" creationId="{51A4176A-46A1-6F1B-A874-FD8E7CB9DC7E}"/>
          </ac:spMkLst>
        </pc:spChg>
        <pc:spChg chg="mod">
          <ac:chgData name="Torrijos Nuñez,  (Daniel)" userId="cde48959-9e95-4c3a-a43f-736b02a6c3d8" providerId="ADAL" clId="{AB4CF919-F606-45E4-8FCC-109A55318075}" dt="2026-02-19T15:28:57.227" v="9684" actId="1076"/>
          <ac:spMkLst>
            <pc:docMk/>
            <pc:sldMk cId="1770151418" sldId="281"/>
            <ac:spMk id="111" creationId="{D2315B4E-AE2B-0735-4CAB-ADA6843D8287}"/>
          </ac:spMkLst>
        </pc:spChg>
        <pc:spChg chg="mod">
          <ac:chgData name="Torrijos Nuñez,  (Daniel)" userId="cde48959-9e95-4c3a-a43f-736b02a6c3d8" providerId="ADAL" clId="{AB4CF919-F606-45E4-8FCC-109A55318075}" dt="2026-02-19T15:32:37.920" v="9700" actId="27107"/>
          <ac:spMkLst>
            <pc:docMk/>
            <pc:sldMk cId="1770151418" sldId="281"/>
            <ac:spMk id="113" creationId="{CCBBA088-F81C-A67A-8779-3EA8BD358D91}"/>
          </ac:spMkLst>
        </pc:spChg>
        <pc:spChg chg="mod">
          <ac:chgData name="Torrijos Nuñez,  (Daniel)" userId="cde48959-9e95-4c3a-a43f-736b02a6c3d8" providerId="ADAL" clId="{AB4CF919-F606-45E4-8FCC-109A55318075}" dt="2026-02-19T15:27:25.149" v="9674" actId="165"/>
          <ac:spMkLst>
            <pc:docMk/>
            <pc:sldMk cId="1770151418" sldId="281"/>
            <ac:spMk id="118" creationId="{CE8E20C3-116A-A659-9C3A-E6CFE88CD96B}"/>
          </ac:spMkLst>
        </pc:spChg>
        <pc:spChg chg="mod">
          <ac:chgData name="Torrijos Nuñez,  (Daniel)" userId="cde48959-9e95-4c3a-a43f-736b02a6c3d8" providerId="ADAL" clId="{AB4CF919-F606-45E4-8FCC-109A55318075}" dt="2026-02-19T15:27:55.478" v="9679" actId="1076"/>
          <ac:spMkLst>
            <pc:docMk/>
            <pc:sldMk cId="1770151418" sldId="281"/>
            <ac:spMk id="123" creationId="{6E244312-A40B-D507-4F49-A57FD32418F9}"/>
          </ac:spMkLst>
        </pc:spChg>
        <pc:spChg chg="mod">
          <ac:chgData name="Torrijos Nuñez,  (Daniel)" userId="cde48959-9e95-4c3a-a43f-736b02a6c3d8" providerId="ADAL" clId="{AB4CF919-F606-45E4-8FCC-109A55318075}" dt="2026-02-19T15:27:25.149" v="9674" actId="165"/>
          <ac:spMkLst>
            <pc:docMk/>
            <pc:sldMk cId="1770151418" sldId="281"/>
            <ac:spMk id="125" creationId="{DC3E6C3A-58BF-2106-E866-7E98BBB29A34}"/>
          </ac:spMkLst>
        </pc:spChg>
        <pc:spChg chg="mod">
          <ac:chgData name="Torrijos Nuñez,  (Daniel)" userId="cde48959-9e95-4c3a-a43f-736b02a6c3d8" providerId="ADAL" clId="{AB4CF919-F606-45E4-8FCC-109A55318075}" dt="2026-02-19T15:27:25.149" v="9674" actId="165"/>
          <ac:spMkLst>
            <pc:docMk/>
            <pc:sldMk cId="1770151418" sldId="281"/>
            <ac:spMk id="126" creationId="{2F714283-9194-56C6-0635-B4B8810ED721}"/>
          </ac:spMkLst>
        </pc:spChg>
        <pc:spChg chg="mod">
          <ac:chgData name="Torrijos Nuñez,  (Daniel)" userId="cde48959-9e95-4c3a-a43f-736b02a6c3d8" providerId="ADAL" clId="{AB4CF919-F606-45E4-8FCC-109A55318075}" dt="2026-02-19T15:32:35.192" v="9699" actId="27107"/>
          <ac:spMkLst>
            <pc:docMk/>
            <pc:sldMk cId="1770151418" sldId="281"/>
            <ac:spMk id="127" creationId="{E720A8AA-D50A-B7C5-9E57-9422EA039046}"/>
          </ac:spMkLst>
        </pc:spChg>
        <pc:spChg chg="mod">
          <ac:chgData name="Torrijos Nuñez,  (Daniel)" userId="cde48959-9e95-4c3a-a43f-736b02a6c3d8" providerId="ADAL" clId="{AB4CF919-F606-45E4-8FCC-109A55318075}" dt="2026-02-19T15:35:38.949" v="9708" actId="12789"/>
          <ac:spMkLst>
            <pc:docMk/>
            <pc:sldMk cId="1770151418" sldId="281"/>
            <ac:spMk id="128" creationId="{1B70DF3F-CC93-6285-F195-66C8BE0ADBCE}"/>
          </ac:spMkLst>
        </pc:spChg>
        <pc:spChg chg="mod">
          <ac:chgData name="Torrijos Nuñez,  (Daniel)" userId="cde48959-9e95-4c3a-a43f-736b02a6c3d8" providerId="ADAL" clId="{AB4CF919-F606-45E4-8FCC-109A55318075}" dt="2026-02-19T15:27:25.149" v="9674" actId="165"/>
          <ac:spMkLst>
            <pc:docMk/>
            <pc:sldMk cId="1770151418" sldId="281"/>
            <ac:spMk id="133" creationId="{B38552B3-FB8E-24E6-9BE8-7AC101B81384}"/>
          </ac:spMkLst>
        </pc:spChg>
        <pc:spChg chg="mod topLvl">
          <ac:chgData name="Torrijos Nuñez,  (Daniel)" userId="cde48959-9e95-4c3a-a43f-736b02a6c3d8" providerId="ADAL" clId="{AB4CF919-F606-45E4-8FCC-109A55318075}" dt="2026-02-19T15:35:38.949" v="9708" actId="12789"/>
          <ac:spMkLst>
            <pc:docMk/>
            <pc:sldMk cId="1770151418" sldId="281"/>
            <ac:spMk id="135" creationId="{0326034A-B13B-841A-7CDE-B84FF314240A}"/>
          </ac:spMkLst>
        </pc:spChg>
        <pc:grpChg chg="add mod">
          <ac:chgData name="Torrijos Nuñez,  (Daniel)" userId="cde48959-9e95-4c3a-a43f-736b02a6c3d8" providerId="ADAL" clId="{AB4CF919-F606-45E4-8FCC-109A55318075}" dt="2026-02-19T15:30:26.308" v="9689" actId="1076"/>
          <ac:grpSpMkLst>
            <pc:docMk/>
            <pc:sldMk cId="1770151418" sldId="281"/>
            <ac:grpSpMk id="6" creationId="{167A42AF-1FE2-9A6E-27A3-19E37521DC29}"/>
          </ac:grpSpMkLst>
        </pc:grpChg>
        <pc:grpChg chg="add mod">
          <ac:chgData name="Torrijos Nuñez,  (Daniel)" userId="cde48959-9e95-4c3a-a43f-736b02a6c3d8" providerId="ADAL" clId="{AB4CF919-F606-45E4-8FCC-109A55318075}" dt="2026-02-19T15:30:26.308" v="9689" actId="1076"/>
          <ac:grpSpMkLst>
            <pc:docMk/>
            <pc:sldMk cId="1770151418" sldId="281"/>
            <ac:grpSpMk id="7" creationId="{5BE986FA-4767-EBC1-4E18-A119D4ABC54D}"/>
          </ac:grpSpMkLst>
        </pc:grpChg>
        <pc:grpChg chg="mod">
          <ac:chgData name="Torrijos Nuñez,  (Daniel)" userId="cde48959-9e95-4c3a-a43f-736b02a6c3d8" providerId="ADAL" clId="{AB4CF919-F606-45E4-8FCC-109A55318075}" dt="2026-02-19T15:30:11.855" v="9688" actId="164"/>
          <ac:grpSpMkLst>
            <pc:docMk/>
            <pc:sldMk cId="1770151418" sldId="281"/>
            <ac:grpSpMk id="95" creationId="{5A3EB52F-244D-99B2-8510-232740F8BEBB}"/>
          </ac:grpSpMkLst>
        </pc:grpChg>
        <pc:grpChg chg="mod">
          <ac:chgData name="Torrijos Nuñez,  (Daniel)" userId="cde48959-9e95-4c3a-a43f-736b02a6c3d8" providerId="ADAL" clId="{AB4CF919-F606-45E4-8FCC-109A55318075}" dt="2026-02-19T15:30:00.074" v="9687" actId="164"/>
          <ac:grpSpMkLst>
            <pc:docMk/>
            <pc:sldMk cId="1770151418" sldId="281"/>
            <ac:grpSpMk id="108" creationId="{A9F3F081-FD7E-11A0-3B6B-B906A4C8F1A9}"/>
          </ac:grpSpMkLst>
        </pc:grpChg>
        <pc:picChg chg="mod">
          <ac:chgData name="Torrijos Nuñez,  (Daniel)" userId="cde48959-9e95-4c3a-a43f-736b02a6c3d8" providerId="ADAL" clId="{AB4CF919-F606-45E4-8FCC-109A55318075}" dt="2026-02-19T15:30:11.855" v="9688" actId="164"/>
          <ac:picMkLst>
            <pc:docMk/>
            <pc:sldMk cId="1770151418" sldId="281"/>
            <ac:picMk id="136" creationId="{953A5F72-6397-1347-5255-239626C89599}"/>
          </ac:picMkLst>
        </pc:picChg>
        <pc:picChg chg="mod">
          <ac:chgData name="Torrijos Nuñez,  (Daniel)" userId="cde48959-9e95-4c3a-a43f-736b02a6c3d8" providerId="ADAL" clId="{AB4CF919-F606-45E4-8FCC-109A55318075}" dt="2026-02-19T15:39:31.863" v="9712" actId="1076"/>
          <ac:picMkLst>
            <pc:docMk/>
            <pc:sldMk cId="1770151418" sldId="281"/>
            <ac:picMk id="137" creationId="{D561AA54-C47C-E9B5-E8BB-879BF840CC60}"/>
          </ac:picMkLst>
        </pc:picChg>
        <pc:picChg chg="mod">
          <ac:chgData name="Torrijos Nuñez,  (Daniel)" userId="cde48959-9e95-4c3a-a43f-736b02a6c3d8" providerId="ADAL" clId="{AB4CF919-F606-45E4-8FCC-109A55318075}" dt="2026-02-19T15:39:53.453" v="9713" actId="1076"/>
          <ac:picMkLst>
            <pc:docMk/>
            <pc:sldMk cId="1770151418" sldId="281"/>
            <ac:picMk id="138" creationId="{233451B8-D7D7-A6FD-A15B-D055BDDD5F8D}"/>
          </ac:picMkLst>
        </pc:picChg>
        <pc:picChg chg="mod">
          <ac:chgData name="Torrijos Nuñez,  (Daniel)" userId="cde48959-9e95-4c3a-a43f-736b02a6c3d8" providerId="ADAL" clId="{AB4CF919-F606-45E4-8FCC-109A55318075}" dt="2026-02-19T15:30:00.074" v="9687" actId="164"/>
          <ac:picMkLst>
            <pc:docMk/>
            <pc:sldMk cId="1770151418" sldId="281"/>
            <ac:picMk id="140" creationId="{12988DAD-502F-5F03-C3E4-66D4A430EDBA}"/>
          </ac:picMkLst>
        </pc:picChg>
        <pc:picChg chg="mod">
          <ac:chgData name="Torrijos Nuñez,  (Daniel)" userId="cde48959-9e95-4c3a-a43f-736b02a6c3d8" providerId="ADAL" clId="{AB4CF919-F606-45E4-8FCC-109A55318075}" dt="2026-02-19T15:30:00.074" v="9687" actId="164"/>
          <ac:picMkLst>
            <pc:docMk/>
            <pc:sldMk cId="1770151418" sldId="281"/>
            <ac:picMk id="142" creationId="{384421F7-24D8-AB85-E2F2-6A4CAF79FFBE}"/>
          </ac:picMkLst>
        </pc:picChg>
        <pc:picChg chg="mod">
          <ac:chgData name="Torrijos Nuñez,  (Daniel)" userId="cde48959-9e95-4c3a-a43f-736b02a6c3d8" providerId="ADAL" clId="{AB4CF919-F606-45E4-8FCC-109A55318075}" dt="2026-02-19T15:21:58.523" v="9659" actId="164"/>
          <ac:picMkLst>
            <pc:docMk/>
            <pc:sldMk cId="1770151418" sldId="281"/>
            <ac:picMk id="143" creationId="{76C31A95-554E-4315-B5E9-E4A177CDDE27}"/>
          </ac:picMkLst>
        </pc:picChg>
        <pc:picChg chg="mod">
          <ac:chgData name="Torrijos Nuñez,  (Daniel)" userId="cde48959-9e95-4c3a-a43f-736b02a6c3d8" providerId="ADAL" clId="{AB4CF919-F606-45E4-8FCC-109A55318075}" dt="2026-02-19T15:21:58.523" v="9659" actId="164"/>
          <ac:picMkLst>
            <pc:docMk/>
            <pc:sldMk cId="1770151418" sldId="281"/>
            <ac:picMk id="144" creationId="{40305141-D8E8-665A-5F80-68E728BD8582}"/>
          </ac:picMkLst>
        </pc:picChg>
        <pc:picChg chg="mod">
          <ac:chgData name="Torrijos Nuñez,  (Daniel)" userId="cde48959-9e95-4c3a-a43f-736b02a6c3d8" providerId="ADAL" clId="{AB4CF919-F606-45E4-8FCC-109A55318075}" dt="2026-02-19T15:21:58.523" v="9659" actId="164"/>
          <ac:picMkLst>
            <pc:docMk/>
            <pc:sldMk cId="1770151418" sldId="281"/>
            <ac:picMk id="145" creationId="{04676E05-5FD7-144E-B975-A54B67EDE90D}"/>
          </ac:picMkLst>
        </pc:picChg>
      </pc:sldChg>
      <pc:sldChg chg="modSp add mod ord">
        <pc:chgData name="Torrijos Nuñez,  (Daniel)" userId="cde48959-9e95-4c3a-a43f-736b02a6c3d8" providerId="ADAL" clId="{AB4CF919-F606-45E4-8FCC-109A55318075}" dt="2026-02-27T06:44:25.780" v="11457" actId="20577"/>
        <pc:sldMkLst>
          <pc:docMk/>
          <pc:sldMk cId="3406370116" sldId="282"/>
        </pc:sldMkLst>
        <pc:spChg chg="mod">
          <ac:chgData name="Torrijos Nuñez,  (Daniel)" userId="cde48959-9e95-4c3a-a43f-736b02a6c3d8" providerId="ADAL" clId="{AB4CF919-F606-45E4-8FCC-109A55318075}" dt="2026-02-27T06:44:25.780" v="11457" actId="20577"/>
          <ac:spMkLst>
            <pc:docMk/>
            <pc:sldMk cId="3406370116" sldId="282"/>
            <ac:spMk id="174" creationId="{CAB7D482-35E0-B2CD-3778-1E01F2DF287C}"/>
          </ac:spMkLst>
        </pc:spChg>
      </pc:sldChg>
      <pc:sldChg chg="addSp delSp modSp add mod ord">
        <pc:chgData name="Torrijos Nuñez,  (Daniel)" userId="cde48959-9e95-4c3a-a43f-736b02a6c3d8" providerId="ADAL" clId="{AB4CF919-F606-45E4-8FCC-109A55318075}" dt="2026-02-27T11:53:23.037" v="12290" actId="20577"/>
        <pc:sldMkLst>
          <pc:docMk/>
          <pc:sldMk cId="3467859611" sldId="283"/>
        </pc:sldMkLst>
        <pc:spChg chg="mod">
          <ac:chgData name="Torrijos Nuñez,  (Daniel)" userId="cde48959-9e95-4c3a-a43f-736b02a6c3d8" providerId="ADAL" clId="{AB4CF919-F606-45E4-8FCC-109A55318075}" dt="2026-02-26T14:12:05.694" v="9914" actId="20577"/>
          <ac:spMkLst>
            <pc:docMk/>
            <pc:sldMk cId="3467859611" sldId="283"/>
            <ac:spMk id="2" creationId="{515340A0-9D8E-DC0C-3E9B-2AFF72127AC6}"/>
          </ac:spMkLst>
        </pc:spChg>
        <pc:spChg chg="add mod topLvl">
          <ac:chgData name="Torrijos Nuñez,  (Daniel)" userId="cde48959-9e95-4c3a-a43f-736b02a6c3d8" providerId="ADAL" clId="{AB4CF919-F606-45E4-8FCC-109A55318075}" dt="2026-02-27T07:38:20.140" v="11736" actId="14100"/>
          <ac:spMkLst>
            <pc:docMk/>
            <pc:sldMk cId="3467859611" sldId="283"/>
            <ac:spMk id="3" creationId="{D47829CA-A83C-992F-8CFB-6F52FD446CA7}"/>
          </ac:spMkLst>
        </pc:spChg>
        <pc:spChg chg="add mod topLvl">
          <ac:chgData name="Torrijos Nuñez,  (Daniel)" userId="cde48959-9e95-4c3a-a43f-736b02a6c3d8" providerId="ADAL" clId="{AB4CF919-F606-45E4-8FCC-109A55318075}" dt="2026-02-27T11:53:23.037" v="12290" actId="20577"/>
          <ac:spMkLst>
            <pc:docMk/>
            <pc:sldMk cId="3467859611" sldId="283"/>
            <ac:spMk id="27" creationId="{C360BC61-82A5-DBFA-AB92-3345365FA794}"/>
          </ac:spMkLst>
        </pc:spChg>
        <pc:spChg chg="mod">
          <ac:chgData name="Torrijos Nuñez,  (Daniel)" userId="cde48959-9e95-4c3a-a43f-736b02a6c3d8" providerId="ADAL" clId="{AB4CF919-F606-45E4-8FCC-109A55318075}" dt="2026-02-26T15:00:29.989" v="10537" actId="208"/>
          <ac:spMkLst>
            <pc:docMk/>
            <pc:sldMk cId="3467859611" sldId="283"/>
            <ac:spMk id="107" creationId="{CB4FB410-EF79-811C-FFDE-F2178A44623C}"/>
          </ac:spMkLst>
        </pc:spChg>
      </pc:sldChg>
      <pc:sldChg chg="addSp delSp modSp add mod ord">
        <pc:chgData name="Torrijos Nuñez,  (Daniel)" userId="cde48959-9e95-4c3a-a43f-736b02a6c3d8" providerId="ADAL" clId="{AB4CF919-F606-45E4-8FCC-109A55318075}" dt="2026-02-27T08:49:47.937" v="12063" actId="1076"/>
        <pc:sldMkLst>
          <pc:docMk/>
          <pc:sldMk cId="1704835134" sldId="285"/>
        </pc:sldMkLst>
        <pc:spChg chg="mod">
          <ac:chgData name="Torrijos Nuñez,  (Daniel)" userId="cde48959-9e95-4c3a-a43f-736b02a6c3d8" providerId="ADAL" clId="{AB4CF919-F606-45E4-8FCC-109A55318075}" dt="2026-02-27T08:42:29.972" v="11989"/>
          <ac:spMkLst>
            <pc:docMk/>
            <pc:sldMk cId="1704835134" sldId="285"/>
            <ac:spMk id="2" creationId="{EEC363D7-A035-11C3-76EA-AD6978EFF68D}"/>
          </ac:spMkLst>
        </pc:spChg>
        <pc:spChg chg="add mod">
          <ac:chgData name="Torrijos Nuñez,  (Daniel)" userId="cde48959-9e95-4c3a-a43f-736b02a6c3d8" providerId="ADAL" clId="{AB4CF919-F606-45E4-8FCC-109A55318075}" dt="2026-02-27T08:48:31.196" v="12051" actId="1076"/>
          <ac:spMkLst>
            <pc:docMk/>
            <pc:sldMk cId="1704835134" sldId="285"/>
            <ac:spMk id="9" creationId="{336D4DAB-B43F-3A62-9869-3F72F4506848}"/>
          </ac:spMkLst>
        </pc:spChg>
        <pc:spChg chg="mod">
          <ac:chgData name="Torrijos Nuñez,  (Daniel)" userId="cde48959-9e95-4c3a-a43f-736b02a6c3d8" providerId="ADAL" clId="{AB4CF919-F606-45E4-8FCC-109A55318075}" dt="2026-02-27T08:46:20.019" v="12038" actId="14100"/>
          <ac:spMkLst>
            <pc:docMk/>
            <pc:sldMk cId="1704835134" sldId="285"/>
            <ac:spMk id="10" creationId="{EB9DAF19-C1B1-DD34-2DE1-0C3952641317}"/>
          </ac:spMkLst>
        </pc:spChg>
        <pc:spChg chg="mod">
          <ac:chgData name="Torrijos Nuñez,  (Daniel)" userId="cde48959-9e95-4c3a-a43f-736b02a6c3d8" providerId="ADAL" clId="{AB4CF919-F606-45E4-8FCC-109A55318075}" dt="2026-02-27T08:47:25.067" v="12043" actId="14100"/>
          <ac:spMkLst>
            <pc:docMk/>
            <pc:sldMk cId="1704835134" sldId="285"/>
            <ac:spMk id="12" creationId="{97F52AE0-1D94-48D8-5EFA-1893A2BA1B68}"/>
          </ac:spMkLst>
        </pc:spChg>
        <pc:spChg chg="add mod">
          <ac:chgData name="Torrijos Nuñez,  (Daniel)" userId="cde48959-9e95-4c3a-a43f-736b02a6c3d8" providerId="ADAL" clId="{AB4CF919-F606-45E4-8FCC-109A55318075}" dt="2026-02-27T08:48:46.651" v="12053" actId="1076"/>
          <ac:spMkLst>
            <pc:docMk/>
            <pc:sldMk cId="1704835134" sldId="285"/>
            <ac:spMk id="14" creationId="{0BD209B7-6188-EA8C-105B-CE34AFF8FB1D}"/>
          </ac:spMkLst>
        </pc:spChg>
        <pc:grpChg chg="mod">
          <ac:chgData name="Torrijos Nuñez,  (Daniel)" userId="cde48959-9e95-4c3a-a43f-736b02a6c3d8" providerId="ADAL" clId="{AB4CF919-F606-45E4-8FCC-109A55318075}" dt="2026-02-27T08:48:02.795" v="12047" actId="1076"/>
          <ac:grpSpMkLst>
            <pc:docMk/>
            <pc:sldMk cId="1704835134" sldId="285"/>
            <ac:grpSpMk id="4" creationId="{A76FD6DF-4EB5-7C7A-D4E3-934510FAFC7B}"/>
          </ac:grpSpMkLst>
        </pc:grpChg>
        <pc:picChg chg="add mod modCrop">
          <ac:chgData name="Torrijos Nuñez,  (Daniel)" userId="cde48959-9e95-4c3a-a43f-736b02a6c3d8" providerId="ADAL" clId="{AB4CF919-F606-45E4-8FCC-109A55318075}" dt="2026-02-27T08:49:38.378" v="12061" actId="1076"/>
          <ac:picMkLst>
            <pc:docMk/>
            <pc:sldMk cId="1704835134" sldId="285"/>
            <ac:picMk id="5" creationId="{F409145E-6A08-5440-87EF-1103030172A1}"/>
          </ac:picMkLst>
        </pc:picChg>
        <pc:picChg chg="add mod">
          <ac:chgData name="Torrijos Nuñez,  (Daniel)" userId="cde48959-9e95-4c3a-a43f-736b02a6c3d8" providerId="ADAL" clId="{AB4CF919-F606-45E4-8FCC-109A55318075}" dt="2026-02-27T08:49:47.937" v="12063" actId="1076"/>
          <ac:picMkLst>
            <pc:docMk/>
            <pc:sldMk cId="1704835134" sldId="285"/>
            <ac:picMk id="6" creationId="{84E09A5E-10E5-B1CA-C694-546AAB1FCEC3}"/>
          </ac:picMkLst>
        </pc:picChg>
        <pc:picChg chg="add mod modCrop">
          <ac:chgData name="Torrijos Nuñez,  (Daniel)" userId="cde48959-9e95-4c3a-a43f-736b02a6c3d8" providerId="ADAL" clId="{AB4CF919-F606-45E4-8FCC-109A55318075}" dt="2026-02-27T08:49:34.250" v="12060" actId="1076"/>
          <ac:picMkLst>
            <pc:docMk/>
            <pc:sldMk cId="1704835134" sldId="285"/>
            <ac:picMk id="8" creationId="{24CD502B-04D4-4DA6-9345-26EA7D0C1FF2}"/>
          </ac:picMkLst>
        </pc:picChg>
      </pc:sldChg>
      <pc:sldMasterChg chg="delSldLayout">
        <pc:chgData name="Torrijos Nuñez,  (Daniel)" userId="cde48959-9e95-4c3a-a43f-736b02a6c3d8" providerId="ADAL" clId="{AB4CF919-F606-45E4-8FCC-109A55318075}" dt="2026-02-19T15:16:33.651" v="9620" actId="47"/>
        <pc:sldMasterMkLst>
          <pc:docMk/>
          <pc:sldMasterMk cId="2379256974" sldId="2147483718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A47AD2-5FF1-481E-BA17-92A87AC9FFEC}" type="datetimeFigureOut">
              <a:rPr lang="en-GB" smtClean="0"/>
              <a:pPr/>
              <a:t>06/03/2026</a:t>
            </a:fld>
            <a:endParaRPr lang="en-GB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68DBD-8C7D-4F2D-8505-D01A3BC55EC8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26545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AC0B33-3943-42F1-973C-9CDD51C76BBD}" type="datetimeFigureOut">
              <a:rPr lang="en-GB" smtClean="0"/>
              <a:pPr/>
              <a:t>06/03/2026</a:t>
            </a:fld>
            <a:endParaRPr lang="en-GB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err="1"/>
              <a:t>Klik</a:t>
            </a:r>
            <a:r>
              <a:rPr lang="en-GB"/>
              <a:t> om de </a:t>
            </a:r>
            <a:r>
              <a:rPr lang="en-GB" err="1"/>
              <a:t>modelstijlen</a:t>
            </a:r>
            <a:r>
              <a:rPr lang="en-GB"/>
              <a:t> </a:t>
            </a:r>
            <a:r>
              <a:rPr lang="en-GB" err="1"/>
              <a:t>te</a:t>
            </a:r>
            <a:r>
              <a:rPr lang="en-GB"/>
              <a:t> </a:t>
            </a:r>
            <a:r>
              <a:rPr lang="en-GB" err="1"/>
              <a:t>bewerken</a:t>
            </a:r>
            <a:endParaRPr lang="en-GB"/>
          </a:p>
          <a:p>
            <a:pPr lvl="1"/>
            <a:r>
              <a:rPr lang="en-GB" err="1"/>
              <a:t>Tweede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2"/>
            <a:r>
              <a:rPr lang="en-GB" err="1"/>
              <a:t>Derde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3"/>
            <a:r>
              <a:rPr lang="en-GB" err="1"/>
              <a:t>Vierde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4"/>
            <a:r>
              <a:rPr lang="en-GB" err="1"/>
              <a:t>Vijfde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7381A9-0C9E-4D3A-A28B-AC4E168A57BC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5603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es-ES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8605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ECDDE4-7BF1-4CA9-9735-645B5F54B9D7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1745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83EFB-C67D-F44B-F994-60903BDA7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F03E09E-8467-D835-EA10-7366ABD393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F503156-2AF9-8844-B33B-AAF283035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FCB3A07-5E32-C4CC-43BD-648DB4158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ECDDE4-7BF1-4CA9-9735-645B5F54B9D7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8514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7DB5E-6D4F-4EBC-D663-CFEFECC56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258484A-0EA9-0464-C108-FF13D52A68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D5405B2-0BF5-111F-230D-E755418E7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2BDEBCB-28EA-85B3-D7F7-D703BDC86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ECDDE4-7BF1-4CA9-9735-645B5F54B9D7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98923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es-ES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9760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3"/>
          <p:cNvSpPr>
            <a:spLocks noGrp="1" noSelect="1" noChangeAspect="1"/>
          </p:cNvSpPr>
          <p:nvPr>
            <p:ph type="pic" sz="quarter" idx="17" hasCustomPrompt="1"/>
          </p:nvPr>
        </p:nvSpPr>
        <p:spPr bwMode="gray">
          <a:xfrm>
            <a:off x="367200" y="367200"/>
            <a:ext cx="12384000" cy="5960209"/>
          </a:xfrm>
          <a:custGeom>
            <a:avLst/>
            <a:gdLst>
              <a:gd name="connsiteX0" fmla="*/ 12378520 w 12384000"/>
              <a:gd name="connsiteY0" fmla="*/ 5946973 h 5960209"/>
              <a:gd name="connsiteX1" fmla="*/ 12384000 w 12384000"/>
              <a:gd name="connsiteY1" fmla="*/ 5946973 h 5960209"/>
              <a:gd name="connsiteX2" fmla="*/ 12384000 w 12384000"/>
              <a:gd name="connsiteY2" fmla="*/ 5960209 h 5960209"/>
              <a:gd name="connsiteX3" fmla="*/ 12378520 w 12384000"/>
              <a:gd name="connsiteY3" fmla="*/ 5960209 h 5960209"/>
              <a:gd name="connsiteX4" fmla="*/ 0 w 12384000"/>
              <a:gd name="connsiteY4" fmla="*/ 0 h 5960209"/>
              <a:gd name="connsiteX5" fmla="*/ 11495200 w 12384000"/>
              <a:gd name="connsiteY5" fmla="*/ 0 h 5960209"/>
              <a:gd name="connsiteX6" fmla="*/ 11495200 w 12384000"/>
              <a:gd name="connsiteY6" fmla="*/ 5960209 h 5960209"/>
              <a:gd name="connsiteX7" fmla="*/ 0 w 12384000"/>
              <a:gd name="connsiteY7" fmla="*/ 5960209 h 5960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384000" h="5960209">
                <a:moveTo>
                  <a:pt x="12378520" y="5946973"/>
                </a:moveTo>
                <a:lnTo>
                  <a:pt x="12384000" y="5946973"/>
                </a:lnTo>
                <a:lnTo>
                  <a:pt x="12384000" y="5960209"/>
                </a:lnTo>
                <a:lnTo>
                  <a:pt x="12378520" y="5960209"/>
                </a:lnTo>
                <a:close/>
                <a:moveTo>
                  <a:pt x="0" y="0"/>
                </a:moveTo>
                <a:lnTo>
                  <a:pt x="11495200" y="0"/>
                </a:lnTo>
                <a:lnTo>
                  <a:pt x="11495200" y="5960209"/>
                </a:lnTo>
                <a:lnTo>
                  <a:pt x="0" y="596020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2" name="Titel 1"/>
          <p:cNvSpPr>
            <a:spLocks noGrp="1" noSelect="1"/>
          </p:cNvSpPr>
          <p:nvPr>
            <p:ph type="ctrTitle" hasCustomPrompt="1"/>
          </p:nvPr>
        </p:nvSpPr>
        <p:spPr bwMode="gray">
          <a:xfrm>
            <a:off x="479938" y="1051433"/>
            <a:ext cx="5759250" cy="1944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4800"/>
            </a:lvl1pPr>
          </a:lstStyle>
          <a:p>
            <a:r>
              <a:rPr lang="en-GB" noProof="1"/>
              <a:t>Title</a:t>
            </a:r>
          </a:p>
        </p:txBody>
      </p:sp>
      <p:sp>
        <p:nvSpPr>
          <p:cNvPr id="3" name="Ondertitel 2"/>
          <p:cNvSpPr>
            <a:spLocks noGrp="1" noSelect="1"/>
          </p:cNvSpPr>
          <p:nvPr>
            <p:ph type="subTitle" idx="1" hasCustomPrompt="1"/>
          </p:nvPr>
        </p:nvSpPr>
        <p:spPr bwMode="gray">
          <a:xfrm>
            <a:off x="479938" y="3136392"/>
            <a:ext cx="5759250" cy="566928"/>
          </a:xfrm>
        </p:spPr>
        <p:txBody>
          <a:bodyPr/>
          <a:lstStyle>
            <a:lvl1pPr marL="0" indent="0" algn="l">
              <a:buNone/>
              <a:defRPr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1"/>
              <a:t>Subtitle and extra presentation information</a:t>
            </a:r>
          </a:p>
        </p:txBody>
      </p:sp>
      <p:sp>
        <p:nvSpPr>
          <p:cNvPr id="9" name="Tijdelijke aanduiding voor tekst 8"/>
          <p:cNvSpPr>
            <a:spLocks noGrp="1" noSelect="1"/>
          </p:cNvSpPr>
          <p:nvPr>
            <p:ph type="body" sz="quarter" idx="18" hasCustomPrompt="1"/>
          </p:nvPr>
        </p:nvSpPr>
        <p:spPr bwMode="gray">
          <a:xfrm>
            <a:off x="6092824" y="6253200"/>
            <a:ext cx="5724000" cy="284400"/>
          </a:xfrm>
        </p:spPr>
        <p:txBody>
          <a:bodyPr/>
          <a:lstStyle>
            <a:lvl1pPr marL="0" indent="0" algn="r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[tag line]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afbeelding 4"/>
          <p:cNvSpPr>
            <a:spLocks noGrp="1" noSelect="1"/>
          </p:cNvSpPr>
          <p:nvPr>
            <p:ph type="pic" sz="quarter" idx="17" hasCustomPrompt="1"/>
          </p:nvPr>
        </p:nvSpPr>
        <p:spPr bwMode="gray">
          <a:xfrm>
            <a:off x="367200" y="367200"/>
            <a:ext cx="11444400" cy="3070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  Picture</a:t>
            </a:r>
          </a:p>
        </p:txBody>
      </p:sp>
      <p:sp>
        <p:nvSpPr>
          <p:cNvPr id="2" name="Titel 1"/>
          <p:cNvSpPr>
            <a:spLocks noGrp="1" noSelect="1"/>
          </p:cNvSpPr>
          <p:nvPr>
            <p:ph type="ctrTitle" hasCustomPrompt="1"/>
          </p:nvPr>
        </p:nvSpPr>
        <p:spPr bwMode="gray">
          <a:xfrm>
            <a:off x="443366" y="3736800"/>
            <a:ext cx="11304000" cy="1332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4800"/>
            </a:lvl1pPr>
          </a:lstStyle>
          <a:p>
            <a:r>
              <a:rPr lang="en-GB" noProof="1"/>
              <a:t>Title</a:t>
            </a:r>
          </a:p>
        </p:txBody>
      </p:sp>
      <p:sp>
        <p:nvSpPr>
          <p:cNvPr id="3" name="Ondertitel 2"/>
          <p:cNvSpPr>
            <a:spLocks noGrp="1" noSelect="1"/>
          </p:cNvSpPr>
          <p:nvPr>
            <p:ph type="subTitle" idx="1" hasCustomPrompt="1"/>
          </p:nvPr>
        </p:nvSpPr>
        <p:spPr bwMode="gray">
          <a:xfrm>
            <a:off x="443366" y="5193792"/>
            <a:ext cx="11304000" cy="667512"/>
          </a:xfrm>
        </p:spPr>
        <p:txBody>
          <a:bodyPr/>
          <a:lstStyle>
            <a:lvl1pPr marL="0" indent="0" algn="l">
              <a:buNone/>
              <a:defRPr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1"/>
              <a:t>Subtitle and extra presentation information</a:t>
            </a:r>
          </a:p>
        </p:txBody>
      </p:sp>
      <p:sp>
        <p:nvSpPr>
          <p:cNvPr id="9" name="Tijdelijke aanduiding voor tekst 8"/>
          <p:cNvSpPr>
            <a:spLocks noGrp="1" noSelect="1"/>
          </p:cNvSpPr>
          <p:nvPr>
            <p:ph type="body" sz="quarter" idx="18" hasCustomPrompt="1"/>
          </p:nvPr>
        </p:nvSpPr>
        <p:spPr bwMode="gray">
          <a:xfrm>
            <a:off x="6092824" y="6253200"/>
            <a:ext cx="5724000" cy="284400"/>
          </a:xfrm>
        </p:spPr>
        <p:txBody>
          <a:bodyPr/>
          <a:lstStyle>
            <a:lvl1pPr marL="0" indent="0" algn="r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[tag line]</a:t>
            </a:r>
          </a:p>
        </p:txBody>
      </p:sp>
    </p:spTree>
    <p:extLst>
      <p:ext uri="{BB962C8B-B14F-4D97-AF65-F5344CB8AC3E}">
        <p14:creationId xmlns:p14="http://schemas.microsoft.com/office/powerpoint/2010/main" val="527020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Select="1"/>
          </p:cNvSpPr>
          <p:nvPr>
            <p:ph type="ctrTitle" hasCustomPrompt="1"/>
          </p:nvPr>
        </p:nvSpPr>
        <p:spPr bwMode="gray">
          <a:xfrm>
            <a:off x="455557" y="292480"/>
            <a:ext cx="11230538" cy="2322703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400"/>
            </a:lvl1pPr>
          </a:lstStyle>
          <a:p>
            <a:r>
              <a:rPr lang="en-GB" noProof="1"/>
              <a:t>Title</a:t>
            </a:r>
          </a:p>
        </p:txBody>
      </p:sp>
      <p:sp>
        <p:nvSpPr>
          <p:cNvPr id="3" name="Ondertitel 2"/>
          <p:cNvSpPr>
            <a:spLocks noGrp="1" noSelect="1"/>
          </p:cNvSpPr>
          <p:nvPr>
            <p:ph type="subTitle" idx="1" hasCustomPrompt="1"/>
          </p:nvPr>
        </p:nvSpPr>
        <p:spPr bwMode="gray">
          <a:xfrm>
            <a:off x="455557" y="2843784"/>
            <a:ext cx="11230538" cy="2404872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1"/>
              <a:t>Subtitle and extra presentation information</a:t>
            </a:r>
          </a:p>
        </p:txBody>
      </p:sp>
      <p:grpSp>
        <p:nvGrpSpPr>
          <p:cNvPr id="32" name="Group 4"/>
          <p:cNvGrpSpPr>
            <a:grpSpLocks noSelect="1" noChangeAspect="1"/>
          </p:cNvGrpSpPr>
          <p:nvPr userDrawn="1"/>
        </p:nvGrpSpPr>
        <p:grpSpPr bwMode="gray">
          <a:xfrm>
            <a:off x="380952" y="5843380"/>
            <a:ext cx="11424279" cy="12703"/>
            <a:chOff x="180" y="2760"/>
            <a:chExt cx="5398" cy="6"/>
          </a:xfrm>
        </p:grpSpPr>
        <p:sp>
          <p:nvSpPr>
            <p:cNvPr id="34" name="Freeform 6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35" name="Rectangle 9"/>
            <p:cNvSpPr>
              <a:spLocks noSelect="1" noChangeArrowheads="1"/>
            </p:cNvSpPr>
            <p:nvPr/>
          </p:nvSpPr>
          <p:spPr bwMode="gray">
            <a:xfrm>
              <a:off x="180" y="2760"/>
              <a:ext cx="5398" cy="6"/>
            </a:xfrm>
            <a:prstGeom prst="rect">
              <a:avLst/>
            </a:prstGeom>
            <a:solidFill>
              <a:srgbClr val="EA650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36" name="Freeform 10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sp>
        <p:nvSpPr>
          <p:cNvPr id="18" name="Tijdelijke aanduiding voor tekst 8"/>
          <p:cNvSpPr>
            <a:spLocks noGrp="1" noSelect="1"/>
          </p:cNvSpPr>
          <p:nvPr>
            <p:ph type="body" sz="quarter" idx="18" hasCustomPrompt="1"/>
          </p:nvPr>
        </p:nvSpPr>
        <p:spPr bwMode="gray">
          <a:xfrm>
            <a:off x="6092824" y="6253200"/>
            <a:ext cx="5724000" cy="284400"/>
          </a:xfrm>
        </p:spPr>
        <p:txBody>
          <a:bodyPr/>
          <a:lstStyle>
            <a:lvl1pPr marL="0" indent="0" algn="r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[tag line]</a:t>
            </a:r>
          </a:p>
        </p:txBody>
      </p:sp>
      <p:grpSp>
        <p:nvGrpSpPr>
          <p:cNvPr id="19" name="Group 4"/>
          <p:cNvGrpSpPr>
            <a:grpSpLocks noSelect="1" noChangeAspect="1"/>
          </p:cNvGrpSpPr>
          <p:nvPr userDrawn="1"/>
        </p:nvGrpSpPr>
        <p:grpSpPr bwMode="gray">
          <a:xfrm>
            <a:off x="985838" y="6148406"/>
            <a:ext cx="1103313" cy="336551"/>
            <a:chOff x="621" y="3873"/>
            <a:chExt cx="695" cy="212"/>
          </a:xfrm>
        </p:grpSpPr>
        <p:sp>
          <p:nvSpPr>
            <p:cNvPr id="20" name="Freeform 5"/>
            <p:cNvSpPr>
              <a:spLocks noSelect="1"/>
            </p:cNvSpPr>
            <p:nvPr userDrawn="1"/>
          </p:nvSpPr>
          <p:spPr bwMode="gray">
            <a:xfrm>
              <a:off x="621" y="3873"/>
              <a:ext cx="515" cy="93"/>
            </a:xfrm>
            <a:custGeom>
              <a:avLst/>
              <a:gdLst/>
              <a:ahLst/>
              <a:cxnLst>
                <a:cxn ang="0">
                  <a:pos x="1955" y="422"/>
                </a:cxn>
                <a:cxn ang="0">
                  <a:pos x="1849" y="422"/>
                </a:cxn>
                <a:cxn ang="0">
                  <a:pos x="1738" y="576"/>
                </a:cxn>
                <a:cxn ang="0">
                  <a:pos x="103" y="639"/>
                </a:cxn>
                <a:cxn ang="0">
                  <a:pos x="287" y="374"/>
                </a:cxn>
                <a:cxn ang="0">
                  <a:pos x="377" y="653"/>
                </a:cxn>
                <a:cxn ang="0">
                  <a:pos x="234" y="182"/>
                </a:cxn>
                <a:cxn ang="0">
                  <a:pos x="79" y="193"/>
                </a:cxn>
                <a:cxn ang="0">
                  <a:pos x="0" y="639"/>
                </a:cxn>
                <a:cxn ang="0">
                  <a:pos x="2133" y="653"/>
                </a:cxn>
                <a:cxn ang="0">
                  <a:pos x="2249" y="276"/>
                </a:cxn>
                <a:cxn ang="0">
                  <a:pos x="2344" y="653"/>
                </a:cxn>
                <a:cxn ang="0">
                  <a:pos x="2434" y="359"/>
                </a:cxn>
                <a:cxn ang="0">
                  <a:pos x="2136" y="206"/>
                </a:cxn>
                <a:cxn ang="0">
                  <a:pos x="2044" y="206"/>
                </a:cxn>
                <a:cxn ang="0">
                  <a:pos x="2133" y="653"/>
                </a:cxn>
                <a:cxn ang="0">
                  <a:pos x="786" y="427"/>
                </a:cxn>
                <a:cxn ang="0">
                  <a:pos x="688" y="269"/>
                </a:cxn>
                <a:cxn ang="0">
                  <a:pos x="668" y="664"/>
                </a:cxn>
                <a:cxn ang="0">
                  <a:pos x="812" y="652"/>
                </a:cxn>
                <a:cxn ang="0">
                  <a:pos x="889" y="206"/>
                </a:cxn>
                <a:cxn ang="0">
                  <a:pos x="803" y="206"/>
                </a:cxn>
                <a:cxn ang="0">
                  <a:pos x="2733" y="269"/>
                </a:cxn>
                <a:cxn ang="0">
                  <a:pos x="2734" y="576"/>
                </a:cxn>
                <a:cxn ang="0">
                  <a:pos x="2713" y="182"/>
                </a:cxn>
                <a:cxn ang="0">
                  <a:pos x="2836" y="593"/>
                </a:cxn>
                <a:cxn ang="0">
                  <a:pos x="2921" y="652"/>
                </a:cxn>
                <a:cxn ang="0">
                  <a:pos x="2921" y="193"/>
                </a:cxn>
                <a:cxn ang="0">
                  <a:pos x="2842" y="247"/>
                </a:cxn>
                <a:cxn ang="0">
                  <a:pos x="1324" y="214"/>
                </a:cxn>
                <a:cxn ang="0">
                  <a:pos x="1414" y="653"/>
                </a:cxn>
                <a:cxn ang="0">
                  <a:pos x="1414" y="193"/>
                </a:cxn>
                <a:cxn ang="0">
                  <a:pos x="3045" y="22"/>
                </a:cxn>
                <a:cxn ang="0">
                  <a:pos x="3135" y="653"/>
                </a:cxn>
                <a:cxn ang="0">
                  <a:pos x="3135" y="2"/>
                </a:cxn>
                <a:cxn ang="0">
                  <a:pos x="1375" y="12"/>
                </a:cxn>
                <a:cxn ang="0">
                  <a:pos x="1436" y="73"/>
                </a:cxn>
                <a:cxn ang="0">
                  <a:pos x="1154" y="578"/>
                </a:cxn>
                <a:cxn ang="0">
                  <a:pos x="1207" y="276"/>
                </a:cxn>
                <a:cxn ang="0">
                  <a:pos x="1207" y="193"/>
                </a:cxn>
                <a:cxn ang="0">
                  <a:pos x="1097" y="57"/>
                </a:cxn>
                <a:cxn ang="0">
                  <a:pos x="1007" y="535"/>
                </a:cxn>
                <a:cxn ang="0">
                  <a:pos x="1227" y="635"/>
                </a:cxn>
                <a:cxn ang="0">
                  <a:pos x="3450" y="267"/>
                </a:cxn>
                <a:cxn ang="0">
                  <a:pos x="3458" y="664"/>
                </a:cxn>
                <a:cxn ang="0">
                  <a:pos x="3603" y="555"/>
                </a:cxn>
                <a:cxn ang="0">
                  <a:pos x="3346" y="460"/>
                </a:cxn>
                <a:cxn ang="0">
                  <a:pos x="3657" y="420"/>
                </a:cxn>
                <a:cxn ang="0">
                  <a:pos x="3458" y="664"/>
                </a:cxn>
              </a:cxnLst>
              <a:rect l="0" t="0" r="r" b="b"/>
              <a:pathLst>
                <a:path w="3657" h="664">
                  <a:moveTo>
                    <a:pt x="1517" y="422"/>
                  </a:moveTo>
                  <a:cubicBezTo>
                    <a:pt x="1517" y="287"/>
                    <a:pt x="1600" y="182"/>
                    <a:pt x="1736" y="182"/>
                  </a:cubicBezTo>
                  <a:cubicBezTo>
                    <a:pt x="1874" y="182"/>
                    <a:pt x="1955" y="286"/>
                    <a:pt x="1955" y="422"/>
                  </a:cubicBezTo>
                  <a:cubicBezTo>
                    <a:pt x="1955" y="564"/>
                    <a:pt x="1867" y="664"/>
                    <a:pt x="1735" y="664"/>
                  </a:cubicBezTo>
                  <a:cubicBezTo>
                    <a:pt x="1603" y="664"/>
                    <a:pt x="1517" y="564"/>
                    <a:pt x="1517" y="422"/>
                  </a:cubicBezTo>
                  <a:moveTo>
                    <a:pt x="1849" y="422"/>
                  </a:moveTo>
                  <a:cubicBezTo>
                    <a:pt x="1849" y="331"/>
                    <a:pt x="1804" y="270"/>
                    <a:pt x="1736" y="269"/>
                  </a:cubicBezTo>
                  <a:cubicBezTo>
                    <a:pt x="1666" y="270"/>
                    <a:pt x="1624" y="333"/>
                    <a:pt x="1624" y="422"/>
                  </a:cubicBezTo>
                  <a:cubicBezTo>
                    <a:pt x="1624" y="503"/>
                    <a:pt x="1661" y="576"/>
                    <a:pt x="1738" y="576"/>
                  </a:cubicBezTo>
                  <a:cubicBezTo>
                    <a:pt x="1806" y="576"/>
                    <a:pt x="1849" y="513"/>
                    <a:pt x="1849" y="422"/>
                  </a:cubicBezTo>
                  <a:moveTo>
                    <a:pt x="90" y="653"/>
                  </a:moveTo>
                  <a:cubicBezTo>
                    <a:pt x="97" y="653"/>
                    <a:pt x="103" y="647"/>
                    <a:pt x="103" y="639"/>
                  </a:cubicBezTo>
                  <a:cubicBezTo>
                    <a:pt x="103" y="410"/>
                    <a:pt x="103" y="410"/>
                    <a:pt x="103" y="410"/>
                  </a:cubicBezTo>
                  <a:cubicBezTo>
                    <a:pt x="103" y="322"/>
                    <a:pt x="152" y="276"/>
                    <a:pt x="206" y="276"/>
                  </a:cubicBezTo>
                  <a:cubicBezTo>
                    <a:pt x="247" y="276"/>
                    <a:pt x="287" y="299"/>
                    <a:pt x="287" y="374"/>
                  </a:cubicBezTo>
                  <a:cubicBezTo>
                    <a:pt x="287" y="639"/>
                    <a:pt x="287" y="639"/>
                    <a:pt x="287" y="639"/>
                  </a:cubicBezTo>
                  <a:cubicBezTo>
                    <a:pt x="287" y="647"/>
                    <a:pt x="293" y="653"/>
                    <a:pt x="300" y="653"/>
                  </a:cubicBezTo>
                  <a:cubicBezTo>
                    <a:pt x="377" y="653"/>
                    <a:pt x="377" y="653"/>
                    <a:pt x="377" y="653"/>
                  </a:cubicBezTo>
                  <a:cubicBezTo>
                    <a:pt x="384" y="653"/>
                    <a:pt x="390" y="647"/>
                    <a:pt x="390" y="639"/>
                  </a:cubicBezTo>
                  <a:cubicBezTo>
                    <a:pt x="390" y="359"/>
                    <a:pt x="390" y="359"/>
                    <a:pt x="390" y="359"/>
                  </a:cubicBezTo>
                  <a:cubicBezTo>
                    <a:pt x="390" y="234"/>
                    <a:pt x="321" y="182"/>
                    <a:pt x="234" y="182"/>
                  </a:cubicBezTo>
                  <a:cubicBezTo>
                    <a:pt x="178" y="182"/>
                    <a:pt x="127" y="215"/>
                    <a:pt x="96" y="252"/>
                  </a:cubicBezTo>
                  <a:cubicBezTo>
                    <a:pt x="92" y="206"/>
                    <a:pt x="92" y="206"/>
                    <a:pt x="92" y="206"/>
                  </a:cubicBezTo>
                  <a:cubicBezTo>
                    <a:pt x="91" y="199"/>
                    <a:pt x="85" y="193"/>
                    <a:pt x="79" y="193"/>
                  </a:cubicBezTo>
                  <a:cubicBezTo>
                    <a:pt x="13" y="193"/>
                    <a:pt x="13" y="193"/>
                    <a:pt x="13" y="193"/>
                  </a:cubicBezTo>
                  <a:cubicBezTo>
                    <a:pt x="6" y="193"/>
                    <a:pt x="0" y="199"/>
                    <a:pt x="0" y="206"/>
                  </a:cubicBezTo>
                  <a:cubicBezTo>
                    <a:pt x="0" y="639"/>
                    <a:pt x="0" y="639"/>
                    <a:pt x="0" y="639"/>
                  </a:cubicBezTo>
                  <a:cubicBezTo>
                    <a:pt x="0" y="647"/>
                    <a:pt x="6" y="653"/>
                    <a:pt x="13" y="653"/>
                  </a:cubicBezTo>
                  <a:lnTo>
                    <a:pt x="90" y="653"/>
                  </a:lnTo>
                  <a:close/>
                  <a:moveTo>
                    <a:pt x="2133" y="653"/>
                  </a:moveTo>
                  <a:cubicBezTo>
                    <a:pt x="2141" y="653"/>
                    <a:pt x="2147" y="647"/>
                    <a:pt x="2147" y="639"/>
                  </a:cubicBezTo>
                  <a:cubicBezTo>
                    <a:pt x="2147" y="410"/>
                    <a:pt x="2147" y="410"/>
                    <a:pt x="2147" y="410"/>
                  </a:cubicBezTo>
                  <a:cubicBezTo>
                    <a:pt x="2147" y="322"/>
                    <a:pt x="2196" y="276"/>
                    <a:pt x="2249" y="276"/>
                  </a:cubicBezTo>
                  <a:cubicBezTo>
                    <a:pt x="2291" y="276"/>
                    <a:pt x="2331" y="299"/>
                    <a:pt x="2331" y="374"/>
                  </a:cubicBezTo>
                  <a:cubicBezTo>
                    <a:pt x="2331" y="639"/>
                    <a:pt x="2331" y="639"/>
                    <a:pt x="2331" y="639"/>
                  </a:cubicBezTo>
                  <a:cubicBezTo>
                    <a:pt x="2331" y="647"/>
                    <a:pt x="2337" y="653"/>
                    <a:pt x="2344" y="653"/>
                  </a:cubicBezTo>
                  <a:cubicBezTo>
                    <a:pt x="2420" y="653"/>
                    <a:pt x="2420" y="653"/>
                    <a:pt x="2420" y="653"/>
                  </a:cubicBezTo>
                  <a:cubicBezTo>
                    <a:pt x="2428" y="653"/>
                    <a:pt x="2434" y="647"/>
                    <a:pt x="2434" y="639"/>
                  </a:cubicBezTo>
                  <a:cubicBezTo>
                    <a:pt x="2434" y="359"/>
                    <a:pt x="2434" y="359"/>
                    <a:pt x="2434" y="359"/>
                  </a:cubicBezTo>
                  <a:cubicBezTo>
                    <a:pt x="2434" y="234"/>
                    <a:pt x="2365" y="182"/>
                    <a:pt x="2278" y="182"/>
                  </a:cubicBezTo>
                  <a:cubicBezTo>
                    <a:pt x="2222" y="182"/>
                    <a:pt x="2170" y="215"/>
                    <a:pt x="2140" y="252"/>
                  </a:cubicBezTo>
                  <a:cubicBezTo>
                    <a:pt x="2136" y="206"/>
                    <a:pt x="2136" y="206"/>
                    <a:pt x="2136" y="206"/>
                  </a:cubicBezTo>
                  <a:cubicBezTo>
                    <a:pt x="2135" y="199"/>
                    <a:pt x="2129" y="193"/>
                    <a:pt x="2123" y="193"/>
                  </a:cubicBezTo>
                  <a:cubicBezTo>
                    <a:pt x="2057" y="193"/>
                    <a:pt x="2057" y="193"/>
                    <a:pt x="2057" y="193"/>
                  </a:cubicBezTo>
                  <a:cubicBezTo>
                    <a:pt x="2050" y="193"/>
                    <a:pt x="2044" y="199"/>
                    <a:pt x="2044" y="206"/>
                  </a:cubicBezTo>
                  <a:cubicBezTo>
                    <a:pt x="2044" y="639"/>
                    <a:pt x="2044" y="639"/>
                    <a:pt x="2044" y="639"/>
                  </a:cubicBezTo>
                  <a:cubicBezTo>
                    <a:pt x="2044" y="647"/>
                    <a:pt x="2050" y="653"/>
                    <a:pt x="2057" y="653"/>
                  </a:cubicBezTo>
                  <a:lnTo>
                    <a:pt x="2133" y="653"/>
                  </a:lnTo>
                  <a:close/>
                  <a:moveTo>
                    <a:pt x="688" y="269"/>
                  </a:moveTo>
                  <a:cubicBezTo>
                    <a:pt x="736" y="269"/>
                    <a:pt x="786" y="304"/>
                    <a:pt x="786" y="406"/>
                  </a:cubicBezTo>
                  <a:cubicBezTo>
                    <a:pt x="786" y="427"/>
                    <a:pt x="786" y="427"/>
                    <a:pt x="786" y="427"/>
                  </a:cubicBezTo>
                  <a:cubicBezTo>
                    <a:pt x="786" y="547"/>
                    <a:pt x="729" y="576"/>
                    <a:pt x="690" y="576"/>
                  </a:cubicBezTo>
                  <a:cubicBezTo>
                    <a:pt x="621" y="576"/>
                    <a:pt x="582" y="502"/>
                    <a:pt x="582" y="421"/>
                  </a:cubicBezTo>
                  <a:cubicBezTo>
                    <a:pt x="582" y="329"/>
                    <a:pt x="626" y="269"/>
                    <a:pt x="688" y="269"/>
                  </a:cubicBezTo>
                  <a:moveTo>
                    <a:pt x="669" y="182"/>
                  </a:moveTo>
                  <a:cubicBezTo>
                    <a:pt x="570" y="182"/>
                    <a:pt x="476" y="261"/>
                    <a:pt x="476" y="422"/>
                  </a:cubicBezTo>
                  <a:cubicBezTo>
                    <a:pt x="476" y="554"/>
                    <a:pt x="547" y="664"/>
                    <a:pt x="668" y="664"/>
                  </a:cubicBezTo>
                  <a:cubicBezTo>
                    <a:pt x="722" y="664"/>
                    <a:pt x="768" y="631"/>
                    <a:pt x="791" y="593"/>
                  </a:cubicBezTo>
                  <a:cubicBezTo>
                    <a:pt x="798" y="639"/>
                    <a:pt x="798" y="639"/>
                    <a:pt x="798" y="639"/>
                  </a:cubicBezTo>
                  <a:cubicBezTo>
                    <a:pt x="799" y="646"/>
                    <a:pt x="805" y="652"/>
                    <a:pt x="812" y="652"/>
                  </a:cubicBezTo>
                  <a:cubicBezTo>
                    <a:pt x="876" y="652"/>
                    <a:pt x="876" y="652"/>
                    <a:pt x="876" y="652"/>
                  </a:cubicBezTo>
                  <a:cubicBezTo>
                    <a:pt x="883" y="652"/>
                    <a:pt x="889" y="647"/>
                    <a:pt x="889" y="639"/>
                  </a:cubicBezTo>
                  <a:cubicBezTo>
                    <a:pt x="889" y="206"/>
                    <a:pt x="889" y="206"/>
                    <a:pt x="889" y="206"/>
                  </a:cubicBezTo>
                  <a:cubicBezTo>
                    <a:pt x="889" y="199"/>
                    <a:pt x="883" y="193"/>
                    <a:pt x="876" y="193"/>
                  </a:cubicBezTo>
                  <a:cubicBezTo>
                    <a:pt x="817" y="193"/>
                    <a:pt x="817" y="193"/>
                    <a:pt x="817" y="193"/>
                  </a:cubicBezTo>
                  <a:cubicBezTo>
                    <a:pt x="810" y="193"/>
                    <a:pt x="804" y="199"/>
                    <a:pt x="803" y="206"/>
                  </a:cubicBezTo>
                  <a:cubicBezTo>
                    <a:pt x="798" y="247"/>
                    <a:pt x="798" y="247"/>
                    <a:pt x="798" y="247"/>
                  </a:cubicBezTo>
                  <a:cubicBezTo>
                    <a:pt x="768" y="210"/>
                    <a:pt x="727" y="182"/>
                    <a:pt x="669" y="182"/>
                  </a:cubicBezTo>
                  <a:moveTo>
                    <a:pt x="2733" y="269"/>
                  </a:moveTo>
                  <a:cubicBezTo>
                    <a:pt x="2780" y="269"/>
                    <a:pt x="2830" y="304"/>
                    <a:pt x="2830" y="406"/>
                  </a:cubicBezTo>
                  <a:cubicBezTo>
                    <a:pt x="2830" y="427"/>
                    <a:pt x="2830" y="427"/>
                    <a:pt x="2830" y="427"/>
                  </a:cubicBezTo>
                  <a:cubicBezTo>
                    <a:pt x="2830" y="547"/>
                    <a:pt x="2773" y="576"/>
                    <a:pt x="2734" y="576"/>
                  </a:cubicBezTo>
                  <a:cubicBezTo>
                    <a:pt x="2665" y="576"/>
                    <a:pt x="2627" y="502"/>
                    <a:pt x="2627" y="421"/>
                  </a:cubicBezTo>
                  <a:cubicBezTo>
                    <a:pt x="2627" y="329"/>
                    <a:pt x="2670" y="269"/>
                    <a:pt x="2733" y="269"/>
                  </a:cubicBezTo>
                  <a:moveTo>
                    <a:pt x="2713" y="182"/>
                  </a:moveTo>
                  <a:cubicBezTo>
                    <a:pt x="2614" y="182"/>
                    <a:pt x="2520" y="261"/>
                    <a:pt x="2520" y="422"/>
                  </a:cubicBezTo>
                  <a:cubicBezTo>
                    <a:pt x="2520" y="554"/>
                    <a:pt x="2591" y="664"/>
                    <a:pt x="2713" y="664"/>
                  </a:cubicBezTo>
                  <a:cubicBezTo>
                    <a:pt x="2766" y="664"/>
                    <a:pt x="2813" y="631"/>
                    <a:pt x="2836" y="593"/>
                  </a:cubicBezTo>
                  <a:cubicBezTo>
                    <a:pt x="2843" y="639"/>
                    <a:pt x="2843" y="639"/>
                    <a:pt x="2843" y="639"/>
                  </a:cubicBezTo>
                  <a:cubicBezTo>
                    <a:pt x="2844" y="646"/>
                    <a:pt x="2850" y="652"/>
                    <a:pt x="2856" y="652"/>
                  </a:cubicBezTo>
                  <a:cubicBezTo>
                    <a:pt x="2921" y="652"/>
                    <a:pt x="2921" y="652"/>
                    <a:pt x="2921" y="652"/>
                  </a:cubicBezTo>
                  <a:cubicBezTo>
                    <a:pt x="2928" y="652"/>
                    <a:pt x="2934" y="647"/>
                    <a:pt x="2934" y="639"/>
                  </a:cubicBezTo>
                  <a:cubicBezTo>
                    <a:pt x="2934" y="206"/>
                    <a:pt x="2934" y="206"/>
                    <a:pt x="2934" y="206"/>
                  </a:cubicBezTo>
                  <a:cubicBezTo>
                    <a:pt x="2934" y="199"/>
                    <a:pt x="2928" y="193"/>
                    <a:pt x="2921" y="193"/>
                  </a:cubicBezTo>
                  <a:cubicBezTo>
                    <a:pt x="2861" y="193"/>
                    <a:pt x="2861" y="193"/>
                    <a:pt x="2861" y="193"/>
                  </a:cubicBezTo>
                  <a:cubicBezTo>
                    <a:pt x="2855" y="193"/>
                    <a:pt x="2849" y="199"/>
                    <a:pt x="2848" y="206"/>
                  </a:cubicBezTo>
                  <a:cubicBezTo>
                    <a:pt x="2842" y="247"/>
                    <a:pt x="2842" y="247"/>
                    <a:pt x="2842" y="247"/>
                  </a:cubicBezTo>
                  <a:cubicBezTo>
                    <a:pt x="2813" y="210"/>
                    <a:pt x="2771" y="182"/>
                    <a:pt x="2713" y="182"/>
                  </a:cubicBezTo>
                  <a:moveTo>
                    <a:pt x="1337" y="200"/>
                  </a:moveTo>
                  <a:cubicBezTo>
                    <a:pt x="1330" y="201"/>
                    <a:pt x="1324" y="206"/>
                    <a:pt x="1324" y="214"/>
                  </a:cubicBezTo>
                  <a:cubicBezTo>
                    <a:pt x="1324" y="639"/>
                    <a:pt x="1324" y="639"/>
                    <a:pt x="1324" y="639"/>
                  </a:cubicBezTo>
                  <a:cubicBezTo>
                    <a:pt x="1324" y="647"/>
                    <a:pt x="1330" y="653"/>
                    <a:pt x="1337" y="653"/>
                  </a:cubicBezTo>
                  <a:cubicBezTo>
                    <a:pt x="1414" y="653"/>
                    <a:pt x="1414" y="653"/>
                    <a:pt x="1414" y="653"/>
                  </a:cubicBezTo>
                  <a:cubicBezTo>
                    <a:pt x="1421" y="653"/>
                    <a:pt x="1427" y="647"/>
                    <a:pt x="1427" y="639"/>
                  </a:cubicBezTo>
                  <a:cubicBezTo>
                    <a:pt x="1427" y="206"/>
                    <a:pt x="1427" y="206"/>
                    <a:pt x="1427" y="206"/>
                  </a:cubicBezTo>
                  <a:cubicBezTo>
                    <a:pt x="1427" y="199"/>
                    <a:pt x="1421" y="192"/>
                    <a:pt x="1414" y="193"/>
                  </a:cubicBezTo>
                  <a:lnTo>
                    <a:pt x="1337" y="200"/>
                  </a:lnTo>
                  <a:close/>
                  <a:moveTo>
                    <a:pt x="3058" y="9"/>
                  </a:moveTo>
                  <a:cubicBezTo>
                    <a:pt x="3051" y="10"/>
                    <a:pt x="3045" y="15"/>
                    <a:pt x="3045" y="22"/>
                  </a:cubicBezTo>
                  <a:cubicBezTo>
                    <a:pt x="3045" y="639"/>
                    <a:pt x="3045" y="639"/>
                    <a:pt x="3045" y="639"/>
                  </a:cubicBezTo>
                  <a:cubicBezTo>
                    <a:pt x="3045" y="647"/>
                    <a:pt x="3051" y="653"/>
                    <a:pt x="3058" y="653"/>
                  </a:cubicBezTo>
                  <a:cubicBezTo>
                    <a:pt x="3135" y="653"/>
                    <a:pt x="3135" y="653"/>
                    <a:pt x="3135" y="653"/>
                  </a:cubicBezTo>
                  <a:cubicBezTo>
                    <a:pt x="3142" y="653"/>
                    <a:pt x="3148" y="647"/>
                    <a:pt x="3148" y="639"/>
                  </a:cubicBezTo>
                  <a:cubicBezTo>
                    <a:pt x="3148" y="15"/>
                    <a:pt x="3148" y="15"/>
                    <a:pt x="3148" y="15"/>
                  </a:cubicBezTo>
                  <a:cubicBezTo>
                    <a:pt x="3148" y="7"/>
                    <a:pt x="3142" y="0"/>
                    <a:pt x="3135" y="2"/>
                  </a:cubicBezTo>
                  <a:lnTo>
                    <a:pt x="3058" y="9"/>
                  </a:lnTo>
                  <a:close/>
                  <a:moveTo>
                    <a:pt x="1436" y="73"/>
                  </a:moveTo>
                  <a:cubicBezTo>
                    <a:pt x="1436" y="39"/>
                    <a:pt x="1409" y="12"/>
                    <a:pt x="1375" y="12"/>
                  </a:cubicBezTo>
                  <a:cubicBezTo>
                    <a:pt x="1342" y="12"/>
                    <a:pt x="1315" y="39"/>
                    <a:pt x="1315" y="73"/>
                  </a:cubicBezTo>
                  <a:cubicBezTo>
                    <a:pt x="1315" y="106"/>
                    <a:pt x="1342" y="133"/>
                    <a:pt x="1375" y="133"/>
                  </a:cubicBezTo>
                  <a:cubicBezTo>
                    <a:pt x="1409" y="133"/>
                    <a:pt x="1436" y="106"/>
                    <a:pt x="1436" y="73"/>
                  </a:cubicBezTo>
                  <a:moveTo>
                    <a:pt x="1219" y="578"/>
                  </a:moveTo>
                  <a:cubicBezTo>
                    <a:pt x="1217" y="568"/>
                    <a:pt x="1211" y="565"/>
                    <a:pt x="1199" y="570"/>
                  </a:cubicBezTo>
                  <a:cubicBezTo>
                    <a:pt x="1192" y="572"/>
                    <a:pt x="1169" y="578"/>
                    <a:pt x="1154" y="578"/>
                  </a:cubicBezTo>
                  <a:cubicBezTo>
                    <a:pt x="1124" y="578"/>
                    <a:pt x="1111" y="567"/>
                    <a:pt x="1110" y="524"/>
                  </a:cubicBezTo>
                  <a:cubicBezTo>
                    <a:pt x="1110" y="276"/>
                    <a:pt x="1110" y="276"/>
                    <a:pt x="1110" y="276"/>
                  </a:cubicBezTo>
                  <a:cubicBezTo>
                    <a:pt x="1207" y="276"/>
                    <a:pt x="1207" y="276"/>
                    <a:pt x="1207" y="276"/>
                  </a:cubicBezTo>
                  <a:cubicBezTo>
                    <a:pt x="1214" y="276"/>
                    <a:pt x="1220" y="270"/>
                    <a:pt x="1220" y="263"/>
                  </a:cubicBezTo>
                  <a:cubicBezTo>
                    <a:pt x="1220" y="206"/>
                    <a:pt x="1220" y="206"/>
                    <a:pt x="1220" y="206"/>
                  </a:cubicBezTo>
                  <a:cubicBezTo>
                    <a:pt x="1220" y="199"/>
                    <a:pt x="1214" y="193"/>
                    <a:pt x="1207" y="193"/>
                  </a:cubicBezTo>
                  <a:cubicBezTo>
                    <a:pt x="1110" y="193"/>
                    <a:pt x="1110" y="193"/>
                    <a:pt x="1110" y="193"/>
                  </a:cubicBezTo>
                  <a:cubicBezTo>
                    <a:pt x="1110" y="70"/>
                    <a:pt x="1110" y="70"/>
                    <a:pt x="1110" y="70"/>
                  </a:cubicBezTo>
                  <a:cubicBezTo>
                    <a:pt x="1110" y="62"/>
                    <a:pt x="1104" y="56"/>
                    <a:pt x="1097" y="57"/>
                  </a:cubicBezTo>
                  <a:cubicBezTo>
                    <a:pt x="1021" y="64"/>
                    <a:pt x="1021" y="64"/>
                    <a:pt x="1021" y="64"/>
                  </a:cubicBezTo>
                  <a:cubicBezTo>
                    <a:pt x="1013" y="65"/>
                    <a:pt x="1007" y="70"/>
                    <a:pt x="1007" y="77"/>
                  </a:cubicBezTo>
                  <a:cubicBezTo>
                    <a:pt x="1007" y="535"/>
                    <a:pt x="1007" y="535"/>
                    <a:pt x="1007" y="535"/>
                  </a:cubicBezTo>
                  <a:cubicBezTo>
                    <a:pt x="1007" y="610"/>
                    <a:pt x="1041" y="664"/>
                    <a:pt x="1132" y="664"/>
                  </a:cubicBezTo>
                  <a:cubicBezTo>
                    <a:pt x="1159" y="664"/>
                    <a:pt x="1193" y="659"/>
                    <a:pt x="1219" y="647"/>
                  </a:cubicBezTo>
                  <a:cubicBezTo>
                    <a:pt x="1224" y="645"/>
                    <a:pt x="1228" y="643"/>
                    <a:pt x="1227" y="635"/>
                  </a:cubicBezTo>
                  <a:lnTo>
                    <a:pt x="1219" y="578"/>
                  </a:lnTo>
                  <a:close/>
                  <a:moveTo>
                    <a:pt x="3346" y="384"/>
                  </a:moveTo>
                  <a:cubicBezTo>
                    <a:pt x="3354" y="331"/>
                    <a:pt x="3379" y="267"/>
                    <a:pt x="3450" y="267"/>
                  </a:cubicBezTo>
                  <a:cubicBezTo>
                    <a:pt x="3524" y="267"/>
                    <a:pt x="3549" y="326"/>
                    <a:pt x="3552" y="384"/>
                  </a:cubicBezTo>
                  <a:lnTo>
                    <a:pt x="3346" y="384"/>
                  </a:lnTo>
                  <a:close/>
                  <a:moveTo>
                    <a:pt x="3458" y="664"/>
                  </a:moveTo>
                  <a:cubicBezTo>
                    <a:pt x="3524" y="664"/>
                    <a:pt x="3577" y="647"/>
                    <a:pt x="3617" y="625"/>
                  </a:cubicBezTo>
                  <a:cubicBezTo>
                    <a:pt x="3624" y="621"/>
                    <a:pt x="3627" y="614"/>
                    <a:pt x="3624" y="607"/>
                  </a:cubicBezTo>
                  <a:cubicBezTo>
                    <a:pt x="3603" y="555"/>
                    <a:pt x="3603" y="555"/>
                    <a:pt x="3603" y="555"/>
                  </a:cubicBezTo>
                  <a:cubicBezTo>
                    <a:pt x="3600" y="548"/>
                    <a:pt x="3592" y="545"/>
                    <a:pt x="3585" y="548"/>
                  </a:cubicBezTo>
                  <a:cubicBezTo>
                    <a:pt x="3548" y="566"/>
                    <a:pt x="3509" y="576"/>
                    <a:pt x="3464" y="576"/>
                  </a:cubicBezTo>
                  <a:cubicBezTo>
                    <a:pt x="3388" y="576"/>
                    <a:pt x="3352" y="521"/>
                    <a:pt x="3346" y="460"/>
                  </a:cubicBezTo>
                  <a:cubicBezTo>
                    <a:pt x="3644" y="460"/>
                    <a:pt x="3644" y="460"/>
                    <a:pt x="3644" y="460"/>
                  </a:cubicBezTo>
                  <a:cubicBezTo>
                    <a:pt x="3651" y="460"/>
                    <a:pt x="3656" y="454"/>
                    <a:pt x="3657" y="446"/>
                  </a:cubicBezTo>
                  <a:cubicBezTo>
                    <a:pt x="3657" y="436"/>
                    <a:pt x="3657" y="429"/>
                    <a:pt x="3657" y="420"/>
                  </a:cubicBezTo>
                  <a:cubicBezTo>
                    <a:pt x="3657" y="306"/>
                    <a:pt x="3599" y="182"/>
                    <a:pt x="3451" y="182"/>
                  </a:cubicBezTo>
                  <a:cubicBezTo>
                    <a:pt x="3318" y="182"/>
                    <a:pt x="3238" y="285"/>
                    <a:pt x="3238" y="425"/>
                  </a:cubicBezTo>
                  <a:cubicBezTo>
                    <a:pt x="3238" y="569"/>
                    <a:pt x="3324" y="664"/>
                    <a:pt x="3458" y="664"/>
                  </a:cubicBezTo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1" name="Freeform 6"/>
            <p:cNvSpPr>
              <a:spLocks noSelect="1"/>
            </p:cNvSpPr>
            <p:nvPr/>
          </p:nvSpPr>
          <p:spPr bwMode="gray">
            <a:xfrm>
              <a:off x="621" y="3992"/>
              <a:ext cx="695" cy="93"/>
            </a:xfrm>
            <a:custGeom>
              <a:avLst/>
              <a:gdLst/>
              <a:ahLst/>
              <a:cxnLst>
                <a:cxn ang="0">
                  <a:pos x="13" y="193"/>
                </a:cxn>
                <a:cxn ang="0">
                  <a:pos x="234" y="182"/>
                </a:cxn>
                <a:cxn ang="0">
                  <a:pos x="300" y="653"/>
                </a:cxn>
                <a:cxn ang="0">
                  <a:pos x="103" y="410"/>
                </a:cxn>
                <a:cxn ang="0">
                  <a:pos x="2735" y="269"/>
                </a:cxn>
                <a:cxn ang="0">
                  <a:pos x="2832" y="406"/>
                </a:cxn>
                <a:cxn ang="0">
                  <a:pos x="2849" y="206"/>
                </a:cxn>
                <a:cxn ang="0">
                  <a:pos x="2935" y="640"/>
                </a:cxn>
                <a:cxn ang="0">
                  <a:pos x="2837" y="593"/>
                </a:cxn>
                <a:cxn ang="0">
                  <a:pos x="4643" y="653"/>
                </a:cxn>
                <a:cxn ang="0">
                  <a:pos x="4840" y="374"/>
                </a:cxn>
                <a:cxn ang="0">
                  <a:pos x="4943" y="640"/>
                </a:cxn>
                <a:cxn ang="0">
                  <a:pos x="4645" y="206"/>
                </a:cxn>
                <a:cxn ang="0">
                  <a:pos x="4553" y="640"/>
                </a:cxn>
                <a:cxn ang="0">
                  <a:pos x="3156" y="640"/>
                </a:cxn>
                <a:cxn ang="0">
                  <a:pos x="3341" y="640"/>
                </a:cxn>
                <a:cxn ang="0">
                  <a:pos x="3443" y="359"/>
                </a:cxn>
                <a:cxn ang="0">
                  <a:pos x="3132" y="193"/>
                </a:cxn>
                <a:cxn ang="0">
                  <a:pos x="3067" y="653"/>
                </a:cxn>
                <a:cxn ang="0">
                  <a:pos x="2331" y="640"/>
                </a:cxn>
                <a:cxn ang="0">
                  <a:pos x="2434" y="15"/>
                </a:cxn>
                <a:cxn ang="0">
                  <a:pos x="691" y="267"/>
                </a:cxn>
                <a:cxn ang="0">
                  <a:pos x="479" y="425"/>
                </a:cxn>
                <a:cxn ang="0">
                  <a:pos x="884" y="460"/>
                </a:cxn>
                <a:cxn ang="0">
                  <a:pos x="843" y="555"/>
                </a:cxn>
                <a:cxn ang="0">
                  <a:pos x="1803" y="384"/>
                </a:cxn>
                <a:cxn ang="0">
                  <a:pos x="1709" y="664"/>
                </a:cxn>
                <a:cxn ang="0">
                  <a:pos x="1907" y="447"/>
                </a:cxn>
                <a:cxn ang="0">
                  <a:pos x="1836" y="548"/>
                </a:cxn>
                <a:cxn ang="0">
                  <a:pos x="1709" y="664"/>
                </a:cxn>
                <a:cxn ang="0">
                  <a:pos x="1380" y="653"/>
                </a:cxn>
                <a:cxn ang="0">
                  <a:pos x="1164" y="664"/>
                </a:cxn>
                <a:cxn ang="0">
                  <a:pos x="1291" y="23"/>
                </a:cxn>
                <a:cxn ang="0">
                  <a:pos x="1184" y="269"/>
                </a:cxn>
                <a:cxn ang="0">
                  <a:pos x="1291" y="406"/>
                </a:cxn>
                <a:cxn ang="0">
                  <a:pos x="4359" y="384"/>
                </a:cxn>
                <a:cxn ang="0">
                  <a:pos x="4464" y="420"/>
                </a:cxn>
                <a:cxn ang="0">
                  <a:pos x="4271" y="576"/>
                </a:cxn>
                <a:cxn ang="0">
                  <a:pos x="4425" y="625"/>
                </a:cxn>
                <a:cxn ang="0">
                  <a:pos x="3955" y="640"/>
                </a:cxn>
                <a:cxn ang="0">
                  <a:pos x="3858" y="593"/>
                </a:cxn>
                <a:cxn ang="0">
                  <a:pos x="3852" y="233"/>
                </a:cxn>
                <a:cxn ang="0">
                  <a:pos x="3853" y="406"/>
                </a:cxn>
                <a:cxn ang="0">
                  <a:pos x="3853" y="427"/>
                </a:cxn>
                <a:cxn ang="0">
                  <a:pos x="2094" y="252"/>
                </a:cxn>
                <a:cxn ang="0">
                  <a:pos x="1998" y="206"/>
                </a:cxn>
                <a:cxn ang="0">
                  <a:pos x="2101" y="640"/>
                </a:cxn>
                <a:cxn ang="0">
                  <a:pos x="2248" y="276"/>
                </a:cxn>
              </a:cxnLst>
              <a:rect l="0" t="0" r="r" b="b"/>
              <a:pathLst>
                <a:path w="4943" h="664">
                  <a:moveTo>
                    <a:pt x="13" y="653"/>
                  </a:moveTo>
                  <a:cubicBezTo>
                    <a:pt x="6" y="653"/>
                    <a:pt x="0" y="647"/>
                    <a:pt x="0" y="64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0" y="199"/>
                    <a:pt x="6" y="193"/>
                    <a:pt x="13" y="193"/>
                  </a:cubicBezTo>
                  <a:cubicBezTo>
                    <a:pt x="79" y="193"/>
                    <a:pt x="79" y="193"/>
                    <a:pt x="79" y="193"/>
                  </a:cubicBezTo>
                  <a:cubicBezTo>
                    <a:pt x="85" y="193"/>
                    <a:pt x="91" y="199"/>
                    <a:pt x="92" y="206"/>
                  </a:cubicBezTo>
                  <a:cubicBezTo>
                    <a:pt x="96" y="252"/>
                    <a:pt x="96" y="252"/>
                    <a:pt x="96" y="252"/>
                  </a:cubicBezTo>
                  <a:cubicBezTo>
                    <a:pt x="127" y="215"/>
                    <a:pt x="178" y="182"/>
                    <a:pt x="234" y="182"/>
                  </a:cubicBezTo>
                  <a:cubicBezTo>
                    <a:pt x="321" y="182"/>
                    <a:pt x="390" y="234"/>
                    <a:pt x="390" y="359"/>
                  </a:cubicBezTo>
                  <a:cubicBezTo>
                    <a:pt x="390" y="640"/>
                    <a:pt x="390" y="640"/>
                    <a:pt x="390" y="640"/>
                  </a:cubicBezTo>
                  <a:cubicBezTo>
                    <a:pt x="390" y="647"/>
                    <a:pt x="384" y="653"/>
                    <a:pt x="377" y="653"/>
                  </a:cubicBezTo>
                  <a:cubicBezTo>
                    <a:pt x="300" y="653"/>
                    <a:pt x="300" y="653"/>
                    <a:pt x="300" y="653"/>
                  </a:cubicBezTo>
                  <a:cubicBezTo>
                    <a:pt x="293" y="653"/>
                    <a:pt x="287" y="647"/>
                    <a:pt x="287" y="640"/>
                  </a:cubicBezTo>
                  <a:cubicBezTo>
                    <a:pt x="287" y="374"/>
                    <a:pt x="287" y="374"/>
                    <a:pt x="287" y="374"/>
                  </a:cubicBezTo>
                  <a:cubicBezTo>
                    <a:pt x="287" y="299"/>
                    <a:pt x="247" y="276"/>
                    <a:pt x="206" y="276"/>
                  </a:cubicBezTo>
                  <a:cubicBezTo>
                    <a:pt x="152" y="276"/>
                    <a:pt x="103" y="323"/>
                    <a:pt x="103" y="410"/>
                  </a:cubicBezTo>
                  <a:cubicBezTo>
                    <a:pt x="103" y="640"/>
                    <a:pt x="103" y="640"/>
                    <a:pt x="103" y="640"/>
                  </a:cubicBezTo>
                  <a:cubicBezTo>
                    <a:pt x="103" y="647"/>
                    <a:pt x="97" y="653"/>
                    <a:pt x="90" y="653"/>
                  </a:cubicBezTo>
                  <a:lnTo>
                    <a:pt x="13" y="653"/>
                  </a:lnTo>
                  <a:close/>
                  <a:moveTo>
                    <a:pt x="2735" y="269"/>
                  </a:moveTo>
                  <a:cubicBezTo>
                    <a:pt x="2672" y="269"/>
                    <a:pt x="2629" y="330"/>
                    <a:pt x="2629" y="421"/>
                  </a:cubicBezTo>
                  <a:cubicBezTo>
                    <a:pt x="2629" y="503"/>
                    <a:pt x="2667" y="576"/>
                    <a:pt x="2736" y="576"/>
                  </a:cubicBezTo>
                  <a:cubicBezTo>
                    <a:pt x="2775" y="576"/>
                    <a:pt x="2832" y="547"/>
                    <a:pt x="2832" y="428"/>
                  </a:cubicBezTo>
                  <a:cubicBezTo>
                    <a:pt x="2832" y="406"/>
                    <a:pt x="2832" y="406"/>
                    <a:pt x="2832" y="406"/>
                  </a:cubicBezTo>
                  <a:cubicBezTo>
                    <a:pt x="2832" y="304"/>
                    <a:pt x="2782" y="269"/>
                    <a:pt x="2735" y="269"/>
                  </a:cubicBezTo>
                  <a:moveTo>
                    <a:pt x="2715" y="182"/>
                  </a:moveTo>
                  <a:cubicBezTo>
                    <a:pt x="2773" y="182"/>
                    <a:pt x="2815" y="210"/>
                    <a:pt x="2844" y="247"/>
                  </a:cubicBezTo>
                  <a:cubicBezTo>
                    <a:pt x="2849" y="206"/>
                    <a:pt x="2849" y="206"/>
                    <a:pt x="2849" y="206"/>
                  </a:cubicBezTo>
                  <a:cubicBezTo>
                    <a:pt x="2850" y="200"/>
                    <a:pt x="2856" y="193"/>
                    <a:pt x="2863" y="193"/>
                  </a:cubicBezTo>
                  <a:cubicBezTo>
                    <a:pt x="2922" y="193"/>
                    <a:pt x="2922" y="193"/>
                    <a:pt x="2922" y="193"/>
                  </a:cubicBezTo>
                  <a:cubicBezTo>
                    <a:pt x="2930" y="193"/>
                    <a:pt x="2935" y="199"/>
                    <a:pt x="2935" y="206"/>
                  </a:cubicBezTo>
                  <a:cubicBezTo>
                    <a:pt x="2935" y="640"/>
                    <a:pt x="2935" y="640"/>
                    <a:pt x="2935" y="640"/>
                  </a:cubicBezTo>
                  <a:cubicBezTo>
                    <a:pt x="2935" y="647"/>
                    <a:pt x="2930" y="653"/>
                    <a:pt x="2922" y="653"/>
                  </a:cubicBezTo>
                  <a:cubicBezTo>
                    <a:pt x="2858" y="653"/>
                    <a:pt x="2858" y="653"/>
                    <a:pt x="2858" y="653"/>
                  </a:cubicBezTo>
                  <a:cubicBezTo>
                    <a:pt x="2851" y="653"/>
                    <a:pt x="2845" y="646"/>
                    <a:pt x="2844" y="640"/>
                  </a:cubicBezTo>
                  <a:cubicBezTo>
                    <a:pt x="2837" y="593"/>
                    <a:pt x="2837" y="593"/>
                    <a:pt x="2837" y="593"/>
                  </a:cubicBezTo>
                  <a:cubicBezTo>
                    <a:pt x="2815" y="631"/>
                    <a:pt x="2768" y="664"/>
                    <a:pt x="2714" y="664"/>
                  </a:cubicBezTo>
                  <a:cubicBezTo>
                    <a:pt x="2593" y="664"/>
                    <a:pt x="2522" y="555"/>
                    <a:pt x="2522" y="422"/>
                  </a:cubicBezTo>
                  <a:cubicBezTo>
                    <a:pt x="2522" y="261"/>
                    <a:pt x="2616" y="182"/>
                    <a:pt x="2715" y="182"/>
                  </a:cubicBezTo>
                  <a:moveTo>
                    <a:pt x="4643" y="653"/>
                  </a:moveTo>
                  <a:cubicBezTo>
                    <a:pt x="4650" y="653"/>
                    <a:pt x="4656" y="647"/>
                    <a:pt x="4656" y="640"/>
                  </a:cubicBezTo>
                  <a:cubicBezTo>
                    <a:pt x="4656" y="410"/>
                    <a:pt x="4656" y="410"/>
                    <a:pt x="4656" y="410"/>
                  </a:cubicBezTo>
                  <a:cubicBezTo>
                    <a:pt x="4656" y="323"/>
                    <a:pt x="4705" y="276"/>
                    <a:pt x="4759" y="276"/>
                  </a:cubicBezTo>
                  <a:cubicBezTo>
                    <a:pt x="4800" y="276"/>
                    <a:pt x="4840" y="299"/>
                    <a:pt x="4840" y="374"/>
                  </a:cubicBezTo>
                  <a:cubicBezTo>
                    <a:pt x="4840" y="640"/>
                    <a:pt x="4840" y="640"/>
                    <a:pt x="4840" y="640"/>
                  </a:cubicBezTo>
                  <a:cubicBezTo>
                    <a:pt x="4840" y="647"/>
                    <a:pt x="4846" y="653"/>
                    <a:pt x="4853" y="653"/>
                  </a:cubicBezTo>
                  <a:cubicBezTo>
                    <a:pt x="4930" y="653"/>
                    <a:pt x="4930" y="653"/>
                    <a:pt x="4930" y="653"/>
                  </a:cubicBezTo>
                  <a:cubicBezTo>
                    <a:pt x="4937" y="653"/>
                    <a:pt x="4943" y="647"/>
                    <a:pt x="4943" y="640"/>
                  </a:cubicBezTo>
                  <a:cubicBezTo>
                    <a:pt x="4943" y="359"/>
                    <a:pt x="4943" y="359"/>
                    <a:pt x="4943" y="359"/>
                  </a:cubicBezTo>
                  <a:cubicBezTo>
                    <a:pt x="4943" y="234"/>
                    <a:pt x="4874" y="182"/>
                    <a:pt x="4787" y="182"/>
                  </a:cubicBezTo>
                  <a:cubicBezTo>
                    <a:pt x="4731" y="182"/>
                    <a:pt x="4680" y="215"/>
                    <a:pt x="4649" y="252"/>
                  </a:cubicBezTo>
                  <a:cubicBezTo>
                    <a:pt x="4645" y="206"/>
                    <a:pt x="4645" y="206"/>
                    <a:pt x="4645" y="206"/>
                  </a:cubicBezTo>
                  <a:cubicBezTo>
                    <a:pt x="4644" y="199"/>
                    <a:pt x="4638" y="193"/>
                    <a:pt x="4632" y="193"/>
                  </a:cubicBezTo>
                  <a:cubicBezTo>
                    <a:pt x="4566" y="193"/>
                    <a:pt x="4566" y="193"/>
                    <a:pt x="4566" y="193"/>
                  </a:cubicBezTo>
                  <a:cubicBezTo>
                    <a:pt x="4559" y="193"/>
                    <a:pt x="4553" y="199"/>
                    <a:pt x="4553" y="206"/>
                  </a:cubicBezTo>
                  <a:cubicBezTo>
                    <a:pt x="4553" y="640"/>
                    <a:pt x="4553" y="640"/>
                    <a:pt x="4553" y="640"/>
                  </a:cubicBezTo>
                  <a:cubicBezTo>
                    <a:pt x="4553" y="647"/>
                    <a:pt x="4559" y="653"/>
                    <a:pt x="4566" y="653"/>
                  </a:cubicBezTo>
                  <a:lnTo>
                    <a:pt x="4643" y="653"/>
                  </a:lnTo>
                  <a:close/>
                  <a:moveTo>
                    <a:pt x="3143" y="653"/>
                  </a:moveTo>
                  <a:cubicBezTo>
                    <a:pt x="3151" y="653"/>
                    <a:pt x="3156" y="647"/>
                    <a:pt x="3156" y="640"/>
                  </a:cubicBezTo>
                  <a:cubicBezTo>
                    <a:pt x="3156" y="410"/>
                    <a:pt x="3156" y="410"/>
                    <a:pt x="3156" y="410"/>
                  </a:cubicBezTo>
                  <a:cubicBezTo>
                    <a:pt x="3156" y="323"/>
                    <a:pt x="3206" y="276"/>
                    <a:pt x="3259" y="276"/>
                  </a:cubicBezTo>
                  <a:cubicBezTo>
                    <a:pt x="3301" y="276"/>
                    <a:pt x="3340" y="299"/>
                    <a:pt x="3341" y="374"/>
                  </a:cubicBezTo>
                  <a:cubicBezTo>
                    <a:pt x="3341" y="640"/>
                    <a:pt x="3341" y="640"/>
                    <a:pt x="3341" y="640"/>
                  </a:cubicBezTo>
                  <a:cubicBezTo>
                    <a:pt x="3341" y="647"/>
                    <a:pt x="3346" y="653"/>
                    <a:pt x="3354" y="653"/>
                  </a:cubicBezTo>
                  <a:cubicBezTo>
                    <a:pt x="3430" y="653"/>
                    <a:pt x="3430" y="653"/>
                    <a:pt x="3430" y="653"/>
                  </a:cubicBezTo>
                  <a:cubicBezTo>
                    <a:pt x="3437" y="653"/>
                    <a:pt x="3443" y="647"/>
                    <a:pt x="3443" y="640"/>
                  </a:cubicBezTo>
                  <a:cubicBezTo>
                    <a:pt x="3443" y="359"/>
                    <a:pt x="3443" y="359"/>
                    <a:pt x="3443" y="359"/>
                  </a:cubicBezTo>
                  <a:cubicBezTo>
                    <a:pt x="3443" y="234"/>
                    <a:pt x="3375" y="182"/>
                    <a:pt x="3287" y="182"/>
                  </a:cubicBezTo>
                  <a:cubicBezTo>
                    <a:pt x="3231" y="182"/>
                    <a:pt x="3180" y="215"/>
                    <a:pt x="3150" y="252"/>
                  </a:cubicBezTo>
                  <a:cubicBezTo>
                    <a:pt x="3146" y="206"/>
                    <a:pt x="3146" y="206"/>
                    <a:pt x="3146" y="206"/>
                  </a:cubicBezTo>
                  <a:cubicBezTo>
                    <a:pt x="3145" y="199"/>
                    <a:pt x="3139" y="193"/>
                    <a:pt x="3132" y="193"/>
                  </a:cubicBezTo>
                  <a:cubicBezTo>
                    <a:pt x="3067" y="193"/>
                    <a:pt x="3067" y="193"/>
                    <a:pt x="3067" y="193"/>
                  </a:cubicBezTo>
                  <a:cubicBezTo>
                    <a:pt x="3059" y="193"/>
                    <a:pt x="3054" y="199"/>
                    <a:pt x="3054" y="206"/>
                  </a:cubicBezTo>
                  <a:cubicBezTo>
                    <a:pt x="3054" y="640"/>
                    <a:pt x="3054" y="640"/>
                    <a:pt x="3054" y="640"/>
                  </a:cubicBezTo>
                  <a:cubicBezTo>
                    <a:pt x="3054" y="647"/>
                    <a:pt x="3059" y="653"/>
                    <a:pt x="3067" y="653"/>
                  </a:cubicBezTo>
                  <a:lnTo>
                    <a:pt x="3143" y="653"/>
                  </a:lnTo>
                  <a:close/>
                  <a:moveTo>
                    <a:pt x="2344" y="9"/>
                  </a:moveTo>
                  <a:cubicBezTo>
                    <a:pt x="2336" y="10"/>
                    <a:pt x="2331" y="15"/>
                    <a:pt x="2331" y="22"/>
                  </a:cubicBezTo>
                  <a:cubicBezTo>
                    <a:pt x="2331" y="640"/>
                    <a:pt x="2331" y="640"/>
                    <a:pt x="2331" y="640"/>
                  </a:cubicBezTo>
                  <a:cubicBezTo>
                    <a:pt x="2331" y="647"/>
                    <a:pt x="2337" y="653"/>
                    <a:pt x="2344" y="653"/>
                  </a:cubicBezTo>
                  <a:cubicBezTo>
                    <a:pt x="2421" y="653"/>
                    <a:pt x="2421" y="653"/>
                    <a:pt x="2421" y="653"/>
                  </a:cubicBezTo>
                  <a:cubicBezTo>
                    <a:pt x="2428" y="653"/>
                    <a:pt x="2434" y="647"/>
                    <a:pt x="2434" y="640"/>
                  </a:cubicBezTo>
                  <a:cubicBezTo>
                    <a:pt x="2434" y="15"/>
                    <a:pt x="2434" y="15"/>
                    <a:pt x="2434" y="15"/>
                  </a:cubicBezTo>
                  <a:cubicBezTo>
                    <a:pt x="2434" y="8"/>
                    <a:pt x="2428" y="0"/>
                    <a:pt x="2421" y="2"/>
                  </a:cubicBezTo>
                  <a:lnTo>
                    <a:pt x="2344" y="9"/>
                  </a:lnTo>
                  <a:close/>
                  <a:moveTo>
                    <a:pt x="793" y="384"/>
                  </a:moveTo>
                  <a:cubicBezTo>
                    <a:pt x="789" y="326"/>
                    <a:pt x="764" y="267"/>
                    <a:pt x="691" y="267"/>
                  </a:cubicBezTo>
                  <a:cubicBezTo>
                    <a:pt x="619" y="267"/>
                    <a:pt x="594" y="331"/>
                    <a:pt x="587" y="384"/>
                  </a:cubicBezTo>
                  <a:lnTo>
                    <a:pt x="793" y="384"/>
                  </a:lnTo>
                  <a:close/>
                  <a:moveTo>
                    <a:pt x="698" y="664"/>
                  </a:moveTo>
                  <a:cubicBezTo>
                    <a:pt x="565" y="664"/>
                    <a:pt x="479" y="569"/>
                    <a:pt x="479" y="425"/>
                  </a:cubicBezTo>
                  <a:cubicBezTo>
                    <a:pt x="479" y="286"/>
                    <a:pt x="558" y="182"/>
                    <a:pt x="692" y="182"/>
                  </a:cubicBezTo>
                  <a:cubicBezTo>
                    <a:pt x="840" y="182"/>
                    <a:pt x="897" y="307"/>
                    <a:pt x="897" y="420"/>
                  </a:cubicBezTo>
                  <a:cubicBezTo>
                    <a:pt x="897" y="429"/>
                    <a:pt x="898" y="436"/>
                    <a:pt x="897" y="447"/>
                  </a:cubicBezTo>
                  <a:cubicBezTo>
                    <a:pt x="897" y="454"/>
                    <a:pt x="891" y="460"/>
                    <a:pt x="884" y="460"/>
                  </a:cubicBezTo>
                  <a:cubicBezTo>
                    <a:pt x="587" y="460"/>
                    <a:pt x="587" y="460"/>
                    <a:pt x="587" y="460"/>
                  </a:cubicBezTo>
                  <a:cubicBezTo>
                    <a:pt x="593" y="522"/>
                    <a:pt x="628" y="576"/>
                    <a:pt x="704" y="576"/>
                  </a:cubicBezTo>
                  <a:cubicBezTo>
                    <a:pt x="750" y="576"/>
                    <a:pt x="788" y="566"/>
                    <a:pt x="826" y="548"/>
                  </a:cubicBezTo>
                  <a:cubicBezTo>
                    <a:pt x="833" y="545"/>
                    <a:pt x="840" y="548"/>
                    <a:pt x="843" y="555"/>
                  </a:cubicBezTo>
                  <a:cubicBezTo>
                    <a:pt x="865" y="607"/>
                    <a:pt x="865" y="607"/>
                    <a:pt x="865" y="607"/>
                  </a:cubicBezTo>
                  <a:cubicBezTo>
                    <a:pt x="868" y="614"/>
                    <a:pt x="864" y="621"/>
                    <a:pt x="858" y="625"/>
                  </a:cubicBezTo>
                  <a:cubicBezTo>
                    <a:pt x="817" y="647"/>
                    <a:pt x="765" y="664"/>
                    <a:pt x="698" y="664"/>
                  </a:cubicBezTo>
                  <a:moveTo>
                    <a:pt x="1803" y="384"/>
                  </a:moveTo>
                  <a:cubicBezTo>
                    <a:pt x="1800" y="326"/>
                    <a:pt x="1775" y="267"/>
                    <a:pt x="1701" y="267"/>
                  </a:cubicBezTo>
                  <a:cubicBezTo>
                    <a:pt x="1629" y="267"/>
                    <a:pt x="1604" y="331"/>
                    <a:pt x="1597" y="384"/>
                  </a:cubicBezTo>
                  <a:lnTo>
                    <a:pt x="1803" y="384"/>
                  </a:lnTo>
                  <a:close/>
                  <a:moveTo>
                    <a:pt x="1709" y="664"/>
                  </a:moveTo>
                  <a:cubicBezTo>
                    <a:pt x="1575" y="664"/>
                    <a:pt x="1489" y="569"/>
                    <a:pt x="1489" y="425"/>
                  </a:cubicBezTo>
                  <a:cubicBezTo>
                    <a:pt x="1489" y="286"/>
                    <a:pt x="1569" y="182"/>
                    <a:pt x="1702" y="182"/>
                  </a:cubicBezTo>
                  <a:cubicBezTo>
                    <a:pt x="1850" y="182"/>
                    <a:pt x="1907" y="307"/>
                    <a:pt x="1907" y="420"/>
                  </a:cubicBezTo>
                  <a:cubicBezTo>
                    <a:pt x="1907" y="429"/>
                    <a:pt x="1908" y="436"/>
                    <a:pt x="1907" y="447"/>
                  </a:cubicBezTo>
                  <a:cubicBezTo>
                    <a:pt x="1907" y="454"/>
                    <a:pt x="1902" y="460"/>
                    <a:pt x="1894" y="460"/>
                  </a:cubicBezTo>
                  <a:cubicBezTo>
                    <a:pt x="1597" y="460"/>
                    <a:pt x="1597" y="460"/>
                    <a:pt x="1597" y="460"/>
                  </a:cubicBezTo>
                  <a:cubicBezTo>
                    <a:pt x="1603" y="522"/>
                    <a:pt x="1638" y="576"/>
                    <a:pt x="1714" y="576"/>
                  </a:cubicBezTo>
                  <a:cubicBezTo>
                    <a:pt x="1760" y="576"/>
                    <a:pt x="1798" y="566"/>
                    <a:pt x="1836" y="548"/>
                  </a:cubicBezTo>
                  <a:cubicBezTo>
                    <a:pt x="1843" y="545"/>
                    <a:pt x="1851" y="548"/>
                    <a:pt x="1854" y="555"/>
                  </a:cubicBezTo>
                  <a:cubicBezTo>
                    <a:pt x="1875" y="607"/>
                    <a:pt x="1875" y="607"/>
                    <a:pt x="1875" y="607"/>
                  </a:cubicBezTo>
                  <a:cubicBezTo>
                    <a:pt x="1878" y="614"/>
                    <a:pt x="1875" y="621"/>
                    <a:pt x="1868" y="625"/>
                  </a:cubicBezTo>
                  <a:cubicBezTo>
                    <a:pt x="1828" y="647"/>
                    <a:pt x="1775" y="664"/>
                    <a:pt x="1709" y="664"/>
                  </a:cubicBezTo>
                  <a:moveTo>
                    <a:pt x="1380" y="2"/>
                  </a:moveTo>
                  <a:cubicBezTo>
                    <a:pt x="1388" y="0"/>
                    <a:pt x="1393" y="8"/>
                    <a:pt x="1393" y="15"/>
                  </a:cubicBezTo>
                  <a:cubicBezTo>
                    <a:pt x="1393" y="640"/>
                    <a:pt x="1393" y="640"/>
                    <a:pt x="1393" y="640"/>
                  </a:cubicBezTo>
                  <a:cubicBezTo>
                    <a:pt x="1393" y="647"/>
                    <a:pt x="1388" y="653"/>
                    <a:pt x="1380" y="653"/>
                  </a:cubicBezTo>
                  <a:cubicBezTo>
                    <a:pt x="1317" y="653"/>
                    <a:pt x="1317" y="653"/>
                    <a:pt x="1317" y="653"/>
                  </a:cubicBezTo>
                  <a:cubicBezTo>
                    <a:pt x="1310" y="653"/>
                    <a:pt x="1305" y="646"/>
                    <a:pt x="1304" y="640"/>
                  </a:cubicBezTo>
                  <a:cubicBezTo>
                    <a:pt x="1297" y="593"/>
                    <a:pt x="1297" y="593"/>
                    <a:pt x="1297" y="593"/>
                  </a:cubicBezTo>
                  <a:cubicBezTo>
                    <a:pt x="1274" y="631"/>
                    <a:pt x="1217" y="664"/>
                    <a:pt x="1164" y="664"/>
                  </a:cubicBezTo>
                  <a:cubicBezTo>
                    <a:pt x="1042" y="664"/>
                    <a:pt x="971" y="555"/>
                    <a:pt x="971" y="422"/>
                  </a:cubicBezTo>
                  <a:cubicBezTo>
                    <a:pt x="971" y="261"/>
                    <a:pt x="1065" y="182"/>
                    <a:pt x="1164" y="182"/>
                  </a:cubicBezTo>
                  <a:cubicBezTo>
                    <a:pt x="1215" y="182"/>
                    <a:pt x="1260" y="203"/>
                    <a:pt x="1291" y="233"/>
                  </a:cubicBezTo>
                  <a:cubicBezTo>
                    <a:pt x="1291" y="23"/>
                    <a:pt x="1291" y="23"/>
                    <a:pt x="1291" y="23"/>
                  </a:cubicBezTo>
                  <a:cubicBezTo>
                    <a:pt x="1291" y="15"/>
                    <a:pt x="1296" y="10"/>
                    <a:pt x="1304" y="9"/>
                  </a:cubicBezTo>
                  <a:cubicBezTo>
                    <a:pt x="1380" y="2"/>
                    <a:pt x="1380" y="2"/>
                    <a:pt x="1380" y="2"/>
                  </a:cubicBezTo>
                  <a:moveTo>
                    <a:pt x="1291" y="406"/>
                  </a:moveTo>
                  <a:cubicBezTo>
                    <a:pt x="1291" y="304"/>
                    <a:pt x="1231" y="269"/>
                    <a:pt x="1184" y="269"/>
                  </a:cubicBezTo>
                  <a:cubicBezTo>
                    <a:pt x="1122" y="269"/>
                    <a:pt x="1078" y="330"/>
                    <a:pt x="1078" y="421"/>
                  </a:cubicBezTo>
                  <a:cubicBezTo>
                    <a:pt x="1078" y="503"/>
                    <a:pt x="1116" y="576"/>
                    <a:pt x="1186" y="576"/>
                  </a:cubicBezTo>
                  <a:cubicBezTo>
                    <a:pt x="1224" y="576"/>
                    <a:pt x="1291" y="547"/>
                    <a:pt x="1291" y="427"/>
                  </a:cubicBezTo>
                  <a:lnTo>
                    <a:pt x="1291" y="406"/>
                  </a:lnTo>
                  <a:close/>
                  <a:moveTo>
                    <a:pt x="4359" y="384"/>
                  </a:moveTo>
                  <a:cubicBezTo>
                    <a:pt x="4356" y="326"/>
                    <a:pt x="4331" y="267"/>
                    <a:pt x="4258" y="267"/>
                  </a:cubicBezTo>
                  <a:cubicBezTo>
                    <a:pt x="4186" y="267"/>
                    <a:pt x="4161" y="331"/>
                    <a:pt x="4154" y="384"/>
                  </a:cubicBezTo>
                  <a:lnTo>
                    <a:pt x="4359" y="384"/>
                  </a:lnTo>
                  <a:close/>
                  <a:moveTo>
                    <a:pt x="4265" y="664"/>
                  </a:moveTo>
                  <a:cubicBezTo>
                    <a:pt x="4131" y="664"/>
                    <a:pt x="4045" y="569"/>
                    <a:pt x="4045" y="425"/>
                  </a:cubicBezTo>
                  <a:cubicBezTo>
                    <a:pt x="4045" y="286"/>
                    <a:pt x="4125" y="182"/>
                    <a:pt x="4259" y="182"/>
                  </a:cubicBezTo>
                  <a:cubicBezTo>
                    <a:pt x="4406" y="182"/>
                    <a:pt x="4464" y="307"/>
                    <a:pt x="4464" y="420"/>
                  </a:cubicBezTo>
                  <a:cubicBezTo>
                    <a:pt x="4464" y="429"/>
                    <a:pt x="4464" y="436"/>
                    <a:pt x="4464" y="447"/>
                  </a:cubicBezTo>
                  <a:cubicBezTo>
                    <a:pt x="4464" y="454"/>
                    <a:pt x="4458" y="460"/>
                    <a:pt x="4451" y="460"/>
                  </a:cubicBezTo>
                  <a:cubicBezTo>
                    <a:pt x="4154" y="460"/>
                    <a:pt x="4154" y="460"/>
                    <a:pt x="4154" y="460"/>
                  </a:cubicBezTo>
                  <a:cubicBezTo>
                    <a:pt x="4159" y="522"/>
                    <a:pt x="4195" y="576"/>
                    <a:pt x="4271" y="576"/>
                  </a:cubicBezTo>
                  <a:cubicBezTo>
                    <a:pt x="4317" y="576"/>
                    <a:pt x="4355" y="566"/>
                    <a:pt x="4393" y="548"/>
                  </a:cubicBezTo>
                  <a:cubicBezTo>
                    <a:pt x="4399" y="545"/>
                    <a:pt x="4407" y="548"/>
                    <a:pt x="4410" y="555"/>
                  </a:cubicBezTo>
                  <a:cubicBezTo>
                    <a:pt x="4432" y="607"/>
                    <a:pt x="4432" y="607"/>
                    <a:pt x="4432" y="607"/>
                  </a:cubicBezTo>
                  <a:cubicBezTo>
                    <a:pt x="4434" y="614"/>
                    <a:pt x="4431" y="621"/>
                    <a:pt x="4425" y="625"/>
                  </a:cubicBezTo>
                  <a:cubicBezTo>
                    <a:pt x="4384" y="647"/>
                    <a:pt x="4332" y="664"/>
                    <a:pt x="4265" y="664"/>
                  </a:cubicBezTo>
                  <a:moveTo>
                    <a:pt x="3942" y="2"/>
                  </a:moveTo>
                  <a:cubicBezTo>
                    <a:pt x="3949" y="0"/>
                    <a:pt x="3955" y="8"/>
                    <a:pt x="3955" y="15"/>
                  </a:cubicBezTo>
                  <a:cubicBezTo>
                    <a:pt x="3955" y="640"/>
                    <a:pt x="3955" y="640"/>
                    <a:pt x="3955" y="640"/>
                  </a:cubicBezTo>
                  <a:cubicBezTo>
                    <a:pt x="3955" y="647"/>
                    <a:pt x="3949" y="653"/>
                    <a:pt x="3942" y="653"/>
                  </a:cubicBezTo>
                  <a:cubicBezTo>
                    <a:pt x="3879" y="653"/>
                    <a:pt x="3879" y="653"/>
                    <a:pt x="3879" y="653"/>
                  </a:cubicBezTo>
                  <a:cubicBezTo>
                    <a:pt x="3872" y="653"/>
                    <a:pt x="3866" y="646"/>
                    <a:pt x="3865" y="640"/>
                  </a:cubicBezTo>
                  <a:cubicBezTo>
                    <a:pt x="3858" y="593"/>
                    <a:pt x="3858" y="593"/>
                    <a:pt x="3858" y="593"/>
                  </a:cubicBezTo>
                  <a:cubicBezTo>
                    <a:pt x="3835" y="631"/>
                    <a:pt x="3779" y="664"/>
                    <a:pt x="3726" y="664"/>
                  </a:cubicBezTo>
                  <a:cubicBezTo>
                    <a:pt x="3604" y="664"/>
                    <a:pt x="3533" y="555"/>
                    <a:pt x="3533" y="422"/>
                  </a:cubicBezTo>
                  <a:cubicBezTo>
                    <a:pt x="3533" y="261"/>
                    <a:pt x="3627" y="182"/>
                    <a:pt x="3726" y="182"/>
                  </a:cubicBezTo>
                  <a:cubicBezTo>
                    <a:pt x="3777" y="182"/>
                    <a:pt x="3822" y="203"/>
                    <a:pt x="3852" y="233"/>
                  </a:cubicBezTo>
                  <a:cubicBezTo>
                    <a:pt x="3852" y="23"/>
                    <a:pt x="3852" y="23"/>
                    <a:pt x="3852" y="23"/>
                  </a:cubicBezTo>
                  <a:cubicBezTo>
                    <a:pt x="3852" y="15"/>
                    <a:pt x="3858" y="10"/>
                    <a:pt x="3866" y="9"/>
                  </a:cubicBezTo>
                  <a:cubicBezTo>
                    <a:pt x="3942" y="2"/>
                    <a:pt x="3942" y="2"/>
                    <a:pt x="3942" y="2"/>
                  </a:cubicBezTo>
                  <a:moveTo>
                    <a:pt x="3853" y="406"/>
                  </a:moveTo>
                  <a:cubicBezTo>
                    <a:pt x="3853" y="304"/>
                    <a:pt x="3793" y="269"/>
                    <a:pt x="3746" y="269"/>
                  </a:cubicBezTo>
                  <a:cubicBezTo>
                    <a:pt x="3683" y="269"/>
                    <a:pt x="3640" y="330"/>
                    <a:pt x="3640" y="421"/>
                  </a:cubicBezTo>
                  <a:cubicBezTo>
                    <a:pt x="3640" y="503"/>
                    <a:pt x="3677" y="576"/>
                    <a:pt x="3747" y="576"/>
                  </a:cubicBezTo>
                  <a:cubicBezTo>
                    <a:pt x="3786" y="576"/>
                    <a:pt x="3853" y="547"/>
                    <a:pt x="3853" y="427"/>
                  </a:cubicBezTo>
                  <a:lnTo>
                    <a:pt x="3853" y="406"/>
                  </a:lnTo>
                  <a:close/>
                  <a:moveTo>
                    <a:pt x="2248" y="195"/>
                  </a:moveTo>
                  <a:cubicBezTo>
                    <a:pt x="2248" y="188"/>
                    <a:pt x="2242" y="182"/>
                    <a:pt x="2235" y="182"/>
                  </a:cubicBezTo>
                  <a:cubicBezTo>
                    <a:pt x="2179" y="182"/>
                    <a:pt x="2125" y="215"/>
                    <a:pt x="2094" y="252"/>
                  </a:cubicBezTo>
                  <a:cubicBezTo>
                    <a:pt x="2090" y="206"/>
                    <a:pt x="2090" y="206"/>
                    <a:pt x="2090" y="206"/>
                  </a:cubicBezTo>
                  <a:cubicBezTo>
                    <a:pt x="2089" y="199"/>
                    <a:pt x="2083" y="193"/>
                    <a:pt x="2077" y="193"/>
                  </a:cubicBezTo>
                  <a:cubicBezTo>
                    <a:pt x="2011" y="193"/>
                    <a:pt x="2011" y="193"/>
                    <a:pt x="2011" y="193"/>
                  </a:cubicBezTo>
                  <a:cubicBezTo>
                    <a:pt x="2004" y="193"/>
                    <a:pt x="1998" y="199"/>
                    <a:pt x="1998" y="206"/>
                  </a:cubicBezTo>
                  <a:cubicBezTo>
                    <a:pt x="1998" y="640"/>
                    <a:pt x="1998" y="640"/>
                    <a:pt x="1998" y="640"/>
                  </a:cubicBezTo>
                  <a:cubicBezTo>
                    <a:pt x="1998" y="647"/>
                    <a:pt x="2004" y="653"/>
                    <a:pt x="2011" y="653"/>
                  </a:cubicBezTo>
                  <a:cubicBezTo>
                    <a:pt x="2088" y="653"/>
                    <a:pt x="2088" y="653"/>
                    <a:pt x="2088" y="653"/>
                  </a:cubicBezTo>
                  <a:cubicBezTo>
                    <a:pt x="2095" y="653"/>
                    <a:pt x="2101" y="647"/>
                    <a:pt x="2101" y="640"/>
                  </a:cubicBezTo>
                  <a:cubicBezTo>
                    <a:pt x="2101" y="415"/>
                    <a:pt x="2101" y="415"/>
                    <a:pt x="2101" y="415"/>
                  </a:cubicBezTo>
                  <a:cubicBezTo>
                    <a:pt x="2101" y="322"/>
                    <a:pt x="2158" y="286"/>
                    <a:pt x="2210" y="286"/>
                  </a:cubicBezTo>
                  <a:cubicBezTo>
                    <a:pt x="2218" y="286"/>
                    <a:pt x="2225" y="288"/>
                    <a:pt x="2230" y="288"/>
                  </a:cubicBezTo>
                  <a:cubicBezTo>
                    <a:pt x="2241" y="290"/>
                    <a:pt x="2248" y="284"/>
                    <a:pt x="2248" y="276"/>
                  </a:cubicBezTo>
                  <a:lnTo>
                    <a:pt x="2248" y="19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grpSp>
        <p:nvGrpSpPr>
          <p:cNvPr id="22" name="HR logo"/>
          <p:cNvGrpSpPr>
            <a:grpSpLocks noSelect="1"/>
          </p:cNvGrpSpPr>
          <p:nvPr userDrawn="1"/>
        </p:nvGrpSpPr>
        <p:grpSpPr bwMode="gray">
          <a:xfrm>
            <a:off x="374400" y="6076800"/>
            <a:ext cx="504000" cy="514800"/>
            <a:chOff x="0" y="0"/>
            <a:chExt cx="562610" cy="574675"/>
          </a:xfrm>
        </p:grpSpPr>
        <p:sp>
          <p:nvSpPr>
            <p:cNvPr id="23" name="Freeform 35"/>
            <p:cNvSpPr>
              <a:spLocks noSelect="1"/>
            </p:cNvSpPr>
            <p:nvPr userDrawn="1"/>
          </p:nvSpPr>
          <p:spPr bwMode="gray">
            <a:xfrm>
              <a:off x="0" y="0"/>
              <a:ext cx="562610" cy="574675"/>
            </a:xfrm>
            <a:custGeom>
              <a:avLst/>
              <a:gdLst>
                <a:gd name="T0" fmla="*/ 1771 w 1771"/>
                <a:gd name="T1" fmla="*/ 874 h 1807"/>
                <a:gd name="T2" fmla="*/ 1770 w 1771"/>
                <a:gd name="T3" fmla="*/ 851 h 1807"/>
                <a:gd name="T4" fmla="*/ 1768 w 1771"/>
                <a:gd name="T5" fmla="*/ 828 h 1807"/>
                <a:gd name="T6" fmla="*/ 1765 w 1771"/>
                <a:gd name="T7" fmla="*/ 799 h 1807"/>
                <a:gd name="T8" fmla="*/ 1762 w 1771"/>
                <a:gd name="T9" fmla="*/ 775 h 1807"/>
                <a:gd name="T10" fmla="*/ 1758 w 1771"/>
                <a:gd name="T11" fmla="*/ 748 h 1807"/>
                <a:gd name="T12" fmla="*/ 1739 w 1771"/>
                <a:gd name="T13" fmla="*/ 663 h 1807"/>
                <a:gd name="T14" fmla="*/ 1732 w 1771"/>
                <a:gd name="T15" fmla="*/ 642 h 1807"/>
                <a:gd name="T16" fmla="*/ 1726 w 1771"/>
                <a:gd name="T17" fmla="*/ 622 h 1807"/>
                <a:gd name="T18" fmla="*/ 1589 w 1771"/>
                <a:gd name="T19" fmla="*/ 360 h 1807"/>
                <a:gd name="T20" fmla="*/ 1559 w 1771"/>
                <a:gd name="T21" fmla="*/ 322 h 1807"/>
                <a:gd name="T22" fmla="*/ 1544 w 1771"/>
                <a:gd name="T23" fmla="*/ 304 h 1807"/>
                <a:gd name="T24" fmla="*/ 1511 w 1771"/>
                <a:gd name="T25" fmla="*/ 269 h 1807"/>
                <a:gd name="T26" fmla="*/ 1477 w 1771"/>
                <a:gd name="T27" fmla="*/ 236 h 1807"/>
                <a:gd name="T28" fmla="*/ 1449 w 1771"/>
                <a:gd name="T29" fmla="*/ 212 h 1807"/>
                <a:gd name="T30" fmla="*/ 1431 w 1771"/>
                <a:gd name="T31" fmla="*/ 197 h 1807"/>
                <a:gd name="T32" fmla="*/ 1402 w 1771"/>
                <a:gd name="T33" fmla="*/ 175 h 1807"/>
                <a:gd name="T34" fmla="*/ 1383 w 1771"/>
                <a:gd name="T35" fmla="*/ 162 h 1807"/>
                <a:gd name="T36" fmla="*/ 1353 w 1771"/>
                <a:gd name="T37" fmla="*/ 141 h 1807"/>
                <a:gd name="T38" fmla="*/ 1321 w 1771"/>
                <a:gd name="T39" fmla="*/ 122 h 1807"/>
                <a:gd name="T40" fmla="*/ 1301 w 1771"/>
                <a:gd name="T41" fmla="*/ 111 h 1807"/>
                <a:gd name="T42" fmla="*/ 1263 w 1771"/>
                <a:gd name="T43" fmla="*/ 91 h 1807"/>
                <a:gd name="T44" fmla="*/ 1241 w 1771"/>
                <a:gd name="T45" fmla="*/ 81 h 1807"/>
                <a:gd name="T46" fmla="*/ 1208 w 1771"/>
                <a:gd name="T47" fmla="*/ 66 h 1807"/>
                <a:gd name="T48" fmla="*/ 1162 w 1771"/>
                <a:gd name="T49" fmla="*/ 49 h 1807"/>
                <a:gd name="T50" fmla="*/ 1120 w 1771"/>
                <a:gd name="T51" fmla="*/ 36 h 1807"/>
                <a:gd name="T52" fmla="*/ 1097 w 1771"/>
                <a:gd name="T53" fmla="*/ 30 h 1807"/>
                <a:gd name="T54" fmla="*/ 1061 w 1771"/>
                <a:gd name="T55" fmla="*/ 21 h 1807"/>
                <a:gd name="T56" fmla="*/ 1037 w 1771"/>
                <a:gd name="T57" fmla="*/ 16 h 1807"/>
                <a:gd name="T58" fmla="*/ 175 w 1771"/>
                <a:gd name="T59" fmla="*/ 323 h 1807"/>
                <a:gd name="T60" fmla="*/ 1304 w 1771"/>
                <a:gd name="T61" fmla="*/ 402 h 1807"/>
                <a:gd name="T62" fmla="*/ 1372 w 1771"/>
                <a:gd name="T63" fmla="*/ 1125 h 1807"/>
                <a:gd name="T64" fmla="*/ 590 w 1771"/>
                <a:gd name="T65" fmla="*/ 1394 h 1807"/>
                <a:gd name="T66" fmla="*/ 403 w 1771"/>
                <a:gd name="T67" fmla="*/ 1396 h 1807"/>
                <a:gd name="T68" fmla="*/ 400 w 1771"/>
                <a:gd name="T69" fmla="*/ 1396 h 1807"/>
                <a:gd name="T70" fmla="*/ 381 w 1771"/>
                <a:gd name="T71" fmla="*/ 1380 h 1807"/>
                <a:gd name="T72" fmla="*/ 380 w 1771"/>
                <a:gd name="T73" fmla="*/ 1371 h 1807"/>
                <a:gd name="T74" fmla="*/ 510 w 1771"/>
                <a:gd name="T75" fmla="*/ 732 h 1807"/>
                <a:gd name="T76" fmla="*/ 519 w 1771"/>
                <a:gd name="T77" fmla="*/ 716 h 1807"/>
                <a:gd name="T78" fmla="*/ 786 w 1771"/>
                <a:gd name="T79" fmla="*/ 705 h 1807"/>
                <a:gd name="T80" fmla="*/ 0 w 1771"/>
                <a:gd name="T81" fmla="*/ 1037 h 1807"/>
                <a:gd name="T82" fmla="*/ 1292 w 1771"/>
                <a:gd name="T83" fmla="*/ 1701 h 1807"/>
                <a:gd name="T84" fmla="*/ 1313 w 1771"/>
                <a:gd name="T85" fmla="*/ 1689 h 1807"/>
                <a:gd name="T86" fmla="*/ 1333 w 1771"/>
                <a:gd name="T87" fmla="*/ 1677 h 1807"/>
                <a:gd name="T88" fmla="*/ 1354 w 1771"/>
                <a:gd name="T89" fmla="*/ 1665 h 1807"/>
                <a:gd name="T90" fmla="*/ 1374 w 1771"/>
                <a:gd name="T91" fmla="*/ 1651 h 1807"/>
                <a:gd name="T92" fmla="*/ 1394 w 1771"/>
                <a:gd name="T93" fmla="*/ 1638 h 1807"/>
                <a:gd name="T94" fmla="*/ 1418 w 1771"/>
                <a:gd name="T95" fmla="*/ 1620 h 1807"/>
                <a:gd name="T96" fmla="*/ 1441 w 1771"/>
                <a:gd name="T97" fmla="*/ 1601 h 1807"/>
                <a:gd name="T98" fmla="*/ 1504 w 1771"/>
                <a:gd name="T99" fmla="*/ 1545 h 1807"/>
                <a:gd name="T100" fmla="*/ 1520 w 1771"/>
                <a:gd name="T101" fmla="*/ 1528 h 1807"/>
                <a:gd name="T102" fmla="*/ 1538 w 1771"/>
                <a:gd name="T103" fmla="*/ 1509 h 1807"/>
                <a:gd name="T104" fmla="*/ 1759 w 1771"/>
                <a:gd name="T105" fmla="*/ 1052 h 1807"/>
                <a:gd name="T106" fmla="*/ 1762 w 1771"/>
                <a:gd name="T107" fmla="*/ 1029 h 1807"/>
                <a:gd name="T108" fmla="*/ 1765 w 1771"/>
                <a:gd name="T109" fmla="*/ 1005 h 1807"/>
                <a:gd name="T110" fmla="*/ 1767 w 1771"/>
                <a:gd name="T111" fmla="*/ 986 h 1807"/>
                <a:gd name="T112" fmla="*/ 1769 w 1771"/>
                <a:gd name="T113" fmla="*/ 966 h 1807"/>
                <a:gd name="T114" fmla="*/ 1770 w 1771"/>
                <a:gd name="T115" fmla="*/ 947 h 1807"/>
                <a:gd name="T116" fmla="*/ 1771 w 1771"/>
                <a:gd name="T117" fmla="*/ 928 h 1807"/>
                <a:gd name="T118" fmla="*/ 1771 w 1771"/>
                <a:gd name="T119" fmla="*/ 908 h 1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71" h="1807">
                  <a:moveTo>
                    <a:pt x="1771" y="893"/>
                  </a:moveTo>
                  <a:cubicBezTo>
                    <a:pt x="1771" y="892"/>
                    <a:pt x="1771" y="892"/>
                    <a:pt x="1771" y="892"/>
                  </a:cubicBezTo>
                  <a:cubicBezTo>
                    <a:pt x="1771" y="887"/>
                    <a:pt x="1771" y="887"/>
                    <a:pt x="1771" y="887"/>
                  </a:cubicBezTo>
                  <a:cubicBezTo>
                    <a:pt x="1771" y="885"/>
                    <a:pt x="1771" y="885"/>
                    <a:pt x="1771" y="885"/>
                  </a:cubicBezTo>
                  <a:cubicBezTo>
                    <a:pt x="1771" y="881"/>
                    <a:pt x="1771" y="881"/>
                    <a:pt x="1771" y="881"/>
                  </a:cubicBezTo>
                  <a:cubicBezTo>
                    <a:pt x="1771" y="880"/>
                    <a:pt x="1771" y="880"/>
                    <a:pt x="1771" y="880"/>
                  </a:cubicBezTo>
                  <a:cubicBezTo>
                    <a:pt x="1771" y="875"/>
                    <a:pt x="1771" y="875"/>
                    <a:pt x="1771" y="875"/>
                  </a:cubicBezTo>
                  <a:cubicBezTo>
                    <a:pt x="1771" y="874"/>
                    <a:pt x="1771" y="874"/>
                    <a:pt x="1771" y="874"/>
                  </a:cubicBezTo>
                  <a:cubicBezTo>
                    <a:pt x="1771" y="870"/>
                    <a:pt x="1771" y="870"/>
                    <a:pt x="1771" y="870"/>
                  </a:cubicBezTo>
                  <a:cubicBezTo>
                    <a:pt x="1770" y="868"/>
                    <a:pt x="1770" y="868"/>
                    <a:pt x="1770" y="868"/>
                  </a:cubicBezTo>
                  <a:cubicBezTo>
                    <a:pt x="1770" y="864"/>
                    <a:pt x="1770" y="864"/>
                    <a:pt x="1770" y="864"/>
                  </a:cubicBezTo>
                  <a:cubicBezTo>
                    <a:pt x="1770" y="862"/>
                    <a:pt x="1770" y="862"/>
                    <a:pt x="1770" y="862"/>
                  </a:cubicBezTo>
                  <a:cubicBezTo>
                    <a:pt x="1770" y="859"/>
                    <a:pt x="1770" y="859"/>
                    <a:pt x="1770" y="859"/>
                  </a:cubicBezTo>
                  <a:cubicBezTo>
                    <a:pt x="1770" y="857"/>
                    <a:pt x="1770" y="857"/>
                    <a:pt x="1770" y="857"/>
                  </a:cubicBezTo>
                  <a:cubicBezTo>
                    <a:pt x="1770" y="852"/>
                    <a:pt x="1770" y="852"/>
                    <a:pt x="1770" y="852"/>
                  </a:cubicBezTo>
                  <a:cubicBezTo>
                    <a:pt x="1770" y="851"/>
                    <a:pt x="1770" y="851"/>
                    <a:pt x="1770" y="851"/>
                  </a:cubicBezTo>
                  <a:cubicBezTo>
                    <a:pt x="1769" y="847"/>
                    <a:pt x="1769" y="847"/>
                    <a:pt x="1769" y="847"/>
                  </a:cubicBezTo>
                  <a:cubicBezTo>
                    <a:pt x="1769" y="845"/>
                    <a:pt x="1769" y="845"/>
                    <a:pt x="1769" y="845"/>
                  </a:cubicBezTo>
                  <a:cubicBezTo>
                    <a:pt x="1769" y="841"/>
                    <a:pt x="1769" y="841"/>
                    <a:pt x="1769" y="841"/>
                  </a:cubicBezTo>
                  <a:cubicBezTo>
                    <a:pt x="1769" y="839"/>
                    <a:pt x="1769" y="839"/>
                    <a:pt x="1769" y="839"/>
                  </a:cubicBezTo>
                  <a:cubicBezTo>
                    <a:pt x="1769" y="836"/>
                    <a:pt x="1769" y="836"/>
                    <a:pt x="1769" y="836"/>
                  </a:cubicBezTo>
                  <a:cubicBezTo>
                    <a:pt x="1768" y="834"/>
                    <a:pt x="1768" y="834"/>
                    <a:pt x="1768" y="834"/>
                  </a:cubicBezTo>
                  <a:cubicBezTo>
                    <a:pt x="1768" y="830"/>
                    <a:pt x="1768" y="830"/>
                    <a:pt x="1768" y="830"/>
                  </a:cubicBezTo>
                  <a:cubicBezTo>
                    <a:pt x="1768" y="828"/>
                    <a:pt x="1768" y="828"/>
                    <a:pt x="1768" y="828"/>
                  </a:cubicBezTo>
                  <a:cubicBezTo>
                    <a:pt x="1768" y="824"/>
                    <a:pt x="1768" y="824"/>
                    <a:pt x="1768" y="824"/>
                  </a:cubicBezTo>
                  <a:cubicBezTo>
                    <a:pt x="1768" y="822"/>
                    <a:pt x="1768" y="822"/>
                    <a:pt x="1768" y="822"/>
                  </a:cubicBezTo>
                  <a:cubicBezTo>
                    <a:pt x="1767" y="819"/>
                    <a:pt x="1767" y="819"/>
                    <a:pt x="1767" y="819"/>
                  </a:cubicBezTo>
                  <a:cubicBezTo>
                    <a:pt x="1767" y="816"/>
                    <a:pt x="1767" y="816"/>
                    <a:pt x="1767" y="816"/>
                  </a:cubicBezTo>
                  <a:cubicBezTo>
                    <a:pt x="1767" y="813"/>
                    <a:pt x="1767" y="813"/>
                    <a:pt x="1767" y="813"/>
                  </a:cubicBezTo>
                  <a:cubicBezTo>
                    <a:pt x="1766" y="810"/>
                    <a:pt x="1766" y="810"/>
                    <a:pt x="1766" y="810"/>
                  </a:cubicBezTo>
                  <a:cubicBezTo>
                    <a:pt x="1766" y="808"/>
                    <a:pt x="1766" y="808"/>
                    <a:pt x="1766" y="808"/>
                  </a:cubicBezTo>
                  <a:cubicBezTo>
                    <a:pt x="1765" y="799"/>
                    <a:pt x="1765" y="799"/>
                    <a:pt x="1765" y="799"/>
                  </a:cubicBezTo>
                  <a:cubicBezTo>
                    <a:pt x="1765" y="797"/>
                    <a:pt x="1765" y="797"/>
                    <a:pt x="1765" y="797"/>
                  </a:cubicBezTo>
                  <a:cubicBezTo>
                    <a:pt x="1765" y="794"/>
                    <a:pt x="1765" y="794"/>
                    <a:pt x="1765" y="794"/>
                  </a:cubicBezTo>
                  <a:cubicBezTo>
                    <a:pt x="1764" y="793"/>
                    <a:pt x="1764" y="793"/>
                    <a:pt x="1764" y="793"/>
                  </a:cubicBezTo>
                  <a:cubicBezTo>
                    <a:pt x="1764" y="787"/>
                    <a:pt x="1764" y="787"/>
                    <a:pt x="1764" y="787"/>
                  </a:cubicBezTo>
                  <a:cubicBezTo>
                    <a:pt x="1763" y="786"/>
                    <a:pt x="1763" y="786"/>
                    <a:pt x="1763" y="786"/>
                  </a:cubicBezTo>
                  <a:cubicBezTo>
                    <a:pt x="1763" y="783"/>
                    <a:pt x="1763" y="783"/>
                    <a:pt x="1763" y="783"/>
                  </a:cubicBezTo>
                  <a:cubicBezTo>
                    <a:pt x="1763" y="782"/>
                    <a:pt x="1763" y="782"/>
                    <a:pt x="1763" y="782"/>
                  </a:cubicBezTo>
                  <a:cubicBezTo>
                    <a:pt x="1762" y="775"/>
                    <a:pt x="1762" y="775"/>
                    <a:pt x="1762" y="775"/>
                  </a:cubicBezTo>
                  <a:cubicBezTo>
                    <a:pt x="1762" y="774"/>
                    <a:pt x="1762" y="774"/>
                    <a:pt x="1762" y="774"/>
                  </a:cubicBezTo>
                  <a:cubicBezTo>
                    <a:pt x="1761" y="771"/>
                    <a:pt x="1761" y="771"/>
                    <a:pt x="1761" y="771"/>
                  </a:cubicBezTo>
                  <a:cubicBezTo>
                    <a:pt x="1761" y="770"/>
                    <a:pt x="1761" y="770"/>
                    <a:pt x="1761" y="770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0"/>
                    <a:pt x="1760" y="760"/>
                    <a:pt x="1760" y="760"/>
                  </a:cubicBezTo>
                  <a:cubicBezTo>
                    <a:pt x="1760" y="759"/>
                    <a:pt x="1760" y="759"/>
                    <a:pt x="1760" y="759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4" y="728"/>
                    <a:pt x="1750" y="708"/>
                    <a:pt x="1745" y="688"/>
                  </a:cubicBezTo>
                  <a:cubicBezTo>
                    <a:pt x="1745" y="688"/>
                    <a:pt x="1745" y="688"/>
                    <a:pt x="1745" y="688"/>
                  </a:cubicBezTo>
                  <a:cubicBezTo>
                    <a:pt x="1743" y="677"/>
                    <a:pt x="1743" y="677"/>
                    <a:pt x="1743" y="677"/>
                  </a:cubicBezTo>
                  <a:cubicBezTo>
                    <a:pt x="1742" y="677"/>
                    <a:pt x="1742" y="677"/>
                    <a:pt x="1742" y="677"/>
                  </a:cubicBezTo>
                  <a:cubicBezTo>
                    <a:pt x="1740" y="667"/>
                    <a:pt x="1740" y="667"/>
                    <a:pt x="1740" y="667"/>
                  </a:cubicBezTo>
                  <a:cubicBezTo>
                    <a:pt x="1739" y="665"/>
                    <a:pt x="1739" y="665"/>
                    <a:pt x="1739" y="665"/>
                  </a:cubicBezTo>
                  <a:cubicBezTo>
                    <a:pt x="1739" y="663"/>
                    <a:pt x="1739" y="663"/>
                    <a:pt x="1739" y="663"/>
                  </a:cubicBezTo>
                  <a:cubicBezTo>
                    <a:pt x="1738" y="661"/>
                    <a:pt x="1738" y="661"/>
                    <a:pt x="1738" y="661"/>
                  </a:cubicBezTo>
                  <a:cubicBezTo>
                    <a:pt x="1737" y="657"/>
                    <a:pt x="1737" y="657"/>
                    <a:pt x="1737" y="657"/>
                  </a:cubicBezTo>
                  <a:cubicBezTo>
                    <a:pt x="1736" y="654"/>
                    <a:pt x="1736" y="654"/>
                    <a:pt x="1736" y="654"/>
                  </a:cubicBezTo>
                  <a:cubicBezTo>
                    <a:pt x="1736" y="652"/>
                    <a:pt x="1736" y="652"/>
                    <a:pt x="1736" y="652"/>
                  </a:cubicBezTo>
                  <a:cubicBezTo>
                    <a:pt x="1735" y="650"/>
                    <a:pt x="1735" y="650"/>
                    <a:pt x="1735" y="650"/>
                  </a:cubicBezTo>
                  <a:cubicBezTo>
                    <a:pt x="1734" y="646"/>
                    <a:pt x="1734" y="646"/>
                    <a:pt x="1734" y="646"/>
                  </a:cubicBezTo>
                  <a:cubicBezTo>
                    <a:pt x="1733" y="643"/>
                    <a:pt x="1733" y="643"/>
                    <a:pt x="1733" y="643"/>
                  </a:cubicBezTo>
                  <a:cubicBezTo>
                    <a:pt x="1732" y="642"/>
                    <a:pt x="1732" y="642"/>
                    <a:pt x="1732" y="642"/>
                  </a:cubicBezTo>
                  <a:cubicBezTo>
                    <a:pt x="1732" y="638"/>
                    <a:pt x="1732" y="638"/>
                    <a:pt x="1732" y="638"/>
                  </a:cubicBezTo>
                  <a:cubicBezTo>
                    <a:pt x="1731" y="637"/>
                    <a:pt x="1731" y="637"/>
                    <a:pt x="1731" y="637"/>
                  </a:cubicBezTo>
                  <a:cubicBezTo>
                    <a:pt x="1730" y="633"/>
                    <a:pt x="1730" y="633"/>
                    <a:pt x="1730" y="633"/>
                  </a:cubicBezTo>
                  <a:cubicBezTo>
                    <a:pt x="1729" y="631"/>
                    <a:pt x="1729" y="631"/>
                    <a:pt x="1729" y="631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19" y="599"/>
                    <a:pt x="1710" y="577"/>
                    <a:pt x="1701" y="555"/>
                  </a:cubicBezTo>
                  <a:cubicBezTo>
                    <a:pt x="1696" y="543"/>
                    <a:pt x="1691" y="530"/>
                    <a:pt x="1685" y="518"/>
                  </a:cubicBezTo>
                  <a:cubicBezTo>
                    <a:pt x="1672" y="491"/>
                    <a:pt x="1658" y="465"/>
                    <a:pt x="1643" y="440"/>
                  </a:cubicBezTo>
                  <a:cubicBezTo>
                    <a:pt x="1640" y="435"/>
                    <a:pt x="1640" y="435"/>
                    <a:pt x="1640" y="435"/>
                  </a:cubicBezTo>
                  <a:cubicBezTo>
                    <a:pt x="1640" y="434"/>
                    <a:pt x="1640" y="434"/>
                    <a:pt x="1640" y="434"/>
                  </a:cubicBezTo>
                  <a:cubicBezTo>
                    <a:pt x="1625" y="410"/>
                    <a:pt x="1609" y="387"/>
                    <a:pt x="1593" y="365"/>
                  </a:cubicBezTo>
                  <a:cubicBezTo>
                    <a:pt x="1593" y="364"/>
                    <a:pt x="1593" y="364"/>
                    <a:pt x="1593" y="364"/>
                  </a:cubicBezTo>
                  <a:cubicBezTo>
                    <a:pt x="1589" y="360"/>
                    <a:pt x="1589" y="360"/>
                    <a:pt x="1589" y="360"/>
                  </a:cubicBezTo>
                  <a:cubicBezTo>
                    <a:pt x="1589" y="359"/>
                    <a:pt x="1589" y="359"/>
                    <a:pt x="1589" y="359"/>
                  </a:cubicBezTo>
                  <a:cubicBezTo>
                    <a:pt x="1586" y="355"/>
                    <a:pt x="1586" y="355"/>
                    <a:pt x="1586" y="355"/>
                  </a:cubicBezTo>
                  <a:cubicBezTo>
                    <a:pt x="1585" y="355"/>
                    <a:pt x="1585" y="355"/>
                    <a:pt x="1585" y="355"/>
                  </a:cubicBezTo>
                  <a:cubicBezTo>
                    <a:pt x="1582" y="351"/>
                    <a:pt x="1582" y="351"/>
                    <a:pt x="1582" y="351"/>
                  </a:cubicBezTo>
                  <a:cubicBezTo>
                    <a:pt x="1582" y="350"/>
                    <a:pt x="1582" y="350"/>
                    <a:pt x="1582" y="350"/>
                  </a:cubicBezTo>
                  <a:cubicBezTo>
                    <a:pt x="1578" y="346"/>
                    <a:pt x="1578" y="346"/>
                    <a:pt x="1578" y="346"/>
                  </a:cubicBezTo>
                  <a:cubicBezTo>
                    <a:pt x="1578" y="345"/>
                    <a:pt x="1578" y="345"/>
                    <a:pt x="1578" y="345"/>
                  </a:cubicBezTo>
                  <a:cubicBezTo>
                    <a:pt x="1572" y="338"/>
                    <a:pt x="1566" y="330"/>
                    <a:pt x="1559" y="322"/>
                  </a:cubicBezTo>
                  <a:cubicBezTo>
                    <a:pt x="1559" y="322"/>
                    <a:pt x="1559" y="322"/>
                    <a:pt x="1559" y="322"/>
                  </a:cubicBezTo>
                  <a:cubicBezTo>
                    <a:pt x="1555" y="318"/>
                    <a:pt x="1555" y="318"/>
                    <a:pt x="1555" y="318"/>
                  </a:cubicBezTo>
                  <a:cubicBezTo>
                    <a:pt x="1555" y="317"/>
                    <a:pt x="1555" y="317"/>
                    <a:pt x="1555" y="317"/>
                  </a:cubicBezTo>
                  <a:cubicBezTo>
                    <a:pt x="1552" y="313"/>
                    <a:pt x="1552" y="313"/>
                    <a:pt x="1552" y="313"/>
                  </a:cubicBezTo>
                  <a:cubicBezTo>
                    <a:pt x="1551" y="313"/>
                    <a:pt x="1551" y="313"/>
                    <a:pt x="1551" y="313"/>
                  </a:cubicBezTo>
                  <a:cubicBezTo>
                    <a:pt x="1548" y="309"/>
                    <a:pt x="1548" y="309"/>
                    <a:pt x="1548" y="309"/>
                  </a:cubicBezTo>
                  <a:cubicBezTo>
                    <a:pt x="1547" y="308"/>
                    <a:pt x="1547" y="308"/>
                    <a:pt x="1547" y="308"/>
                  </a:cubicBezTo>
                  <a:cubicBezTo>
                    <a:pt x="1544" y="304"/>
                    <a:pt x="1544" y="304"/>
                    <a:pt x="1544" y="304"/>
                  </a:cubicBezTo>
                  <a:cubicBezTo>
                    <a:pt x="1543" y="304"/>
                    <a:pt x="1543" y="304"/>
                    <a:pt x="1543" y="304"/>
                  </a:cubicBezTo>
                  <a:cubicBezTo>
                    <a:pt x="1537" y="297"/>
                    <a:pt x="1530" y="289"/>
                    <a:pt x="1523" y="282"/>
                  </a:cubicBezTo>
                  <a:cubicBezTo>
                    <a:pt x="1523" y="282"/>
                    <a:pt x="1523" y="282"/>
                    <a:pt x="1523" y="282"/>
                  </a:cubicBezTo>
                  <a:cubicBezTo>
                    <a:pt x="1519" y="278"/>
                    <a:pt x="1519" y="278"/>
                    <a:pt x="1519" y="278"/>
                  </a:cubicBezTo>
                  <a:cubicBezTo>
                    <a:pt x="1519" y="277"/>
                    <a:pt x="1519" y="277"/>
                    <a:pt x="1519" y="277"/>
                  </a:cubicBezTo>
                  <a:cubicBezTo>
                    <a:pt x="1515" y="274"/>
                    <a:pt x="1515" y="274"/>
                    <a:pt x="1515" y="274"/>
                  </a:cubicBezTo>
                  <a:cubicBezTo>
                    <a:pt x="1515" y="273"/>
                    <a:pt x="1515" y="273"/>
                    <a:pt x="1515" y="273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510" y="269"/>
                    <a:pt x="1510" y="269"/>
                    <a:pt x="1510" y="269"/>
                  </a:cubicBezTo>
                  <a:cubicBezTo>
                    <a:pt x="1507" y="265"/>
                    <a:pt x="1507" y="265"/>
                    <a:pt x="1507" y="265"/>
                  </a:cubicBezTo>
                  <a:cubicBezTo>
                    <a:pt x="1506" y="265"/>
                    <a:pt x="1506" y="265"/>
                    <a:pt x="1506" y="265"/>
                  </a:cubicBezTo>
                  <a:cubicBezTo>
                    <a:pt x="1499" y="258"/>
                    <a:pt x="1492" y="251"/>
                    <a:pt x="1485" y="244"/>
                  </a:cubicBezTo>
                  <a:cubicBezTo>
                    <a:pt x="1485" y="244"/>
                    <a:pt x="1485" y="244"/>
                    <a:pt x="1485" y="244"/>
                  </a:cubicBezTo>
                  <a:cubicBezTo>
                    <a:pt x="1481" y="240"/>
                    <a:pt x="1481" y="240"/>
                    <a:pt x="1481" y="240"/>
                  </a:cubicBezTo>
                  <a:cubicBezTo>
                    <a:pt x="1480" y="239"/>
                    <a:pt x="1480" y="239"/>
                    <a:pt x="1480" y="239"/>
                  </a:cubicBezTo>
                  <a:cubicBezTo>
                    <a:pt x="1477" y="236"/>
                    <a:pt x="1477" y="236"/>
                    <a:pt x="1477" y="236"/>
                  </a:cubicBezTo>
                  <a:cubicBezTo>
                    <a:pt x="1476" y="235"/>
                    <a:pt x="1476" y="235"/>
                    <a:pt x="1476" y="235"/>
                  </a:cubicBezTo>
                  <a:cubicBezTo>
                    <a:pt x="1472" y="232"/>
                    <a:pt x="1472" y="232"/>
                    <a:pt x="1472" y="232"/>
                  </a:cubicBezTo>
                  <a:cubicBezTo>
                    <a:pt x="1471" y="232"/>
                    <a:pt x="1471" y="232"/>
                    <a:pt x="1471" y="232"/>
                  </a:cubicBezTo>
                  <a:cubicBezTo>
                    <a:pt x="1468" y="228"/>
                    <a:pt x="1468" y="228"/>
                    <a:pt x="1468" y="228"/>
                  </a:cubicBezTo>
                  <a:cubicBezTo>
                    <a:pt x="1467" y="228"/>
                    <a:pt x="1467" y="228"/>
                    <a:pt x="1467" y="228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5" y="209"/>
                    <a:pt x="1445" y="209"/>
                    <a:pt x="1445" y="209"/>
                  </a:cubicBezTo>
                  <a:cubicBezTo>
                    <a:pt x="1444" y="208"/>
                    <a:pt x="1444" y="208"/>
                    <a:pt x="1444" y="208"/>
                  </a:cubicBezTo>
                  <a:cubicBezTo>
                    <a:pt x="1440" y="205"/>
                    <a:pt x="1440" y="205"/>
                    <a:pt x="1440" y="205"/>
                  </a:cubicBezTo>
                  <a:cubicBezTo>
                    <a:pt x="1439" y="204"/>
                    <a:pt x="1439" y="204"/>
                    <a:pt x="1439" y="204"/>
                  </a:cubicBezTo>
                  <a:cubicBezTo>
                    <a:pt x="1436" y="201"/>
                    <a:pt x="1436" y="201"/>
                    <a:pt x="1436" y="201"/>
                  </a:cubicBezTo>
                  <a:cubicBezTo>
                    <a:pt x="1435" y="200"/>
                    <a:pt x="1435" y="200"/>
                    <a:pt x="1435" y="200"/>
                  </a:cubicBezTo>
                  <a:cubicBezTo>
                    <a:pt x="1431" y="197"/>
                    <a:pt x="1431" y="197"/>
                    <a:pt x="1431" y="197"/>
                  </a:cubicBezTo>
                  <a:cubicBezTo>
                    <a:pt x="1430" y="197"/>
                    <a:pt x="1430" y="197"/>
                    <a:pt x="1430" y="197"/>
                  </a:cubicBezTo>
                  <a:cubicBezTo>
                    <a:pt x="1426" y="194"/>
                    <a:pt x="1426" y="194"/>
                    <a:pt x="1426" y="194"/>
                  </a:cubicBezTo>
                  <a:cubicBezTo>
                    <a:pt x="1425" y="193"/>
                    <a:pt x="1425" y="193"/>
                    <a:pt x="1425" y="193"/>
                  </a:cubicBezTo>
                  <a:cubicBezTo>
                    <a:pt x="1421" y="190"/>
                    <a:pt x="1421" y="190"/>
                    <a:pt x="1421" y="190"/>
                  </a:cubicBezTo>
                  <a:cubicBezTo>
                    <a:pt x="1421" y="189"/>
                    <a:pt x="1421" y="189"/>
                    <a:pt x="1421" y="189"/>
                  </a:cubicBezTo>
                  <a:cubicBezTo>
                    <a:pt x="1407" y="179"/>
                    <a:pt x="1407" y="179"/>
                    <a:pt x="1407" y="179"/>
                  </a:cubicBezTo>
                  <a:cubicBezTo>
                    <a:pt x="1406" y="178"/>
                    <a:pt x="1406" y="178"/>
                    <a:pt x="1406" y="178"/>
                  </a:cubicBezTo>
                  <a:cubicBezTo>
                    <a:pt x="1402" y="175"/>
                    <a:pt x="1402" y="175"/>
                    <a:pt x="1402" y="175"/>
                  </a:cubicBezTo>
                  <a:cubicBezTo>
                    <a:pt x="1401" y="174"/>
                    <a:pt x="1401" y="174"/>
                    <a:pt x="1401" y="174"/>
                  </a:cubicBezTo>
                  <a:cubicBezTo>
                    <a:pt x="1398" y="172"/>
                    <a:pt x="1398" y="172"/>
                    <a:pt x="1398" y="172"/>
                  </a:cubicBezTo>
                  <a:cubicBezTo>
                    <a:pt x="1396" y="171"/>
                    <a:pt x="1396" y="171"/>
                    <a:pt x="1396" y="171"/>
                  </a:cubicBezTo>
                  <a:cubicBezTo>
                    <a:pt x="1393" y="169"/>
                    <a:pt x="1393" y="169"/>
                    <a:pt x="1393" y="169"/>
                  </a:cubicBezTo>
                  <a:cubicBezTo>
                    <a:pt x="1391" y="167"/>
                    <a:pt x="1391" y="167"/>
                    <a:pt x="1391" y="167"/>
                  </a:cubicBezTo>
                  <a:cubicBezTo>
                    <a:pt x="1388" y="165"/>
                    <a:pt x="1388" y="165"/>
                    <a:pt x="1388" y="165"/>
                  </a:cubicBezTo>
                  <a:cubicBezTo>
                    <a:pt x="1387" y="164"/>
                    <a:pt x="1387" y="164"/>
                    <a:pt x="1387" y="164"/>
                  </a:cubicBezTo>
                  <a:cubicBezTo>
                    <a:pt x="1383" y="162"/>
                    <a:pt x="1383" y="162"/>
                    <a:pt x="1383" y="162"/>
                  </a:cubicBezTo>
                  <a:cubicBezTo>
                    <a:pt x="1382" y="161"/>
                    <a:pt x="1382" y="161"/>
                    <a:pt x="1382" y="161"/>
                  </a:cubicBezTo>
                  <a:cubicBezTo>
                    <a:pt x="1378" y="158"/>
                    <a:pt x="1378" y="158"/>
                    <a:pt x="1378" y="158"/>
                  </a:cubicBezTo>
                  <a:cubicBezTo>
                    <a:pt x="1377" y="158"/>
                    <a:pt x="1377" y="158"/>
                    <a:pt x="1377" y="158"/>
                  </a:cubicBezTo>
                  <a:cubicBezTo>
                    <a:pt x="1363" y="148"/>
                    <a:pt x="1363" y="148"/>
                    <a:pt x="1363" y="148"/>
                  </a:cubicBezTo>
                  <a:cubicBezTo>
                    <a:pt x="1362" y="147"/>
                    <a:pt x="1362" y="147"/>
                    <a:pt x="1362" y="147"/>
                  </a:cubicBezTo>
                  <a:cubicBezTo>
                    <a:pt x="1358" y="145"/>
                    <a:pt x="1358" y="145"/>
                    <a:pt x="1358" y="145"/>
                  </a:cubicBezTo>
                  <a:cubicBezTo>
                    <a:pt x="1356" y="144"/>
                    <a:pt x="1356" y="144"/>
                    <a:pt x="1356" y="144"/>
                  </a:cubicBezTo>
                  <a:cubicBezTo>
                    <a:pt x="1353" y="141"/>
                    <a:pt x="1353" y="141"/>
                    <a:pt x="1353" y="141"/>
                  </a:cubicBezTo>
                  <a:cubicBezTo>
                    <a:pt x="1352" y="141"/>
                    <a:pt x="1352" y="141"/>
                    <a:pt x="1352" y="141"/>
                  </a:cubicBezTo>
                  <a:cubicBezTo>
                    <a:pt x="1348" y="138"/>
                    <a:pt x="1348" y="138"/>
                    <a:pt x="1348" y="138"/>
                  </a:cubicBezTo>
                  <a:cubicBezTo>
                    <a:pt x="1347" y="138"/>
                    <a:pt x="1347" y="138"/>
                    <a:pt x="1347" y="138"/>
                  </a:cubicBezTo>
                  <a:cubicBezTo>
                    <a:pt x="1343" y="135"/>
                    <a:pt x="1343" y="135"/>
                    <a:pt x="1343" y="135"/>
                  </a:cubicBezTo>
                  <a:cubicBezTo>
                    <a:pt x="1342" y="134"/>
                    <a:pt x="1342" y="134"/>
                    <a:pt x="1342" y="134"/>
                  </a:cubicBezTo>
                  <a:cubicBezTo>
                    <a:pt x="1338" y="132"/>
                    <a:pt x="1338" y="132"/>
                    <a:pt x="1338" y="132"/>
                  </a:cubicBezTo>
                  <a:cubicBezTo>
                    <a:pt x="1337" y="131"/>
                    <a:pt x="1337" y="131"/>
                    <a:pt x="1337" y="131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16" y="119"/>
                    <a:pt x="1316" y="119"/>
                    <a:pt x="1316" y="119"/>
                  </a:cubicBezTo>
                  <a:cubicBezTo>
                    <a:pt x="1315" y="119"/>
                    <a:pt x="1315" y="119"/>
                    <a:pt x="1315" y="119"/>
                  </a:cubicBezTo>
                  <a:cubicBezTo>
                    <a:pt x="1311" y="116"/>
                    <a:pt x="1311" y="116"/>
                    <a:pt x="1311" y="116"/>
                  </a:cubicBezTo>
                  <a:cubicBezTo>
                    <a:pt x="1310" y="116"/>
                    <a:pt x="1310" y="116"/>
                    <a:pt x="1310" y="116"/>
                  </a:cubicBezTo>
                  <a:cubicBezTo>
                    <a:pt x="1306" y="114"/>
                    <a:pt x="1306" y="114"/>
                    <a:pt x="1306" y="114"/>
                  </a:cubicBezTo>
                  <a:cubicBezTo>
                    <a:pt x="1305" y="113"/>
                    <a:pt x="1305" y="113"/>
                    <a:pt x="1305" y="113"/>
                  </a:cubicBezTo>
                  <a:cubicBezTo>
                    <a:pt x="1301" y="111"/>
                    <a:pt x="1301" y="111"/>
                    <a:pt x="1301" y="111"/>
                  </a:cubicBezTo>
                  <a:cubicBezTo>
                    <a:pt x="1300" y="110"/>
                    <a:pt x="1300" y="110"/>
                    <a:pt x="1300" y="110"/>
                  </a:cubicBezTo>
                  <a:cubicBezTo>
                    <a:pt x="1296" y="108"/>
                    <a:pt x="1296" y="108"/>
                    <a:pt x="1296" y="108"/>
                  </a:cubicBezTo>
                  <a:cubicBezTo>
                    <a:pt x="1295" y="107"/>
                    <a:pt x="1295" y="107"/>
                    <a:pt x="1295" y="107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89" y="105"/>
                    <a:pt x="1289" y="105"/>
                    <a:pt x="1289" y="105"/>
                  </a:cubicBezTo>
                  <a:cubicBezTo>
                    <a:pt x="1282" y="101"/>
                    <a:pt x="1275" y="97"/>
                    <a:pt x="1268" y="94"/>
                  </a:cubicBezTo>
                  <a:cubicBezTo>
                    <a:pt x="1267" y="93"/>
                    <a:pt x="1267" y="93"/>
                    <a:pt x="1267" y="93"/>
                  </a:cubicBezTo>
                  <a:cubicBezTo>
                    <a:pt x="1263" y="91"/>
                    <a:pt x="1263" y="91"/>
                    <a:pt x="1263" y="91"/>
                  </a:cubicBezTo>
                  <a:cubicBezTo>
                    <a:pt x="1262" y="91"/>
                    <a:pt x="1262" y="91"/>
                    <a:pt x="1262" y="91"/>
                  </a:cubicBezTo>
                  <a:cubicBezTo>
                    <a:pt x="1258" y="89"/>
                    <a:pt x="1258" y="89"/>
                    <a:pt x="1258" y="89"/>
                  </a:cubicBezTo>
                  <a:cubicBezTo>
                    <a:pt x="1256" y="88"/>
                    <a:pt x="1256" y="88"/>
                    <a:pt x="1256" y="88"/>
                  </a:cubicBezTo>
                  <a:cubicBezTo>
                    <a:pt x="1252" y="86"/>
                    <a:pt x="1252" y="86"/>
                    <a:pt x="1252" y="86"/>
                  </a:cubicBezTo>
                  <a:cubicBezTo>
                    <a:pt x="1251" y="86"/>
                    <a:pt x="1251" y="86"/>
                    <a:pt x="1251" y="86"/>
                  </a:cubicBezTo>
                  <a:cubicBezTo>
                    <a:pt x="1247" y="83"/>
                    <a:pt x="1247" y="83"/>
                    <a:pt x="1247" y="83"/>
                  </a:cubicBezTo>
                  <a:cubicBezTo>
                    <a:pt x="1246" y="83"/>
                    <a:pt x="1246" y="83"/>
                    <a:pt x="1246" y="83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35" y="78"/>
                    <a:pt x="1229" y="76"/>
                    <a:pt x="1224" y="73"/>
                  </a:cubicBezTo>
                  <a:cubicBezTo>
                    <a:pt x="1224" y="73"/>
                    <a:pt x="1224" y="73"/>
                    <a:pt x="1224" y="73"/>
                  </a:cubicBezTo>
                  <a:cubicBezTo>
                    <a:pt x="1219" y="71"/>
                    <a:pt x="1219" y="71"/>
                    <a:pt x="1219" y="71"/>
                  </a:cubicBezTo>
                  <a:cubicBezTo>
                    <a:pt x="1218" y="71"/>
                    <a:pt x="1218" y="71"/>
                    <a:pt x="1218" y="71"/>
                  </a:cubicBezTo>
                  <a:cubicBezTo>
                    <a:pt x="1213" y="69"/>
                    <a:pt x="1213" y="69"/>
                    <a:pt x="1213" y="69"/>
                  </a:cubicBezTo>
                  <a:cubicBezTo>
                    <a:pt x="1212" y="68"/>
                    <a:pt x="1212" y="68"/>
                    <a:pt x="1212" y="68"/>
                  </a:cubicBezTo>
                  <a:cubicBezTo>
                    <a:pt x="1208" y="66"/>
                    <a:pt x="1208" y="66"/>
                    <a:pt x="1208" y="66"/>
                  </a:cubicBezTo>
                  <a:cubicBezTo>
                    <a:pt x="1207" y="66"/>
                    <a:pt x="1207" y="66"/>
                    <a:pt x="1207" y="66"/>
                  </a:cubicBezTo>
                  <a:cubicBezTo>
                    <a:pt x="1202" y="64"/>
                    <a:pt x="1202" y="64"/>
                    <a:pt x="1202" y="64"/>
                  </a:cubicBezTo>
                  <a:cubicBezTo>
                    <a:pt x="1201" y="64"/>
                    <a:pt x="1201" y="64"/>
                    <a:pt x="1201" y="64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86" y="58"/>
                    <a:pt x="1177" y="55"/>
                    <a:pt x="1167" y="51"/>
                  </a:cubicBezTo>
                  <a:cubicBezTo>
                    <a:pt x="1166" y="51"/>
                    <a:pt x="1166" y="51"/>
                    <a:pt x="1166" y="51"/>
                  </a:cubicBezTo>
                  <a:cubicBezTo>
                    <a:pt x="1162" y="49"/>
                    <a:pt x="1162" y="49"/>
                    <a:pt x="1162" y="49"/>
                  </a:cubicBezTo>
                  <a:cubicBezTo>
                    <a:pt x="1161" y="49"/>
                    <a:pt x="1161" y="49"/>
                    <a:pt x="1161" y="49"/>
                  </a:cubicBezTo>
                  <a:cubicBezTo>
                    <a:pt x="1156" y="47"/>
                    <a:pt x="1156" y="47"/>
                    <a:pt x="1156" y="47"/>
                  </a:cubicBezTo>
                  <a:cubicBezTo>
                    <a:pt x="1155" y="47"/>
                    <a:pt x="1155" y="47"/>
                    <a:pt x="1155" y="47"/>
                  </a:cubicBezTo>
                  <a:cubicBezTo>
                    <a:pt x="1150" y="45"/>
                    <a:pt x="1150" y="45"/>
                    <a:pt x="1150" y="45"/>
                  </a:cubicBezTo>
                  <a:cubicBezTo>
                    <a:pt x="1149" y="45"/>
                    <a:pt x="1149" y="45"/>
                    <a:pt x="1149" y="45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36" y="41"/>
                    <a:pt x="1128" y="38"/>
                    <a:pt x="1120" y="36"/>
                  </a:cubicBezTo>
                  <a:cubicBezTo>
                    <a:pt x="1120" y="36"/>
                    <a:pt x="1120" y="36"/>
                    <a:pt x="1120" y="36"/>
                  </a:cubicBezTo>
                  <a:cubicBezTo>
                    <a:pt x="1115" y="35"/>
                    <a:pt x="1115" y="35"/>
                    <a:pt x="1115" y="35"/>
                  </a:cubicBezTo>
                  <a:cubicBezTo>
                    <a:pt x="1114" y="34"/>
                    <a:pt x="1114" y="34"/>
                    <a:pt x="1114" y="34"/>
                  </a:cubicBezTo>
                  <a:cubicBezTo>
                    <a:pt x="1109" y="33"/>
                    <a:pt x="1109" y="33"/>
                    <a:pt x="1109" y="33"/>
                  </a:cubicBezTo>
                  <a:cubicBezTo>
                    <a:pt x="1108" y="33"/>
                    <a:pt x="1108" y="33"/>
                    <a:pt x="1108" y="33"/>
                  </a:cubicBezTo>
                  <a:cubicBezTo>
                    <a:pt x="1103" y="31"/>
                    <a:pt x="1103" y="31"/>
                    <a:pt x="1103" y="31"/>
                  </a:cubicBezTo>
                  <a:cubicBezTo>
                    <a:pt x="1102" y="31"/>
                    <a:pt x="1102" y="31"/>
                    <a:pt x="1102" y="31"/>
                  </a:cubicBezTo>
                  <a:cubicBezTo>
                    <a:pt x="1097" y="30"/>
                    <a:pt x="1097" y="30"/>
                    <a:pt x="1097" y="30"/>
                  </a:cubicBezTo>
                  <a:cubicBezTo>
                    <a:pt x="1096" y="29"/>
                    <a:pt x="1096" y="29"/>
                    <a:pt x="1096" y="29"/>
                  </a:cubicBezTo>
                  <a:cubicBezTo>
                    <a:pt x="1091" y="28"/>
                    <a:pt x="1091" y="28"/>
                    <a:pt x="1091" y="28"/>
                  </a:cubicBezTo>
                  <a:cubicBezTo>
                    <a:pt x="1090" y="28"/>
                    <a:pt x="1090" y="28"/>
                    <a:pt x="1090" y="28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79" y="25"/>
                    <a:pt x="1073" y="24"/>
                    <a:pt x="1067" y="22"/>
                  </a:cubicBezTo>
                  <a:cubicBezTo>
                    <a:pt x="1066" y="22"/>
                    <a:pt x="1066" y="22"/>
                    <a:pt x="1066" y="22"/>
                  </a:cubicBezTo>
                  <a:cubicBezTo>
                    <a:pt x="1061" y="21"/>
                    <a:pt x="1061" y="21"/>
                    <a:pt x="1061" y="21"/>
                  </a:cubicBezTo>
                  <a:cubicBezTo>
                    <a:pt x="1059" y="21"/>
                    <a:pt x="1059" y="21"/>
                    <a:pt x="1059" y="21"/>
                  </a:cubicBezTo>
                  <a:cubicBezTo>
                    <a:pt x="1055" y="20"/>
                    <a:pt x="1055" y="20"/>
                    <a:pt x="1055" y="20"/>
                  </a:cubicBezTo>
                  <a:cubicBezTo>
                    <a:pt x="1053" y="19"/>
                    <a:pt x="1053" y="19"/>
                    <a:pt x="1053" y="19"/>
                  </a:cubicBezTo>
                  <a:cubicBezTo>
                    <a:pt x="1049" y="19"/>
                    <a:pt x="1049" y="19"/>
                    <a:pt x="1049" y="19"/>
                  </a:cubicBezTo>
                  <a:cubicBezTo>
                    <a:pt x="1047" y="18"/>
                    <a:pt x="1047" y="18"/>
                    <a:pt x="1047" y="18"/>
                  </a:cubicBezTo>
                  <a:cubicBezTo>
                    <a:pt x="1043" y="17"/>
                    <a:pt x="1043" y="17"/>
                    <a:pt x="1043" y="17"/>
                  </a:cubicBezTo>
                  <a:cubicBezTo>
                    <a:pt x="1041" y="17"/>
                    <a:pt x="1041" y="17"/>
                    <a:pt x="1041" y="17"/>
                  </a:cubicBezTo>
                  <a:cubicBezTo>
                    <a:pt x="1037" y="16"/>
                    <a:pt x="1037" y="16"/>
                    <a:pt x="1037" y="16"/>
                  </a:cubicBezTo>
                  <a:cubicBezTo>
                    <a:pt x="1035" y="16"/>
                    <a:pt x="1035" y="16"/>
                    <a:pt x="1035" y="16"/>
                  </a:cubicBezTo>
                  <a:cubicBezTo>
                    <a:pt x="1031" y="15"/>
                    <a:pt x="1031" y="15"/>
                    <a:pt x="1031" y="15"/>
                  </a:cubicBezTo>
                  <a:cubicBezTo>
                    <a:pt x="1030" y="15"/>
                    <a:pt x="1030" y="15"/>
                    <a:pt x="1030" y="15"/>
                  </a:cubicBezTo>
                  <a:cubicBezTo>
                    <a:pt x="1024" y="14"/>
                    <a:pt x="1024" y="14"/>
                    <a:pt x="1024" y="14"/>
                  </a:cubicBezTo>
                  <a:cubicBezTo>
                    <a:pt x="1023" y="14"/>
                    <a:pt x="1023" y="14"/>
                    <a:pt x="1023" y="14"/>
                  </a:cubicBezTo>
                  <a:cubicBezTo>
                    <a:pt x="975" y="5"/>
                    <a:pt x="926" y="1"/>
                    <a:pt x="876" y="0"/>
                  </a:cubicBezTo>
                  <a:cubicBezTo>
                    <a:pt x="868" y="0"/>
                    <a:pt x="868" y="0"/>
                    <a:pt x="868" y="0"/>
                  </a:cubicBezTo>
                  <a:cubicBezTo>
                    <a:pt x="590" y="0"/>
                    <a:pt x="341" y="126"/>
                    <a:pt x="175" y="323"/>
                  </a:cubicBezTo>
                  <a:cubicBezTo>
                    <a:pt x="158" y="344"/>
                    <a:pt x="149" y="358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50" y="375"/>
                    <a:pt x="159" y="379"/>
                    <a:pt x="178" y="379"/>
                  </a:cubicBezTo>
                  <a:cubicBezTo>
                    <a:pt x="559" y="379"/>
                    <a:pt x="559" y="379"/>
                    <a:pt x="559" y="379"/>
                  </a:cubicBezTo>
                  <a:cubicBezTo>
                    <a:pt x="1261" y="379"/>
                    <a:pt x="1261" y="379"/>
                    <a:pt x="1261" y="379"/>
                  </a:cubicBezTo>
                  <a:cubicBezTo>
                    <a:pt x="1269" y="379"/>
                    <a:pt x="1278" y="382"/>
                    <a:pt x="1287" y="387"/>
                  </a:cubicBezTo>
                  <a:cubicBezTo>
                    <a:pt x="1294" y="391"/>
                    <a:pt x="1300" y="396"/>
                    <a:pt x="1304" y="402"/>
                  </a:cubicBezTo>
                  <a:cubicBezTo>
                    <a:pt x="1452" y="634"/>
                    <a:pt x="1452" y="634"/>
                    <a:pt x="1452" y="634"/>
                  </a:cubicBezTo>
                  <a:cubicBezTo>
                    <a:pt x="1455" y="638"/>
                    <a:pt x="1457" y="643"/>
                    <a:pt x="1459" y="648"/>
                  </a:cubicBezTo>
                  <a:cubicBezTo>
                    <a:pt x="1461" y="655"/>
                    <a:pt x="1461" y="655"/>
                    <a:pt x="1461" y="655"/>
                  </a:cubicBezTo>
                  <a:cubicBezTo>
                    <a:pt x="1461" y="656"/>
                    <a:pt x="1461" y="656"/>
                    <a:pt x="1461" y="656"/>
                  </a:cubicBezTo>
                  <a:cubicBezTo>
                    <a:pt x="1461" y="657"/>
                    <a:pt x="1461" y="657"/>
                    <a:pt x="1461" y="657"/>
                  </a:cubicBezTo>
                  <a:cubicBezTo>
                    <a:pt x="1463" y="664"/>
                    <a:pt x="1463" y="671"/>
                    <a:pt x="1463" y="677"/>
                  </a:cubicBezTo>
                  <a:cubicBezTo>
                    <a:pt x="1462" y="685"/>
                    <a:pt x="1462" y="685"/>
                    <a:pt x="1462" y="685"/>
                  </a:cubicBezTo>
                  <a:cubicBezTo>
                    <a:pt x="1372" y="1125"/>
                    <a:pt x="1372" y="1125"/>
                    <a:pt x="1372" y="1125"/>
                  </a:cubicBezTo>
                  <a:cubicBezTo>
                    <a:pt x="1322" y="1367"/>
                    <a:pt x="1322" y="1367"/>
                    <a:pt x="1322" y="1367"/>
                  </a:cubicBezTo>
                  <a:cubicBezTo>
                    <a:pt x="1319" y="1383"/>
                    <a:pt x="1304" y="1395"/>
                    <a:pt x="1289" y="1395"/>
                  </a:cubicBezTo>
                  <a:cubicBezTo>
                    <a:pt x="1046" y="1395"/>
                    <a:pt x="1046" y="1395"/>
                    <a:pt x="1046" y="1395"/>
                  </a:cubicBezTo>
                  <a:cubicBezTo>
                    <a:pt x="1030" y="1395"/>
                    <a:pt x="1011" y="1384"/>
                    <a:pt x="1002" y="1371"/>
                  </a:cubicBezTo>
                  <a:cubicBezTo>
                    <a:pt x="705" y="923"/>
                    <a:pt x="705" y="923"/>
                    <a:pt x="705" y="923"/>
                  </a:cubicBezTo>
                  <a:cubicBezTo>
                    <a:pt x="684" y="1030"/>
                    <a:pt x="684" y="1030"/>
                    <a:pt x="684" y="1030"/>
                  </a:cubicBezTo>
                  <a:cubicBezTo>
                    <a:pt x="615" y="1368"/>
                    <a:pt x="615" y="1368"/>
                    <a:pt x="615" y="1368"/>
                  </a:cubicBezTo>
                  <a:cubicBezTo>
                    <a:pt x="613" y="1380"/>
                    <a:pt x="602" y="1391"/>
                    <a:pt x="590" y="1394"/>
                  </a:cubicBezTo>
                  <a:cubicBezTo>
                    <a:pt x="590" y="1394"/>
                    <a:pt x="590" y="1394"/>
                    <a:pt x="590" y="1394"/>
                  </a:cubicBezTo>
                  <a:cubicBezTo>
                    <a:pt x="590" y="1395"/>
                    <a:pt x="590" y="1395"/>
                    <a:pt x="590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2" y="1396"/>
                    <a:pt x="582" y="1396"/>
                    <a:pt x="582" y="1396"/>
                  </a:cubicBezTo>
                  <a:cubicBezTo>
                    <a:pt x="581" y="1396"/>
                    <a:pt x="581" y="1396"/>
                    <a:pt x="581" y="1396"/>
                  </a:cubicBezTo>
                  <a:cubicBezTo>
                    <a:pt x="553" y="1396"/>
                    <a:pt x="553" y="1396"/>
                    <a:pt x="553" y="1396"/>
                  </a:cubicBezTo>
                  <a:cubicBezTo>
                    <a:pt x="403" y="1396"/>
                    <a:pt x="403" y="1396"/>
                    <a:pt x="403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1" y="1394"/>
                    <a:pt x="384" y="1389"/>
                    <a:pt x="382" y="1382"/>
                  </a:cubicBezTo>
                  <a:cubicBezTo>
                    <a:pt x="382" y="1382"/>
                    <a:pt x="382" y="1382"/>
                    <a:pt x="382" y="1382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1" y="1368"/>
                    <a:pt x="381" y="1368"/>
                    <a:pt x="381" y="1368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10" y="733"/>
                    <a:pt x="510" y="733"/>
                    <a:pt x="510" y="733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6" y="720"/>
                    <a:pt x="516" y="720"/>
                    <a:pt x="516" y="720"/>
                  </a:cubicBezTo>
                  <a:cubicBezTo>
                    <a:pt x="517" y="719"/>
                    <a:pt x="517" y="719"/>
                    <a:pt x="517" y="719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43" y="705"/>
                    <a:pt x="543" y="705"/>
                    <a:pt x="543" y="705"/>
                  </a:cubicBezTo>
                  <a:cubicBezTo>
                    <a:pt x="544" y="705"/>
                    <a:pt x="544" y="705"/>
                    <a:pt x="544" y="705"/>
                  </a:cubicBezTo>
                  <a:cubicBezTo>
                    <a:pt x="555" y="705"/>
                    <a:pt x="555" y="705"/>
                    <a:pt x="555" y="705"/>
                  </a:cubicBezTo>
                  <a:cubicBezTo>
                    <a:pt x="557" y="705"/>
                    <a:pt x="557" y="705"/>
                    <a:pt x="557" y="705"/>
                  </a:cubicBezTo>
                  <a:cubicBezTo>
                    <a:pt x="786" y="705"/>
                    <a:pt x="786" y="705"/>
                    <a:pt x="786" y="705"/>
                  </a:cubicBezTo>
                  <a:cubicBezTo>
                    <a:pt x="802" y="705"/>
                    <a:pt x="821" y="716"/>
                    <a:pt x="829" y="729"/>
                  </a:cubicBezTo>
                  <a:cubicBezTo>
                    <a:pt x="1127" y="1178"/>
                    <a:pt x="1127" y="1178"/>
                    <a:pt x="1127" y="1178"/>
                  </a:cubicBezTo>
                  <a:cubicBezTo>
                    <a:pt x="1244" y="590"/>
                    <a:pt x="1244" y="590"/>
                    <a:pt x="1244" y="590"/>
                  </a:cubicBezTo>
                  <a:cubicBezTo>
                    <a:pt x="557" y="590"/>
                    <a:pt x="557" y="590"/>
                    <a:pt x="557" y="590"/>
                  </a:cubicBezTo>
                  <a:cubicBezTo>
                    <a:pt x="555" y="590"/>
                    <a:pt x="555" y="590"/>
                    <a:pt x="555" y="590"/>
                  </a:cubicBezTo>
                  <a:cubicBezTo>
                    <a:pt x="475" y="590"/>
                    <a:pt x="475" y="590"/>
                    <a:pt x="475" y="590"/>
                  </a:cubicBezTo>
                  <a:cubicBezTo>
                    <a:pt x="435" y="590"/>
                    <a:pt x="395" y="593"/>
                    <a:pt x="357" y="600"/>
                  </a:cubicBezTo>
                  <a:cubicBezTo>
                    <a:pt x="162" y="632"/>
                    <a:pt x="0" y="756"/>
                    <a:pt x="0" y="1037"/>
                  </a:cubicBezTo>
                  <a:cubicBezTo>
                    <a:pt x="0" y="1321"/>
                    <a:pt x="239" y="1662"/>
                    <a:pt x="616" y="1772"/>
                  </a:cubicBezTo>
                  <a:cubicBezTo>
                    <a:pt x="694" y="1794"/>
                    <a:pt x="779" y="1807"/>
                    <a:pt x="868" y="1807"/>
                  </a:cubicBezTo>
                  <a:cubicBezTo>
                    <a:pt x="873" y="1807"/>
                    <a:pt x="873" y="1807"/>
                    <a:pt x="873" y="1807"/>
                  </a:cubicBezTo>
                  <a:cubicBezTo>
                    <a:pt x="1020" y="1806"/>
                    <a:pt x="1158" y="1770"/>
                    <a:pt x="1280" y="1707"/>
                  </a:cubicBezTo>
                  <a:cubicBezTo>
                    <a:pt x="1285" y="1705"/>
                    <a:pt x="1285" y="1705"/>
                    <a:pt x="1285" y="1705"/>
                  </a:cubicBezTo>
                  <a:cubicBezTo>
                    <a:pt x="1286" y="1704"/>
                    <a:pt x="1286" y="1704"/>
                    <a:pt x="1286" y="1704"/>
                  </a:cubicBezTo>
                  <a:cubicBezTo>
                    <a:pt x="1291" y="1702"/>
                    <a:pt x="1291" y="1702"/>
                    <a:pt x="1291" y="1702"/>
                  </a:cubicBezTo>
                  <a:cubicBezTo>
                    <a:pt x="1292" y="1701"/>
                    <a:pt x="1292" y="1701"/>
                    <a:pt x="1292" y="1701"/>
                  </a:cubicBezTo>
                  <a:cubicBezTo>
                    <a:pt x="1295" y="1699"/>
                    <a:pt x="1295" y="1699"/>
                    <a:pt x="1295" y="1699"/>
                  </a:cubicBezTo>
                  <a:cubicBezTo>
                    <a:pt x="1297" y="1698"/>
                    <a:pt x="1297" y="1698"/>
                    <a:pt x="1297" y="1698"/>
                  </a:cubicBezTo>
                  <a:cubicBezTo>
                    <a:pt x="1301" y="1696"/>
                    <a:pt x="1301" y="1696"/>
                    <a:pt x="1301" y="1696"/>
                  </a:cubicBezTo>
                  <a:cubicBezTo>
                    <a:pt x="1302" y="1695"/>
                    <a:pt x="1302" y="1695"/>
                    <a:pt x="1302" y="1695"/>
                  </a:cubicBezTo>
                  <a:cubicBezTo>
                    <a:pt x="1306" y="1693"/>
                    <a:pt x="1306" y="1693"/>
                    <a:pt x="1306" y="1693"/>
                  </a:cubicBezTo>
                  <a:cubicBezTo>
                    <a:pt x="1307" y="1693"/>
                    <a:pt x="1307" y="1693"/>
                    <a:pt x="1307" y="1693"/>
                  </a:cubicBezTo>
                  <a:cubicBezTo>
                    <a:pt x="1311" y="1690"/>
                    <a:pt x="1311" y="1690"/>
                    <a:pt x="1311" y="1690"/>
                  </a:cubicBezTo>
                  <a:cubicBezTo>
                    <a:pt x="1313" y="1689"/>
                    <a:pt x="1313" y="1689"/>
                    <a:pt x="1313" y="1689"/>
                  </a:cubicBezTo>
                  <a:cubicBezTo>
                    <a:pt x="1317" y="1687"/>
                    <a:pt x="1317" y="1687"/>
                    <a:pt x="1317" y="1687"/>
                  </a:cubicBezTo>
                  <a:cubicBezTo>
                    <a:pt x="1318" y="1687"/>
                    <a:pt x="1318" y="1687"/>
                    <a:pt x="1318" y="1687"/>
                  </a:cubicBezTo>
                  <a:cubicBezTo>
                    <a:pt x="1322" y="1684"/>
                    <a:pt x="1322" y="1684"/>
                    <a:pt x="1322" y="1684"/>
                  </a:cubicBezTo>
                  <a:cubicBezTo>
                    <a:pt x="1323" y="1684"/>
                    <a:pt x="1323" y="1684"/>
                    <a:pt x="1323" y="1684"/>
                  </a:cubicBezTo>
                  <a:cubicBezTo>
                    <a:pt x="1327" y="1681"/>
                    <a:pt x="1327" y="1681"/>
                    <a:pt x="1327" y="1681"/>
                  </a:cubicBezTo>
                  <a:cubicBezTo>
                    <a:pt x="1329" y="1680"/>
                    <a:pt x="1329" y="1680"/>
                    <a:pt x="1329" y="1680"/>
                  </a:cubicBezTo>
                  <a:cubicBezTo>
                    <a:pt x="1332" y="1678"/>
                    <a:pt x="1332" y="1678"/>
                    <a:pt x="1332" y="1678"/>
                  </a:cubicBezTo>
                  <a:cubicBezTo>
                    <a:pt x="1333" y="1677"/>
                    <a:pt x="1333" y="1677"/>
                    <a:pt x="1333" y="1677"/>
                  </a:cubicBezTo>
                  <a:cubicBezTo>
                    <a:pt x="1338" y="1675"/>
                    <a:pt x="1338" y="1675"/>
                    <a:pt x="1338" y="1675"/>
                  </a:cubicBezTo>
                  <a:cubicBezTo>
                    <a:pt x="1339" y="1674"/>
                    <a:pt x="1339" y="1674"/>
                    <a:pt x="1339" y="1674"/>
                  </a:cubicBezTo>
                  <a:cubicBezTo>
                    <a:pt x="1343" y="1672"/>
                    <a:pt x="1343" y="1672"/>
                    <a:pt x="1343" y="1672"/>
                  </a:cubicBezTo>
                  <a:cubicBezTo>
                    <a:pt x="1343" y="1671"/>
                    <a:pt x="1343" y="1671"/>
                    <a:pt x="1343" y="1671"/>
                  </a:cubicBezTo>
                  <a:cubicBezTo>
                    <a:pt x="1348" y="1669"/>
                    <a:pt x="1348" y="1669"/>
                    <a:pt x="1348" y="1669"/>
                  </a:cubicBezTo>
                  <a:cubicBezTo>
                    <a:pt x="1349" y="1668"/>
                    <a:pt x="1349" y="1668"/>
                    <a:pt x="1349" y="1668"/>
                  </a:cubicBezTo>
                  <a:cubicBezTo>
                    <a:pt x="1353" y="1665"/>
                    <a:pt x="1353" y="1665"/>
                    <a:pt x="1353" y="1665"/>
                  </a:cubicBezTo>
                  <a:cubicBezTo>
                    <a:pt x="1354" y="1665"/>
                    <a:pt x="1354" y="1665"/>
                    <a:pt x="1354" y="1665"/>
                  </a:cubicBezTo>
                  <a:cubicBezTo>
                    <a:pt x="1358" y="1662"/>
                    <a:pt x="1358" y="1662"/>
                    <a:pt x="1358" y="1662"/>
                  </a:cubicBezTo>
                  <a:cubicBezTo>
                    <a:pt x="1359" y="1661"/>
                    <a:pt x="1359" y="1661"/>
                    <a:pt x="1359" y="1661"/>
                  </a:cubicBezTo>
                  <a:cubicBezTo>
                    <a:pt x="1363" y="1659"/>
                    <a:pt x="1363" y="1659"/>
                    <a:pt x="1363" y="1659"/>
                  </a:cubicBezTo>
                  <a:cubicBezTo>
                    <a:pt x="1364" y="1658"/>
                    <a:pt x="1364" y="1658"/>
                    <a:pt x="1364" y="1658"/>
                  </a:cubicBezTo>
                  <a:cubicBezTo>
                    <a:pt x="1368" y="1655"/>
                    <a:pt x="1368" y="1655"/>
                    <a:pt x="1368" y="1655"/>
                  </a:cubicBezTo>
                  <a:cubicBezTo>
                    <a:pt x="1369" y="1655"/>
                    <a:pt x="1369" y="1655"/>
                    <a:pt x="1369" y="1655"/>
                  </a:cubicBezTo>
                  <a:cubicBezTo>
                    <a:pt x="1373" y="1652"/>
                    <a:pt x="1373" y="1652"/>
                    <a:pt x="1373" y="1652"/>
                  </a:cubicBezTo>
                  <a:cubicBezTo>
                    <a:pt x="1374" y="1651"/>
                    <a:pt x="1374" y="1651"/>
                    <a:pt x="1374" y="1651"/>
                  </a:cubicBezTo>
                  <a:cubicBezTo>
                    <a:pt x="1378" y="1648"/>
                    <a:pt x="1378" y="1648"/>
                    <a:pt x="1378" y="1648"/>
                  </a:cubicBezTo>
                  <a:cubicBezTo>
                    <a:pt x="1379" y="1648"/>
                    <a:pt x="1379" y="1648"/>
                    <a:pt x="1379" y="1648"/>
                  </a:cubicBezTo>
                  <a:cubicBezTo>
                    <a:pt x="1383" y="1645"/>
                    <a:pt x="1383" y="1645"/>
                    <a:pt x="1383" y="1645"/>
                  </a:cubicBezTo>
                  <a:cubicBezTo>
                    <a:pt x="1384" y="1645"/>
                    <a:pt x="1384" y="1645"/>
                    <a:pt x="1384" y="1645"/>
                  </a:cubicBezTo>
                  <a:cubicBezTo>
                    <a:pt x="1388" y="1642"/>
                    <a:pt x="1388" y="1642"/>
                    <a:pt x="1388" y="1642"/>
                  </a:cubicBezTo>
                  <a:cubicBezTo>
                    <a:pt x="1389" y="1641"/>
                    <a:pt x="1389" y="1641"/>
                    <a:pt x="1389" y="1641"/>
                  </a:cubicBezTo>
                  <a:cubicBezTo>
                    <a:pt x="1393" y="1638"/>
                    <a:pt x="1393" y="1638"/>
                    <a:pt x="1393" y="1638"/>
                  </a:cubicBezTo>
                  <a:cubicBezTo>
                    <a:pt x="1394" y="1638"/>
                    <a:pt x="1394" y="1638"/>
                    <a:pt x="1394" y="1638"/>
                  </a:cubicBezTo>
                  <a:cubicBezTo>
                    <a:pt x="1398" y="1635"/>
                    <a:pt x="1398" y="1635"/>
                    <a:pt x="1398" y="1635"/>
                  </a:cubicBezTo>
                  <a:cubicBezTo>
                    <a:pt x="1399" y="1634"/>
                    <a:pt x="1399" y="1634"/>
                    <a:pt x="1399" y="1634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8" y="1628"/>
                    <a:pt x="1408" y="1628"/>
                    <a:pt x="1408" y="1628"/>
                  </a:cubicBezTo>
                  <a:cubicBezTo>
                    <a:pt x="1408" y="1627"/>
                    <a:pt x="1408" y="1627"/>
                    <a:pt x="1408" y="1627"/>
                  </a:cubicBezTo>
                  <a:cubicBezTo>
                    <a:pt x="1417" y="1620"/>
                    <a:pt x="1417" y="1620"/>
                    <a:pt x="1417" y="1620"/>
                  </a:cubicBezTo>
                  <a:cubicBezTo>
                    <a:pt x="1418" y="1620"/>
                    <a:pt x="1418" y="1620"/>
                    <a:pt x="1418" y="1620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74" y="1573"/>
                    <a:pt x="1485" y="1563"/>
                    <a:pt x="1495" y="1554"/>
                  </a:cubicBezTo>
                  <a:cubicBezTo>
                    <a:pt x="1495" y="1553"/>
                    <a:pt x="1495" y="1553"/>
                    <a:pt x="1495" y="1553"/>
                  </a:cubicBezTo>
                  <a:cubicBezTo>
                    <a:pt x="1503" y="1545"/>
                    <a:pt x="1503" y="1545"/>
                    <a:pt x="1503" y="1545"/>
                  </a:cubicBezTo>
                  <a:cubicBezTo>
                    <a:pt x="1504" y="1545"/>
                    <a:pt x="1504" y="1545"/>
                    <a:pt x="1504" y="1545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12" y="1537"/>
                    <a:pt x="1512" y="1537"/>
                    <a:pt x="1512" y="1537"/>
                  </a:cubicBezTo>
                  <a:cubicBezTo>
                    <a:pt x="1512" y="1536"/>
                    <a:pt x="1512" y="1536"/>
                    <a:pt x="1512" y="1536"/>
                  </a:cubicBezTo>
                  <a:cubicBezTo>
                    <a:pt x="1516" y="1533"/>
                    <a:pt x="1516" y="1533"/>
                    <a:pt x="1516" y="1533"/>
                  </a:cubicBezTo>
                  <a:cubicBezTo>
                    <a:pt x="1516" y="1532"/>
                    <a:pt x="1516" y="1532"/>
                    <a:pt x="1516" y="1532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4" y="1524"/>
                    <a:pt x="1524" y="1524"/>
                    <a:pt x="1524" y="1524"/>
                  </a:cubicBezTo>
                  <a:cubicBezTo>
                    <a:pt x="1525" y="1523"/>
                    <a:pt x="1525" y="1523"/>
                    <a:pt x="1525" y="1523"/>
                  </a:cubicBezTo>
                  <a:cubicBezTo>
                    <a:pt x="1528" y="1519"/>
                    <a:pt x="1528" y="1519"/>
                    <a:pt x="1528" y="1519"/>
                  </a:cubicBezTo>
                  <a:cubicBezTo>
                    <a:pt x="1529" y="1519"/>
                    <a:pt x="1529" y="1519"/>
                    <a:pt x="1529" y="1519"/>
                  </a:cubicBezTo>
                  <a:cubicBezTo>
                    <a:pt x="1532" y="1516"/>
                    <a:pt x="1532" y="1516"/>
                    <a:pt x="1532" y="1516"/>
                  </a:cubicBezTo>
                  <a:cubicBezTo>
                    <a:pt x="1533" y="1514"/>
                    <a:pt x="1533" y="1514"/>
                    <a:pt x="1533" y="1514"/>
                  </a:cubicBezTo>
                  <a:cubicBezTo>
                    <a:pt x="1536" y="1511"/>
                    <a:pt x="1536" y="1511"/>
                    <a:pt x="1536" y="1511"/>
                  </a:cubicBezTo>
                  <a:cubicBezTo>
                    <a:pt x="1538" y="1509"/>
                    <a:pt x="1538" y="1509"/>
                    <a:pt x="1538" y="1509"/>
                  </a:cubicBezTo>
                  <a:cubicBezTo>
                    <a:pt x="1539" y="1507"/>
                    <a:pt x="1539" y="1507"/>
                    <a:pt x="1539" y="1507"/>
                  </a:cubicBezTo>
                  <a:cubicBezTo>
                    <a:pt x="1543" y="1504"/>
                    <a:pt x="1543" y="1504"/>
                    <a:pt x="1543" y="1504"/>
                  </a:cubicBezTo>
                  <a:cubicBezTo>
                    <a:pt x="1544" y="1502"/>
                    <a:pt x="1544" y="1502"/>
                    <a:pt x="1544" y="1502"/>
                  </a:cubicBezTo>
                  <a:cubicBezTo>
                    <a:pt x="1546" y="1500"/>
                    <a:pt x="1546" y="1500"/>
                    <a:pt x="1546" y="1500"/>
                  </a:cubicBezTo>
                  <a:cubicBezTo>
                    <a:pt x="1547" y="1499"/>
                    <a:pt x="1547" y="1499"/>
                    <a:pt x="1547" y="1499"/>
                  </a:cubicBezTo>
                  <a:cubicBezTo>
                    <a:pt x="1655" y="1376"/>
                    <a:pt x="1730" y="1224"/>
                    <a:pt x="1758" y="1056"/>
                  </a:cubicBezTo>
                  <a:cubicBezTo>
                    <a:pt x="1758" y="1056"/>
                    <a:pt x="1758" y="1056"/>
                    <a:pt x="1758" y="1056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1" y="1037"/>
                    <a:pt x="1761" y="1037"/>
                    <a:pt x="1761" y="1037"/>
                  </a:cubicBezTo>
                  <a:cubicBezTo>
                    <a:pt x="1761" y="1036"/>
                    <a:pt x="1761" y="1036"/>
                    <a:pt x="1761" y="1036"/>
                  </a:cubicBezTo>
                  <a:cubicBezTo>
                    <a:pt x="1762" y="1033"/>
                    <a:pt x="1762" y="1033"/>
                    <a:pt x="1762" y="1033"/>
                  </a:cubicBezTo>
                  <a:cubicBezTo>
                    <a:pt x="1762" y="1032"/>
                    <a:pt x="1762" y="1032"/>
                    <a:pt x="1762" y="1032"/>
                  </a:cubicBezTo>
                  <a:cubicBezTo>
                    <a:pt x="1762" y="1029"/>
                    <a:pt x="1762" y="1029"/>
                    <a:pt x="1762" y="1029"/>
                  </a:cubicBezTo>
                  <a:cubicBezTo>
                    <a:pt x="1763" y="1028"/>
                    <a:pt x="1763" y="1028"/>
                    <a:pt x="1763" y="1028"/>
                  </a:cubicBezTo>
                  <a:cubicBezTo>
                    <a:pt x="1763" y="1025"/>
                    <a:pt x="1763" y="1025"/>
                    <a:pt x="1763" y="1025"/>
                  </a:cubicBezTo>
                  <a:cubicBezTo>
                    <a:pt x="1763" y="1024"/>
                    <a:pt x="1763" y="1024"/>
                    <a:pt x="1763" y="1024"/>
                  </a:cubicBezTo>
                  <a:cubicBezTo>
                    <a:pt x="1764" y="1014"/>
                    <a:pt x="1764" y="1014"/>
                    <a:pt x="1764" y="1014"/>
                  </a:cubicBezTo>
                  <a:cubicBezTo>
                    <a:pt x="1765" y="1012"/>
                    <a:pt x="1765" y="1012"/>
                    <a:pt x="1765" y="1012"/>
                  </a:cubicBezTo>
                  <a:cubicBezTo>
                    <a:pt x="1765" y="1010"/>
                    <a:pt x="1765" y="1010"/>
                    <a:pt x="1765" y="1010"/>
                  </a:cubicBezTo>
                  <a:cubicBezTo>
                    <a:pt x="1765" y="1008"/>
                    <a:pt x="1765" y="1008"/>
                    <a:pt x="1765" y="1008"/>
                  </a:cubicBezTo>
                  <a:cubicBezTo>
                    <a:pt x="1765" y="1005"/>
                    <a:pt x="1765" y="1005"/>
                    <a:pt x="1765" y="1005"/>
                  </a:cubicBezTo>
                  <a:cubicBezTo>
                    <a:pt x="1766" y="1004"/>
                    <a:pt x="1766" y="1004"/>
                    <a:pt x="1766" y="1004"/>
                  </a:cubicBezTo>
                  <a:cubicBezTo>
                    <a:pt x="1766" y="1001"/>
                    <a:pt x="1766" y="1001"/>
                    <a:pt x="1766" y="1001"/>
                  </a:cubicBezTo>
                  <a:cubicBezTo>
                    <a:pt x="1766" y="999"/>
                    <a:pt x="1766" y="999"/>
                    <a:pt x="1766" y="999"/>
                  </a:cubicBezTo>
                  <a:cubicBezTo>
                    <a:pt x="1767" y="994"/>
                    <a:pt x="1767" y="994"/>
                    <a:pt x="1767" y="994"/>
                  </a:cubicBezTo>
                  <a:cubicBezTo>
                    <a:pt x="1767" y="993"/>
                    <a:pt x="1767" y="993"/>
                    <a:pt x="1767" y="993"/>
                  </a:cubicBezTo>
                  <a:cubicBezTo>
                    <a:pt x="1767" y="990"/>
                    <a:pt x="1767" y="990"/>
                    <a:pt x="1767" y="990"/>
                  </a:cubicBezTo>
                  <a:cubicBezTo>
                    <a:pt x="1767" y="988"/>
                    <a:pt x="1767" y="988"/>
                    <a:pt x="1767" y="988"/>
                  </a:cubicBezTo>
                  <a:cubicBezTo>
                    <a:pt x="1767" y="986"/>
                    <a:pt x="1767" y="986"/>
                    <a:pt x="1767" y="986"/>
                  </a:cubicBezTo>
                  <a:cubicBezTo>
                    <a:pt x="1768" y="984"/>
                    <a:pt x="1768" y="984"/>
                    <a:pt x="1768" y="984"/>
                  </a:cubicBezTo>
                  <a:cubicBezTo>
                    <a:pt x="1768" y="981"/>
                    <a:pt x="1768" y="981"/>
                    <a:pt x="1768" y="981"/>
                  </a:cubicBezTo>
                  <a:cubicBezTo>
                    <a:pt x="1768" y="979"/>
                    <a:pt x="1768" y="979"/>
                    <a:pt x="1768" y="979"/>
                  </a:cubicBezTo>
                  <a:cubicBezTo>
                    <a:pt x="1768" y="977"/>
                    <a:pt x="1768" y="977"/>
                    <a:pt x="1768" y="977"/>
                  </a:cubicBezTo>
                  <a:cubicBezTo>
                    <a:pt x="1768" y="974"/>
                    <a:pt x="1768" y="974"/>
                    <a:pt x="1768" y="974"/>
                  </a:cubicBezTo>
                  <a:cubicBezTo>
                    <a:pt x="1769" y="971"/>
                    <a:pt x="1769" y="971"/>
                    <a:pt x="1769" y="971"/>
                  </a:cubicBezTo>
                  <a:cubicBezTo>
                    <a:pt x="1769" y="968"/>
                    <a:pt x="1769" y="968"/>
                    <a:pt x="1769" y="968"/>
                  </a:cubicBezTo>
                  <a:cubicBezTo>
                    <a:pt x="1769" y="966"/>
                    <a:pt x="1769" y="966"/>
                    <a:pt x="1769" y="966"/>
                  </a:cubicBezTo>
                  <a:cubicBezTo>
                    <a:pt x="1769" y="964"/>
                    <a:pt x="1769" y="964"/>
                    <a:pt x="1769" y="964"/>
                  </a:cubicBezTo>
                  <a:cubicBezTo>
                    <a:pt x="1769" y="962"/>
                    <a:pt x="1769" y="962"/>
                    <a:pt x="1769" y="962"/>
                  </a:cubicBezTo>
                  <a:cubicBezTo>
                    <a:pt x="1769" y="959"/>
                    <a:pt x="1769" y="959"/>
                    <a:pt x="1769" y="959"/>
                  </a:cubicBezTo>
                  <a:cubicBezTo>
                    <a:pt x="1769" y="957"/>
                    <a:pt x="1769" y="957"/>
                    <a:pt x="1769" y="957"/>
                  </a:cubicBezTo>
                  <a:cubicBezTo>
                    <a:pt x="1770" y="954"/>
                    <a:pt x="1770" y="954"/>
                    <a:pt x="1770" y="954"/>
                  </a:cubicBezTo>
                  <a:cubicBezTo>
                    <a:pt x="1770" y="953"/>
                    <a:pt x="1770" y="953"/>
                    <a:pt x="1770" y="953"/>
                  </a:cubicBezTo>
                  <a:cubicBezTo>
                    <a:pt x="1770" y="948"/>
                    <a:pt x="1770" y="948"/>
                    <a:pt x="1770" y="948"/>
                  </a:cubicBezTo>
                  <a:cubicBezTo>
                    <a:pt x="1770" y="947"/>
                    <a:pt x="1770" y="947"/>
                    <a:pt x="1770" y="947"/>
                  </a:cubicBezTo>
                  <a:cubicBezTo>
                    <a:pt x="1770" y="944"/>
                    <a:pt x="1770" y="944"/>
                    <a:pt x="1770" y="944"/>
                  </a:cubicBezTo>
                  <a:cubicBezTo>
                    <a:pt x="1770" y="942"/>
                    <a:pt x="1770" y="942"/>
                    <a:pt x="1770" y="942"/>
                  </a:cubicBezTo>
                  <a:cubicBezTo>
                    <a:pt x="1770" y="939"/>
                    <a:pt x="1770" y="939"/>
                    <a:pt x="1770" y="939"/>
                  </a:cubicBezTo>
                  <a:cubicBezTo>
                    <a:pt x="1771" y="937"/>
                    <a:pt x="1771" y="937"/>
                    <a:pt x="1771" y="937"/>
                  </a:cubicBezTo>
                  <a:cubicBezTo>
                    <a:pt x="1771" y="934"/>
                    <a:pt x="1771" y="934"/>
                    <a:pt x="1771" y="934"/>
                  </a:cubicBezTo>
                  <a:cubicBezTo>
                    <a:pt x="1771" y="933"/>
                    <a:pt x="1771" y="933"/>
                    <a:pt x="1771" y="933"/>
                  </a:cubicBezTo>
                  <a:cubicBezTo>
                    <a:pt x="1771" y="929"/>
                    <a:pt x="1771" y="929"/>
                    <a:pt x="1771" y="929"/>
                  </a:cubicBezTo>
                  <a:cubicBezTo>
                    <a:pt x="1771" y="928"/>
                    <a:pt x="1771" y="928"/>
                    <a:pt x="1771" y="928"/>
                  </a:cubicBezTo>
                  <a:cubicBezTo>
                    <a:pt x="1771" y="924"/>
                    <a:pt x="1771" y="924"/>
                    <a:pt x="1771" y="924"/>
                  </a:cubicBezTo>
                  <a:cubicBezTo>
                    <a:pt x="1771" y="922"/>
                    <a:pt x="1771" y="922"/>
                    <a:pt x="1771" y="922"/>
                  </a:cubicBezTo>
                  <a:cubicBezTo>
                    <a:pt x="1771" y="919"/>
                    <a:pt x="1771" y="919"/>
                    <a:pt x="1771" y="919"/>
                  </a:cubicBezTo>
                  <a:cubicBezTo>
                    <a:pt x="1771" y="917"/>
                    <a:pt x="1771" y="917"/>
                    <a:pt x="1771" y="917"/>
                  </a:cubicBezTo>
                  <a:cubicBezTo>
                    <a:pt x="1771" y="914"/>
                    <a:pt x="1771" y="914"/>
                    <a:pt x="1771" y="914"/>
                  </a:cubicBezTo>
                  <a:cubicBezTo>
                    <a:pt x="1771" y="913"/>
                    <a:pt x="1771" y="913"/>
                    <a:pt x="1771" y="913"/>
                  </a:cubicBezTo>
                  <a:cubicBezTo>
                    <a:pt x="1771" y="910"/>
                    <a:pt x="1771" y="910"/>
                    <a:pt x="1771" y="910"/>
                  </a:cubicBezTo>
                  <a:cubicBezTo>
                    <a:pt x="1771" y="908"/>
                    <a:pt x="1771" y="908"/>
                    <a:pt x="1771" y="908"/>
                  </a:cubicBezTo>
                  <a:cubicBezTo>
                    <a:pt x="1771" y="898"/>
                    <a:pt x="1771" y="898"/>
                    <a:pt x="1771" y="898"/>
                  </a:cubicBezTo>
                  <a:cubicBezTo>
                    <a:pt x="1771" y="897"/>
                    <a:pt x="1771" y="897"/>
                    <a:pt x="1771" y="897"/>
                  </a:cubicBezTo>
                  <a:lnTo>
                    <a:pt x="1771" y="893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 dirty="0"/>
            </a:p>
          </p:txBody>
        </p:sp>
        <p:grpSp>
          <p:nvGrpSpPr>
            <p:cNvPr id="24" name="Groep 23"/>
            <p:cNvGrpSpPr>
              <a:grpSpLocks noSelect="1"/>
            </p:cNvGrpSpPr>
            <p:nvPr userDrawn="1"/>
          </p:nvGrpSpPr>
          <p:grpSpPr bwMode="gray">
            <a:xfrm>
              <a:off x="0" y="0"/>
              <a:ext cx="561975" cy="572770"/>
              <a:chOff x="902335" y="290830"/>
              <a:chExt cx="561975" cy="572770"/>
            </a:xfrm>
          </p:grpSpPr>
          <p:sp>
            <p:nvSpPr>
              <p:cNvPr id="25" name="Freeform 5"/>
              <p:cNvSpPr>
                <a:spLocks noSelect="1"/>
              </p:cNvSpPr>
              <p:nvPr userDrawn="1"/>
            </p:nvSpPr>
            <p:spPr bwMode="gray">
              <a:xfrm>
                <a:off x="984250" y="534035"/>
                <a:ext cx="77470" cy="199390"/>
              </a:xfrm>
              <a:custGeom>
                <a:avLst/>
                <a:gdLst>
                  <a:gd name="T0" fmla="*/ 155 w 244"/>
                  <a:gd name="T1" fmla="*/ 0 h 629"/>
                  <a:gd name="T2" fmla="*/ 120 w 244"/>
                  <a:gd name="T3" fmla="*/ 28 h 629"/>
                  <a:gd name="T4" fmla="*/ 0 w 244"/>
                  <a:gd name="T5" fmla="*/ 601 h 629"/>
                  <a:gd name="T6" fmla="*/ 0 w 244"/>
                  <a:gd name="T7" fmla="*/ 606 h 629"/>
                  <a:gd name="T8" fmla="*/ 0 w 244"/>
                  <a:gd name="T9" fmla="*/ 607 h 629"/>
                  <a:gd name="T10" fmla="*/ 23 w 244"/>
                  <a:gd name="T11" fmla="*/ 629 h 629"/>
                  <a:gd name="T12" fmla="*/ 145 w 244"/>
                  <a:gd name="T13" fmla="*/ 629 h 629"/>
                  <a:gd name="T14" fmla="*/ 144 w 244"/>
                  <a:gd name="T15" fmla="*/ 629 h 629"/>
                  <a:gd name="T16" fmla="*/ 144 w 244"/>
                  <a:gd name="T17" fmla="*/ 629 h 629"/>
                  <a:gd name="T18" fmla="*/ 143 w 244"/>
                  <a:gd name="T19" fmla="*/ 629 h 629"/>
                  <a:gd name="T20" fmla="*/ 143 w 244"/>
                  <a:gd name="T21" fmla="*/ 629 h 629"/>
                  <a:gd name="T22" fmla="*/ 143 w 244"/>
                  <a:gd name="T23" fmla="*/ 629 h 629"/>
                  <a:gd name="T24" fmla="*/ 142 w 244"/>
                  <a:gd name="T25" fmla="*/ 629 h 629"/>
                  <a:gd name="T26" fmla="*/ 142 w 244"/>
                  <a:gd name="T27" fmla="*/ 629 h 629"/>
                  <a:gd name="T28" fmla="*/ 142 w 244"/>
                  <a:gd name="T29" fmla="*/ 629 h 629"/>
                  <a:gd name="T30" fmla="*/ 141 w 244"/>
                  <a:gd name="T31" fmla="*/ 629 h 629"/>
                  <a:gd name="T32" fmla="*/ 141 w 244"/>
                  <a:gd name="T33" fmla="*/ 629 h 629"/>
                  <a:gd name="T34" fmla="*/ 141 w 244"/>
                  <a:gd name="T35" fmla="*/ 629 h 629"/>
                  <a:gd name="T36" fmla="*/ 141 w 244"/>
                  <a:gd name="T37" fmla="*/ 629 h 629"/>
                  <a:gd name="T38" fmla="*/ 123 w 244"/>
                  <a:gd name="T39" fmla="*/ 615 h 629"/>
                  <a:gd name="T40" fmla="*/ 123 w 244"/>
                  <a:gd name="T41" fmla="*/ 615 h 629"/>
                  <a:gd name="T42" fmla="*/ 123 w 244"/>
                  <a:gd name="T43" fmla="*/ 614 h 629"/>
                  <a:gd name="T44" fmla="*/ 123 w 244"/>
                  <a:gd name="T45" fmla="*/ 614 h 629"/>
                  <a:gd name="T46" fmla="*/ 122 w 244"/>
                  <a:gd name="T47" fmla="*/ 613 h 629"/>
                  <a:gd name="T48" fmla="*/ 122 w 244"/>
                  <a:gd name="T49" fmla="*/ 613 h 629"/>
                  <a:gd name="T50" fmla="*/ 122 w 244"/>
                  <a:gd name="T51" fmla="*/ 613 h 629"/>
                  <a:gd name="T52" fmla="*/ 122 w 244"/>
                  <a:gd name="T53" fmla="*/ 612 h 629"/>
                  <a:gd name="T54" fmla="*/ 122 w 244"/>
                  <a:gd name="T55" fmla="*/ 612 h 629"/>
                  <a:gd name="T56" fmla="*/ 122 w 244"/>
                  <a:gd name="T57" fmla="*/ 612 h 629"/>
                  <a:gd name="T58" fmla="*/ 122 w 244"/>
                  <a:gd name="T59" fmla="*/ 612 h 629"/>
                  <a:gd name="T60" fmla="*/ 122 w 244"/>
                  <a:gd name="T61" fmla="*/ 605 h 629"/>
                  <a:gd name="T62" fmla="*/ 122 w 244"/>
                  <a:gd name="T63" fmla="*/ 605 h 629"/>
                  <a:gd name="T64" fmla="*/ 122 w 244"/>
                  <a:gd name="T65" fmla="*/ 605 h 629"/>
                  <a:gd name="T66" fmla="*/ 122 w 244"/>
                  <a:gd name="T67" fmla="*/ 602 h 629"/>
                  <a:gd name="T68" fmla="*/ 244 w 244"/>
                  <a:gd name="T69" fmla="*/ 0 h 629"/>
                  <a:gd name="T70" fmla="*/ 155 w 244"/>
                  <a:gd name="T71" fmla="*/ 0 h 6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4" h="629">
                    <a:moveTo>
                      <a:pt x="155" y="0"/>
                    </a:moveTo>
                    <a:cubicBezTo>
                      <a:pt x="139" y="0"/>
                      <a:pt x="123" y="13"/>
                      <a:pt x="120" y="28"/>
                    </a:cubicBezTo>
                    <a:cubicBezTo>
                      <a:pt x="0" y="601"/>
                      <a:pt x="0" y="601"/>
                      <a:pt x="0" y="601"/>
                    </a:cubicBezTo>
                    <a:cubicBezTo>
                      <a:pt x="0" y="606"/>
                      <a:pt x="0" y="606"/>
                      <a:pt x="0" y="606"/>
                    </a:cubicBezTo>
                    <a:cubicBezTo>
                      <a:pt x="0" y="607"/>
                      <a:pt x="0" y="607"/>
                      <a:pt x="0" y="607"/>
                    </a:cubicBezTo>
                    <a:cubicBezTo>
                      <a:pt x="0" y="620"/>
                      <a:pt x="10" y="629"/>
                      <a:pt x="23" y="629"/>
                    </a:cubicBezTo>
                    <a:cubicBezTo>
                      <a:pt x="145" y="629"/>
                      <a:pt x="145" y="629"/>
                      <a:pt x="145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32" y="628"/>
                      <a:pt x="126" y="623"/>
                      <a:pt x="123" y="615"/>
                    </a:cubicBezTo>
                    <a:cubicBezTo>
                      <a:pt x="123" y="615"/>
                      <a:pt x="123" y="615"/>
                      <a:pt x="123" y="615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2"/>
                      <a:pt x="122" y="602"/>
                      <a:pt x="122" y="602"/>
                    </a:cubicBezTo>
                    <a:cubicBezTo>
                      <a:pt x="244" y="0"/>
                      <a:pt x="244" y="0"/>
                      <a:pt x="244" y="0"/>
                    </a:cubicBezTo>
                    <a:lnTo>
                      <a:pt x="155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26" name="Freeform 6"/>
              <p:cNvSpPr>
                <a:spLocks noSelect="1"/>
              </p:cNvSpPr>
              <p:nvPr userDrawn="1"/>
            </p:nvSpPr>
            <p:spPr bwMode="gray">
              <a:xfrm>
                <a:off x="1078865" y="478155"/>
                <a:ext cx="218440" cy="186055"/>
              </a:xfrm>
              <a:custGeom>
                <a:avLst/>
                <a:gdLst>
                  <a:gd name="T0" fmla="*/ 0 w 687"/>
                  <a:gd name="T1" fmla="*/ 0 h 587"/>
                  <a:gd name="T2" fmla="*/ 0 w 687"/>
                  <a:gd name="T3" fmla="*/ 115 h 587"/>
                  <a:gd name="T4" fmla="*/ 229 w 687"/>
                  <a:gd name="T5" fmla="*/ 115 h 587"/>
                  <a:gd name="T6" fmla="*/ 272 w 687"/>
                  <a:gd name="T7" fmla="*/ 139 h 587"/>
                  <a:gd name="T8" fmla="*/ 569 w 687"/>
                  <a:gd name="T9" fmla="*/ 587 h 587"/>
                  <a:gd name="T10" fmla="*/ 687 w 687"/>
                  <a:gd name="T11" fmla="*/ 0 h 587"/>
                  <a:gd name="T12" fmla="*/ 0 w 687"/>
                  <a:gd name="T13" fmla="*/ 0 h 5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7" h="587">
                    <a:moveTo>
                      <a:pt x="0" y="0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229" y="115"/>
                      <a:pt x="229" y="115"/>
                      <a:pt x="229" y="115"/>
                    </a:cubicBezTo>
                    <a:cubicBezTo>
                      <a:pt x="244" y="115"/>
                      <a:pt x="264" y="126"/>
                      <a:pt x="272" y="139"/>
                    </a:cubicBezTo>
                    <a:cubicBezTo>
                      <a:pt x="569" y="587"/>
                      <a:pt x="569" y="587"/>
                      <a:pt x="569" y="587"/>
                    </a:cubicBezTo>
                    <a:cubicBezTo>
                      <a:pt x="687" y="0"/>
                      <a:pt x="687" y="0"/>
                      <a:pt x="68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28" name="Freeform 7"/>
              <p:cNvSpPr>
                <a:spLocks noSelect="1"/>
              </p:cNvSpPr>
              <p:nvPr userDrawn="1"/>
            </p:nvSpPr>
            <p:spPr bwMode="gray">
              <a:xfrm>
                <a:off x="902335" y="478155"/>
                <a:ext cx="406400" cy="385445"/>
              </a:xfrm>
              <a:custGeom>
                <a:avLst/>
                <a:gdLst>
                  <a:gd name="T0" fmla="*/ 555 w 1280"/>
                  <a:gd name="T1" fmla="*/ 0 h 1216"/>
                  <a:gd name="T2" fmla="*/ 475 w 1280"/>
                  <a:gd name="T3" fmla="*/ 0 h 1216"/>
                  <a:gd name="T4" fmla="*/ 357 w 1280"/>
                  <a:gd name="T5" fmla="*/ 9 h 1216"/>
                  <a:gd name="T6" fmla="*/ 0 w 1280"/>
                  <a:gd name="T7" fmla="*/ 447 h 1216"/>
                  <a:gd name="T8" fmla="*/ 616 w 1280"/>
                  <a:gd name="T9" fmla="*/ 1181 h 1216"/>
                  <a:gd name="T10" fmla="*/ 867 w 1280"/>
                  <a:gd name="T11" fmla="*/ 1216 h 1216"/>
                  <a:gd name="T12" fmla="*/ 872 w 1280"/>
                  <a:gd name="T13" fmla="*/ 1216 h 1216"/>
                  <a:gd name="T14" fmla="*/ 1280 w 1280"/>
                  <a:gd name="T15" fmla="*/ 1117 h 1216"/>
                  <a:gd name="T16" fmla="*/ 1033 w 1280"/>
                  <a:gd name="T17" fmla="*/ 1153 h 1216"/>
                  <a:gd name="T18" fmla="*/ 1033 w 1280"/>
                  <a:gd name="T19" fmla="*/ 1153 h 1216"/>
                  <a:gd name="T20" fmla="*/ 1033 w 1280"/>
                  <a:gd name="T21" fmla="*/ 1153 h 1216"/>
                  <a:gd name="T22" fmla="*/ 552 w 1280"/>
                  <a:gd name="T23" fmla="*/ 805 h 1216"/>
                  <a:gd name="T24" fmla="*/ 403 w 1280"/>
                  <a:gd name="T25" fmla="*/ 805 h 1216"/>
                  <a:gd name="T26" fmla="*/ 281 w 1280"/>
                  <a:gd name="T27" fmla="*/ 805 h 1216"/>
                  <a:gd name="T28" fmla="*/ 258 w 1280"/>
                  <a:gd name="T29" fmla="*/ 783 h 1216"/>
                  <a:gd name="T30" fmla="*/ 258 w 1280"/>
                  <a:gd name="T31" fmla="*/ 782 h 1216"/>
                  <a:gd name="T32" fmla="*/ 258 w 1280"/>
                  <a:gd name="T33" fmla="*/ 777 h 1216"/>
                  <a:gd name="T34" fmla="*/ 378 w 1280"/>
                  <a:gd name="T35" fmla="*/ 204 h 1216"/>
                  <a:gd name="T36" fmla="*/ 413 w 1280"/>
                  <a:gd name="T37" fmla="*/ 176 h 1216"/>
                  <a:gd name="T38" fmla="*/ 502 w 1280"/>
                  <a:gd name="T39" fmla="*/ 176 h 1216"/>
                  <a:gd name="T40" fmla="*/ 502 w 1280"/>
                  <a:gd name="T41" fmla="*/ 176 h 1216"/>
                  <a:gd name="T42" fmla="*/ 509 w 1280"/>
                  <a:gd name="T43" fmla="*/ 143 h 1216"/>
                  <a:gd name="T44" fmla="*/ 509 w 1280"/>
                  <a:gd name="T45" fmla="*/ 141 h 1216"/>
                  <a:gd name="T46" fmla="*/ 509 w 1280"/>
                  <a:gd name="T47" fmla="*/ 141 h 1216"/>
                  <a:gd name="T48" fmla="*/ 515 w 1280"/>
                  <a:gd name="T49" fmla="*/ 130 h 1216"/>
                  <a:gd name="T50" fmla="*/ 516 w 1280"/>
                  <a:gd name="T51" fmla="*/ 128 h 1216"/>
                  <a:gd name="T52" fmla="*/ 517 w 1280"/>
                  <a:gd name="T53" fmla="*/ 128 h 1216"/>
                  <a:gd name="T54" fmla="*/ 517 w 1280"/>
                  <a:gd name="T55" fmla="*/ 127 h 1216"/>
                  <a:gd name="T56" fmla="*/ 518 w 1280"/>
                  <a:gd name="T57" fmla="*/ 127 h 1216"/>
                  <a:gd name="T58" fmla="*/ 518 w 1280"/>
                  <a:gd name="T59" fmla="*/ 127 h 1216"/>
                  <a:gd name="T60" fmla="*/ 518 w 1280"/>
                  <a:gd name="T61" fmla="*/ 126 h 1216"/>
                  <a:gd name="T62" fmla="*/ 518 w 1280"/>
                  <a:gd name="T63" fmla="*/ 126 h 1216"/>
                  <a:gd name="T64" fmla="*/ 532 w 1280"/>
                  <a:gd name="T65" fmla="*/ 117 h 1216"/>
                  <a:gd name="T66" fmla="*/ 532 w 1280"/>
                  <a:gd name="T67" fmla="*/ 117 h 1216"/>
                  <a:gd name="T68" fmla="*/ 532 w 1280"/>
                  <a:gd name="T69" fmla="*/ 117 h 1216"/>
                  <a:gd name="T70" fmla="*/ 543 w 1280"/>
                  <a:gd name="T71" fmla="*/ 115 h 1216"/>
                  <a:gd name="T72" fmla="*/ 543 w 1280"/>
                  <a:gd name="T73" fmla="*/ 115 h 1216"/>
                  <a:gd name="T74" fmla="*/ 555 w 1280"/>
                  <a:gd name="T75" fmla="*/ 115 h 1216"/>
                  <a:gd name="T76" fmla="*/ 557 w 1280"/>
                  <a:gd name="T77" fmla="*/ 115 h 1216"/>
                  <a:gd name="T78" fmla="*/ 557 w 1280"/>
                  <a:gd name="T79" fmla="*/ 0 h 1216"/>
                  <a:gd name="T80" fmla="*/ 555 w 1280"/>
                  <a:gd name="T81" fmla="*/ 0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280" h="1216">
                    <a:moveTo>
                      <a:pt x="555" y="0"/>
                    </a:moveTo>
                    <a:cubicBezTo>
                      <a:pt x="475" y="0"/>
                      <a:pt x="475" y="0"/>
                      <a:pt x="475" y="0"/>
                    </a:cubicBezTo>
                    <a:cubicBezTo>
                      <a:pt x="435" y="0"/>
                      <a:pt x="395" y="3"/>
                      <a:pt x="357" y="9"/>
                    </a:cubicBezTo>
                    <a:cubicBezTo>
                      <a:pt x="161" y="42"/>
                      <a:pt x="0" y="165"/>
                      <a:pt x="0" y="447"/>
                    </a:cubicBezTo>
                    <a:cubicBezTo>
                      <a:pt x="0" y="730"/>
                      <a:pt x="239" y="1072"/>
                      <a:pt x="616" y="1181"/>
                    </a:cubicBezTo>
                    <a:cubicBezTo>
                      <a:pt x="694" y="1204"/>
                      <a:pt x="778" y="1216"/>
                      <a:pt x="867" y="1216"/>
                    </a:cubicBezTo>
                    <a:cubicBezTo>
                      <a:pt x="872" y="1216"/>
                      <a:pt x="872" y="1216"/>
                      <a:pt x="872" y="1216"/>
                    </a:cubicBezTo>
                    <a:cubicBezTo>
                      <a:pt x="1019" y="1216"/>
                      <a:pt x="1157" y="1180"/>
                      <a:pt x="1280" y="1117"/>
                    </a:cubicBezTo>
                    <a:cubicBezTo>
                      <a:pt x="1190" y="1142"/>
                      <a:pt x="1108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728" y="1153"/>
                      <a:pt x="552" y="970"/>
                      <a:pt x="552" y="805"/>
                    </a:cubicBezTo>
                    <a:cubicBezTo>
                      <a:pt x="403" y="805"/>
                      <a:pt x="403" y="805"/>
                      <a:pt x="403" y="805"/>
                    </a:cubicBezTo>
                    <a:cubicBezTo>
                      <a:pt x="281" y="805"/>
                      <a:pt x="281" y="805"/>
                      <a:pt x="281" y="805"/>
                    </a:cubicBezTo>
                    <a:cubicBezTo>
                      <a:pt x="268" y="805"/>
                      <a:pt x="258" y="796"/>
                      <a:pt x="258" y="783"/>
                    </a:cubicBezTo>
                    <a:cubicBezTo>
                      <a:pt x="258" y="782"/>
                      <a:pt x="258" y="782"/>
                      <a:pt x="258" y="782"/>
                    </a:cubicBezTo>
                    <a:cubicBezTo>
                      <a:pt x="258" y="777"/>
                      <a:pt x="258" y="777"/>
                      <a:pt x="258" y="777"/>
                    </a:cubicBezTo>
                    <a:cubicBezTo>
                      <a:pt x="378" y="204"/>
                      <a:pt x="378" y="204"/>
                      <a:pt x="378" y="204"/>
                    </a:cubicBezTo>
                    <a:cubicBezTo>
                      <a:pt x="381" y="189"/>
                      <a:pt x="397" y="176"/>
                      <a:pt x="413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9" y="143"/>
                      <a:pt x="509" y="143"/>
                      <a:pt x="509" y="143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15" y="130"/>
                      <a:pt x="515" y="130"/>
                      <a:pt x="515" y="130"/>
                    </a:cubicBezTo>
                    <a:cubicBezTo>
                      <a:pt x="516" y="128"/>
                      <a:pt x="516" y="128"/>
                      <a:pt x="516" y="128"/>
                    </a:cubicBezTo>
                    <a:cubicBezTo>
                      <a:pt x="517" y="128"/>
                      <a:pt x="517" y="128"/>
                      <a:pt x="517" y="128"/>
                    </a:cubicBezTo>
                    <a:cubicBezTo>
                      <a:pt x="517" y="127"/>
                      <a:pt x="517" y="127"/>
                      <a:pt x="517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55" y="115"/>
                      <a:pt x="555" y="115"/>
                      <a:pt x="555" y="115"/>
                    </a:cubicBezTo>
                    <a:cubicBezTo>
                      <a:pt x="557" y="115"/>
                      <a:pt x="557" y="115"/>
                      <a:pt x="557" y="115"/>
                    </a:cubicBezTo>
                    <a:cubicBezTo>
                      <a:pt x="557" y="0"/>
                      <a:pt x="557" y="0"/>
                      <a:pt x="557" y="0"/>
                    </a:cubicBezTo>
                    <a:lnTo>
                      <a:pt x="555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29" name="Freeform 8"/>
              <p:cNvSpPr>
                <a:spLocks noSelect="1"/>
              </p:cNvSpPr>
              <p:nvPr userDrawn="1"/>
            </p:nvSpPr>
            <p:spPr bwMode="gray">
              <a:xfrm>
                <a:off x="1077595" y="429895"/>
                <a:ext cx="386715" cy="414020"/>
              </a:xfrm>
              <a:custGeom>
                <a:avLst/>
                <a:gdLst>
                  <a:gd name="T0" fmla="*/ 770 w 1219"/>
                  <a:gd name="T1" fmla="*/ 928 h 1304"/>
                  <a:gd name="T2" fmla="*/ 350 w 1219"/>
                  <a:gd name="T3" fmla="*/ 929 h 1304"/>
                  <a:gd name="T4" fmla="*/ 38 w 1219"/>
                  <a:gd name="T5" fmla="*/ 955 h 1304"/>
                  <a:gd name="T6" fmla="*/ 30 w 1219"/>
                  <a:gd name="T7" fmla="*/ 956 h 1304"/>
                  <a:gd name="T8" fmla="*/ 481 w 1219"/>
                  <a:gd name="T9" fmla="*/ 1304 h 1304"/>
                  <a:gd name="T10" fmla="*/ 734 w 1219"/>
                  <a:gd name="T11" fmla="*/ 1265 h 1304"/>
                  <a:gd name="T12" fmla="*/ 744 w 1219"/>
                  <a:gd name="T13" fmla="*/ 1259 h 1304"/>
                  <a:gd name="T14" fmla="*/ 755 w 1219"/>
                  <a:gd name="T15" fmla="*/ 1253 h 1304"/>
                  <a:gd name="T16" fmla="*/ 765 w 1219"/>
                  <a:gd name="T17" fmla="*/ 1247 h 1304"/>
                  <a:gd name="T18" fmla="*/ 776 w 1219"/>
                  <a:gd name="T19" fmla="*/ 1241 h 1304"/>
                  <a:gd name="T20" fmla="*/ 786 w 1219"/>
                  <a:gd name="T21" fmla="*/ 1235 h 1304"/>
                  <a:gd name="T22" fmla="*/ 797 w 1219"/>
                  <a:gd name="T23" fmla="*/ 1228 h 1304"/>
                  <a:gd name="T24" fmla="*/ 806 w 1219"/>
                  <a:gd name="T25" fmla="*/ 1222 h 1304"/>
                  <a:gd name="T26" fmla="*/ 816 w 1219"/>
                  <a:gd name="T27" fmla="*/ 1215 h 1304"/>
                  <a:gd name="T28" fmla="*/ 826 w 1219"/>
                  <a:gd name="T29" fmla="*/ 1209 h 1304"/>
                  <a:gd name="T30" fmla="*/ 836 w 1219"/>
                  <a:gd name="T31" fmla="*/ 1202 h 1304"/>
                  <a:gd name="T32" fmla="*/ 846 w 1219"/>
                  <a:gd name="T33" fmla="*/ 1195 h 1304"/>
                  <a:gd name="T34" fmla="*/ 856 w 1219"/>
                  <a:gd name="T35" fmla="*/ 1188 h 1304"/>
                  <a:gd name="T36" fmla="*/ 870 w 1219"/>
                  <a:gd name="T37" fmla="*/ 1177 h 1304"/>
                  <a:gd name="T38" fmla="*/ 879 w 1219"/>
                  <a:gd name="T39" fmla="*/ 1169 h 1304"/>
                  <a:gd name="T40" fmla="*/ 898 w 1219"/>
                  <a:gd name="T41" fmla="*/ 1154 h 1304"/>
                  <a:gd name="T42" fmla="*/ 942 w 1219"/>
                  <a:gd name="T43" fmla="*/ 1114 h 1304"/>
                  <a:gd name="T44" fmla="*/ 955 w 1219"/>
                  <a:gd name="T45" fmla="*/ 1101 h 1304"/>
                  <a:gd name="T46" fmla="*/ 964 w 1219"/>
                  <a:gd name="T47" fmla="*/ 1092 h 1304"/>
                  <a:gd name="T48" fmla="*/ 972 w 1219"/>
                  <a:gd name="T49" fmla="*/ 1084 h 1304"/>
                  <a:gd name="T50" fmla="*/ 981 w 1219"/>
                  <a:gd name="T51" fmla="*/ 1075 h 1304"/>
                  <a:gd name="T52" fmla="*/ 990 w 1219"/>
                  <a:gd name="T53" fmla="*/ 1064 h 1304"/>
                  <a:gd name="T54" fmla="*/ 1206 w 1219"/>
                  <a:gd name="T55" fmla="*/ 617 h 1304"/>
                  <a:gd name="T56" fmla="*/ 1207 w 1219"/>
                  <a:gd name="T57" fmla="*/ 609 h 1304"/>
                  <a:gd name="T58" fmla="*/ 1209 w 1219"/>
                  <a:gd name="T59" fmla="*/ 594 h 1304"/>
                  <a:gd name="T60" fmla="*/ 1211 w 1219"/>
                  <a:gd name="T61" fmla="*/ 585 h 1304"/>
                  <a:gd name="T62" fmla="*/ 1212 w 1219"/>
                  <a:gd name="T63" fmla="*/ 570 h 1304"/>
                  <a:gd name="T64" fmla="*/ 1213 w 1219"/>
                  <a:gd name="T65" fmla="*/ 561 h 1304"/>
                  <a:gd name="T66" fmla="*/ 1215 w 1219"/>
                  <a:gd name="T67" fmla="*/ 551 h 1304"/>
                  <a:gd name="T68" fmla="*/ 1215 w 1219"/>
                  <a:gd name="T69" fmla="*/ 542 h 1304"/>
                  <a:gd name="T70" fmla="*/ 1216 w 1219"/>
                  <a:gd name="T71" fmla="*/ 532 h 1304"/>
                  <a:gd name="T72" fmla="*/ 1217 w 1219"/>
                  <a:gd name="T73" fmla="*/ 522 h 1304"/>
                  <a:gd name="T74" fmla="*/ 1217 w 1219"/>
                  <a:gd name="T75" fmla="*/ 513 h 1304"/>
                  <a:gd name="T76" fmla="*/ 1218 w 1219"/>
                  <a:gd name="T77" fmla="*/ 502 h 1304"/>
                  <a:gd name="T78" fmla="*/ 1218 w 1219"/>
                  <a:gd name="T79" fmla="*/ 493 h 1304"/>
                  <a:gd name="T80" fmla="*/ 1218 w 1219"/>
                  <a:gd name="T81" fmla="*/ 483 h 1304"/>
                  <a:gd name="T82" fmla="*/ 1219 w 1219"/>
                  <a:gd name="T83" fmla="*/ 473 h 1304"/>
                  <a:gd name="T84" fmla="*/ 1219 w 1219"/>
                  <a:gd name="T85" fmla="*/ 459 h 1304"/>
                  <a:gd name="T86" fmla="*/ 1218 w 1219"/>
                  <a:gd name="T87" fmla="*/ 447 h 1304"/>
                  <a:gd name="T88" fmla="*/ 1218 w 1219"/>
                  <a:gd name="T89" fmla="*/ 436 h 1304"/>
                  <a:gd name="T90" fmla="*/ 1218 w 1219"/>
                  <a:gd name="T91" fmla="*/ 424 h 1304"/>
                  <a:gd name="T92" fmla="*/ 1217 w 1219"/>
                  <a:gd name="T93" fmla="*/ 413 h 1304"/>
                  <a:gd name="T94" fmla="*/ 1216 w 1219"/>
                  <a:gd name="T95" fmla="*/ 402 h 1304"/>
                  <a:gd name="T96" fmla="*/ 1216 w 1219"/>
                  <a:gd name="T97" fmla="*/ 391 h 1304"/>
                  <a:gd name="T98" fmla="*/ 1215 w 1219"/>
                  <a:gd name="T99" fmla="*/ 380 h 1304"/>
                  <a:gd name="T100" fmla="*/ 1214 w 1219"/>
                  <a:gd name="T101" fmla="*/ 369 h 1304"/>
                  <a:gd name="T102" fmla="*/ 1212 w 1219"/>
                  <a:gd name="T103" fmla="*/ 353 h 1304"/>
                  <a:gd name="T104" fmla="*/ 1210 w 1219"/>
                  <a:gd name="T105" fmla="*/ 342 h 1304"/>
                  <a:gd name="T106" fmla="*/ 1209 w 1219"/>
                  <a:gd name="T107" fmla="*/ 331 h 1304"/>
                  <a:gd name="T108" fmla="*/ 1207 w 1219"/>
                  <a:gd name="T109" fmla="*/ 320 h 1304"/>
                  <a:gd name="T110" fmla="*/ 1193 w 1219"/>
                  <a:gd name="T111" fmla="*/ 248 h 1304"/>
                  <a:gd name="T112" fmla="*/ 1187 w 1219"/>
                  <a:gd name="T113" fmla="*/ 226 h 1304"/>
                  <a:gd name="T114" fmla="*/ 1184 w 1219"/>
                  <a:gd name="T115" fmla="*/ 215 h 1304"/>
                  <a:gd name="T116" fmla="*/ 1181 w 1219"/>
                  <a:gd name="T117" fmla="*/ 204 h 1304"/>
                  <a:gd name="T118" fmla="*/ 1177 w 1219"/>
                  <a:gd name="T119" fmla="*/ 193 h 1304"/>
                  <a:gd name="T120" fmla="*/ 1174 w 1219"/>
                  <a:gd name="T121" fmla="*/ 182 h 1304"/>
                  <a:gd name="T122" fmla="*/ 1090 w 1219"/>
                  <a:gd name="T123" fmla="*/ 0 h 1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219" h="1304">
                    <a:moveTo>
                      <a:pt x="1126" y="206"/>
                    </a:moveTo>
                    <a:cubicBezTo>
                      <a:pt x="1126" y="329"/>
                      <a:pt x="1089" y="447"/>
                      <a:pt x="1016" y="537"/>
                    </a:cubicBezTo>
                    <a:cubicBezTo>
                      <a:pt x="972" y="592"/>
                      <a:pt x="902" y="646"/>
                      <a:pt x="820" y="685"/>
                    </a:cubicBezTo>
                    <a:cubicBezTo>
                      <a:pt x="770" y="928"/>
                      <a:pt x="770" y="928"/>
                      <a:pt x="770" y="928"/>
                    </a:cubicBezTo>
                    <a:cubicBezTo>
                      <a:pt x="767" y="943"/>
                      <a:pt x="751" y="956"/>
                      <a:pt x="736" y="956"/>
                    </a:cubicBezTo>
                    <a:cubicBezTo>
                      <a:pt x="493" y="956"/>
                      <a:pt x="493" y="956"/>
                      <a:pt x="493" y="956"/>
                    </a:cubicBezTo>
                    <a:cubicBezTo>
                      <a:pt x="399" y="956"/>
                      <a:pt x="399" y="956"/>
                      <a:pt x="399" y="956"/>
                    </a:cubicBezTo>
                    <a:cubicBezTo>
                      <a:pt x="381" y="956"/>
                      <a:pt x="359" y="944"/>
                      <a:pt x="350" y="929"/>
                    </a:cubicBezTo>
                    <a:cubicBezTo>
                      <a:pt x="131" y="590"/>
                      <a:pt x="131" y="590"/>
                      <a:pt x="131" y="590"/>
                    </a:cubicBezTo>
                    <a:cubicBezTo>
                      <a:pt x="63" y="929"/>
                      <a:pt x="63" y="929"/>
                      <a:pt x="63" y="929"/>
                    </a:cubicBezTo>
                    <a:cubicBezTo>
                      <a:pt x="60" y="941"/>
                      <a:pt x="50" y="951"/>
                      <a:pt x="38" y="955"/>
                    </a:cubicBezTo>
                    <a:cubicBezTo>
                      <a:pt x="38" y="955"/>
                      <a:pt x="38" y="955"/>
                      <a:pt x="38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0" y="956"/>
                      <a:pt x="30" y="956"/>
                      <a:pt x="30" y="956"/>
                    </a:cubicBezTo>
                    <a:cubicBezTo>
                      <a:pt x="29" y="956"/>
                      <a:pt x="29" y="956"/>
                      <a:pt x="29" y="956"/>
                    </a:cubicBezTo>
                    <a:cubicBezTo>
                      <a:pt x="0" y="956"/>
                      <a:pt x="0" y="956"/>
                      <a:pt x="0" y="956"/>
                    </a:cubicBezTo>
                    <a:cubicBezTo>
                      <a:pt x="0" y="1121"/>
                      <a:pt x="176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556" y="1304"/>
                      <a:pt x="638" y="1293"/>
                      <a:pt x="728" y="1268"/>
                    </a:cubicBezTo>
                    <a:cubicBezTo>
                      <a:pt x="732" y="1265"/>
                      <a:pt x="732" y="1265"/>
                      <a:pt x="732" y="1265"/>
                    </a:cubicBezTo>
                    <a:cubicBezTo>
                      <a:pt x="734" y="1265"/>
                      <a:pt x="734" y="1265"/>
                      <a:pt x="734" y="1265"/>
                    </a:cubicBezTo>
                    <a:cubicBezTo>
                      <a:pt x="738" y="1262"/>
                      <a:pt x="738" y="1262"/>
                      <a:pt x="738" y="1262"/>
                    </a:cubicBezTo>
                    <a:cubicBezTo>
                      <a:pt x="739" y="1262"/>
                      <a:pt x="739" y="1262"/>
                      <a:pt x="739" y="1262"/>
                    </a:cubicBezTo>
                    <a:cubicBezTo>
                      <a:pt x="743" y="1260"/>
                      <a:pt x="743" y="1260"/>
                      <a:pt x="743" y="1260"/>
                    </a:cubicBezTo>
                    <a:cubicBezTo>
                      <a:pt x="744" y="1259"/>
                      <a:pt x="744" y="1259"/>
                      <a:pt x="744" y="1259"/>
                    </a:cubicBezTo>
                    <a:cubicBezTo>
                      <a:pt x="749" y="1257"/>
                      <a:pt x="749" y="1257"/>
                      <a:pt x="749" y="1257"/>
                    </a:cubicBezTo>
                    <a:cubicBezTo>
                      <a:pt x="750" y="1256"/>
                      <a:pt x="750" y="1256"/>
                      <a:pt x="750" y="1256"/>
                    </a:cubicBezTo>
                    <a:cubicBezTo>
                      <a:pt x="754" y="1254"/>
                      <a:pt x="754" y="1254"/>
                      <a:pt x="754" y="1254"/>
                    </a:cubicBezTo>
                    <a:cubicBezTo>
                      <a:pt x="755" y="1253"/>
                      <a:pt x="755" y="1253"/>
                      <a:pt x="755" y="1253"/>
                    </a:cubicBezTo>
                    <a:cubicBezTo>
                      <a:pt x="759" y="1251"/>
                      <a:pt x="759" y="1251"/>
                      <a:pt x="759" y="1251"/>
                    </a:cubicBezTo>
                    <a:cubicBezTo>
                      <a:pt x="760" y="1250"/>
                      <a:pt x="760" y="1250"/>
                      <a:pt x="760" y="1250"/>
                    </a:cubicBezTo>
                    <a:cubicBezTo>
                      <a:pt x="765" y="1248"/>
                      <a:pt x="765" y="1248"/>
                      <a:pt x="765" y="1248"/>
                    </a:cubicBezTo>
                    <a:cubicBezTo>
                      <a:pt x="765" y="1247"/>
                      <a:pt x="765" y="1247"/>
                      <a:pt x="765" y="1247"/>
                    </a:cubicBezTo>
                    <a:cubicBezTo>
                      <a:pt x="769" y="1245"/>
                      <a:pt x="769" y="1245"/>
                      <a:pt x="769" y="1245"/>
                    </a:cubicBezTo>
                    <a:cubicBezTo>
                      <a:pt x="771" y="1244"/>
                      <a:pt x="771" y="1244"/>
                      <a:pt x="771" y="1244"/>
                    </a:cubicBezTo>
                    <a:cubicBezTo>
                      <a:pt x="775" y="1242"/>
                      <a:pt x="775" y="1242"/>
                      <a:pt x="775" y="1242"/>
                    </a:cubicBezTo>
                    <a:cubicBezTo>
                      <a:pt x="776" y="1241"/>
                      <a:pt x="776" y="1241"/>
                      <a:pt x="776" y="1241"/>
                    </a:cubicBezTo>
                    <a:cubicBezTo>
                      <a:pt x="780" y="1239"/>
                      <a:pt x="780" y="1239"/>
                      <a:pt x="780" y="1239"/>
                    </a:cubicBezTo>
                    <a:cubicBezTo>
                      <a:pt x="781" y="1238"/>
                      <a:pt x="781" y="1238"/>
                      <a:pt x="781" y="1238"/>
                    </a:cubicBezTo>
                    <a:cubicBezTo>
                      <a:pt x="785" y="1236"/>
                      <a:pt x="785" y="1236"/>
                      <a:pt x="785" y="1236"/>
                    </a:cubicBezTo>
                    <a:cubicBezTo>
                      <a:pt x="786" y="1235"/>
                      <a:pt x="786" y="1235"/>
                      <a:pt x="786" y="1235"/>
                    </a:cubicBezTo>
                    <a:cubicBezTo>
                      <a:pt x="790" y="1232"/>
                      <a:pt x="790" y="1232"/>
                      <a:pt x="790" y="1232"/>
                    </a:cubicBezTo>
                    <a:cubicBezTo>
                      <a:pt x="791" y="1232"/>
                      <a:pt x="791" y="1232"/>
                      <a:pt x="791" y="1232"/>
                    </a:cubicBezTo>
                    <a:cubicBezTo>
                      <a:pt x="795" y="1229"/>
                      <a:pt x="795" y="1229"/>
                      <a:pt x="795" y="1229"/>
                    </a:cubicBezTo>
                    <a:cubicBezTo>
                      <a:pt x="797" y="1228"/>
                      <a:pt x="797" y="1228"/>
                      <a:pt x="797" y="1228"/>
                    </a:cubicBezTo>
                    <a:cubicBezTo>
                      <a:pt x="801" y="1226"/>
                      <a:pt x="801" y="1226"/>
                      <a:pt x="801" y="1226"/>
                    </a:cubicBezTo>
                    <a:cubicBezTo>
                      <a:pt x="802" y="1225"/>
                      <a:pt x="802" y="1225"/>
                      <a:pt x="802" y="1225"/>
                    </a:cubicBezTo>
                    <a:cubicBezTo>
                      <a:pt x="805" y="1223"/>
                      <a:pt x="805" y="1223"/>
                      <a:pt x="805" y="1223"/>
                    </a:cubicBezTo>
                    <a:cubicBezTo>
                      <a:pt x="806" y="1222"/>
                      <a:pt x="806" y="1222"/>
                      <a:pt x="806" y="1222"/>
                    </a:cubicBezTo>
                    <a:cubicBezTo>
                      <a:pt x="811" y="1219"/>
                      <a:pt x="811" y="1219"/>
                      <a:pt x="811" y="1219"/>
                    </a:cubicBezTo>
                    <a:cubicBezTo>
                      <a:pt x="812" y="1219"/>
                      <a:pt x="812" y="1219"/>
                      <a:pt x="812" y="1219"/>
                    </a:cubicBezTo>
                    <a:cubicBezTo>
                      <a:pt x="815" y="1216"/>
                      <a:pt x="815" y="1216"/>
                      <a:pt x="815" y="1216"/>
                    </a:cubicBezTo>
                    <a:cubicBezTo>
                      <a:pt x="816" y="1215"/>
                      <a:pt x="816" y="1215"/>
                      <a:pt x="816" y="1215"/>
                    </a:cubicBezTo>
                    <a:cubicBezTo>
                      <a:pt x="821" y="1213"/>
                      <a:pt x="821" y="1213"/>
                      <a:pt x="821" y="1213"/>
                    </a:cubicBezTo>
                    <a:cubicBezTo>
                      <a:pt x="822" y="1212"/>
                      <a:pt x="822" y="1212"/>
                      <a:pt x="822" y="1212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31" y="1206"/>
                      <a:pt x="831" y="1206"/>
                      <a:pt x="831" y="1206"/>
                    </a:cubicBezTo>
                    <a:cubicBezTo>
                      <a:pt x="831" y="1205"/>
                      <a:pt x="831" y="1205"/>
                      <a:pt x="831" y="1205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40" y="1199"/>
                      <a:pt x="840" y="1199"/>
                      <a:pt x="840" y="1199"/>
                    </a:cubicBezTo>
                    <a:cubicBezTo>
                      <a:pt x="841" y="1198"/>
                      <a:pt x="841" y="1198"/>
                      <a:pt x="841" y="1198"/>
                    </a:cubicBezTo>
                    <a:cubicBezTo>
                      <a:pt x="845" y="1195"/>
                      <a:pt x="845" y="1195"/>
                      <a:pt x="845" y="1195"/>
                    </a:cubicBezTo>
                    <a:cubicBezTo>
                      <a:pt x="846" y="1195"/>
                      <a:pt x="846" y="1195"/>
                      <a:pt x="846" y="1195"/>
                    </a:cubicBezTo>
                    <a:cubicBezTo>
                      <a:pt x="850" y="1192"/>
                      <a:pt x="850" y="1192"/>
                      <a:pt x="850" y="1192"/>
                    </a:cubicBezTo>
                    <a:cubicBezTo>
                      <a:pt x="851" y="1191"/>
                      <a:pt x="851" y="1191"/>
                      <a:pt x="851" y="1191"/>
                    </a:cubicBezTo>
                    <a:cubicBezTo>
                      <a:pt x="855" y="1188"/>
                      <a:pt x="855" y="1188"/>
                      <a:pt x="855" y="1188"/>
                    </a:cubicBezTo>
                    <a:cubicBezTo>
                      <a:pt x="856" y="1188"/>
                      <a:pt x="856" y="1188"/>
                      <a:pt x="856" y="1188"/>
                    </a:cubicBezTo>
                    <a:cubicBezTo>
                      <a:pt x="865" y="1181"/>
                      <a:pt x="865" y="1181"/>
                      <a:pt x="865" y="1181"/>
                    </a:cubicBezTo>
                    <a:cubicBezTo>
                      <a:pt x="865" y="1180"/>
                      <a:pt x="865" y="1180"/>
                      <a:pt x="865" y="1180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4" y="1173"/>
                      <a:pt x="874" y="1173"/>
                      <a:pt x="874" y="1173"/>
                    </a:cubicBezTo>
                    <a:cubicBezTo>
                      <a:pt x="875" y="1173"/>
                      <a:pt x="875" y="1173"/>
                      <a:pt x="875" y="1173"/>
                    </a:cubicBezTo>
                    <a:cubicBezTo>
                      <a:pt x="879" y="1170"/>
                      <a:pt x="879" y="1170"/>
                      <a:pt x="879" y="1170"/>
                    </a:cubicBezTo>
                    <a:cubicBezTo>
                      <a:pt x="879" y="1169"/>
                      <a:pt x="879" y="1169"/>
                      <a:pt x="879" y="1169"/>
                    </a:cubicBezTo>
                    <a:cubicBezTo>
                      <a:pt x="888" y="1162"/>
                      <a:pt x="888" y="1162"/>
                      <a:pt x="888" y="1162"/>
                    </a:cubicBezTo>
                    <a:cubicBezTo>
                      <a:pt x="889" y="1162"/>
                      <a:pt x="889" y="1162"/>
                      <a:pt x="889" y="1162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911" y="1143"/>
                      <a:pt x="911" y="1143"/>
                      <a:pt x="911" y="1143"/>
                    </a:cubicBezTo>
                    <a:cubicBezTo>
                      <a:pt x="911" y="1142"/>
                      <a:pt x="911" y="1142"/>
                      <a:pt x="911" y="1142"/>
                    </a:cubicBezTo>
                    <a:cubicBezTo>
                      <a:pt x="922" y="1133"/>
                      <a:pt x="932" y="1124"/>
                      <a:pt x="942" y="1114"/>
                    </a:cubicBezTo>
                    <a:cubicBezTo>
                      <a:pt x="942" y="1114"/>
                      <a:pt x="942" y="1114"/>
                      <a:pt x="942" y="1114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9" y="1097"/>
                      <a:pt x="959" y="1097"/>
                      <a:pt x="959" y="1097"/>
                    </a:cubicBezTo>
                    <a:cubicBezTo>
                      <a:pt x="960" y="1097"/>
                      <a:pt x="960" y="1097"/>
                      <a:pt x="960" y="1097"/>
                    </a:cubicBezTo>
                    <a:cubicBezTo>
                      <a:pt x="963" y="1093"/>
                      <a:pt x="963" y="1093"/>
                      <a:pt x="963" y="1093"/>
                    </a:cubicBezTo>
                    <a:cubicBezTo>
                      <a:pt x="964" y="1092"/>
                      <a:pt x="964" y="1092"/>
                      <a:pt x="964" y="1092"/>
                    </a:cubicBezTo>
                    <a:cubicBezTo>
                      <a:pt x="967" y="1089"/>
                      <a:pt x="967" y="1089"/>
                      <a:pt x="967" y="1089"/>
                    </a:cubicBezTo>
                    <a:cubicBezTo>
                      <a:pt x="968" y="1088"/>
                      <a:pt x="968" y="1088"/>
                      <a:pt x="968" y="1088"/>
                    </a:cubicBezTo>
                    <a:cubicBezTo>
                      <a:pt x="971" y="1085"/>
                      <a:pt x="971" y="1085"/>
                      <a:pt x="971" y="1085"/>
                    </a:cubicBezTo>
                    <a:cubicBezTo>
                      <a:pt x="972" y="1084"/>
                      <a:pt x="972" y="1084"/>
                      <a:pt x="972" y="1084"/>
                    </a:cubicBezTo>
                    <a:cubicBezTo>
                      <a:pt x="976" y="1080"/>
                      <a:pt x="976" y="1080"/>
                      <a:pt x="976" y="1080"/>
                    </a:cubicBezTo>
                    <a:cubicBezTo>
                      <a:pt x="977" y="1079"/>
                      <a:pt x="977" y="1079"/>
                      <a:pt x="977" y="1079"/>
                    </a:cubicBezTo>
                    <a:cubicBezTo>
                      <a:pt x="979" y="1076"/>
                      <a:pt x="979" y="1076"/>
                      <a:pt x="979" y="1076"/>
                    </a:cubicBezTo>
                    <a:cubicBezTo>
                      <a:pt x="981" y="1075"/>
                      <a:pt x="981" y="1075"/>
                      <a:pt x="981" y="1075"/>
                    </a:cubicBezTo>
                    <a:cubicBezTo>
                      <a:pt x="984" y="1072"/>
                      <a:pt x="984" y="1072"/>
                      <a:pt x="984" y="1072"/>
                    </a:cubicBezTo>
                    <a:cubicBezTo>
                      <a:pt x="985" y="1070"/>
                      <a:pt x="985" y="1070"/>
                      <a:pt x="985" y="1070"/>
                    </a:cubicBezTo>
                    <a:cubicBezTo>
                      <a:pt x="987" y="1068"/>
                      <a:pt x="987" y="1068"/>
                      <a:pt x="987" y="1068"/>
                    </a:cubicBezTo>
                    <a:cubicBezTo>
                      <a:pt x="990" y="1064"/>
                      <a:pt x="990" y="1064"/>
                      <a:pt x="990" y="1064"/>
                    </a:cubicBezTo>
                    <a:cubicBezTo>
                      <a:pt x="991" y="1063"/>
                      <a:pt x="991" y="1063"/>
                      <a:pt x="991" y="1063"/>
                    </a:cubicBezTo>
                    <a:cubicBezTo>
                      <a:pt x="994" y="1061"/>
                      <a:pt x="994" y="1061"/>
                      <a:pt x="994" y="1061"/>
                    </a:cubicBezTo>
                    <a:cubicBezTo>
                      <a:pt x="994" y="1060"/>
                      <a:pt x="994" y="1060"/>
                      <a:pt x="994" y="1060"/>
                    </a:cubicBezTo>
                    <a:cubicBezTo>
                      <a:pt x="1102" y="937"/>
                      <a:pt x="1177" y="785"/>
                      <a:pt x="1206" y="617"/>
                    </a:cubicBezTo>
                    <a:cubicBezTo>
                      <a:pt x="1206" y="617"/>
                      <a:pt x="1206" y="617"/>
                      <a:pt x="1206" y="617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4"/>
                      <a:pt x="1209" y="594"/>
                      <a:pt x="1209" y="594"/>
                    </a:cubicBezTo>
                    <a:cubicBezTo>
                      <a:pt x="1210" y="593"/>
                      <a:pt x="1210" y="593"/>
                      <a:pt x="1210" y="593"/>
                    </a:cubicBezTo>
                    <a:cubicBezTo>
                      <a:pt x="1210" y="589"/>
                      <a:pt x="1210" y="589"/>
                      <a:pt x="1210" y="589"/>
                    </a:cubicBezTo>
                    <a:cubicBezTo>
                      <a:pt x="1210" y="588"/>
                      <a:pt x="1210" y="588"/>
                      <a:pt x="1210" y="588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2" y="574"/>
                      <a:pt x="1212" y="574"/>
                      <a:pt x="1212" y="574"/>
                    </a:cubicBezTo>
                    <a:cubicBezTo>
                      <a:pt x="1212" y="573"/>
                      <a:pt x="1212" y="573"/>
                      <a:pt x="1212" y="573"/>
                    </a:cubicBezTo>
                    <a:cubicBezTo>
                      <a:pt x="1212" y="570"/>
                      <a:pt x="1212" y="570"/>
                      <a:pt x="1212" y="570"/>
                    </a:cubicBezTo>
                    <a:cubicBezTo>
                      <a:pt x="1213" y="568"/>
                      <a:pt x="1213" y="568"/>
                      <a:pt x="1213" y="568"/>
                    </a:cubicBezTo>
                    <a:cubicBezTo>
                      <a:pt x="1213" y="566"/>
                      <a:pt x="1213" y="566"/>
                      <a:pt x="1213" y="566"/>
                    </a:cubicBezTo>
                    <a:cubicBezTo>
                      <a:pt x="1213" y="564"/>
                      <a:pt x="1213" y="564"/>
                      <a:pt x="1213" y="564"/>
                    </a:cubicBezTo>
                    <a:cubicBezTo>
                      <a:pt x="1213" y="561"/>
                      <a:pt x="1213" y="561"/>
                      <a:pt x="1213" y="561"/>
                    </a:cubicBezTo>
                    <a:cubicBezTo>
                      <a:pt x="1214" y="560"/>
                      <a:pt x="1214" y="560"/>
                      <a:pt x="1214" y="560"/>
                    </a:cubicBezTo>
                    <a:cubicBezTo>
                      <a:pt x="1214" y="555"/>
                      <a:pt x="1214" y="555"/>
                      <a:pt x="1214" y="555"/>
                    </a:cubicBezTo>
                    <a:cubicBezTo>
                      <a:pt x="1214" y="553"/>
                      <a:pt x="1214" y="553"/>
                      <a:pt x="1214" y="553"/>
                    </a:cubicBezTo>
                    <a:cubicBezTo>
                      <a:pt x="1215" y="551"/>
                      <a:pt x="1215" y="551"/>
                      <a:pt x="1215" y="551"/>
                    </a:cubicBezTo>
                    <a:cubicBezTo>
                      <a:pt x="1215" y="549"/>
                      <a:pt x="1215" y="549"/>
                      <a:pt x="1215" y="549"/>
                    </a:cubicBezTo>
                    <a:cubicBezTo>
                      <a:pt x="1215" y="546"/>
                      <a:pt x="1215" y="546"/>
                      <a:pt x="1215" y="546"/>
                    </a:cubicBezTo>
                    <a:cubicBezTo>
                      <a:pt x="1215" y="544"/>
                      <a:pt x="1215" y="544"/>
                      <a:pt x="1215" y="544"/>
                    </a:cubicBezTo>
                    <a:cubicBezTo>
                      <a:pt x="1215" y="542"/>
                      <a:pt x="1215" y="542"/>
                      <a:pt x="1215" y="542"/>
                    </a:cubicBezTo>
                    <a:cubicBezTo>
                      <a:pt x="1215" y="540"/>
                      <a:pt x="1215" y="540"/>
                      <a:pt x="1215" y="540"/>
                    </a:cubicBezTo>
                    <a:cubicBezTo>
                      <a:pt x="1216" y="537"/>
                      <a:pt x="1216" y="537"/>
                      <a:pt x="1216" y="537"/>
                    </a:cubicBezTo>
                    <a:cubicBezTo>
                      <a:pt x="1216" y="534"/>
                      <a:pt x="1216" y="534"/>
                      <a:pt x="1216" y="534"/>
                    </a:cubicBezTo>
                    <a:cubicBezTo>
                      <a:pt x="1216" y="532"/>
                      <a:pt x="1216" y="532"/>
                      <a:pt x="1216" y="532"/>
                    </a:cubicBezTo>
                    <a:cubicBezTo>
                      <a:pt x="1216" y="529"/>
                      <a:pt x="1216" y="529"/>
                      <a:pt x="1216" y="529"/>
                    </a:cubicBezTo>
                    <a:cubicBezTo>
                      <a:pt x="1216" y="527"/>
                      <a:pt x="1216" y="527"/>
                      <a:pt x="1216" y="527"/>
                    </a:cubicBezTo>
                    <a:cubicBezTo>
                      <a:pt x="1217" y="524"/>
                      <a:pt x="1217" y="524"/>
                      <a:pt x="1217" y="524"/>
                    </a:cubicBezTo>
                    <a:cubicBezTo>
                      <a:pt x="1217" y="522"/>
                      <a:pt x="1217" y="522"/>
                      <a:pt x="1217" y="522"/>
                    </a:cubicBezTo>
                    <a:cubicBezTo>
                      <a:pt x="1217" y="520"/>
                      <a:pt x="1217" y="520"/>
                      <a:pt x="1217" y="520"/>
                    </a:cubicBezTo>
                    <a:cubicBezTo>
                      <a:pt x="1217" y="518"/>
                      <a:pt x="1217" y="518"/>
                      <a:pt x="1217" y="518"/>
                    </a:cubicBezTo>
                    <a:cubicBezTo>
                      <a:pt x="1217" y="515"/>
                      <a:pt x="1217" y="515"/>
                      <a:pt x="1217" y="515"/>
                    </a:cubicBezTo>
                    <a:cubicBezTo>
                      <a:pt x="1217" y="513"/>
                      <a:pt x="1217" y="513"/>
                      <a:pt x="1217" y="513"/>
                    </a:cubicBezTo>
                    <a:cubicBezTo>
                      <a:pt x="1218" y="509"/>
                      <a:pt x="1218" y="509"/>
                      <a:pt x="1218" y="509"/>
                    </a:cubicBezTo>
                    <a:cubicBezTo>
                      <a:pt x="1218" y="507"/>
                      <a:pt x="1218" y="507"/>
                      <a:pt x="1218" y="507"/>
                    </a:cubicBezTo>
                    <a:cubicBezTo>
                      <a:pt x="1218" y="504"/>
                      <a:pt x="1218" y="504"/>
                      <a:pt x="1218" y="504"/>
                    </a:cubicBezTo>
                    <a:cubicBezTo>
                      <a:pt x="1218" y="502"/>
                      <a:pt x="1218" y="502"/>
                      <a:pt x="1218" y="502"/>
                    </a:cubicBezTo>
                    <a:cubicBezTo>
                      <a:pt x="1218" y="500"/>
                      <a:pt x="1218" y="500"/>
                      <a:pt x="1218" y="500"/>
                    </a:cubicBezTo>
                    <a:cubicBezTo>
                      <a:pt x="1218" y="498"/>
                      <a:pt x="1218" y="498"/>
                      <a:pt x="1218" y="498"/>
                    </a:cubicBezTo>
                    <a:cubicBezTo>
                      <a:pt x="1218" y="495"/>
                      <a:pt x="1218" y="495"/>
                      <a:pt x="1218" y="495"/>
                    </a:cubicBezTo>
                    <a:cubicBezTo>
                      <a:pt x="1218" y="493"/>
                      <a:pt x="1218" y="493"/>
                      <a:pt x="1218" y="493"/>
                    </a:cubicBezTo>
                    <a:cubicBezTo>
                      <a:pt x="1218" y="490"/>
                      <a:pt x="1218" y="490"/>
                      <a:pt x="1218" y="490"/>
                    </a:cubicBezTo>
                    <a:cubicBezTo>
                      <a:pt x="1218" y="489"/>
                      <a:pt x="1218" y="489"/>
                      <a:pt x="1218" y="489"/>
                    </a:cubicBezTo>
                    <a:cubicBezTo>
                      <a:pt x="1218" y="484"/>
                      <a:pt x="1218" y="484"/>
                      <a:pt x="1218" y="484"/>
                    </a:cubicBezTo>
                    <a:cubicBezTo>
                      <a:pt x="1218" y="483"/>
                      <a:pt x="1218" y="483"/>
                      <a:pt x="1218" y="483"/>
                    </a:cubicBezTo>
                    <a:cubicBezTo>
                      <a:pt x="1218" y="480"/>
                      <a:pt x="1218" y="480"/>
                      <a:pt x="1218" y="480"/>
                    </a:cubicBezTo>
                    <a:cubicBezTo>
                      <a:pt x="1219" y="478"/>
                      <a:pt x="1219" y="478"/>
                      <a:pt x="1219" y="478"/>
                    </a:cubicBezTo>
                    <a:cubicBezTo>
                      <a:pt x="1219" y="475"/>
                      <a:pt x="1219" y="475"/>
                      <a:pt x="1219" y="475"/>
                    </a:cubicBezTo>
                    <a:cubicBezTo>
                      <a:pt x="1219" y="473"/>
                      <a:pt x="1219" y="473"/>
                      <a:pt x="1219" y="473"/>
                    </a:cubicBezTo>
                    <a:cubicBezTo>
                      <a:pt x="1219" y="470"/>
                      <a:pt x="1219" y="470"/>
                      <a:pt x="1219" y="470"/>
                    </a:cubicBezTo>
                    <a:cubicBezTo>
                      <a:pt x="1219" y="469"/>
                      <a:pt x="1219" y="469"/>
                      <a:pt x="1219" y="469"/>
                    </a:cubicBezTo>
                    <a:cubicBezTo>
                      <a:pt x="1219" y="464"/>
                      <a:pt x="1219" y="464"/>
                      <a:pt x="1219" y="464"/>
                    </a:cubicBezTo>
                    <a:cubicBezTo>
                      <a:pt x="1219" y="459"/>
                      <a:pt x="1219" y="459"/>
                      <a:pt x="1219" y="459"/>
                    </a:cubicBezTo>
                    <a:cubicBezTo>
                      <a:pt x="1219" y="458"/>
                      <a:pt x="1219" y="458"/>
                      <a:pt x="1219" y="458"/>
                    </a:cubicBezTo>
                    <a:cubicBezTo>
                      <a:pt x="1219" y="453"/>
                      <a:pt x="1219" y="453"/>
                      <a:pt x="1219" y="453"/>
                    </a:cubicBezTo>
                    <a:cubicBezTo>
                      <a:pt x="1219" y="452"/>
                      <a:pt x="1219" y="452"/>
                      <a:pt x="1219" y="452"/>
                    </a:cubicBezTo>
                    <a:cubicBezTo>
                      <a:pt x="1218" y="447"/>
                      <a:pt x="1218" y="447"/>
                      <a:pt x="1218" y="447"/>
                    </a:cubicBezTo>
                    <a:cubicBezTo>
                      <a:pt x="1218" y="446"/>
                      <a:pt x="1218" y="446"/>
                      <a:pt x="1218" y="446"/>
                    </a:cubicBezTo>
                    <a:cubicBezTo>
                      <a:pt x="1218" y="442"/>
                      <a:pt x="1218" y="442"/>
                      <a:pt x="1218" y="442"/>
                    </a:cubicBezTo>
                    <a:cubicBezTo>
                      <a:pt x="1218" y="441"/>
                      <a:pt x="1218" y="441"/>
                      <a:pt x="1218" y="441"/>
                    </a:cubicBezTo>
                    <a:cubicBezTo>
                      <a:pt x="1218" y="436"/>
                      <a:pt x="1218" y="436"/>
                      <a:pt x="1218" y="436"/>
                    </a:cubicBezTo>
                    <a:cubicBezTo>
                      <a:pt x="1218" y="434"/>
                      <a:pt x="1218" y="434"/>
                      <a:pt x="1218" y="434"/>
                    </a:cubicBezTo>
                    <a:cubicBezTo>
                      <a:pt x="1218" y="430"/>
                      <a:pt x="1218" y="430"/>
                      <a:pt x="1218" y="430"/>
                    </a:cubicBezTo>
                    <a:cubicBezTo>
                      <a:pt x="1218" y="429"/>
                      <a:pt x="1218" y="429"/>
                      <a:pt x="1218" y="429"/>
                    </a:cubicBezTo>
                    <a:cubicBezTo>
                      <a:pt x="1218" y="424"/>
                      <a:pt x="1218" y="424"/>
                      <a:pt x="1218" y="424"/>
                    </a:cubicBezTo>
                    <a:cubicBezTo>
                      <a:pt x="1218" y="423"/>
                      <a:pt x="1218" y="423"/>
                      <a:pt x="1218" y="423"/>
                    </a:cubicBezTo>
                    <a:cubicBezTo>
                      <a:pt x="1217" y="419"/>
                      <a:pt x="1217" y="419"/>
                      <a:pt x="1217" y="419"/>
                    </a:cubicBezTo>
                    <a:cubicBezTo>
                      <a:pt x="1217" y="417"/>
                      <a:pt x="1217" y="417"/>
                      <a:pt x="1217" y="417"/>
                    </a:cubicBezTo>
                    <a:cubicBezTo>
                      <a:pt x="1217" y="413"/>
                      <a:pt x="1217" y="413"/>
                      <a:pt x="1217" y="413"/>
                    </a:cubicBezTo>
                    <a:cubicBezTo>
                      <a:pt x="1217" y="411"/>
                      <a:pt x="1217" y="411"/>
                      <a:pt x="1217" y="411"/>
                    </a:cubicBezTo>
                    <a:cubicBezTo>
                      <a:pt x="1217" y="408"/>
                      <a:pt x="1217" y="408"/>
                      <a:pt x="1217" y="408"/>
                    </a:cubicBezTo>
                    <a:cubicBezTo>
                      <a:pt x="1217" y="406"/>
                      <a:pt x="1217" y="406"/>
                      <a:pt x="1217" y="406"/>
                    </a:cubicBezTo>
                    <a:cubicBezTo>
                      <a:pt x="1216" y="402"/>
                      <a:pt x="1216" y="402"/>
                      <a:pt x="1216" y="402"/>
                    </a:cubicBezTo>
                    <a:cubicBezTo>
                      <a:pt x="1216" y="400"/>
                      <a:pt x="1216" y="400"/>
                      <a:pt x="1216" y="400"/>
                    </a:cubicBezTo>
                    <a:cubicBezTo>
                      <a:pt x="1216" y="396"/>
                      <a:pt x="1216" y="396"/>
                      <a:pt x="1216" y="396"/>
                    </a:cubicBezTo>
                    <a:cubicBezTo>
                      <a:pt x="1216" y="394"/>
                      <a:pt x="1216" y="394"/>
                      <a:pt x="1216" y="394"/>
                    </a:cubicBezTo>
                    <a:cubicBezTo>
                      <a:pt x="1216" y="391"/>
                      <a:pt x="1216" y="391"/>
                      <a:pt x="1216" y="391"/>
                    </a:cubicBezTo>
                    <a:cubicBezTo>
                      <a:pt x="1215" y="388"/>
                      <a:pt x="1215" y="388"/>
                      <a:pt x="1215" y="388"/>
                    </a:cubicBezTo>
                    <a:cubicBezTo>
                      <a:pt x="1215" y="385"/>
                      <a:pt x="1215" y="385"/>
                      <a:pt x="1215" y="385"/>
                    </a:cubicBezTo>
                    <a:cubicBezTo>
                      <a:pt x="1215" y="383"/>
                      <a:pt x="1215" y="383"/>
                      <a:pt x="1215" y="383"/>
                    </a:cubicBezTo>
                    <a:cubicBezTo>
                      <a:pt x="1215" y="380"/>
                      <a:pt x="1215" y="380"/>
                      <a:pt x="1215" y="380"/>
                    </a:cubicBezTo>
                    <a:cubicBezTo>
                      <a:pt x="1214" y="377"/>
                      <a:pt x="1214" y="377"/>
                      <a:pt x="1214" y="377"/>
                    </a:cubicBezTo>
                    <a:cubicBezTo>
                      <a:pt x="1214" y="374"/>
                      <a:pt x="1214" y="374"/>
                      <a:pt x="1214" y="374"/>
                    </a:cubicBezTo>
                    <a:cubicBezTo>
                      <a:pt x="1214" y="371"/>
                      <a:pt x="1214" y="371"/>
                      <a:pt x="1214" y="371"/>
                    </a:cubicBezTo>
                    <a:cubicBezTo>
                      <a:pt x="1214" y="369"/>
                      <a:pt x="1214" y="369"/>
                      <a:pt x="1214" y="369"/>
                    </a:cubicBezTo>
                    <a:cubicBezTo>
                      <a:pt x="1213" y="359"/>
                      <a:pt x="1213" y="359"/>
                      <a:pt x="1213" y="359"/>
                    </a:cubicBezTo>
                    <a:cubicBezTo>
                      <a:pt x="1212" y="358"/>
                      <a:pt x="1212" y="358"/>
                      <a:pt x="1212" y="358"/>
                    </a:cubicBezTo>
                    <a:cubicBezTo>
                      <a:pt x="1212" y="355"/>
                      <a:pt x="1212" y="355"/>
                      <a:pt x="1212" y="355"/>
                    </a:cubicBezTo>
                    <a:cubicBezTo>
                      <a:pt x="1212" y="353"/>
                      <a:pt x="1212" y="353"/>
                      <a:pt x="1212" y="353"/>
                    </a:cubicBezTo>
                    <a:cubicBezTo>
                      <a:pt x="1211" y="348"/>
                      <a:pt x="1211" y="348"/>
                      <a:pt x="1211" y="348"/>
                    </a:cubicBezTo>
                    <a:cubicBezTo>
                      <a:pt x="1211" y="346"/>
                      <a:pt x="1211" y="346"/>
                      <a:pt x="1211" y="346"/>
                    </a:cubicBezTo>
                    <a:cubicBezTo>
                      <a:pt x="1211" y="343"/>
                      <a:pt x="1211" y="343"/>
                      <a:pt x="1211" y="343"/>
                    </a:cubicBezTo>
                    <a:cubicBezTo>
                      <a:pt x="1210" y="342"/>
                      <a:pt x="1210" y="342"/>
                      <a:pt x="1210" y="342"/>
                    </a:cubicBezTo>
                    <a:cubicBezTo>
                      <a:pt x="1210" y="336"/>
                      <a:pt x="1210" y="336"/>
                      <a:pt x="1210" y="336"/>
                    </a:cubicBezTo>
                    <a:cubicBezTo>
                      <a:pt x="1209" y="335"/>
                      <a:pt x="1209" y="335"/>
                      <a:pt x="1209" y="335"/>
                    </a:cubicBezTo>
                    <a:cubicBezTo>
                      <a:pt x="1209" y="332"/>
                      <a:pt x="1209" y="332"/>
                      <a:pt x="1209" y="332"/>
                    </a:cubicBezTo>
                    <a:cubicBezTo>
                      <a:pt x="1209" y="331"/>
                      <a:pt x="1209" y="331"/>
                      <a:pt x="1209" y="331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5" y="309"/>
                      <a:pt x="1205" y="309"/>
                      <a:pt x="1205" y="309"/>
                    </a:cubicBezTo>
                    <a:cubicBezTo>
                      <a:pt x="1205" y="308"/>
                      <a:pt x="1205" y="308"/>
                      <a:pt x="1205" y="308"/>
                    </a:cubicBezTo>
                    <a:cubicBezTo>
                      <a:pt x="1202" y="288"/>
                      <a:pt x="1198" y="269"/>
                      <a:pt x="1193" y="249"/>
                    </a:cubicBezTo>
                    <a:cubicBezTo>
                      <a:pt x="1193" y="248"/>
                      <a:pt x="1193" y="248"/>
                      <a:pt x="1193" y="248"/>
                    </a:cubicBezTo>
                    <a:cubicBezTo>
                      <a:pt x="1190" y="238"/>
                      <a:pt x="1190" y="238"/>
                      <a:pt x="1190" y="238"/>
                    </a:cubicBezTo>
                    <a:cubicBezTo>
                      <a:pt x="1190" y="237"/>
                      <a:pt x="1190" y="237"/>
                      <a:pt x="1190" y="237"/>
                    </a:cubicBezTo>
                    <a:cubicBezTo>
                      <a:pt x="1187" y="228"/>
                      <a:pt x="1187" y="228"/>
                      <a:pt x="1187" y="228"/>
                    </a:cubicBezTo>
                    <a:cubicBezTo>
                      <a:pt x="1187" y="226"/>
                      <a:pt x="1187" y="226"/>
                      <a:pt x="1187" y="226"/>
                    </a:cubicBezTo>
                    <a:cubicBezTo>
                      <a:pt x="1186" y="223"/>
                      <a:pt x="1186" y="223"/>
                      <a:pt x="1186" y="223"/>
                    </a:cubicBezTo>
                    <a:cubicBezTo>
                      <a:pt x="1186" y="221"/>
                      <a:pt x="1186" y="221"/>
                      <a:pt x="1186" y="221"/>
                    </a:cubicBezTo>
                    <a:cubicBezTo>
                      <a:pt x="1184" y="217"/>
                      <a:pt x="1184" y="217"/>
                      <a:pt x="1184" y="217"/>
                    </a:cubicBezTo>
                    <a:cubicBezTo>
                      <a:pt x="1184" y="215"/>
                      <a:pt x="1184" y="215"/>
                      <a:pt x="1184" y="215"/>
                    </a:cubicBezTo>
                    <a:cubicBezTo>
                      <a:pt x="1183" y="213"/>
                      <a:pt x="1183" y="213"/>
                      <a:pt x="1183" y="213"/>
                    </a:cubicBezTo>
                    <a:cubicBezTo>
                      <a:pt x="1182" y="210"/>
                      <a:pt x="1182" y="210"/>
                      <a:pt x="1182" y="210"/>
                    </a:cubicBezTo>
                    <a:cubicBezTo>
                      <a:pt x="1181" y="207"/>
                      <a:pt x="1181" y="207"/>
                      <a:pt x="1181" y="207"/>
                    </a:cubicBezTo>
                    <a:cubicBezTo>
                      <a:pt x="1181" y="204"/>
                      <a:pt x="1181" y="204"/>
                      <a:pt x="1181" y="204"/>
                    </a:cubicBezTo>
                    <a:cubicBezTo>
                      <a:pt x="1180" y="202"/>
                      <a:pt x="1180" y="202"/>
                      <a:pt x="1180" y="202"/>
                    </a:cubicBezTo>
                    <a:cubicBezTo>
                      <a:pt x="1179" y="199"/>
                      <a:pt x="1179" y="199"/>
                      <a:pt x="1179" y="199"/>
                    </a:cubicBezTo>
                    <a:cubicBezTo>
                      <a:pt x="1179" y="198"/>
                      <a:pt x="1179" y="198"/>
                      <a:pt x="1179" y="198"/>
                    </a:cubicBezTo>
                    <a:cubicBezTo>
                      <a:pt x="1177" y="193"/>
                      <a:pt x="1177" y="193"/>
                      <a:pt x="1177" y="193"/>
                    </a:cubicBezTo>
                    <a:cubicBezTo>
                      <a:pt x="1177" y="192"/>
                      <a:pt x="1177" y="192"/>
                      <a:pt x="1177" y="192"/>
                    </a:cubicBezTo>
                    <a:cubicBezTo>
                      <a:pt x="1176" y="188"/>
                      <a:pt x="1176" y="188"/>
                      <a:pt x="1176" y="188"/>
                    </a:cubicBezTo>
                    <a:cubicBezTo>
                      <a:pt x="1175" y="187"/>
                      <a:pt x="1175" y="187"/>
                      <a:pt x="1175" y="187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66" y="160"/>
                      <a:pt x="1158" y="137"/>
                      <a:pt x="1149" y="116"/>
                    </a:cubicBezTo>
                    <a:cubicBezTo>
                      <a:pt x="1144" y="103"/>
                      <a:pt x="1138" y="91"/>
                      <a:pt x="1132" y="79"/>
                    </a:cubicBezTo>
                    <a:cubicBezTo>
                      <a:pt x="1120" y="52"/>
                      <a:pt x="1106" y="26"/>
                      <a:pt x="1090" y="0"/>
                    </a:cubicBezTo>
                    <a:cubicBezTo>
                      <a:pt x="1115" y="67"/>
                      <a:pt x="1126" y="137"/>
                      <a:pt x="1126" y="206"/>
                    </a:cubicBezTo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0" name="Freeform 9"/>
              <p:cNvSpPr>
                <a:spLocks noSelect="1"/>
              </p:cNvSpPr>
              <p:nvPr userDrawn="1"/>
            </p:nvSpPr>
            <p:spPr bwMode="gray">
              <a:xfrm>
                <a:off x="1118870" y="583565"/>
                <a:ext cx="114935" cy="149860"/>
              </a:xfrm>
              <a:custGeom>
                <a:avLst/>
                <a:gdLst>
                  <a:gd name="T0" fmla="*/ 0 w 362"/>
                  <a:gd name="T1" fmla="*/ 106 h 472"/>
                  <a:gd name="T2" fmla="*/ 219 w 362"/>
                  <a:gd name="T3" fmla="*/ 445 h 472"/>
                  <a:gd name="T4" fmla="*/ 268 w 362"/>
                  <a:gd name="T5" fmla="*/ 472 h 472"/>
                  <a:gd name="T6" fmla="*/ 362 w 362"/>
                  <a:gd name="T7" fmla="*/ 472 h 472"/>
                  <a:gd name="T8" fmla="*/ 319 w 362"/>
                  <a:gd name="T9" fmla="*/ 448 h 472"/>
                  <a:gd name="T10" fmla="*/ 22 w 362"/>
                  <a:gd name="T11" fmla="*/ 0 h 472"/>
                  <a:gd name="T12" fmla="*/ 0 w 362"/>
                  <a:gd name="T13" fmla="*/ 106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2" h="472">
                    <a:moveTo>
                      <a:pt x="0" y="106"/>
                    </a:moveTo>
                    <a:cubicBezTo>
                      <a:pt x="219" y="445"/>
                      <a:pt x="219" y="445"/>
                      <a:pt x="219" y="445"/>
                    </a:cubicBezTo>
                    <a:cubicBezTo>
                      <a:pt x="228" y="460"/>
                      <a:pt x="250" y="472"/>
                      <a:pt x="268" y="472"/>
                    </a:cubicBezTo>
                    <a:cubicBezTo>
                      <a:pt x="362" y="472"/>
                      <a:pt x="362" y="472"/>
                      <a:pt x="362" y="472"/>
                    </a:cubicBezTo>
                    <a:cubicBezTo>
                      <a:pt x="347" y="472"/>
                      <a:pt x="327" y="461"/>
                      <a:pt x="319" y="448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0" y="106"/>
                    </a:lnTo>
                    <a:close/>
                  </a:path>
                </a:pathLst>
              </a:cu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1" name="Freeform 10"/>
              <p:cNvSpPr>
                <a:spLocks noSelect="1"/>
              </p:cNvSpPr>
              <p:nvPr userDrawn="1"/>
            </p:nvSpPr>
            <p:spPr bwMode="gray">
              <a:xfrm>
                <a:off x="949325" y="290830"/>
                <a:ext cx="277495" cy="120015"/>
              </a:xfrm>
              <a:custGeom>
                <a:avLst/>
                <a:gdLst>
                  <a:gd name="T0" fmla="*/ 27 w 874"/>
                  <a:gd name="T1" fmla="*/ 323 h 378"/>
                  <a:gd name="T2" fmla="*/ 1 w 874"/>
                  <a:gd name="T3" fmla="*/ 366 h 378"/>
                  <a:gd name="T4" fmla="*/ 1 w 874"/>
                  <a:gd name="T5" fmla="*/ 367 h 378"/>
                  <a:gd name="T6" fmla="*/ 1 w 874"/>
                  <a:gd name="T7" fmla="*/ 367 h 378"/>
                  <a:gd name="T8" fmla="*/ 30 w 874"/>
                  <a:gd name="T9" fmla="*/ 378 h 378"/>
                  <a:gd name="T10" fmla="*/ 410 w 874"/>
                  <a:gd name="T11" fmla="*/ 378 h 378"/>
                  <a:gd name="T12" fmla="*/ 400 w 874"/>
                  <a:gd name="T13" fmla="*/ 293 h 378"/>
                  <a:gd name="T14" fmla="*/ 439 w 874"/>
                  <a:gd name="T15" fmla="*/ 165 h 378"/>
                  <a:gd name="T16" fmla="*/ 471 w 874"/>
                  <a:gd name="T17" fmla="*/ 129 h 378"/>
                  <a:gd name="T18" fmla="*/ 820 w 874"/>
                  <a:gd name="T19" fmla="*/ 11 h 378"/>
                  <a:gd name="T20" fmla="*/ 838 w 874"/>
                  <a:gd name="T21" fmla="*/ 12 h 378"/>
                  <a:gd name="T22" fmla="*/ 874 w 874"/>
                  <a:gd name="T23" fmla="*/ 13 h 378"/>
                  <a:gd name="T24" fmla="*/ 728 w 874"/>
                  <a:gd name="T25" fmla="*/ 0 h 378"/>
                  <a:gd name="T26" fmla="*/ 719 w 874"/>
                  <a:gd name="T27" fmla="*/ 0 h 378"/>
                  <a:gd name="T28" fmla="*/ 27 w 874"/>
                  <a:gd name="T29" fmla="*/ 323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4" h="378">
                    <a:moveTo>
                      <a:pt x="27" y="323"/>
                    </a:moveTo>
                    <a:cubicBezTo>
                      <a:pt x="10" y="343"/>
                      <a:pt x="0" y="357"/>
                      <a:pt x="1" y="366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2" y="375"/>
                      <a:pt x="11" y="378"/>
                      <a:pt x="30" y="378"/>
                    </a:cubicBezTo>
                    <a:cubicBezTo>
                      <a:pt x="410" y="378"/>
                      <a:pt x="410" y="378"/>
                      <a:pt x="410" y="378"/>
                    </a:cubicBezTo>
                    <a:cubicBezTo>
                      <a:pt x="404" y="349"/>
                      <a:pt x="400" y="320"/>
                      <a:pt x="400" y="293"/>
                    </a:cubicBezTo>
                    <a:cubicBezTo>
                      <a:pt x="400" y="244"/>
                      <a:pt x="412" y="200"/>
                      <a:pt x="439" y="165"/>
                    </a:cubicBezTo>
                    <a:cubicBezTo>
                      <a:pt x="449" y="152"/>
                      <a:pt x="460" y="140"/>
                      <a:pt x="471" y="129"/>
                    </a:cubicBezTo>
                    <a:cubicBezTo>
                      <a:pt x="555" y="49"/>
                      <a:pt x="683" y="11"/>
                      <a:pt x="820" y="11"/>
                    </a:cubicBezTo>
                    <a:cubicBezTo>
                      <a:pt x="826" y="11"/>
                      <a:pt x="832" y="11"/>
                      <a:pt x="838" y="12"/>
                    </a:cubicBezTo>
                    <a:cubicBezTo>
                      <a:pt x="850" y="12"/>
                      <a:pt x="862" y="12"/>
                      <a:pt x="874" y="13"/>
                    </a:cubicBezTo>
                    <a:cubicBezTo>
                      <a:pt x="827" y="5"/>
                      <a:pt x="778" y="0"/>
                      <a:pt x="728" y="0"/>
                    </a:cubicBezTo>
                    <a:cubicBezTo>
                      <a:pt x="719" y="0"/>
                      <a:pt x="719" y="0"/>
                      <a:pt x="719" y="0"/>
                    </a:cubicBezTo>
                    <a:cubicBezTo>
                      <a:pt x="441" y="0"/>
                      <a:pt x="192" y="125"/>
                      <a:pt x="27" y="323"/>
                    </a:cubicBezTo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3" name="Freeform 11"/>
              <p:cNvSpPr>
                <a:spLocks noSelect="1"/>
              </p:cNvSpPr>
              <p:nvPr userDrawn="1"/>
            </p:nvSpPr>
            <p:spPr bwMode="gray">
              <a:xfrm>
                <a:off x="1076325" y="294005"/>
                <a:ext cx="358775" cy="353695"/>
              </a:xfrm>
              <a:custGeom>
                <a:avLst/>
                <a:gdLst>
                  <a:gd name="T0" fmla="*/ 0 w 1130"/>
                  <a:gd name="T1" fmla="*/ 282 h 1113"/>
                  <a:gd name="T2" fmla="*/ 738 w 1130"/>
                  <a:gd name="T3" fmla="*/ 375 h 1113"/>
                  <a:gd name="T4" fmla="*/ 910 w 1130"/>
                  <a:gd name="T5" fmla="*/ 637 h 1113"/>
                  <a:gd name="T6" fmla="*/ 913 w 1130"/>
                  <a:gd name="T7" fmla="*/ 645 h 1113"/>
                  <a:gd name="T8" fmla="*/ 824 w 1130"/>
                  <a:gd name="T9" fmla="*/ 1113 h 1113"/>
                  <a:gd name="T10" fmla="*/ 1094 w 1130"/>
                  <a:gd name="T11" fmla="*/ 428 h 1113"/>
                  <a:gd name="T12" fmla="*/ 1044 w 1130"/>
                  <a:gd name="T13" fmla="*/ 353 h 1113"/>
                  <a:gd name="T14" fmla="*/ 1040 w 1130"/>
                  <a:gd name="T15" fmla="*/ 348 h 1113"/>
                  <a:gd name="T16" fmla="*/ 1034 w 1130"/>
                  <a:gd name="T17" fmla="*/ 339 h 1113"/>
                  <a:gd name="T18" fmla="*/ 1030 w 1130"/>
                  <a:gd name="T19" fmla="*/ 334 h 1113"/>
                  <a:gd name="T20" fmla="*/ 1007 w 1130"/>
                  <a:gd name="T21" fmla="*/ 306 h 1113"/>
                  <a:gd name="T22" fmla="*/ 1003 w 1130"/>
                  <a:gd name="T23" fmla="*/ 301 h 1113"/>
                  <a:gd name="T24" fmla="*/ 995 w 1130"/>
                  <a:gd name="T25" fmla="*/ 293 h 1113"/>
                  <a:gd name="T26" fmla="*/ 974 w 1130"/>
                  <a:gd name="T27" fmla="*/ 270 h 1113"/>
                  <a:gd name="T28" fmla="*/ 967 w 1130"/>
                  <a:gd name="T29" fmla="*/ 262 h 1113"/>
                  <a:gd name="T30" fmla="*/ 962 w 1130"/>
                  <a:gd name="T31" fmla="*/ 257 h 1113"/>
                  <a:gd name="T32" fmla="*/ 937 w 1130"/>
                  <a:gd name="T33" fmla="*/ 233 h 1113"/>
                  <a:gd name="T34" fmla="*/ 932 w 1130"/>
                  <a:gd name="T35" fmla="*/ 228 h 1113"/>
                  <a:gd name="T36" fmla="*/ 924 w 1130"/>
                  <a:gd name="T37" fmla="*/ 221 h 1113"/>
                  <a:gd name="T38" fmla="*/ 919 w 1130"/>
                  <a:gd name="T39" fmla="*/ 216 h 1113"/>
                  <a:gd name="T40" fmla="*/ 901 w 1130"/>
                  <a:gd name="T41" fmla="*/ 201 h 1113"/>
                  <a:gd name="T42" fmla="*/ 895 w 1130"/>
                  <a:gd name="T43" fmla="*/ 196 h 1113"/>
                  <a:gd name="T44" fmla="*/ 887 w 1130"/>
                  <a:gd name="T45" fmla="*/ 190 h 1113"/>
                  <a:gd name="T46" fmla="*/ 882 w 1130"/>
                  <a:gd name="T47" fmla="*/ 185 h 1113"/>
                  <a:gd name="T48" fmla="*/ 873 w 1130"/>
                  <a:gd name="T49" fmla="*/ 178 h 1113"/>
                  <a:gd name="T50" fmla="*/ 858 w 1130"/>
                  <a:gd name="T51" fmla="*/ 167 h 1113"/>
                  <a:gd name="T52" fmla="*/ 849 w 1130"/>
                  <a:gd name="T53" fmla="*/ 160 h 1113"/>
                  <a:gd name="T54" fmla="*/ 843 w 1130"/>
                  <a:gd name="T55" fmla="*/ 156 h 1113"/>
                  <a:gd name="T56" fmla="*/ 835 w 1130"/>
                  <a:gd name="T57" fmla="*/ 150 h 1113"/>
                  <a:gd name="T58" fmla="*/ 829 w 1130"/>
                  <a:gd name="T59" fmla="*/ 146 h 1113"/>
                  <a:gd name="T60" fmla="*/ 809 w 1130"/>
                  <a:gd name="T61" fmla="*/ 133 h 1113"/>
                  <a:gd name="T62" fmla="*/ 803 w 1130"/>
                  <a:gd name="T63" fmla="*/ 129 h 1113"/>
                  <a:gd name="T64" fmla="*/ 794 w 1130"/>
                  <a:gd name="T65" fmla="*/ 124 h 1113"/>
                  <a:gd name="T66" fmla="*/ 788 w 1130"/>
                  <a:gd name="T67" fmla="*/ 120 h 1113"/>
                  <a:gd name="T68" fmla="*/ 768 w 1130"/>
                  <a:gd name="T69" fmla="*/ 108 h 1113"/>
                  <a:gd name="T70" fmla="*/ 762 w 1130"/>
                  <a:gd name="T71" fmla="*/ 104 h 1113"/>
                  <a:gd name="T72" fmla="*/ 753 w 1130"/>
                  <a:gd name="T73" fmla="*/ 99 h 1113"/>
                  <a:gd name="T74" fmla="*/ 746 w 1130"/>
                  <a:gd name="T75" fmla="*/ 96 h 1113"/>
                  <a:gd name="T76" fmla="*/ 720 w 1130"/>
                  <a:gd name="T77" fmla="*/ 82 h 1113"/>
                  <a:gd name="T78" fmla="*/ 713 w 1130"/>
                  <a:gd name="T79" fmla="*/ 79 h 1113"/>
                  <a:gd name="T80" fmla="*/ 704 w 1130"/>
                  <a:gd name="T81" fmla="*/ 75 h 1113"/>
                  <a:gd name="T82" fmla="*/ 697 w 1130"/>
                  <a:gd name="T83" fmla="*/ 72 h 1113"/>
                  <a:gd name="T84" fmla="*/ 675 w 1130"/>
                  <a:gd name="T85" fmla="*/ 62 h 1113"/>
                  <a:gd name="T86" fmla="*/ 669 w 1130"/>
                  <a:gd name="T87" fmla="*/ 59 h 1113"/>
                  <a:gd name="T88" fmla="*/ 659 w 1130"/>
                  <a:gd name="T89" fmla="*/ 55 h 1113"/>
                  <a:gd name="T90" fmla="*/ 653 w 1130"/>
                  <a:gd name="T91" fmla="*/ 52 h 1113"/>
                  <a:gd name="T92" fmla="*/ 619 w 1130"/>
                  <a:gd name="T93" fmla="*/ 40 h 1113"/>
                  <a:gd name="T94" fmla="*/ 612 w 1130"/>
                  <a:gd name="T95" fmla="*/ 38 h 1113"/>
                  <a:gd name="T96" fmla="*/ 602 w 1130"/>
                  <a:gd name="T97" fmla="*/ 34 h 1113"/>
                  <a:gd name="T98" fmla="*/ 595 w 1130"/>
                  <a:gd name="T99" fmla="*/ 32 h 1113"/>
                  <a:gd name="T100" fmla="*/ 566 w 1130"/>
                  <a:gd name="T101" fmla="*/ 23 h 1113"/>
                  <a:gd name="T102" fmla="*/ 559 w 1130"/>
                  <a:gd name="T103" fmla="*/ 21 h 1113"/>
                  <a:gd name="T104" fmla="*/ 549 w 1130"/>
                  <a:gd name="T105" fmla="*/ 18 h 1113"/>
                  <a:gd name="T106" fmla="*/ 542 w 1130"/>
                  <a:gd name="T107" fmla="*/ 17 h 1113"/>
                  <a:gd name="T108" fmla="*/ 518 w 1130"/>
                  <a:gd name="T109" fmla="*/ 11 h 1113"/>
                  <a:gd name="T110" fmla="*/ 511 w 1130"/>
                  <a:gd name="T111" fmla="*/ 9 h 1113"/>
                  <a:gd name="T112" fmla="*/ 501 w 1130"/>
                  <a:gd name="T113" fmla="*/ 7 h 1113"/>
                  <a:gd name="T114" fmla="*/ 493 w 1130"/>
                  <a:gd name="T115" fmla="*/ 6 h 1113"/>
                  <a:gd name="T116" fmla="*/ 482 w 1130"/>
                  <a:gd name="T117" fmla="*/ 4 h 1113"/>
                  <a:gd name="T118" fmla="*/ 474 w 1130"/>
                  <a:gd name="T119" fmla="*/ 2 h 1113"/>
                  <a:gd name="T120" fmla="*/ 71 w 1130"/>
                  <a:gd name="T121" fmla="*/ 118 h 1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30" h="1113">
                    <a:moveTo>
                      <a:pt x="71" y="118"/>
                    </a:moveTo>
                    <a:cubicBezTo>
                      <a:pt x="60" y="129"/>
                      <a:pt x="49" y="141"/>
                      <a:pt x="39" y="154"/>
                    </a:cubicBezTo>
                    <a:cubicBezTo>
                      <a:pt x="12" y="189"/>
                      <a:pt x="0" y="233"/>
                      <a:pt x="0" y="282"/>
                    </a:cubicBezTo>
                    <a:cubicBezTo>
                      <a:pt x="0" y="309"/>
                      <a:pt x="4" y="338"/>
                      <a:pt x="10" y="367"/>
                    </a:cubicBezTo>
                    <a:cubicBezTo>
                      <a:pt x="712" y="367"/>
                      <a:pt x="712" y="367"/>
                      <a:pt x="712" y="367"/>
                    </a:cubicBezTo>
                    <a:cubicBezTo>
                      <a:pt x="720" y="367"/>
                      <a:pt x="730" y="370"/>
                      <a:pt x="738" y="375"/>
                    </a:cubicBezTo>
                    <a:cubicBezTo>
                      <a:pt x="745" y="380"/>
                      <a:pt x="752" y="385"/>
                      <a:pt x="756" y="391"/>
                    </a:cubicBezTo>
                    <a:cubicBezTo>
                      <a:pt x="904" y="622"/>
                      <a:pt x="904" y="622"/>
                      <a:pt x="904" y="622"/>
                    </a:cubicBezTo>
                    <a:cubicBezTo>
                      <a:pt x="907" y="626"/>
                      <a:pt x="909" y="632"/>
                      <a:pt x="910" y="637"/>
                    </a:cubicBezTo>
                    <a:cubicBezTo>
                      <a:pt x="912" y="644"/>
                      <a:pt x="912" y="644"/>
                      <a:pt x="912" y="644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4" y="652"/>
                      <a:pt x="915" y="660"/>
                      <a:pt x="914" y="666"/>
                    </a:cubicBezTo>
                    <a:cubicBezTo>
                      <a:pt x="914" y="674"/>
                      <a:pt x="914" y="674"/>
                      <a:pt x="914" y="674"/>
                    </a:cubicBezTo>
                    <a:cubicBezTo>
                      <a:pt x="824" y="1113"/>
                      <a:pt x="824" y="1113"/>
                      <a:pt x="824" y="1113"/>
                    </a:cubicBezTo>
                    <a:cubicBezTo>
                      <a:pt x="906" y="1074"/>
                      <a:pt x="976" y="1020"/>
                      <a:pt x="1020" y="965"/>
                    </a:cubicBezTo>
                    <a:cubicBezTo>
                      <a:pt x="1093" y="875"/>
                      <a:pt x="1130" y="757"/>
                      <a:pt x="1130" y="634"/>
                    </a:cubicBezTo>
                    <a:cubicBezTo>
                      <a:pt x="1130" y="565"/>
                      <a:pt x="1119" y="495"/>
                      <a:pt x="1094" y="428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77" y="399"/>
                      <a:pt x="1061" y="376"/>
                      <a:pt x="1044" y="353"/>
                    </a:cubicBezTo>
                    <a:cubicBezTo>
                      <a:pt x="1044" y="353"/>
                      <a:pt x="1044" y="353"/>
                      <a:pt x="1044" y="353"/>
                    </a:cubicBezTo>
                    <a:cubicBezTo>
                      <a:pt x="1041" y="349"/>
                      <a:pt x="1041" y="349"/>
                      <a:pt x="1041" y="349"/>
                    </a:cubicBezTo>
                    <a:cubicBezTo>
                      <a:pt x="1040" y="348"/>
                      <a:pt x="1040" y="348"/>
                      <a:pt x="1040" y="348"/>
                    </a:cubicBezTo>
                    <a:cubicBezTo>
                      <a:pt x="1037" y="344"/>
                      <a:pt x="1037" y="344"/>
                      <a:pt x="1037" y="344"/>
                    </a:cubicBezTo>
                    <a:cubicBezTo>
                      <a:pt x="1037" y="343"/>
                      <a:pt x="1037" y="343"/>
                      <a:pt x="1037" y="343"/>
                    </a:cubicBezTo>
                    <a:cubicBezTo>
                      <a:pt x="1034" y="339"/>
                      <a:pt x="1034" y="339"/>
                      <a:pt x="1034" y="339"/>
                    </a:cubicBezTo>
                    <a:cubicBezTo>
                      <a:pt x="1033" y="338"/>
                      <a:pt x="1033" y="338"/>
                      <a:pt x="1033" y="338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23" y="326"/>
                      <a:pt x="1017" y="318"/>
                      <a:pt x="1011" y="311"/>
                    </a:cubicBezTo>
                    <a:cubicBezTo>
                      <a:pt x="1011" y="311"/>
                      <a:pt x="1011" y="311"/>
                      <a:pt x="1011" y="311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3" y="302"/>
                      <a:pt x="1003" y="302"/>
                      <a:pt x="1003" y="302"/>
                    </a:cubicBezTo>
                    <a:cubicBezTo>
                      <a:pt x="1003" y="301"/>
                      <a:pt x="1003" y="301"/>
                      <a:pt x="1003" y="301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88" y="285"/>
                      <a:pt x="982" y="278"/>
                      <a:pt x="975" y="271"/>
                    </a:cubicBezTo>
                    <a:cubicBezTo>
                      <a:pt x="974" y="270"/>
                      <a:pt x="974" y="270"/>
                      <a:pt x="974" y="270"/>
                    </a:cubicBezTo>
                    <a:cubicBezTo>
                      <a:pt x="971" y="266"/>
                      <a:pt x="971" y="266"/>
                      <a:pt x="971" y="266"/>
                    </a:cubicBezTo>
                    <a:cubicBezTo>
                      <a:pt x="970" y="266"/>
                      <a:pt x="970" y="266"/>
                      <a:pt x="970" y="266"/>
                    </a:cubicBezTo>
                    <a:cubicBezTo>
                      <a:pt x="967" y="262"/>
                      <a:pt x="967" y="262"/>
                      <a:pt x="967" y="262"/>
                    </a:cubicBezTo>
                    <a:cubicBezTo>
                      <a:pt x="966" y="262"/>
                      <a:pt x="966" y="262"/>
                      <a:pt x="966" y="262"/>
                    </a:cubicBezTo>
                    <a:cubicBezTo>
                      <a:pt x="963" y="258"/>
                      <a:pt x="963" y="258"/>
                      <a:pt x="963" y="258"/>
                    </a:cubicBezTo>
                    <a:cubicBezTo>
                      <a:pt x="962" y="257"/>
                      <a:pt x="962" y="257"/>
                      <a:pt x="962" y="257"/>
                    </a:cubicBezTo>
                    <a:cubicBezTo>
                      <a:pt x="958" y="254"/>
                      <a:pt x="958" y="254"/>
                      <a:pt x="958" y="254"/>
                    </a:cubicBezTo>
                    <a:cubicBezTo>
                      <a:pt x="958" y="253"/>
                      <a:pt x="958" y="253"/>
                      <a:pt x="958" y="253"/>
                    </a:cubicBezTo>
                    <a:cubicBezTo>
                      <a:pt x="951" y="246"/>
                      <a:pt x="944" y="239"/>
                      <a:pt x="937" y="233"/>
                    </a:cubicBezTo>
                    <a:cubicBezTo>
                      <a:pt x="936" y="232"/>
                      <a:pt x="936" y="232"/>
                      <a:pt x="936" y="232"/>
                    </a:cubicBezTo>
                    <a:cubicBezTo>
                      <a:pt x="932" y="229"/>
                      <a:pt x="932" y="229"/>
                      <a:pt x="932" y="229"/>
                    </a:cubicBezTo>
                    <a:cubicBezTo>
                      <a:pt x="932" y="228"/>
                      <a:pt x="932" y="228"/>
                      <a:pt x="932" y="228"/>
                    </a:cubicBezTo>
                    <a:cubicBezTo>
                      <a:pt x="928" y="225"/>
                      <a:pt x="928" y="225"/>
                      <a:pt x="928" y="225"/>
                    </a:cubicBezTo>
                    <a:cubicBezTo>
                      <a:pt x="927" y="224"/>
                      <a:pt x="927" y="224"/>
                      <a:pt x="927" y="224"/>
                    </a:cubicBezTo>
                    <a:cubicBezTo>
                      <a:pt x="924" y="221"/>
                      <a:pt x="924" y="221"/>
                      <a:pt x="924" y="221"/>
                    </a:cubicBezTo>
                    <a:cubicBezTo>
                      <a:pt x="923" y="220"/>
                      <a:pt x="923" y="220"/>
                      <a:pt x="923" y="220"/>
                    </a:cubicBezTo>
                    <a:cubicBezTo>
                      <a:pt x="919" y="217"/>
                      <a:pt x="919" y="217"/>
                      <a:pt x="919" y="217"/>
                    </a:cubicBezTo>
                    <a:cubicBezTo>
                      <a:pt x="919" y="216"/>
                      <a:pt x="919" y="216"/>
                      <a:pt x="919" y="216"/>
                    </a:cubicBezTo>
                    <a:cubicBezTo>
                      <a:pt x="914" y="213"/>
                      <a:pt x="914" y="213"/>
                      <a:pt x="914" y="213"/>
                    </a:cubicBezTo>
                    <a:cubicBezTo>
                      <a:pt x="914" y="212"/>
                      <a:pt x="914" y="212"/>
                      <a:pt x="914" y="212"/>
                    </a:cubicBezTo>
                    <a:cubicBezTo>
                      <a:pt x="901" y="201"/>
                      <a:pt x="901" y="201"/>
                      <a:pt x="901" y="201"/>
                    </a:cubicBezTo>
                    <a:cubicBezTo>
                      <a:pt x="900" y="200"/>
                      <a:pt x="900" y="200"/>
                      <a:pt x="900" y="200"/>
                    </a:cubicBezTo>
                    <a:cubicBezTo>
                      <a:pt x="896" y="197"/>
                      <a:pt x="896" y="197"/>
                      <a:pt x="896" y="197"/>
                    </a:cubicBezTo>
                    <a:cubicBezTo>
                      <a:pt x="895" y="196"/>
                      <a:pt x="895" y="196"/>
                      <a:pt x="895" y="196"/>
                    </a:cubicBezTo>
                    <a:cubicBezTo>
                      <a:pt x="892" y="193"/>
                      <a:pt x="892" y="193"/>
                      <a:pt x="892" y="193"/>
                    </a:cubicBezTo>
                    <a:cubicBezTo>
                      <a:pt x="891" y="193"/>
                      <a:pt x="891" y="193"/>
                      <a:pt x="891" y="193"/>
                    </a:cubicBezTo>
                    <a:cubicBezTo>
                      <a:pt x="887" y="190"/>
                      <a:pt x="887" y="190"/>
                      <a:pt x="887" y="190"/>
                    </a:cubicBezTo>
                    <a:cubicBezTo>
                      <a:pt x="886" y="189"/>
                      <a:pt x="886" y="189"/>
                      <a:pt x="886" y="189"/>
                    </a:cubicBezTo>
                    <a:cubicBezTo>
                      <a:pt x="883" y="186"/>
                      <a:pt x="883" y="186"/>
                      <a:pt x="883" y="186"/>
                    </a:cubicBezTo>
                    <a:cubicBezTo>
                      <a:pt x="882" y="185"/>
                      <a:pt x="882" y="185"/>
                      <a:pt x="882" y="185"/>
                    </a:cubicBezTo>
                    <a:cubicBezTo>
                      <a:pt x="878" y="182"/>
                      <a:pt x="878" y="182"/>
                      <a:pt x="878" y="182"/>
                    </a:cubicBezTo>
                    <a:cubicBezTo>
                      <a:pt x="877" y="182"/>
                      <a:pt x="877" y="182"/>
                      <a:pt x="877" y="182"/>
                    </a:cubicBezTo>
                    <a:cubicBezTo>
                      <a:pt x="873" y="178"/>
                      <a:pt x="873" y="178"/>
                      <a:pt x="873" y="178"/>
                    </a:cubicBezTo>
                    <a:cubicBezTo>
                      <a:pt x="872" y="178"/>
                      <a:pt x="872" y="178"/>
                      <a:pt x="872" y="178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4" y="164"/>
                      <a:pt x="854" y="164"/>
                      <a:pt x="854" y="164"/>
                    </a:cubicBezTo>
                    <a:cubicBezTo>
                      <a:pt x="853" y="163"/>
                      <a:pt x="853" y="163"/>
                      <a:pt x="853" y="163"/>
                    </a:cubicBezTo>
                    <a:cubicBezTo>
                      <a:pt x="849" y="160"/>
                      <a:pt x="849" y="160"/>
                      <a:pt x="849" y="160"/>
                    </a:cubicBezTo>
                    <a:cubicBezTo>
                      <a:pt x="848" y="160"/>
                      <a:pt x="848" y="160"/>
                      <a:pt x="848" y="160"/>
                    </a:cubicBezTo>
                    <a:cubicBezTo>
                      <a:pt x="844" y="157"/>
                      <a:pt x="844" y="157"/>
                      <a:pt x="844" y="157"/>
                    </a:cubicBezTo>
                    <a:cubicBezTo>
                      <a:pt x="843" y="156"/>
                      <a:pt x="843" y="156"/>
                      <a:pt x="843" y="156"/>
                    </a:cubicBezTo>
                    <a:cubicBezTo>
                      <a:pt x="839" y="154"/>
                      <a:pt x="839" y="154"/>
                      <a:pt x="839" y="154"/>
                    </a:cubicBezTo>
                    <a:cubicBezTo>
                      <a:pt x="838" y="153"/>
                      <a:pt x="838" y="153"/>
                      <a:pt x="838" y="153"/>
                    </a:cubicBezTo>
                    <a:cubicBezTo>
                      <a:pt x="835" y="150"/>
                      <a:pt x="835" y="150"/>
                      <a:pt x="835" y="150"/>
                    </a:cubicBezTo>
                    <a:cubicBezTo>
                      <a:pt x="833" y="149"/>
                      <a:pt x="833" y="149"/>
                      <a:pt x="833" y="149"/>
                    </a:cubicBezTo>
                    <a:cubicBezTo>
                      <a:pt x="829" y="147"/>
                      <a:pt x="829" y="147"/>
                      <a:pt x="829" y="147"/>
                    </a:cubicBezTo>
                    <a:cubicBezTo>
                      <a:pt x="829" y="146"/>
                      <a:pt x="829" y="146"/>
                      <a:pt x="829" y="146"/>
                    </a:cubicBezTo>
                    <a:cubicBezTo>
                      <a:pt x="814" y="136"/>
                      <a:pt x="814" y="136"/>
                      <a:pt x="814" y="136"/>
                    </a:cubicBezTo>
                    <a:cubicBezTo>
                      <a:pt x="813" y="136"/>
                      <a:pt x="813" y="136"/>
                      <a:pt x="813" y="136"/>
                    </a:cubicBezTo>
                    <a:cubicBezTo>
                      <a:pt x="809" y="133"/>
                      <a:pt x="809" y="133"/>
                      <a:pt x="809" y="133"/>
                    </a:cubicBezTo>
                    <a:cubicBezTo>
                      <a:pt x="808" y="132"/>
                      <a:pt x="808" y="132"/>
                      <a:pt x="808" y="132"/>
                    </a:cubicBezTo>
                    <a:cubicBezTo>
                      <a:pt x="804" y="130"/>
                      <a:pt x="804" y="130"/>
                      <a:pt x="804" y="130"/>
                    </a:cubicBezTo>
                    <a:cubicBezTo>
                      <a:pt x="803" y="129"/>
                      <a:pt x="803" y="129"/>
                      <a:pt x="803" y="129"/>
                    </a:cubicBezTo>
                    <a:cubicBezTo>
                      <a:pt x="799" y="127"/>
                      <a:pt x="799" y="127"/>
                      <a:pt x="799" y="127"/>
                    </a:cubicBezTo>
                    <a:cubicBezTo>
                      <a:pt x="798" y="126"/>
                      <a:pt x="798" y="126"/>
                      <a:pt x="798" y="126"/>
                    </a:cubicBezTo>
                    <a:cubicBezTo>
                      <a:pt x="794" y="124"/>
                      <a:pt x="794" y="124"/>
                      <a:pt x="794" y="124"/>
                    </a:cubicBezTo>
                    <a:cubicBezTo>
                      <a:pt x="793" y="123"/>
                      <a:pt x="793" y="123"/>
                      <a:pt x="793" y="123"/>
                    </a:cubicBezTo>
                    <a:cubicBezTo>
                      <a:pt x="789" y="121"/>
                      <a:pt x="789" y="121"/>
                      <a:pt x="789" y="121"/>
                    </a:cubicBezTo>
                    <a:cubicBezTo>
                      <a:pt x="788" y="120"/>
                      <a:pt x="788" y="120"/>
                      <a:pt x="788" y="120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68" y="108"/>
                      <a:pt x="768" y="108"/>
                      <a:pt x="768" y="108"/>
                    </a:cubicBezTo>
                    <a:cubicBezTo>
                      <a:pt x="767" y="108"/>
                      <a:pt x="767" y="108"/>
                      <a:pt x="767" y="108"/>
                    </a:cubicBezTo>
                    <a:cubicBezTo>
                      <a:pt x="763" y="105"/>
                      <a:pt x="763" y="105"/>
                      <a:pt x="763" y="105"/>
                    </a:cubicBezTo>
                    <a:cubicBezTo>
                      <a:pt x="762" y="104"/>
                      <a:pt x="762" y="104"/>
                      <a:pt x="762" y="104"/>
                    </a:cubicBezTo>
                    <a:cubicBezTo>
                      <a:pt x="758" y="102"/>
                      <a:pt x="758" y="102"/>
                      <a:pt x="758" y="102"/>
                    </a:cubicBezTo>
                    <a:cubicBezTo>
                      <a:pt x="756" y="102"/>
                      <a:pt x="756" y="102"/>
                      <a:pt x="756" y="102"/>
                    </a:cubicBezTo>
                    <a:cubicBezTo>
                      <a:pt x="753" y="99"/>
                      <a:pt x="753" y="99"/>
                      <a:pt x="753" y="99"/>
                    </a:cubicBezTo>
                    <a:cubicBezTo>
                      <a:pt x="751" y="99"/>
                      <a:pt x="751" y="99"/>
                      <a:pt x="751" y="99"/>
                    </a:cubicBezTo>
                    <a:cubicBezTo>
                      <a:pt x="747" y="97"/>
                      <a:pt x="747" y="97"/>
                      <a:pt x="747" y="97"/>
                    </a:cubicBezTo>
                    <a:cubicBezTo>
                      <a:pt x="746" y="96"/>
                      <a:pt x="746" y="96"/>
                      <a:pt x="746" y="96"/>
                    </a:cubicBezTo>
                    <a:cubicBezTo>
                      <a:pt x="742" y="94"/>
                      <a:pt x="742" y="94"/>
                      <a:pt x="742" y="94"/>
                    </a:cubicBezTo>
                    <a:cubicBezTo>
                      <a:pt x="741" y="93"/>
                      <a:pt x="741" y="93"/>
                      <a:pt x="741" y="93"/>
                    </a:cubicBezTo>
                    <a:cubicBezTo>
                      <a:pt x="734" y="90"/>
                      <a:pt x="727" y="86"/>
                      <a:pt x="720" y="82"/>
                    </a:cubicBezTo>
                    <a:cubicBezTo>
                      <a:pt x="719" y="82"/>
                      <a:pt x="719" y="82"/>
                      <a:pt x="719" y="82"/>
                    </a:cubicBezTo>
                    <a:cubicBezTo>
                      <a:pt x="714" y="80"/>
                      <a:pt x="714" y="80"/>
                      <a:pt x="714" y="80"/>
                    </a:cubicBezTo>
                    <a:cubicBezTo>
                      <a:pt x="713" y="79"/>
                      <a:pt x="713" y="79"/>
                      <a:pt x="713" y="79"/>
                    </a:cubicBezTo>
                    <a:cubicBezTo>
                      <a:pt x="709" y="77"/>
                      <a:pt x="709" y="77"/>
                      <a:pt x="709" y="77"/>
                    </a:cubicBezTo>
                    <a:cubicBezTo>
                      <a:pt x="708" y="77"/>
                      <a:pt x="708" y="77"/>
                      <a:pt x="708" y="77"/>
                    </a:cubicBezTo>
                    <a:cubicBezTo>
                      <a:pt x="704" y="75"/>
                      <a:pt x="704" y="75"/>
                      <a:pt x="704" y="75"/>
                    </a:cubicBezTo>
                    <a:cubicBezTo>
                      <a:pt x="703" y="74"/>
                      <a:pt x="703" y="74"/>
                      <a:pt x="703" y="74"/>
                    </a:cubicBezTo>
                    <a:cubicBezTo>
                      <a:pt x="698" y="72"/>
                      <a:pt x="698" y="72"/>
                      <a:pt x="698" y="72"/>
                    </a:cubicBezTo>
                    <a:cubicBezTo>
                      <a:pt x="697" y="72"/>
                      <a:pt x="697" y="72"/>
                      <a:pt x="697" y="72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87" y="67"/>
                      <a:pt x="681" y="64"/>
                      <a:pt x="675" y="62"/>
                    </a:cubicBezTo>
                    <a:cubicBezTo>
                      <a:pt x="675" y="62"/>
                      <a:pt x="675" y="62"/>
                      <a:pt x="675" y="62"/>
                    </a:cubicBezTo>
                    <a:cubicBezTo>
                      <a:pt x="670" y="60"/>
                      <a:pt x="670" y="60"/>
                      <a:pt x="670" y="60"/>
                    </a:cubicBezTo>
                    <a:cubicBezTo>
                      <a:pt x="669" y="59"/>
                      <a:pt x="669" y="59"/>
                      <a:pt x="669" y="59"/>
                    </a:cubicBezTo>
                    <a:cubicBezTo>
                      <a:pt x="665" y="57"/>
                      <a:pt x="665" y="57"/>
                      <a:pt x="665" y="57"/>
                    </a:cubicBezTo>
                    <a:cubicBezTo>
                      <a:pt x="664" y="57"/>
                      <a:pt x="664" y="57"/>
                      <a:pt x="664" y="57"/>
                    </a:cubicBezTo>
                    <a:cubicBezTo>
                      <a:pt x="659" y="55"/>
                      <a:pt x="659" y="55"/>
                      <a:pt x="659" y="55"/>
                    </a:cubicBezTo>
                    <a:cubicBezTo>
                      <a:pt x="658" y="55"/>
                      <a:pt x="658" y="55"/>
                      <a:pt x="658" y="55"/>
                    </a:cubicBezTo>
                    <a:cubicBezTo>
                      <a:pt x="654" y="53"/>
                      <a:pt x="654" y="53"/>
                      <a:pt x="654" y="53"/>
                    </a:cubicBezTo>
                    <a:cubicBezTo>
                      <a:pt x="653" y="52"/>
                      <a:pt x="653" y="52"/>
                      <a:pt x="653" y="52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38" y="47"/>
                      <a:pt x="628" y="43"/>
                      <a:pt x="619" y="40"/>
                    </a:cubicBezTo>
                    <a:cubicBezTo>
                      <a:pt x="618" y="40"/>
                      <a:pt x="618" y="40"/>
                      <a:pt x="618" y="40"/>
                    </a:cubicBezTo>
                    <a:cubicBezTo>
                      <a:pt x="613" y="38"/>
                      <a:pt x="613" y="38"/>
                      <a:pt x="613" y="38"/>
                    </a:cubicBezTo>
                    <a:cubicBezTo>
                      <a:pt x="612" y="38"/>
                      <a:pt x="612" y="38"/>
                      <a:pt x="612" y="38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2" y="34"/>
                      <a:pt x="602" y="34"/>
                      <a:pt x="602" y="34"/>
                    </a:cubicBezTo>
                    <a:cubicBezTo>
                      <a:pt x="601" y="34"/>
                      <a:pt x="601" y="34"/>
                      <a:pt x="601" y="34"/>
                    </a:cubicBezTo>
                    <a:cubicBezTo>
                      <a:pt x="596" y="32"/>
                      <a:pt x="596" y="32"/>
                      <a:pt x="596" y="32"/>
                    </a:cubicBezTo>
                    <a:cubicBezTo>
                      <a:pt x="595" y="32"/>
                      <a:pt x="595" y="32"/>
                      <a:pt x="595" y="32"/>
                    </a:cubicBezTo>
                    <a:cubicBezTo>
                      <a:pt x="587" y="29"/>
                      <a:pt x="580" y="27"/>
                      <a:pt x="572" y="25"/>
                    </a:cubicBezTo>
                    <a:cubicBezTo>
                      <a:pt x="571" y="25"/>
                      <a:pt x="571" y="25"/>
                      <a:pt x="571" y="25"/>
                    </a:cubicBezTo>
                    <a:cubicBezTo>
                      <a:pt x="566" y="23"/>
                      <a:pt x="566" y="23"/>
                      <a:pt x="566" y="23"/>
                    </a:cubicBezTo>
                    <a:cubicBezTo>
                      <a:pt x="565" y="23"/>
                      <a:pt x="565" y="23"/>
                      <a:pt x="565" y="23"/>
                    </a:cubicBezTo>
                    <a:cubicBezTo>
                      <a:pt x="560" y="22"/>
                      <a:pt x="560" y="22"/>
                      <a:pt x="560" y="22"/>
                    </a:cubicBezTo>
                    <a:cubicBezTo>
                      <a:pt x="559" y="21"/>
                      <a:pt x="559" y="21"/>
                      <a:pt x="559" y="21"/>
                    </a:cubicBezTo>
                    <a:cubicBezTo>
                      <a:pt x="555" y="20"/>
                      <a:pt x="555" y="20"/>
                      <a:pt x="555" y="20"/>
                    </a:cubicBezTo>
                    <a:cubicBezTo>
                      <a:pt x="553" y="20"/>
                      <a:pt x="553" y="20"/>
                      <a:pt x="553" y="20"/>
                    </a:cubicBezTo>
                    <a:cubicBezTo>
                      <a:pt x="549" y="18"/>
                      <a:pt x="549" y="18"/>
                      <a:pt x="549" y="18"/>
                    </a:cubicBezTo>
                    <a:cubicBezTo>
                      <a:pt x="548" y="18"/>
                      <a:pt x="548" y="18"/>
                      <a:pt x="548" y="18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0" y="14"/>
                      <a:pt x="524" y="12"/>
                      <a:pt x="518" y="11"/>
                    </a:cubicBezTo>
                    <a:cubicBezTo>
                      <a:pt x="517" y="11"/>
                      <a:pt x="517" y="11"/>
                      <a:pt x="517" y="11"/>
                    </a:cubicBezTo>
                    <a:cubicBezTo>
                      <a:pt x="512" y="10"/>
                      <a:pt x="512" y="10"/>
                      <a:pt x="512" y="10"/>
                    </a:cubicBezTo>
                    <a:cubicBezTo>
                      <a:pt x="511" y="9"/>
                      <a:pt x="511" y="9"/>
                      <a:pt x="511" y="9"/>
                    </a:cubicBezTo>
                    <a:cubicBezTo>
                      <a:pt x="506" y="8"/>
                      <a:pt x="506" y="8"/>
                      <a:pt x="506" y="8"/>
                    </a:cubicBezTo>
                    <a:cubicBezTo>
                      <a:pt x="505" y="8"/>
                      <a:pt x="505" y="8"/>
                      <a:pt x="505" y="8"/>
                    </a:cubicBezTo>
                    <a:cubicBezTo>
                      <a:pt x="501" y="7"/>
                      <a:pt x="501" y="7"/>
                      <a:pt x="501" y="7"/>
                    </a:cubicBezTo>
                    <a:cubicBezTo>
                      <a:pt x="499" y="7"/>
                      <a:pt x="499" y="7"/>
                      <a:pt x="499" y="7"/>
                    </a:cubicBezTo>
                    <a:cubicBezTo>
                      <a:pt x="495" y="6"/>
                      <a:pt x="495" y="6"/>
                      <a:pt x="495" y="6"/>
                    </a:cubicBezTo>
                    <a:cubicBezTo>
                      <a:pt x="493" y="6"/>
                      <a:pt x="493" y="6"/>
                      <a:pt x="493" y="6"/>
                    </a:cubicBezTo>
                    <a:cubicBezTo>
                      <a:pt x="489" y="5"/>
                      <a:pt x="489" y="5"/>
                      <a:pt x="489" y="5"/>
                    </a:cubicBezTo>
                    <a:cubicBezTo>
                      <a:pt x="487" y="4"/>
                      <a:pt x="487" y="4"/>
                      <a:pt x="487" y="4"/>
                    </a:cubicBezTo>
                    <a:cubicBezTo>
                      <a:pt x="482" y="4"/>
                      <a:pt x="482" y="4"/>
                      <a:pt x="482" y="4"/>
                    </a:cubicBezTo>
                    <a:cubicBezTo>
                      <a:pt x="481" y="3"/>
                      <a:pt x="481" y="3"/>
                      <a:pt x="481" y="3"/>
                    </a:cubicBezTo>
                    <a:cubicBezTo>
                      <a:pt x="475" y="2"/>
                      <a:pt x="475" y="2"/>
                      <a:pt x="475" y="2"/>
                    </a:cubicBezTo>
                    <a:cubicBezTo>
                      <a:pt x="474" y="2"/>
                      <a:pt x="474" y="2"/>
                      <a:pt x="474" y="2"/>
                    </a:cubicBezTo>
                    <a:cubicBezTo>
                      <a:pt x="462" y="1"/>
                      <a:pt x="450" y="1"/>
                      <a:pt x="438" y="1"/>
                    </a:cubicBezTo>
                    <a:cubicBezTo>
                      <a:pt x="432" y="0"/>
                      <a:pt x="426" y="0"/>
                      <a:pt x="420" y="0"/>
                    </a:cubicBezTo>
                    <a:cubicBezTo>
                      <a:pt x="283" y="0"/>
                      <a:pt x="155" y="38"/>
                      <a:pt x="71" y="118"/>
                    </a:cubicBezTo>
                  </a:path>
                </a:pathLst>
              </a:cu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44357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Select="1"/>
          </p:cNvSpPr>
          <p:nvPr>
            <p:ph type="title" hasCustomPrompt="1"/>
          </p:nvPr>
        </p:nvSpPr>
        <p:spPr bwMode="gray">
          <a:xfrm>
            <a:off x="433344" y="291783"/>
            <a:ext cx="11304000" cy="792000"/>
          </a:xfrm>
        </p:spPr>
        <p:txBody>
          <a:bodyPr/>
          <a:lstStyle>
            <a:lvl1pPr>
              <a:defRPr sz="4800" baseline="0"/>
            </a:lvl1pPr>
          </a:lstStyle>
          <a:p>
            <a:r>
              <a:rPr lang="en-GB" noProof="1"/>
              <a:t>Agenda Title</a:t>
            </a:r>
          </a:p>
        </p:txBody>
      </p:sp>
      <p:sp>
        <p:nvSpPr>
          <p:cNvPr id="3" name="Tijdelijke aanduiding voor inhoud 2"/>
          <p:cNvSpPr>
            <a:spLocks noGrp="1" noSelect="1"/>
          </p:cNvSpPr>
          <p:nvPr>
            <p:ph idx="1" hasCustomPrompt="1"/>
          </p:nvPr>
        </p:nvSpPr>
        <p:spPr bwMode="gray">
          <a:xfrm>
            <a:off x="421153" y="1179577"/>
            <a:ext cx="11304000" cy="4330323"/>
          </a:xfrm>
        </p:spPr>
        <p:txBody>
          <a:bodyPr/>
          <a:lstStyle>
            <a:lvl1pPr marL="216000" indent="-216000">
              <a:lnSpc>
                <a:spcPct val="105000"/>
              </a:lnSpc>
              <a:buClr>
                <a:srgbClr val="EA650D"/>
              </a:buClr>
              <a:buSzPct val="110000"/>
              <a:defRPr sz="2400" b="1" baseline="0"/>
            </a:lvl1pPr>
            <a:lvl2pPr marL="216000"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GB" noProof="1"/>
              <a:t>Klik om de modelstijlen te bewerken</a:t>
            </a:r>
          </a:p>
          <a:p>
            <a:pPr lvl="1"/>
            <a:r>
              <a:rPr lang="en-GB" noProof="1"/>
              <a:t>Tweede niveau</a:t>
            </a:r>
          </a:p>
          <a:p>
            <a:pPr lvl="2"/>
            <a:r>
              <a:rPr lang="en-GB" noProof="1"/>
              <a:t>Derde niveau</a:t>
            </a:r>
          </a:p>
          <a:p>
            <a:pPr lvl="3"/>
            <a:r>
              <a:rPr lang="en-GB" noProof="1"/>
              <a:t>Vierde niveau</a:t>
            </a:r>
          </a:p>
          <a:p>
            <a:pPr lvl="4"/>
            <a:r>
              <a:rPr lang="en-GB" noProof="1"/>
              <a:t>Vijfde niveau</a:t>
            </a:r>
          </a:p>
        </p:txBody>
      </p:sp>
      <p:sp>
        <p:nvSpPr>
          <p:cNvPr id="8" name="Tijdelijke aanduiding voor dianummer 7"/>
          <p:cNvSpPr>
            <a:spLocks noGrp="1" noSelect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1336C48C-F87C-4E4B-81EF-5027B17D1F61}" type="slidenum">
              <a:rPr lang="en-GB" noProof="1" smtClean="0"/>
              <a:pPr/>
              <a:t>‹Nº›</a:t>
            </a:fld>
            <a:endParaRPr lang="en-GB" noProof="1"/>
          </a:p>
        </p:txBody>
      </p:sp>
      <p:grpSp>
        <p:nvGrpSpPr>
          <p:cNvPr id="29" name="Group 4"/>
          <p:cNvGrpSpPr>
            <a:grpSpLocks noSelect="1" noChangeAspect="1"/>
          </p:cNvGrpSpPr>
          <p:nvPr userDrawn="1"/>
        </p:nvGrpSpPr>
        <p:grpSpPr bwMode="gray">
          <a:xfrm>
            <a:off x="380952" y="5843380"/>
            <a:ext cx="11424279" cy="12703"/>
            <a:chOff x="180" y="2760"/>
            <a:chExt cx="5398" cy="6"/>
          </a:xfrm>
        </p:grpSpPr>
        <p:sp>
          <p:nvSpPr>
            <p:cNvPr id="30" name="Freeform 6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31" name="Rectangle 9"/>
            <p:cNvSpPr>
              <a:spLocks noSelect="1" noChangeArrowheads="1"/>
            </p:cNvSpPr>
            <p:nvPr/>
          </p:nvSpPr>
          <p:spPr bwMode="gray">
            <a:xfrm>
              <a:off x="180" y="2760"/>
              <a:ext cx="5398" cy="6"/>
            </a:xfrm>
            <a:prstGeom prst="rect">
              <a:avLst/>
            </a:prstGeom>
            <a:solidFill>
              <a:srgbClr val="EA650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32" name="Freeform 10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grpSp>
        <p:nvGrpSpPr>
          <p:cNvPr id="51" name="Group 4"/>
          <p:cNvGrpSpPr>
            <a:grpSpLocks noSelect="1" noChangeAspect="1"/>
          </p:cNvGrpSpPr>
          <p:nvPr userDrawn="1"/>
        </p:nvGrpSpPr>
        <p:grpSpPr bwMode="gray">
          <a:xfrm>
            <a:off x="985838" y="6148406"/>
            <a:ext cx="1103313" cy="336551"/>
            <a:chOff x="621" y="3873"/>
            <a:chExt cx="695" cy="212"/>
          </a:xfrm>
        </p:grpSpPr>
        <p:sp>
          <p:nvSpPr>
            <p:cNvPr id="52" name="Freeform 5"/>
            <p:cNvSpPr>
              <a:spLocks noSelect="1"/>
            </p:cNvSpPr>
            <p:nvPr userDrawn="1"/>
          </p:nvSpPr>
          <p:spPr bwMode="gray">
            <a:xfrm>
              <a:off x="621" y="3873"/>
              <a:ext cx="515" cy="93"/>
            </a:xfrm>
            <a:custGeom>
              <a:avLst/>
              <a:gdLst/>
              <a:ahLst/>
              <a:cxnLst>
                <a:cxn ang="0">
                  <a:pos x="1955" y="422"/>
                </a:cxn>
                <a:cxn ang="0">
                  <a:pos x="1849" y="422"/>
                </a:cxn>
                <a:cxn ang="0">
                  <a:pos x="1738" y="576"/>
                </a:cxn>
                <a:cxn ang="0">
                  <a:pos x="103" y="639"/>
                </a:cxn>
                <a:cxn ang="0">
                  <a:pos x="287" y="374"/>
                </a:cxn>
                <a:cxn ang="0">
                  <a:pos x="377" y="653"/>
                </a:cxn>
                <a:cxn ang="0">
                  <a:pos x="234" y="182"/>
                </a:cxn>
                <a:cxn ang="0">
                  <a:pos x="79" y="193"/>
                </a:cxn>
                <a:cxn ang="0">
                  <a:pos x="0" y="639"/>
                </a:cxn>
                <a:cxn ang="0">
                  <a:pos x="2133" y="653"/>
                </a:cxn>
                <a:cxn ang="0">
                  <a:pos x="2249" y="276"/>
                </a:cxn>
                <a:cxn ang="0">
                  <a:pos x="2344" y="653"/>
                </a:cxn>
                <a:cxn ang="0">
                  <a:pos x="2434" y="359"/>
                </a:cxn>
                <a:cxn ang="0">
                  <a:pos x="2136" y="206"/>
                </a:cxn>
                <a:cxn ang="0">
                  <a:pos x="2044" y="206"/>
                </a:cxn>
                <a:cxn ang="0">
                  <a:pos x="2133" y="653"/>
                </a:cxn>
                <a:cxn ang="0">
                  <a:pos x="786" y="427"/>
                </a:cxn>
                <a:cxn ang="0">
                  <a:pos x="688" y="269"/>
                </a:cxn>
                <a:cxn ang="0">
                  <a:pos x="668" y="664"/>
                </a:cxn>
                <a:cxn ang="0">
                  <a:pos x="812" y="652"/>
                </a:cxn>
                <a:cxn ang="0">
                  <a:pos x="889" y="206"/>
                </a:cxn>
                <a:cxn ang="0">
                  <a:pos x="803" y="206"/>
                </a:cxn>
                <a:cxn ang="0">
                  <a:pos x="2733" y="269"/>
                </a:cxn>
                <a:cxn ang="0">
                  <a:pos x="2734" y="576"/>
                </a:cxn>
                <a:cxn ang="0">
                  <a:pos x="2713" y="182"/>
                </a:cxn>
                <a:cxn ang="0">
                  <a:pos x="2836" y="593"/>
                </a:cxn>
                <a:cxn ang="0">
                  <a:pos x="2921" y="652"/>
                </a:cxn>
                <a:cxn ang="0">
                  <a:pos x="2921" y="193"/>
                </a:cxn>
                <a:cxn ang="0">
                  <a:pos x="2842" y="247"/>
                </a:cxn>
                <a:cxn ang="0">
                  <a:pos x="1324" y="214"/>
                </a:cxn>
                <a:cxn ang="0">
                  <a:pos x="1414" y="653"/>
                </a:cxn>
                <a:cxn ang="0">
                  <a:pos x="1414" y="193"/>
                </a:cxn>
                <a:cxn ang="0">
                  <a:pos x="3045" y="22"/>
                </a:cxn>
                <a:cxn ang="0">
                  <a:pos x="3135" y="653"/>
                </a:cxn>
                <a:cxn ang="0">
                  <a:pos x="3135" y="2"/>
                </a:cxn>
                <a:cxn ang="0">
                  <a:pos x="1375" y="12"/>
                </a:cxn>
                <a:cxn ang="0">
                  <a:pos x="1436" y="73"/>
                </a:cxn>
                <a:cxn ang="0">
                  <a:pos x="1154" y="578"/>
                </a:cxn>
                <a:cxn ang="0">
                  <a:pos x="1207" y="276"/>
                </a:cxn>
                <a:cxn ang="0">
                  <a:pos x="1207" y="193"/>
                </a:cxn>
                <a:cxn ang="0">
                  <a:pos x="1097" y="57"/>
                </a:cxn>
                <a:cxn ang="0">
                  <a:pos x="1007" y="535"/>
                </a:cxn>
                <a:cxn ang="0">
                  <a:pos x="1227" y="635"/>
                </a:cxn>
                <a:cxn ang="0">
                  <a:pos x="3450" y="267"/>
                </a:cxn>
                <a:cxn ang="0">
                  <a:pos x="3458" y="664"/>
                </a:cxn>
                <a:cxn ang="0">
                  <a:pos x="3603" y="555"/>
                </a:cxn>
                <a:cxn ang="0">
                  <a:pos x="3346" y="460"/>
                </a:cxn>
                <a:cxn ang="0">
                  <a:pos x="3657" y="420"/>
                </a:cxn>
                <a:cxn ang="0">
                  <a:pos x="3458" y="664"/>
                </a:cxn>
              </a:cxnLst>
              <a:rect l="0" t="0" r="r" b="b"/>
              <a:pathLst>
                <a:path w="3657" h="664">
                  <a:moveTo>
                    <a:pt x="1517" y="422"/>
                  </a:moveTo>
                  <a:cubicBezTo>
                    <a:pt x="1517" y="287"/>
                    <a:pt x="1600" y="182"/>
                    <a:pt x="1736" y="182"/>
                  </a:cubicBezTo>
                  <a:cubicBezTo>
                    <a:pt x="1874" y="182"/>
                    <a:pt x="1955" y="286"/>
                    <a:pt x="1955" y="422"/>
                  </a:cubicBezTo>
                  <a:cubicBezTo>
                    <a:pt x="1955" y="564"/>
                    <a:pt x="1867" y="664"/>
                    <a:pt x="1735" y="664"/>
                  </a:cubicBezTo>
                  <a:cubicBezTo>
                    <a:pt x="1603" y="664"/>
                    <a:pt x="1517" y="564"/>
                    <a:pt x="1517" y="422"/>
                  </a:cubicBezTo>
                  <a:moveTo>
                    <a:pt x="1849" y="422"/>
                  </a:moveTo>
                  <a:cubicBezTo>
                    <a:pt x="1849" y="331"/>
                    <a:pt x="1804" y="270"/>
                    <a:pt x="1736" y="269"/>
                  </a:cubicBezTo>
                  <a:cubicBezTo>
                    <a:pt x="1666" y="270"/>
                    <a:pt x="1624" y="333"/>
                    <a:pt x="1624" y="422"/>
                  </a:cubicBezTo>
                  <a:cubicBezTo>
                    <a:pt x="1624" y="503"/>
                    <a:pt x="1661" y="576"/>
                    <a:pt x="1738" y="576"/>
                  </a:cubicBezTo>
                  <a:cubicBezTo>
                    <a:pt x="1806" y="576"/>
                    <a:pt x="1849" y="513"/>
                    <a:pt x="1849" y="422"/>
                  </a:cubicBezTo>
                  <a:moveTo>
                    <a:pt x="90" y="653"/>
                  </a:moveTo>
                  <a:cubicBezTo>
                    <a:pt x="97" y="653"/>
                    <a:pt x="103" y="647"/>
                    <a:pt x="103" y="639"/>
                  </a:cubicBezTo>
                  <a:cubicBezTo>
                    <a:pt x="103" y="410"/>
                    <a:pt x="103" y="410"/>
                    <a:pt x="103" y="410"/>
                  </a:cubicBezTo>
                  <a:cubicBezTo>
                    <a:pt x="103" y="322"/>
                    <a:pt x="152" y="276"/>
                    <a:pt x="206" y="276"/>
                  </a:cubicBezTo>
                  <a:cubicBezTo>
                    <a:pt x="247" y="276"/>
                    <a:pt x="287" y="299"/>
                    <a:pt x="287" y="374"/>
                  </a:cubicBezTo>
                  <a:cubicBezTo>
                    <a:pt x="287" y="639"/>
                    <a:pt x="287" y="639"/>
                    <a:pt x="287" y="639"/>
                  </a:cubicBezTo>
                  <a:cubicBezTo>
                    <a:pt x="287" y="647"/>
                    <a:pt x="293" y="653"/>
                    <a:pt x="300" y="653"/>
                  </a:cubicBezTo>
                  <a:cubicBezTo>
                    <a:pt x="377" y="653"/>
                    <a:pt x="377" y="653"/>
                    <a:pt x="377" y="653"/>
                  </a:cubicBezTo>
                  <a:cubicBezTo>
                    <a:pt x="384" y="653"/>
                    <a:pt x="390" y="647"/>
                    <a:pt x="390" y="639"/>
                  </a:cubicBezTo>
                  <a:cubicBezTo>
                    <a:pt x="390" y="359"/>
                    <a:pt x="390" y="359"/>
                    <a:pt x="390" y="359"/>
                  </a:cubicBezTo>
                  <a:cubicBezTo>
                    <a:pt x="390" y="234"/>
                    <a:pt x="321" y="182"/>
                    <a:pt x="234" y="182"/>
                  </a:cubicBezTo>
                  <a:cubicBezTo>
                    <a:pt x="178" y="182"/>
                    <a:pt x="127" y="215"/>
                    <a:pt x="96" y="252"/>
                  </a:cubicBezTo>
                  <a:cubicBezTo>
                    <a:pt x="92" y="206"/>
                    <a:pt x="92" y="206"/>
                    <a:pt x="92" y="206"/>
                  </a:cubicBezTo>
                  <a:cubicBezTo>
                    <a:pt x="91" y="199"/>
                    <a:pt x="85" y="193"/>
                    <a:pt x="79" y="193"/>
                  </a:cubicBezTo>
                  <a:cubicBezTo>
                    <a:pt x="13" y="193"/>
                    <a:pt x="13" y="193"/>
                    <a:pt x="13" y="193"/>
                  </a:cubicBezTo>
                  <a:cubicBezTo>
                    <a:pt x="6" y="193"/>
                    <a:pt x="0" y="199"/>
                    <a:pt x="0" y="206"/>
                  </a:cubicBezTo>
                  <a:cubicBezTo>
                    <a:pt x="0" y="639"/>
                    <a:pt x="0" y="639"/>
                    <a:pt x="0" y="639"/>
                  </a:cubicBezTo>
                  <a:cubicBezTo>
                    <a:pt x="0" y="647"/>
                    <a:pt x="6" y="653"/>
                    <a:pt x="13" y="653"/>
                  </a:cubicBezTo>
                  <a:lnTo>
                    <a:pt x="90" y="653"/>
                  </a:lnTo>
                  <a:close/>
                  <a:moveTo>
                    <a:pt x="2133" y="653"/>
                  </a:moveTo>
                  <a:cubicBezTo>
                    <a:pt x="2141" y="653"/>
                    <a:pt x="2147" y="647"/>
                    <a:pt x="2147" y="639"/>
                  </a:cubicBezTo>
                  <a:cubicBezTo>
                    <a:pt x="2147" y="410"/>
                    <a:pt x="2147" y="410"/>
                    <a:pt x="2147" y="410"/>
                  </a:cubicBezTo>
                  <a:cubicBezTo>
                    <a:pt x="2147" y="322"/>
                    <a:pt x="2196" y="276"/>
                    <a:pt x="2249" y="276"/>
                  </a:cubicBezTo>
                  <a:cubicBezTo>
                    <a:pt x="2291" y="276"/>
                    <a:pt x="2331" y="299"/>
                    <a:pt x="2331" y="374"/>
                  </a:cubicBezTo>
                  <a:cubicBezTo>
                    <a:pt x="2331" y="639"/>
                    <a:pt x="2331" y="639"/>
                    <a:pt x="2331" y="639"/>
                  </a:cubicBezTo>
                  <a:cubicBezTo>
                    <a:pt x="2331" y="647"/>
                    <a:pt x="2337" y="653"/>
                    <a:pt x="2344" y="653"/>
                  </a:cubicBezTo>
                  <a:cubicBezTo>
                    <a:pt x="2420" y="653"/>
                    <a:pt x="2420" y="653"/>
                    <a:pt x="2420" y="653"/>
                  </a:cubicBezTo>
                  <a:cubicBezTo>
                    <a:pt x="2428" y="653"/>
                    <a:pt x="2434" y="647"/>
                    <a:pt x="2434" y="639"/>
                  </a:cubicBezTo>
                  <a:cubicBezTo>
                    <a:pt x="2434" y="359"/>
                    <a:pt x="2434" y="359"/>
                    <a:pt x="2434" y="359"/>
                  </a:cubicBezTo>
                  <a:cubicBezTo>
                    <a:pt x="2434" y="234"/>
                    <a:pt x="2365" y="182"/>
                    <a:pt x="2278" y="182"/>
                  </a:cubicBezTo>
                  <a:cubicBezTo>
                    <a:pt x="2222" y="182"/>
                    <a:pt x="2170" y="215"/>
                    <a:pt x="2140" y="252"/>
                  </a:cubicBezTo>
                  <a:cubicBezTo>
                    <a:pt x="2136" y="206"/>
                    <a:pt x="2136" y="206"/>
                    <a:pt x="2136" y="206"/>
                  </a:cubicBezTo>
                  <a:cubicBezTo>
                    <a:pt x="2135" y="199"/>
                    <a:pt x="2129" y="193"/>
                    <a:pt x="2123" y="193"/>
                  </a:cubicBezTo>
                  <a:cubicBezTo>
                    <a:pt x="2057" y="193"/>
                    <a:pt x="2057" y="193"/>
                    <a:pt x="2057" y="193"/>
                  </a:cubicBezTo>
                  <a:cubicBezTo>
                    <a:pt x="2050" y="193"/>
                    <a:pt x="2044" y="199"/>
                    <a:pt x="2044" y="206"/>
                  </a:cubicBezTo>
                  <a:cubicBezTo>
                    <a:pt x="2044" y="639"/>
                    <a:pt x="2044" y="639"/>
                    <a:pt x="2044" y="639"/>
                  </a:cubicBezTo>
                  <a:cubicBezTo>
                    <a:pt x="2044" y="647"/>
                    <a:pt x="2050" y="653"/>
                    <a:pt x="2057" y="653"/>
                  </a:cubicBezTo>
                  <a:lnTo>
                    <a:pt x="2133" y="653"/>
                  </a:lnTo>
                  <a:close/>
                  <a:moveTo>
                    <a:pt x="688" y="269"/>
                  </a:moveTo>
                  <a:cubicBezTo>
                    <a:pt x="736" y="269"/>
                    <a:pt x="786" y="304"/>
                    <a:pt x="786" y="406"/>
                  </a:cubicBezTo>
                  <a:cubicBezTo>
                    <a:pt x="786" y="427"/>
                    <a:pt x="786" y="427"/>
                    <a:pt x="786" y="427"/>
                  </a:cubicBezTo>
                  <a:cubicBezTo>
                    <a:pt x="786" y="547"/>
                    <a:pt x="729" y="576"/>
                    <a:pt x="690" y="576"/>
                  </a:cubicBezTo>
                  <a:cubicBezTo>
                    <a:pt x="621" y="576"/>
                    <a:pt x="582" y="502"/>
                    <a:pt x="582" y="421"/>
                  </a:cubicBezTo>
                  <a:cubicBezTo>
                    <a:pt x="582" y="329"/>
                    <a:pt x="626" y="269"/>
                    <a:pt x="688" y="269"/>
                  </a:cubicBezTo>
                  <a:moveTo>
                    <a:pt x="669" y="182"/>
                  </a:moveTo>
                  <a:cubicBezTo>
                    <a:pt x="570" y="182"/>
                    <a:pt x="476" y="261"/>
                    <a:pt x="476" y="422"/>
                  </a:cubicBezTo>
                  <a:cubicBezTo>
                    <a:pt x="476" y="554"/>
                    <a:pt x="547" y="664"/>
                    <a:pt x="668" y="664"/>
                  </a:cubicBezTo>
                  <a:cubicBezTo>
                    <a:pt x="722" y="664"/>
                    <a:pt x="768" y="631"/>
                    <a:pt x="791" y="593"/>
                  </a:cubicBezTo>
                  <a:cubicBezTo>
                    <a:pt x="798" y="639"/>
                    <a:pt x="798" y="639"/>
                    <a:pt x="798" y="639"/>
                  </a:cubicBezTo>
                  <a:cubicBezTo>
                    <a:pt x="799" y="646"/>
                    <a:pt x="805" y="652"/>
                    <a:pt x="812" y="652"/>
                  </a:cubicBezTo>
                  <a:cubicBezTo>
                    <a:pt x="876" y="652"/>
                    <a:pt x="876" y="652"/>
                    <a:pt x="876" y="652"/>
                  </a:cubicBezTo>
                  <a:cubicBezTo>
                    <a:pt x="883" y="652"/>
                    <a:pt x="889" y="647"/>
                    <a:pt x="889" y="639"/>
                  </a:cubicBezTo>
                  <a:cubicBezTo>
                    <a:pt x="889" y="206"/>
                    <a:pt x="889" y="206"/>
                    <a:pt x="889" y="206"/>
                  </a:cubicBezTo>
                  <a:cubicBezTo>
                    <a:pt x="889" y="199"/>
                    <a:pt x="883" y="193"/>
                    <a:pt x="876" y="193"/>
                  </a:cubicBezTo>
                  <a:cubicBezTo>
                    <a:pt x="817" y="193"/>
                    <a:pt x="817" y="193"/>
                    <a:pt x="817" y="193"/>
                  </a:cubicBezTo>
                  <a:cubicBezTo>
                    <a:pt x="810" y="193"/>
                    <a:pt x="804" y="199"/>
                    <a:pt x="803" y="206"/>
                  </a:cubicBezTo>
                  <a:cubicBezTo>
                    <a:pt x="798" y="247"/>
                    <a:pt x="798" y="247"/>
                    <a:pt x="798" y="247"/>
                  </a:cubicBezTo>
                  <a:cubicBezTo>
                    <a:pt x="768" y="210"/>
                    <a:pt x="727" y="182"/>
                    <a:pt x="669" y="182"/>
                  </a:cubicBezTo>
                  <a:moveTo>
                    <a:pt x="2733" y="269"/>
                  </a:moveTo>
                  <a:cubicBezTo>
                    <a:pt x="2780" y="269"/>
                    <a:pt x="2830" y="304"/>
                    <a:pt x="2830" y="406"/>
                  </a:cubicBezTo>
                  <a:cubicBezTo>
                    <a:pt x="2830" y="427"/>
                    <a:pt x="2830" y="427"/>
                    <a:pt x="2830" y="427"/>
                  </a:cubicBezTo>
                  <a:cubicBezTo>
                    <a:pt x="2830" y="547"/>
                    <a:pt x="2773" y="576"/>
                    <a:pt x="2734" y="576"/>
                  </a:cubicBezTo>
                  <a:cubicBezTo>
                    <a:pt x="2665" y="576"/>
                    <a:pt x="2627" y="502"/>
                    <a:pt x="2627" y="421"/>
                  </a:cubicBezTo>
                  <a:cubicBezTo>
                    <a:pt x="2627" y="329"/>
                    <a:pt x="2670" y="269"/>
                    <a:pt x="2733" y="269"/>
                  </a:cubicBezTo>
                  <a:moveTo>
                    <a:pt x="2713" y="182"/>
                  </a:moveTo>
                  <a:cubicBezTo>
                    <a:pt x="2614" y="182"/>
                    <a:pt x="2520" y="261"/>
                    <a:pt x="2520" y="422"/>
                  </a:cubicBezTo>
                  <a:cubicBezTo>
                    <a:pt x="2520" y="554"/>
                    <a:pt x="2591" y="664"/>
                    <a:pt x="2713" y="664"/>
                  </a:cubicBezTo>
                  <a:cubicBezTo>
                    <a:pt x="2766" y="664"/>
                    <a:pt x="2813" y="631"/>
                    <a:pt x="2836" y="593"/>
                  </a:cubicBezTo>
                  <a:cubicBezTo>
                    <a:pt x="2843" y="639"/>
                    <a:pt x="2843" y="639"/>
                    <a:pt x="2843" y="639"/>
                  </a:cubicBezTo>
                  <a:cubicBezTo>
                    <a:pt x="2844" y="646"/>
                    <a:pt x="2850" y="652"/>
                    <a:pt x="2856" y="652"/>
                  </a:cubicBezTo>
                  <a:cubicBezTo>
                    <a:pt x="2921" y="652"/>
                    <a:pt x="2921" y="652"/>
                    <a:pt x="2921" y="652"/>
                  </a:cubicBezTo>
                  <a:cubicBezTo>
                    <a:pt x="2928" y="652"/>
                    <a:pt x="2934" y="647"/>
                    <a:pt x="2934" y="639"/>
                  </a:cubicBezTo>
                  <a:cubicBezTo>
                    <a:pt x="2934" y="206"/>
                    <a:pt x="2934" y="206"/>
                    <a:pt x="2934" y="206"/>
                  </a:cubicBezTo>
                  <a:cubicBezTo>
                    <a:pt x="2934" y="199"/>
                    <a:pt x="2928" y="193"/>
                    <a:pt x="2921" y="193"/>
                  </a:cubicBezTo>
                  <a:cubicBezTo>
                    <a:pt x="2861" y="193"/>
                    <a:pt x="2861" y="193"/>
                    <a:pt x="2861" y="193"/>
                  </a:cubicBezTo>
                  <a:cubicBezTo>
                    <a:pt x="2855" y="193"/>
                    <a:pt x="2849" y="199"/>
                    <a:pt x="2848" y="206"/>
                  </a:cubicBezTo>
                  <a:cubicBezTo>
                    <a:pt x="2842" y="247"/>
                    <a:pt x="2842" y="247"/>
                    <a:pt x="2842" y="247"/>
                  </a:cubicBezTo>
                  <a:cubicBezTo>
                    <a:pt x="2813" y="210"/>
                    <a:pt x="2771" y="182"/>
                    <a:pt x="2713" y="182"/>
                  </a:cubicBezTo>
                  <a:moveTo>
                    <a:pt x="1337" y="200"/>
                  </a:moveTo>
                  <a:cubicBezTo>
                    <a:pt x="1330" y="201"/>
                    <a:pt x="1324" y="206"/>
                    <a:pt x="1324" y="214"/>
                  </a:cubicBezTo>
                  <a:cubicBezTo>
                    <a:pt x="1324" y="639"/>
                    <a:pt x="1324" y="639"/>
                    <a:pt x="1324" y="639"/>
                  </a:cubicBezTo>
                  <a:cubicBezTo>
                    <a:pt x="1324" y="647"/>
                    <a:pt x="1330" y="653"/>
                    <a:pt x="1337" y="653"/>
                  </a:cubicBezTo>
                  <a:cubicBezTo>
                    <a:pt x="1414" y="653"/>
                    <a:pt x="1414" y="653"/>
                    <a:pt x="1414" y="653"/>
                  </a:cubicBezTo>
                  <a:cubicBezTo>
                    <a:pt x="1421" y="653"/>
                    <a:pt x="1427" y="647"/>
                    <a:pt x="1427" y="639"/>
                  </a:cubicBezTo>
                  <a:cubicBezTo>
                    <a:pt x="1427" y="206"/>
                    <a:pt x="1427" y="206"/>
                    <a:pt x="1427" y="206"/>
                  </a:cubicBezTo>
                  <a:cubicBezTo>
                    <a:pt x="1427" y="199"/>
                    <a:pt x="1421" y="192"/>
                    <a:pt x="1414" y="193"/>
                  </a:cubicBezTo>
                  <a:lnTo>
                    <a:pt x="1337" y="200"/>
                  </a:lnTo>
                  <a:close/>
                  <a:moveTo>
                    <a:pt x="3058" y="9"/>
                  </a:moveTo>
                  <a:cubicBezTo>
                    <a:pt x="3051" y="10"/>
                    <a:pt x="3045" y="15"/>
                    <a:pt x="3045" y="22"/>
                  </a:cubicBezTo>
                  <a:cubicBezTo>
                    <a:pt x="3045" y="639"/>
                    <a:pt x="3045" y="639"/>
                    <a:pt x="3045" y="639"/>
                  </a:cubicBezTo>
                  <a:cubicBezTo>
                    <a:pt x="3045" y="647"/>
                    <a:pt x="3051" y="653"/>
                    <a:pt x="3058" y="653"/>
                  </a:cubicBezTo>
                  <a:cubicBezTo>
                    <a:pt x="3135" y="653"/>
                    <a:pt x="3135" y="653"/>
                    <a:pt x="3135" y="653"/>
                  </a:cubicBezTo>
                  <a:cubicBezTo>
                    <a:pt x="3142" y="653"/>
                    <a:pt x="3148" y="647"/>
                    <a:pt x="3148" y="639"/>
                  </a:cubicBezTo>
                  <a:cubicBezTo>
                    <a:pt x="3148" y="15"/>
                    <a:pt x="3148" y="15"/>
                    <a:pt x="3148" y="15"/>
                  </a:cubicBezTo>
                  <a:cubicBezTo>
                    <a:pt x="3148" y="7"/>
                    <a:pt x="3142" y="0"/>
                    <a:pt x="3135" y="2"/>
                  </a:cubicBezTo>
                  <a:lnTo>
                    <a:pt x="3058" y="9"/>
                  </a:lnTo>
                  <a:close/>
                  <a:moveTo>
                    <a:pt x="1436" y="73"/>
                  </a:moveTo>
                  <a:cubicBezTo>
                    <a:pt x="1436" y="39"/>
                    <a:pt x="1409" y="12"/>
                    <a:pt x="1375" y="12"/>
                  </a:cubicBezTo>
                  <a:cubicBezTo>
                    <a:pt x="1342" y="12"/>
                    <a:pt x="1315" y="39"/>
                    <a:pt x="1315" y="73"/>
                  </a:cubicBezTo>
                  <a:cubicBezTo>
                    <a:pt x="1315" y="106"/>
                    <a:pt x="1342" y="133"/>
                    <a:pt x="1375" y="133"/>
                  </a:cubicBezTo>
                  <a:cubicBezTo>
                    <a:pt x="1409" y="133"/>
                    <a:pt x="1436" y="106"/>
                    <a:pt x="1436" y="73"/>
                  </a:cubicBezTo>
                  <a:moveTo>
                    <a:pt x="1219" y="578"/>
                  </a:moveTo>
                  <a:cubicBezTo>
                    <a:pt x="1217" y="568"/>
                    <a:pt x="1211" y="565"/>
                    <a:pt x="1199" y="570"/>
                  </a:cubicBezTo>
                  <a:cubicBezTo>
                    <a:pt x="1192" y="572"/>
                    <a:pt x="1169" y="578"/>
                    <a:pt x="1154" y="578"/>
                  </a:cubicBezTo>
                  <a:cubicBezTo>
                    <a:pt x="1124" y="578"/>
                    <a:pt x="1111" y="567"/>
                    <a:pt x="1110" y="524"/>
                  </a:cubicBezTo>
                  <a:cubicBezTo>
                    <a:pt x="1110" y="276"/>
                    <a:pt x="1110" y="276"/>
                    <a:pt x="1110" y="276"/>
                  </a:cubicBezTo>
                  <a:cubicBezTo>
                    <a:pt x="1207" y="276"/>
                    <a:pt x="1207" y="276"/>
                    <a:pt x="1207" y="276"/>
                  </a:cubicBezTo>
                  <a:cubicBezTo>
                    <a:pt x="1214" y="276"/>
                    <a:pt x="1220" y="270"/>
                    <a:pt x="1220" y="263"/>
                  </a:cubicBezTo>
                  <a:cubicBezTo>
                    <a:pt x="1220" y="206"/>
                    <a:pt x="1220" y="206"/>
                    <a:pt x="1220" y="206"/>
                  </a:cubicBezTo>
                  <a:cubicBezTo>
                    <a:pt x="1220" y="199"/>
                    <a:pt x="1214" y="193"/>
                    <a:pt x="1207" y="193"/>
                  </a:cubicBezTo>
                  <a:cubicBezTo>
                    <a:pt x="1110" y="193"/>
                    <a:pt x="1110" y="193"/>
                    <a:pt x="1110" y="193"/>
                  </a:cubicBezTo>
                  <a:cubicBezTo>
                    <a:pt x="1110" y="70"/>
                    <a:pt x="1110" y="70"/>
                    <a:pt x="1110" y="70"/>
                  </a:cubicBezTo>
                  <a:cubicBezTo>
                    <a:pt x="1110" y="62"/>
                    <a:pt x="1104" y="56"/>
                    <a:pt x="1097" y="57"/>
                  </a:cubicBezTo>
                  <a:cubicBezTo>
                    <a:pt x="1021" y="64"/>
                    <a:pt x="1021" y="64"/>
                    <a:pt x="1021" y="64"/>
                  </a:cubicBezTo>
                  <a:cubicBezTo>
                    <a:pt x="1013" y="65"/>
                    <a:pt x="1007" y="70"/>
                    <a:pt x="1007" y="77"/>
                  </a:cubicBezTo>
                  <a:cubicBezTo>
                    <a:pt x="1007" y="535"/>
                    <a:pt x="1007" y="535"/>
                    <a:pt x="1007" y="535"/>
                  </a:cubicBezTo>
                  <a:cubicBezTo>
                    <a:pt x="1007" y="610"/>
                    <a:pt x="1041" y="664"/>
                    <a:pt x="1132" y="664"/>
                  </a:cubicBezTo>
                  <a:cubicBezTo>
                    <a:pt x="1159" y="664"/>
                    <a:pt x="1193" y="659"/>
                    <a:pt x="1219" y="647"/>
                  </a:cubicBezTo>
                  <a:cubicBezTo>
                    <a:pt x="1224" y="645"/>
                    <a:pt x="1228" y="643"/>
                    <a:pt x="1227" y="635"/>
                  </a:cubicBezTo>
                  <a:lnTo>
                    <a:pt x="1219" y="578"/>
                  </a:lnTo>
                  <a:close/>
                  <a:moveTo>
                    <a:pt x="3346" y="384"/>
                  </a:moveTo>
                  <a:cubicBezTo>
                    <a:pt x="3354" y="331"/>
                    <a:pt x="3379" y="267"/>
                    <a:pt x="3450" y="267"/>
                  </a:cubicBezTo>
                  <a:cubicBezTo>
                    <a:pt x="3524" y="267"/>
                    <a:pt x="3549" y="326"/>
                    <a:pt x="3552" y="384"/>
                  </a:cubicBezTo>
                  <a:lnTo>
                    <a:pt x="3346" y="384"/>
                  </a:lnTo>
                  <a:close/>
                  <a:moveTo>
                    <a:pt x="3458" y="664"/>
                  </a:moveTo>
                  <a:cubicBezTo>
                    <a:pt x="3524" y="664"/>
                    <a:pt x="3577" y="647"/>
                    <a:pt x="3617" y="625"/>
                  </a:cubicBezTo>
                  <a:cubicBezTo>
                    <a:pt x="3624" y="621"/>
                    <a:pt x="3627" y="614"/>
                    <a:pt x="3624" y="607"/>
                  </a:cubicBezTo>
                  <a:cubicBezTo>
                    <a:pt x="3603" y="555"/>
                    <a:pt x="3603" y="555"/>
                    <a:pt x="3603" y="555"/>
                  </a:cubicBezTo>
                  <a:cubicBezTo>
                    <a:pt x="3600" y="548"/>
                    <a:pt x="3592" y="545"/>
                    <a:pt x="3585" y="548"/>
                  </a:cubicBezTo>
                  <a:cubicBezTo>
                    <a:pt x="3548" y="566"/>
                    <a:pt x="3509" y="576"/>
                    <a:pt x="3464" y="576"/>
                  </a:cubicBezTo>
                  <a:cubicBezTo>
                    <a:pt x="3388" y="576"/>
                    <a:pt x="3352" y="521"/>
                    <a:pt x="3346" y="460"/>
                  </a:cubicBezTo>
                  <a:cubicBezTo>
                    <a:pt x="3644" y="460"/>
                    <a:pt x="3644" y="460"/>
                    <a:pt x="3644" y="460"/>
                  </a:cubicBezTo>
                  <a:cubicBezTo>
                    <a:pt x="3651" y="460"/>
                    <a:pt x="3656" y="454"/>
                    <a:pt x="3657" y="446"/>
                  </a:cubicBezTo>
                  <a:cubicBezTo>
                    <a:pt x="3657" y="436"/>
                    <a:pt x="3657" y="429"/>
                    <a:pt x="3657" y="420"/>
                  </a:cubicBezTo>
                  <a:cubicBezTo>
                    <a:pt x="3657" y="306"/>
                    <a:pt x="3599" y="182"/>
                    <a:pt x="3451" y="182"/>
                  </a:cubicBezTo>
                  <a:cubicBezTo>
                    <a:pt x="3318" y="182"/>
                    <a:pt x="3238" y="285"/>
                    <a:pt x="3238" y="425"/>
                  </a:cubicBezTo>
                  <a:cubicBezTo>
                    <a:pt x="3238" y="569"/>
                    <a:pt x="3324" y="664"/>
                    <a:pt x="3458" y="664"/>
                  </a:cubicBezTo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53" name="Freeform 6"/>
            <p:cNvSpPr>
              <a:spLocks noSelect="1"/>
            </p:cNvSpPr>
            <p:nvPr/>
          </p:nvSpPr>
          <p:spPr bwMode="gray">
            <a:xfrm>
              <a:off x="621" y="3992"/>
              <a:ext cx="695" cy="93"/>
            </a:xfrm>
            <a:custGeom>
              <a:avLst/>
              <a:gdLst/>
              <a:ahLst/>
              <a:cxnLst>
                <a:cxn ang="0">
                  <a:pos x="13" y="193"/>
                </a:cxn>
                <a:cxn ang="0">
                  <a:pos x="234" y="182"/>
                </a:cxn>
                <a:cxn ang="0">
                  <a:pos x="300" y="653"/>
                </a:cxn>
                <a:cxn ang="0">
                  <a:pos x="103" y="410"/>
                </a:cxn>
                <a:cxn ang="0">
                  <a:pos x="2735" y="269"/>
                </a:cxn>
                <a:cxn ang="0">
                  <a:pos x="2832" y="406"/>
                </a:cxn>
                <a:cxn ang="0">
                  <a:pos x="2849" y="206"/>
                </a:cxn>
                <a:cxn ang="0">
                  <a:pos x="2935" y="640"/>
                </a:cxn>
                <a:cxn ang="0">
                  <a:pos x="2837" y="593"/>
                </a:cxn>
                <a:cxn ang="0">
                  <a:pos x="4643" y="653"/>
                </a:cxn>
                <a:cxn ang="0">
                  <a:pos x="4840" y="374"/>
                </a:cxn>
                <a:cxn ang="0">
                  <a:pos x="4943" y="640"/>
                </a:cxn>
                <a:cxn ang="0">
                  <a:pos x="4645" y="206"/>
                </a:cxn>
                <a:cxn ang="0">
                  <a:pos x="4553" y="640"/>
                </a:cxn>
                <a:cxn ang="0">
                  <a:pos x="3156" y="640"/>
                </a:cxn>
                <a:cxn ang="0">
                  <a:pos x="3341" y="640"/>
                </a:cxn>
                <a:cxn ang="0">
                  <a:pos x="3443" y="359"/>
                </a:cxn>
                <a:cxn ang="0">
                  <a:pos x="3132" y="193"/>
                </a:cxn>
                <a:cxn ang="0">
                  <a:pos x="3067" y="653"/>
                </a:cxn>
                <a:cxn ang="0">
                  <a:pos x="2331" y="640"/>
                </a:cxn>
                <a:cxn ang="0">
                  <a:pos x="2434" y="15"/>
                </a:cxn>
                <a:cxn ang="0">
                  <a:pos x="691" y="267"/>
                </a:cxn>
                <a:cxn ang="0">
                  <a:pos x="479" y="425"/>
                </a:cxn>
                <a:cxn ang="0">
                  <a:pos x="884" y="460"/>
                </a:cxn>
                <a:cxn ang="0">
                  <a:pos x="843" y="555"/>
                </a:cxn>
                <a:cxn ang="0">
                  <a:pos x="1803" y="384"/>
                </a:cxn>
                <a:cxn ang="0">
                  <a:pos x="1709" y="664"/>
                </a:cxn>
                <a:cxn ang="0">
                  <a:pos x="1907" y="447"/>
                </a:cxn>
                <a:cxn ang="0">
                  <a:pos x="1836" y="548"/>
                </a:cxn>
                <a:cxn ang="0">
                  <a:pos x="1709" y="664"/>
                </a:cxn>
                <a:cxn ang="0">
                  <a:pos x="1380" y="653"/>
                </a:cxn>
                <a:cxn ang="0">
                  <a:pos x="1164" y="664"/>
                </a:cxn>
                <a:cxn ang="0">
                  <a:pos x="1291" y="23"/>
                </a:cxn>
                <a:cxn ang="0">
                  <a:pos x="1184" y="269"/>
                </a:cxn>
                <a:cxn ang="0">
                  <a:pos x="1291" y="406"/>
                </a:cxn>
                <a:cxn ang="0">
                  <a:pos x="4359" y="384"/>
                </a:cxn>
                <a:cxn ang="0">
                  <a:pos x="4464" y="420"/>
                </a:cxn>
                <a:cxn ang="0">
                  <a:pos x="4271" y="576"/>
                </a:cxn>
                <a:cxn ang="0">
                  <a:pos x="4425" y="625"/>
                </a:cxn>
                <a:cxn ang="0">
                  <a:pos x="3955" y="640"/>
                </a:cxn>
                <a:cxn ang="0">
                  <a:pos x="3858" y="593"/>
                </a:cxn>
                <a:cxn ang="0">
                  <a:pos x="3852" y="233"/>
                </a:cxn>
                <a:cxn ang="0">
                  <a:pos x="3853" y="406"/>
                </a:cxn>
                <a:cxn ang="0">
                  <a:pos x="3853" y="427"/>
                </a:cxn>
                <a:cxn ang="0">
                  <a:pos x="2094" y="252"/>
                </a:cxn>
                <a:cxn ang="0">
                  <a:pos x="1998" y="206"/>
                </a:cxn>
                <a:cxn ang="0">
                  <a:pos x="2101" y="640"/>
                </a:cxn>
                <a:cxn ang="0">
                  <a:pos x="2248" y="276"/>
                </a:cxn>
              </a:cxnLst>
              <a:rect l="0" t="0" r="r" b="b"/>
              <a:pathLst>
                <a:path w="4943" h="664">
                  <a:moveTo>
                    <a:pt x="13" y="653"/>
                  </a:moveTo>
                  <a:cubicBezTo>
                    <a:pt x="6" y="653"/>
                    <a:pt x="0" y="647"/>
                    <a:pt x="0" y="64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0" y="199"/>
                    <a:pt x="6" y="193"/>
                    <a:pt x="13" y="193"/>
                  </a:cubicBezTo>
                  <a:cubicBezTo>
                    <a:pt x="79" y="193"/>
                    <a:pt x="79" y="193"/>
                    <a:pt x="79" y="193"/>
                  </a:cubicBezTo>
                  <a:cubicBezTo>
                    <a:pt x="85" y="193"/>
                    <a:pt x="91" y="199"/>
                    <a:pt x="92" y="206"/>
                  </a:cubicBezTo>
                  <a:cubicBezTo>
                    <a:pt x="96" y="252"/>
                    <a:pt x="96" y="252"/>
                    <a:pt x="96" y="252"/>
                  </a:cubicBezTo>
                  <a:cubicBezTo>
                    <a:pt x="127" y="215"/>
                    <a:pt x="178" y="182"/>
                    <a:pt x="234" y="182"/>
                  </a:cubicBezTo>
                  <a:cubicBezTo>
                    <a:pt x="321" y="182"/>
                    <a:pt x="390" y="234"/>
                    <a:pt x="390" y="359"/>
                  </a:cubicBezTo>
                  <a:cubicBezTo>
                    <a:pt x="390" y="640"/>
                    <a:pt x="390" y="640"/>
                    <a:pt x="390" y="640"/>
                  </a:cubicBezTo>
                  <a:cubicBezTo>
                    <a:pt x="390" y="647"/>
                    <a:pt x="384" y="653"/>
                    <a:pt x="377" y="653"/>
                  </a:cubicBezTo>
                  <a:cubicBezTo>
                    <a:pt x="300" y="653"/>
                    <a:pt x="300" y="653"/>
                    <a:pt x="300" y="653"/>
                  </a:cubicBezTo>
                  <a:cubicBezTo>
                    <a:pt x="293" y="653"/>
                    <a:pt x="287" y="647"/>
                    <a:pt x="287" y="640"/>
                  </a:cubicBezTo>
                  <a:cubicBezTo>
                    <a:pt x="287" y="374"/>
                    <a:pt x="287" y="374"/>
                    <a:pt x="287" y="374"/>
                  </a:cubicBezTo>
                  <a:cubicBezTo>
                    <a:pt x="287" y="299"/>
                    <a:pt x="247" y="276"/>
                    <a:pt x="206" y="276"/>
                  </a:cubicBezTo>
                  <a:cubicBezTo>
                    <a:pt x="152" y="276"/>
                    <a:pt x="103" y="323"/>
                    <a:pt x="103" y="410"/>
                  </a:cubicBezTo>
                  <a:cubicBezTo>
                    <a:pt x="103" y="640"/>
                    <a:pt x="103" y="640"/>
                    <a:pt x="103" y="640"/>
                  </a:cubicBezTo>
                  <a:cubicBezTo>
                    <a:pt x="103" y="647"/>
                    <a:pt x="97" y="653"/>
                    <a:pt x="90" y="653"/>
                  </a:cubicBezTo>
                  <a:lnTo>
                    <a:pt x="13" y="653"/>
                  </a:lnTo>
                  <a:close/>
                  <a:moveTo>
                    <a:pt x="2735" y="269"/>
                  </a:moveTo>
                  <a:cubicBezTo>
                    <a:pt x="2672" y="269"/>
                    <a:pt x="2629" y="330"/>
                    <a:pt x="2629" y="421"/>
                  </a:cubicBezTo>
                  <a:cubicBezTo>
                    <a:pt x="2629" y="503"/>
                    <a:pt x="2667" y="576"/>
                    <a:pt x="2736" y="576"/>
                  </a:cubicBezTo>
                  <a:cubicBezTo>
                    <a:pt x="2775" y="576"/>
                    <a:pt x="2832" y="547"/>
                    <a:pt x="2832" y="428"/>
                  </a:cubicBezTo>
                  <a:cubicBezTo>
                    <a:pt x="2832" y="406"/>
                    <a:pt x="2832" y="406"/>
                    <a:pt x="2832" y="406"/>
                  </a:cubicBezTo>
                  <a:cubicBezTo>
                    <a:pt x="2832" y="304"/>
                    <a:pt x="2782" y="269"/>
                    <a:pt x="2735" y="269"/>
                  </a:cubicBezTo>
                  <a:moveTo>
                    <a:pt x="2715" y="182"/>
                  </a:moveTo>
                  <a:cubicBezTo>
                    <a:pt x="2773" y="182"/>
                    <a:pt x="2815" y="210"/>
                    <a:pt x="2844" y="247"/>
                  </a:cubicBezTo>
                  <a:cubicBezTo>
                    <a:pt x="2849" y="206"/>
                    <a:pt x="2849" y="206"/>
                    <a:pt x="2849" y="206"/>
                  </a:cubicBezTo>
                  <a:cubicBezTo>
                    <a:pt x="2850" y="200"/>
                    <a:pt x="2856" y="193"/>
                    <a:pt x="2863" y="193"/>
                  </a:cubicBezTo>
                  <a:cubicBezTo>
                    <a:pt x="2922" y="193"/>
                    <a:pt x="2922" y="193"/>
                    <a:pt x="2922" y="193"/>
                  </a:cubicBezTo>
                  <a:cubicBezTo>
                    <a:pt x="2930" y="193"/>
                    <a:pt x="2935" y="199"/>
                    <a:pt x="2935" y="206"/>
                  </a:cubicBezTo>
                  <a:cubicBezTo>
                    <a:pt x="2935" y="640"/>
                    <a:pt x="2935" y="640"/>
                    <a:pt x="2935" y="640"/>
                  </a:cubicBezTo>
                  <a:cubicBezTo>
                    <a:pt x="2935" y="647"/>
                    <a:pt x="2930" y="653"/>
                    <a:pt x="2922" y="653"/>
                  </a:cubicBezTo>
                  <a:cubicBezTo>
                    <a:pt x="2858" y="653"/>
                    <a:pt x="2858" y="653"/>
                    <a:pt x="2858" y="653"/>
                  </a:cubicBezTo>
                  <a:cubicBezTo>
                    <a:pt x="2851" y="653"/>
                    <a:pt x="2845" y="646"/>
                    <a:pt x="2844" y="640"/>
                  </a:cubicBezTo>
                  <a:cubicBezTo>
                    <a:pt x="2837" y="593"/>
                    <a:pt x="2837" y="593"/>
                    <a:pt x="2837" y="593"/>
                  </a:cubicBezTo>
                  <a:cubicBezTo>
                    <a:pt x="2815" y="631"/>
                    <a:pt x="2768" y="664"/>
                    <a:pt x="2714" y="664"/>
                  </a:cubicBezTo>
                  <a:cubicBezTo>
                    <a:pt x="2593" y="664"/>
                    <a:pt x="2522" y="555"/>
                    <a:pt x="2522" y="422"/>
                  </a:cubicBezTo>
                  <a:cubicBezTo>
                    <a:pt x="2522" y="261"/>
                    <a:pt x="2616" y="182"/>
                    <a:pt x="2715" y="182"/>
                  </a:cubicBezTo>
                  <a:moveTo>
                    <a:pt x="4643" y="653"/>
                  </a:moveTo>
                  <a:cubicBezTo>
                    <a:pt x="4650" y="653"/>
                    <a:pt x="4656" y="647"/>
                    <a:pt x="4656" y="640"/>
                  </a:cubicBezTo>
                  <a:cubicBezTo>
                    <a:pt x="4656" y="410"/>
                    <a:pt x="4656" y="410"/>
                    <a:pt x="4656" y="410"/>
                  </a:cubicBezTo>
                  <a:cubicBezTo>
                    <a:pt x="4656" y="323"/>
                    <a:pt x="4705" y="276"/>
                    <a:pt x="4759" y="276"/>
                  </a:cubicBezTo>
                  <a:cubicBezTo>
                    <a:pt x="4800" y="276"/>
                    <a:pt x="4840" y="299"/>
                    <a:pt x="4840" y="374"/>
                  </a:cubicBezTo>
                  <a:cubicBezTo>
                    <a:pt x="4840" y="640"/>
                    <a:pt x="4840" y="640"/>
                    <a:pt x="4840" y="640"/>
                  </a:cubicBezTo>
                  <a:cubicBezTo>
                    <a:pt x="4840" y="647"/>
                    <a:pt x="4846" y="653"/>
                    <a:pt x="4853" y="653"/>
                  </a:cubicBezTo>
                  <a:cubicBezTo>
                    <a:pt x="4930" y="653"/>
                    <a:pt x="4930" y="653"/>
                    <a:pt x="4930" y="653"/>
                  </a:cubicBezTo>
                  <a:cubicBezTo>
                    <a:pt x="4937" y="653"/>
                    <a:pt x="4943" y="647"/>
                    <a:pt x="4943" y="640"/>
                  </a:cubicBezTo>
                  <a:cubicBezTo>
                    <a:pt x="4943" y="359"/>
                    <a:pt x="4943" y="359"/>
                    <a:pt x="4943" y="359"/>
                  </a:cubicBezTo>
                  <a:cubicBezTo>
                    <a:pt x="4943" y="234"/>
                    <a:pt x="4874" y="182"/>
                    <a:pt x="4787" y="182"/>
                  </a:cubicBezTo>
                  <a:cubicBezTo>
                    <a:pt x="4731" y="182"/>
                    <a:pt x="4680" y="215"/>
                    <a:pt x="4649" y="252"/>
                  </a:cubicBezTo>
                  <a:cubicBezTo>
                    <a:pt x="4645" y="206"/>
                    <a:pt x="4645" y="206"/>
                    <a:pt x="4645" y="206"/>
                  </a:cubicBezTo>
                  <a:cubicBezTo>
                    <a:pt x="4644" y="199"/>
                    <a:pt x="4638" y="193"/>
                    <a:pt x="4632" y="193"/>
                  </a:cubicBezTo>
                  <a:cubicBezTo>
                    <a:pt x="4566" y="193"/>
                    <a:pt x="4566" y="193"/>
                    <a:pt x="4566" y="193"/>
                  </a:cubicBezTo>
                  <a:cubicBezTo>
                    <a:pt x="4559" y="193"/>
                    <a:pt x="4553" y="199"/>
                    <a:pt x="4553" y="206"/>
                  </a:cubicBezTo>
                  <a:cubicBezTo>
                    <a:pt x="4553" y="640"/>
                    <a:pt x="4553" y="640"/>
                    <a:pt x="4553" y="640"/>
                  </a:cubicBezTo>
                  <a:cubicBezTo>
                    <a:pt x="4553" y="647"/>
                    <a:pt x="4559" y="653"/>
                    <a:pt x="4566" y="653"/>
                  </a:cubicBezTo>
                  <a:lnTo>
                    <a:pt x="4643" y="653"/>
                  </a:lnTo>
                  <a:close/>
                  <a:moveTo>
                    <a:pt x="3143" y="653"/>
                  </a:moveTo>
                  <a:cubicBezTo>
                    <a:pt x="3151" y="653"/>
                    <a:pt x="3156" y="647"/>
                    <a:pt x="3156" y="640"/>
                  </a:cubicBezTo>
                  <a:cubicBezTo>
                    <a:pt x="3156" y="410"/>
                    <a:pt x="3156" y="410"/>
                    <a:pt x="3156" y="410"/>
                  </a:cubicBezTo>
                  <a:cubicBezTo>
                    <a:pt x="3156" y="323"/>
                    <a:pt x="3206" y="276"/>
                    <a:pt x="3259" y="276"/>
                  </a:cubicBezTo>
                  <a:cubicBezTo>
                    <a:pt x="3301" y="276"/>
                    <a:pt x="3340" y="299"/>
                    <a:pt x="3341" y="374"/>
                  </a:cubicBezTo>
                  <a:cubicBezTo>
                    <a:pt x="3341" y="640"/>
                    <a:pt x="3341" y="640"/>
                    <a:pt x="3341" y="640"/>
                  </a:cubicBezTo>
                  <a:cubicBezTo>
                    <a:pt x="3341" y="647"/>
                    <a:pt x="3346" y="653"/>
                    <a:pt x="3354" y="653"/>
                  </a:cubicBezTo>
                  <a:cubicBezTo>
                    <a:pt x="3430" y="653"/>
                    <a:pt x="3430" y="653"/>
                    <a:pt x="3430" y="653"/>
                  </a:cubicBezTo>
                  <a:cubicBezTo>
                    <a:pt x="3437" y="653"/>
                    <a:pt x="3443" y="647"/>
                    <a:pt x="3443" y="640"/>
                  </a:cubicBezTo>
                  <a:cubicBezTo>
                    <a:pt x="3443" y="359"/>
                    <a:pt x="3443" y="359"/>
                    <a:pt x="3443" y="359"/>
                  </a:cubicBezTo>
                  <a:cubicBezTo>
                    <a:pt x="3443" y="234"/>
                    <a:pt x="3375" y="182"/>
                    <a:pt x="3287" y="182"/>
                  </a:cubicBezTo>
                  <a:cubicBezTo>
                    <a:pt x="3231" y="182"/>
                    <a:pt x="3180" y="215"/>
                    <a:pt x="3150" y="252"/>
                  </a:cubicBezTo>
                  <a:cubicBezTo>
                    <a:pt x="3146" y="206"/>
                    <a:pt x="3146" y="206"/>
                    <a:pt x="3146" y="206"/>
                  </a:cubicBezTo>
                  <a:cubicBezTo>
                    <a:pt x="3145" y="199"/>
                    <a:pt x="3139" y="193"/>
                    <a:pt x="3132" y="193"/>
                  </a:cubicBezTo>
                  <a:cubicBezTo>
                    <a:pt x="3067" y="193"/>
                    <a:pt x="3067" y="193"/>
                    <a:pt x="3067" y="193"/>
                  </a:cubicBezTo>
                  <a:cubicBezTo>
                    <a:pt x="3059" y="193"/>
                    <a:pt x="3054" y="199"/>
                    <a:pt x="3054" y="206"/>
                  </a:cubicBezTo>
                  <a:cubicBezTo>
                    <a:pt x="3054" y="640"/>
                    <a:pt x="3054" y="640"/>
                    <a:pt x="3054" y="640"/>
                  </a:cubicBezTo>
                  <a:cubicBezTo>
                    <a:pt x="3054" y="647"/>
                    <a:pt x="3059" y="653"/>
                    <a:pt x="3067" y="653"/>
                  </a:cubicBezTo>
                  <a:lnTo>
                    <a:pt x="3143" y="653"/>
                  </a:lnTo>
                  <a:close/>
                  <a:moveTo>
                    <a:pt x="2344" y="9"/>
                  </a:moveTo>
                  <a:cubicBezTo>
                    <a:pt x="2336" y="10"/>
                    <a:pt x="2331" y="15"/>
                    <a:pt x="2331" y="22"/>
                  </a:cubicBezTo>
                  <a:cubicBezTo>
                    <a:pt x="2331" y="640"/>
                    <a:pt x="2331" y="640"/>
                    <a:pt x="2331" y="640"/>
                  </a:cubicBezTo>
                  <a:cubicBezTo>
                    <a:pt x="2331" y="647"/>
                    <a:pt x="2337" y="653"/>
                    <a:pt x="2344" y="653"/>
                  </a:cubicBezTo>
                  <a:cubicBezTo>
                    <a:pt x="2421" y="653"/>
                    <a:pt x="2421" y="653"/>
                    <a:pt x="2421" y="653"/>
                  </a:cubicBezTo>
                  <a:cubicBezTo>
                    <a:pt x="2428" y="653"/>
                    <a:pt x="2434" y="647"/>
                    <a:pt x="2434" y="640"/>
                  </a:cubicBezTo>
                  <a:cubicBezTo>
                    <a:pt x="2434" y="15"/>
                    <a:pt x="2434" y="15"/>
                    <a:pt x="2434" y="15"/>
                  </a:cubicBezTo>
                  <a:cubicBezTo>
                    <a:pt x="2434" y="8"/>
                    <a:pt x="2428" y="0"/>
                    <a:pt x="2421" y="2"/>
                  </a:cubicBezTo>
                  <a:lnTo>
                    <a:pt x="2344" y="9"/>
                  </a:lnTo>
                  <a:close/>
                  <a:moveTo>
                    <a:pt x="793" y="384"/>
                  </a:moveTo>
                  <a:cubicBezTo>
                    <a:pt x="789" y="326"/>
                    <a:pt x="764" y="267"/>
                    <a:pt x="691" y="267"/>
                  </a:cubicBezTo>
                  <a:cubicBezTo>
                    <a:pt x="619" y="267"/>
                    <a:pt x="594" y="331"/>
                    <a:pt x="587" y="384"/>
                  </a:cubicBezTo>
                  <a:lnTo>
                    <a:pt x="793" y="384"/>
                  </a:lnTo>
                  <a:close/>
                  <a:moveTo>
                    <a:pt x="698" y="664"/>
                  </a:moveTo>
                  <a:cubicBezTo>
                    <a:pt x="565" y="664"/>
                    <a:pt x="479" y="569"/>
                    <a:pt x="479" y="425"/>
                  </a:cubicBezTo>
                  <a:cubicBezTo>
                    <a:pt x="479" y="286"/>
                    <a:pt x="558" y="182"/>
                    <a:pt x="692" y="182"/>
                  </a:cubicBezTo>
                  <a:cubicBezTo>
                    <a:pt x="840" y="182"/>
                    <a:pt x="897" y="307"/>
                    <a:pt x="897" y="420"/>
                  </a:cubicBezTo>
                  <a:cubicBezTo>
                    <a:pt x="897" y="429"/>
                    <a:pt x="898" y="436"/>
                    <a:pt x="897" y="447"/>
                  </a:cubicBezTo>
                  <a:cubicBezTo>
                    <a:pt x="897" y="454"/>
                    <a:pt x="891" y="460"/>
                    <a:pt x="884" y="460"/>
                  </a:cubicBezTo>
                  <a:cubicBezTo>
                    <a:pt x="587" y="460"/>
                    <a:pt x="587" y="460"/>
                    <a:pt x="587" y="460"/>
                  </a:cubicBezTo>
                  <a:cubicBezTo>
                    <a:pt x="593" y="522"/>
                    <a:pt x="628" y="576"/>
                    <a:pt x="704" y="576"/>
                  </a:cubicBezTo>
                  <a:cubicBezTo>
                    <a:pt x="750" y="576"/>
                    <a:pt x="788" y="566"/>
                    <a:pt x="826" y="548"/>
                  </a:cubicBezTo>
                  <a:cubicBezTo>
                    <a:pt x="833" y="545"/>
                    <a:pt x="840" y="548"/>
                    <a:pt x="843" y="555"/>
                  </a:cubicBezTo>
                  <a:cubicBezTo>
                    <a:pt x="865" y="607"/>
                    <a:pt x="865" y="607"/>
                    <a:pt x="865" y="607"/>
                  </a:cubicBezTo>
                  <a:cubicBezTo>
                    <a:pt x="868" y="614"/>
                    <a:pt x="864" y="621"/>
                    <a:pt x="858" y="625"/>
                  </a:cubicBezTo>
                  <a:cubicBezTo>
                    <a:pt x="817" y="647"/>
                    <a:pt x="765" y="664"/>
                    <a:pt x="698" y="664"/>
                  </a:cubicBezTo>
                  <a:moveTo>
                    <a:pt x="1803" y="384"/>
                  </a:moveTo>
                  <a:cubicBezTo>
                    <a:pt x="1800" y="326"/>
                    <a:pt x="1775" y="267"/>
                    <a:pt x="1701" y="267"/>
                  </a:cubicBezTo>
                  <a:cubicBezTo>
                    <a:pt x="1629" y="267"/>
                    <a:pt x="1604" y="331"/>
                    <a:pt x="1597" y="384"/>
                  </a:cubicBezTo>
                  <a:lnTo>
                    <a:pt x="1803" y="384"/>
                  </a:lnTo>
                  <a:close/>
                  <a:moveTo>
                    <a:pt x="1709" y="664"/>
                  </a:moveTo>
                  <a:cubicBezTo>
                    <a:pt x="1575" y="664"/>
                    <a:pt x="1489" y="569"/>
                    <a:pt x="1489" y="425"/>
                  </a:cubicBezTo>
                  <a:cubicBezTo>
                    <a:pt x="1489" y="286"/>
                    <a:pt x="1569" y="182"/>
                    <a:pt x="1702" y="182"/>
                  </a:cubicBezTo>
                  <a:cubicBezTo>
                    <a:pt x="1850" y="182"/>
                    <a:pt x="1907" y="307"/>
                    <a:pt x="1907" y="420"/>
                  </a:cubicBezTo>
                  <a:cubicBezTo>
                    <a:pt x="1907" y="429"/>
                    <a:pt x="1908" y="436"/>
                    <a:pt x="1907" y="447"/>
                  </a:cubicBezTo>
                  <a:cubicBezTo>
                    <a:pt x="1907" y="454"/>
                    <a:pt x="1902" y="460"/>
                    <a:pt x="1894" y="460"/>
                  </a:cubicBezTo>
                  <a:cubicBezTo>
                    <a:pt x="1597" y="460"/>
                    <a:pt x="1597" y="460"/>
                    <a:pt x="1597" y="460"/>
                  </a:cubicBezTo>
                  <a:cubicBezTo>
                    <a:pt x="1603" y="522"/>
                    <a:pt x="1638" y="576"/>
                    <a:pt x="1714" y="576"/>
                  </a:cubicBezTo>
                  <a:cubicBezTo>
                    <a:pt x="1760" y="576"/>
                    <a:pt x="1798" y="566"/>
                    <a:pt x="1836" y="548"/>
                  </a:cubicBezTo>
                  <a:cubicBezTo>
                    <a:pt x="1843" y="545"/>
                    <a:pt x="1851" y="548"/>
                    <a:pt x="1854" y="555"/>
                  </a:cubicBezTo>
                  <a:cubicBezTo>
                    <a:pt x="1875" y="607"/>
                    <a:pt x="1875" y="607"/>
                    <a:pt x="1875" y="607"/>
                  </a:cubicBezTo>
                  <a:cubicBezTo>
                    <a:pt x="1878" y="614"/>
                    <a:pt x="1875" y="621"/>
                    <a:pt x="1868" y="625"/>
                  </a:cubicBezTo>
                  <a:cubicBezTo>
                    <a:pt x="1828" y="647"/>
                    <a:pt x="1775" y="664"/>
                    <a:pt x="1709" y="664"/>
                  </a:cubicBezTo>
                  <a:moveTo>
                    <a:pt x="1380" y="2"/>
                  </a:moveTo>
                  <a:cubicBezTo>
                    <a:pt x="1388" y="0"/>
                    <a:pt x="1393" y="8"/>
                    <a:pt x="1393" y="15"/>
                  </a:cubicBezTo>
                  <a:cubicBezTo>
                    <a:pt x="1393" y="640"/>
                    <a:pt x="1393" y="640"/>
                    <a:pt x="1393" y="640"/>
                  </a:cubicBezTo>
                  <a:cubicBezTo>
                    <a:pt x="1393" y="647"/>
                    <a:pt x="1388" y="653"/>
                    <a:pt x="1380" y="653"/>
                  </a:cubicBezTo>
                  <a:cubicBezTo>
                    <a:pt x="1317" y="653"/>
                    <a:pt x="1317" y="653"/>
                    <a:pt x="1317" y="653"/>
                  </a:cubicBezTo>
                  <a:cubicBezTo>
                    <a:pt x="1310" y="653"/>
                    <a:pt x="1305" y="646"/>
                    <a:pt x="1304" y="640"/>
                  </a:cubicBezTo>
                  <a:cubicBezTo>
                    <a:pt x="1297" y="593"/>
                    <a:pt x="1297" y="593"/>
                    <a:pt x="1297" y="593"/>
                  </a:cubicBezTo>
                  <a:cubicBezTo>
                    <a:pt x="1274" y="631"/>
                    <a:pt x="1217" y="664"/>
                    <a:pt x="1164" y="664"/>
                  </a:cubicBezTo>
                  <a:cubicBezTo>
                    <a:pt x="1042" y="664"/>
                    <a:pt x="971" y="555"/>
                    <a:pt x="971" y="422"/>
                  </a:cubicBezTo>
                  <a:cubicBezTo>
                    <a:pt x="971" y="261"/>
                    <a:pt x="1065" y="182"/>
                    <a:pt x="1164" y="182"/>
                  </a:cubicBezTo>
                  <a:cubicBezTo>
                    <a:pt x="1215" y="182"/>
                    <a:pt x="1260" y="203"/>
                    <a:pt x="1291" y="233"/>
                  </a:cubicBezTo>
                  <a:cubicBezTo>
                    <a:pt x="1291" y="23"/>
                    <a:pt x="1291" y="23"/>
                    <a:pt x="1291" y="23"/>
                  </a:cubicBezTo>
                  <a:cubicBezTo>
                    <a:pt x="1291" y="15"/>
                    <a:pt x="1296" y="10"/>
                    <a:pt x="1304" y="9"/>
                  </a:cubicBezTo>
                  <a:cubicBezTo>
                    <a:pt x="1380" y="2"/>
                    <a:pt x="1380" y="2"/>
                    <a:pt x="1380" y="2"/>
                  </a:cubicBezTo>
                  <a:moveTo>
                    <a:pt x="1291" y="406"/>
                  </a:moveTo>
                  <a:cubicBezTo>
                    <a:pt x="1291" y="304"/>
                    <a:pt x="1231" y="269"/>
                    <a:pt x="1184" y="269"/>
                  </a:cubicBezTo>
                  <a:cubicBezTo>
                    <a:pt x="1122" y="269"/>
                    <a:pt x="1078" y="330"/>
                    <a:pt x="1078" y="421"/>
                  </a:cubicBezTo>
                  <a:cubicBezTo>
                    <a:pt x="1078" y="503"/>
                    <a:pt x="1116" y="576"/>
                    <a:pt x="1186" y="576"/>
                  </a:cubicBezTo>
                  <a:cubicBezTo>
                    <a:pt x="1224" y="576"/>
                    <a:pt x="1291" y="547"/>
                    <a:pt x="1291" y="427"/>
                  </a:cubicBezTo>
                  <a:lnTo>
                    <a:pt x="1291" y="406"/>
                  </a:lnTo>
                  <a:close/>
                  <a:moveTo>
                    <a:pt x="4359" y="384"/>
                  </a:moveTo>
                  <a:cubicBezTo>
                    <a:pt x="4356" y="326"/>
                    <a:pt x="4331" y="267"/>
                    <a:pt x="4258" y="267"/>
                  </a:cubicBezTo>
                  <a:cubicBezTo>
                    <a:pt x="4186" y="267"/>
                    <a:pt x="4161" y="331"/>
                    <a:pt x="4154" y="384"/>
                  </a:cubicBezTo>
                  <a:lnTo>
                    <a:pt x="4359" y="384"/>
                  </a:lnTo>
                  <a:close/>
                  <a:moveTo>
                    <a:pt x="4265" y="664"/>
                  </a:moveTo>
                  <a:cubicBezTo>
                    <a:pt x="4131" y="664"/>
                    <a:pt x="4045" y="569"/>
                    <a:pt x="4045" y="425"/>
                  </a:cubicBezTo>
                  <a:cubicBezTo>
                    <a:pt x="4045" y="286"/>
                    <a:pt x="4125" y="182"/>
                    <a:pt x="4259" y="182"/>
                  </a:cubicBezTo>
                  <a:cubicBezTo>
                    <a:pt x="4406" y="182"/>
                    <a:pt x="4464" y="307"/>
                    <a:pt x="4464" y="420"/>
                  </a:cubicBezTo>
                  <a:cubicBezTo>
                    <a:pt x="4464" y="429"/>
                    <a:pt x="4464" y="436"/>
                    <a:pt x="4464" y="447"/>
                  </a:cubicBezTo>
                  <a:cubicBezTo>
                    <a:pt x="4464" y="454"/>
                    <a:pt x="4458" y="460"/>
                    <a:pt x="4451" y="460"/>
                  </a:cubicBezTo>
                  <a:cubicBezTo>
                    <a:pt x="4154" y="460"/>
                    <a:pt x="4154" y="460"/>
                    <a:pt x="4154" y="460"/>
                  </a:cubicBezTo>
                  <a:cubicBezTo>
                    <a:pt x="4159" y="522"/>
                    <a:pt x="4195" y="576"/>
                    <a:pt x="4271" y="576"/>
                  </a:cubicBezTo>
                  <a:cubicBezTo>
                    <a:pt x="4317" y="576"/>
                    <a:pt x="4355" y="566"/>
                    <a:pt x="4393" y="548"/>
                  </a:cubicBezTo>
                  <a:cubicBezTo>
                    <a:pt x="4399" y="545"/>
                    <a:pt x="4407" y="548"/>
                    <a:pt x="4410" y="555"/>
                  </a:cubicBezTo>
                  <a:cubicBezTo>
                    <a:pt x="4432" y="607"/>
                    <a:pt x="4432" y="607"/>
                    <a:pt x="4432" y="607"/>
                  </a:cubicBezTo>
                  <a:cubicBezTo>
                    <a:pt x="4434" y="614"/>
                    <a:pt x="4431" y="621"/>
                    <a:pt x="4425" y="625"/>
                  </a:cubicBezTo>
                  <a:cubicBezTo>
                    <a:pt x="4384" y="647"/>
                    <a:pt x="4332" y="664"/>
                    <a:pt x="4265" y="664"/>
                  </a:cubicBezTo>
                  <a:moveTo>
                    <a:pt x="3942" y="2"/>
                  </a:moveTo>
                  <a:cubicBezTo>
                    <a:pt x="3949" y="0"/>
                    <a:pt x="3955" y="8"/>
                    <a:pt x="3955" y="15"/>
                  </a:cubicBezTo>
                  <a:cubicBezTo>
                    <a:pt x="3955" y="640"/>
                    <a:pt x="3955" y="640"/>
                    <a:pt x="3955" y="640"/>
                  </a:cubicBezTo>
                  <a:cubicBezTo>
                    <a:pt x="3955" y="647"/>
                    <a:pt x="3949" y="653"/>
                    <a:pt x="3942" y="653"/>
                  </a:cubicBezTo>
                  <a:cubicBezTo>
                    <a:pt x="3879" y="653"/>
                    <a:pt x="3879" y="653"/>
                    <a:pt x="3879" y="653"/>
                  </a:cubicBezTo>
                  <a:cubicBezTo>
                    <a:pt x="3872" y="653"/>
                    <a:pt x="3866" y="646"/>
                    <a:pt x="3865" y="640"/>
                  </a:cubicBezTo>
                  <a:cubicBezTo>
                    <a:pt x="3858" y="593"/>
                    <a:pt x="3858" y="593"/>
                    <a:pt x="3858" y="593"/>
                  </a:cubicBezTo>
                  <a:cubicBezTo>
                    <a:pt x="3835" y="631"/>
                    <a:pt x="3779" y="664"/>
                    <a:pt x="3726" y="664"/>
                  </a:cubicBezTo>
                  <a:cubicBezTo>
                    <a:pt x="3604" y="664"/>
                    <a:pt x="3533" y="555"/>
                    <a:pt x="3533" y="422"/>
                  </a:cubicBezTo>
                  <a:cubicBezTo>
                    <a:pt x="3533" y="261"/>
                    <a:pt x="3627" y="182"/>
                    <a:pt x="3726" y="182"/>
                  </a:cubicBezTo>
                  <a:cubicBezTo>
                    <a:pt x="3777" y="182"/>
                    <a:pt x="3822" y="203"/>
                    <a:pt x="3852" y="233"/>
                  </a:cubicBezTo>
                  <a:cubicBezTo>
                    <a:pt x="3852" y="23"/>
                    <a:pt x="3852" y="23"/>
                    <a:pt x="3852" y="23"/>
                  </a:cubicBezTo>
                  <a:cubicBezTo>
                    <a:pt x="3852" y="15"/>
                    <a:pt x="3858" y="10"/>
                    <a:pt x="3866" y="9"/>
                  </a:cubicBezTo>
                  <a:cubicBezTo>
                    <a:pt x="3942" y="2"/>
                    <a:pt x="3942" y="2"/>
                    <a:pt x="3942" y="2"/>
                  </a:cubicBezTo>
                  <a:moveTo>
                    <a:pt x="3853" y="406"/>
                  </a:moveTo>
                  <a:cubicBezTo>
                    <a:pt x="3853" y="304"/>
                    <a:pt x="3793" y="269"/>
                    <a:pt x="3746" y="269"/>
                  </a:cubicBezTo>
                  <a:cubicBezTo>
                    <a:pt x="3683" y="269"/>
                    <a:pt x="3640" y="330"/>
                    <a:pt x="3640" y="421"/>
                  </a:cubicBezTo>
                  <a:cubicBezTo>
                    <a:pt x="3640" y="503"/>
                    <a:pt x="3677" y="576"/>
                    <a:pt x="3747" y="576"/>
                  </a:cubicBezTo>
                  <a:cubicBezTo>
                    <a:pt x="3786" y="576"/>
                    <a:pt x="3853" y="547"/>
                    <a:pt x="3853" y="427"/>
                  </a:cubicBezTo>
                  <a:lnTo>
                    <a:pt x="3853" y="406"/>
                  </a:lnTo>
                  <a:close/>
                  <a:moveTo>
                    <a:pt x="2248" y="195"/>
                  </a:moveTo>
                  <a:cubicBezTo>
                    <a:pt x="2248" y="188"/>
                    <a:pt x="2242" y="182"/>
                    <a:pt x="2235" y="182"/>
                  </a:cubicBezTo>
                  <a:cubicBezTo>
                    <a:pt x="2179" y="182"/>
                    <a:pt x="2125" y="215"/>
                    <a:pt x="2094" y="252"/>
                  </a:cubicBezTo>
                  <a:cubicBezTo>
                    <a:pt x="2090" y="206"/>
                    <a:pt x="2090" y="206"/>
                    <a:pt x="2090" y="206"/>
                  </a:cubicBezTo>
                  <a:cubicBezTo>
                    <a:pt x="2089" y="199"/>
                    <a:pt x="2083" y="193"/>
                    <a:pt x="2077" y="193"/>
                  </a:cubicBezTo>
                  <a:cubicBezTo>
                    <a:pt x="2011" y="193"/>
                    <a:pt x="2011" y="193"/>
                    <a:pt x="2011" y="193"/>
                  </a:cubicBezTo>
                  <a:cubicBezTo>
                    <a:pt x="2004" y="193"/>
                    <a:pt x="1998" y="199"/>
                    <a:pt x="1998" y="206"/>
                  </a:cubicBezTo>
                  <a:cubicBezTo>
                    <a:pt x="1998" y="640"/>
                    <a:pt x="1998" y="640"/>
                    <a:pt x="1998" y="640"/>
                  </a:cubicBezTo>
                  <a:cubicBezTo>
                    <a:pt x="1998" y="647"/>
                    <a:pt x="2004" y="653"/>
                    <a:pt x="2011" y="653"/>
                  </a:cubicBezTo>
                  <a:cubicBezTo>
                    <a:pt x="2088" y="653"/>
                    <a:pt x="2088" y="653"/>
                    <a:pt x="2088" y="653"/>
                  </a:cubicBezTo>
                  <a:cubicBezTo>
                    <a:pt x="2095" y="653"/>
                    <a:pt x="2101" y="647"/>
                    <a:pt x="2101" y="640"/>
                  </a:cubicBezTo>
                  <a:cubicBezTo>
                    <a:pt x="2101" y="415"/>
                    <a:pt x="2101" y="415"/>
                    <a:pt x="2101" y="415"/>
                  </a:cubicBezTo>
                  <a:cubicBezTo>
                    <a:pt x="2101" y="322"/>
                    <a:pt x="2158" y="286"/>
                    <a:pt x="2210" y="286"/>
                  </a:cubicBezTo>
                  <a:cubicBezTo>
                    <a:pt x="2218" y="286"/>
                    <a:pt x="2225" y="288"/>
                    <a:pt x="2230" y="288"/>
                  </a:cubicBezTo>
                  <a:cubicBezTo>
                    <a:pt x="2241" y="290"/>
                    <a:pt x="2248" y="284"/>
                    <a:pt x="2248" y="276"/>
                  </a:cubicBezTo>
                  <a:lnTo>
                    <a:pt x="2248" y="19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grpSp>
        <p:nvGrpSpPr>
          <p:cNvPr id="54" name="HR logo"/>
          <p:cNvGrpSpPr>
            <a:grpSpLocks noSelect="1"/>
          </p:cNvGrpSpPr>
          <p:nvPr userDrawn="1"/>
        </p:nvGrpSpPr>
        <p:grpSpPr bwMode="gray">
          <a:xfrm>
            <a:off x="374400" y="6076800"/>
            <a:ext cx="504000" cy="514800"/>
            <a:chOff x="0" y="0"/>
            <a:chExt cx="562610" cy="574675"/>
          </a:xfrm>
        </p:grpSpPr>
        <p:sp>
          <p:nvSpPr>
            <p:cNvPr id="55" name="Freeform 35"/>
            <p:cNvSpPr>
              <a:spLocks noSelect="1"/>
            </p:cNvSpPr>
            <p:nvPr userDrawn="1"/>
          </p:nvSpPr>
          <p:spPr bwMode="gray">
            <a:xfrm>
              <a:off x="0" y="0"/>
              <a:ext cx="562610" cy="574675"/>
            </a:xfrm>
            <a:custGeom>
              <a:avLst/>
              <a:gdLst>
                <a:gd name="T0" fmla="*/ 1771 w 1771"/>
                <a:gd name="T1" fmla="*/ 874 h 1807"/>
                <a:gd name="T2" fmla="*/ 1770 w 1771"/>
                <a:gd name="T3" fmla="*/ 851 h 1807"/>
                <a:gd name="T4" fmla="*/ 1768 w 1771"/>
                <a:gd name="T5" fmla="*/ 828 h 1807"/>
                <a:gd name="T6" fmla="*/ 1765 w 1771"/>
                <a:gd name="T7" fmla="*/ 799 h 1807"/>
                <a:gd name="T8" fmla="*/ 1762 w 1771"/>
                <a:gd name="T9" fmla="*/ 775 h 1807"/>
                <a:gd name="T10" fmla="*/ 1758 w 1771"/>
                <a:gd name="T11" fmla="*/ 748 h 1807"/>
                <a:gd name="T12" fmla="*/ 1739 w 1771"/>
                <a:gd name="T13" fmla="*/ 663 h 1807"/>
                <a:gd name="T14" fmla="*/ 1732 w 1771"/>
                <a:gd name="T15" fmla="*/ 642 h 1807"/>
                <a:gd name="T16" fmla="*/ 1726 w 1771"/>
                <a:gd name="T17" fmla="*/ 622 h 1807"/>
                <a:gd name="T18" fmla="*/ 1589 w 1771"/>
                <a:gd name="T19" fmla="*/ 360 h 1807"/>
                <a:gd name="T20" fmla="*/ 1559 w 1771"/>
                <a:gd name="T21" fmla="*/ 322 h 1807"/>
                <a:gd name="T22" fmla="*/ 1544 w 1771"/>
                <a:gd name="T23" fmla="*/ 304 h 1807"/>
                <a:gd name="T24" fmla="*/ 1511 w 1771"/>
                <a:gd name="T25" fmla="*/ 269 h 1807"/>
                <a:gd name="T26" fmla="*/ 1477 w 1771"/>
                <a:gd name="T27" fmla="*/ 236 h 1807"/>
                <a:gd name="T28" fmla="*/ 1449 w 1771"/>
                <a:gd name="T29" fmla="*/ 212 h 1807"/>
                <a:gd name="T30" fmla="*/ 1431 w 1771"/>
                <a:gd name="T31" fmla="*/ 197 h 1807"/>
                <a:gd name="T32" fmla="*/ 1402 w 1771"/>
                <a:gd name="T33" fmla="*/ 175 h 1807"/>
                <a:gd name="T34" fmla="*/ 1383 w 1771"/>
                <a:gd name="T35" fmla="*/ 162 h 1807"/>
                <a:gd name="T36" fmla="*/ 1353 w 1771"/>
                <a:gd name="T37" fmla="*/ 141 h 1807"/>
                <a:gd name="T38" fmla="*/ 1321 w 1771"/>
                <a:gd name="T39" fmla="*/ 122 h 1807"/>
                <a:gd name="T40" fmla="*/ 1301 w 1771"/>
                <a:gd name="T41" fmla="*/ 111 h 1807"/>
                <a:gd name="T42" fmla="*/ 1263 w 1771"/>
                <a:gd name="T43" fmla="*/ 91 h 1807"/>
                <a:gd name="T44" fmla="*/ 1241 w 1771"/>
                <a:gd name="T45" fmla="*/ 81 h 1807"/>
                <a:gd name="T46" fmla="*/ 1208 w 1771"/>
                <a:gd name="T47" fmla="*/ 66 h 1807"/>
                <a:gd name="T48" fmla="*/ 1162 w 1771"/>
                <a:gd name="T49" fmla="*/ 49 h 1807"/>
                <a:gd name="T50" fmla="*/ 1120 w 1771"/>
                <a:gd name="T51" fmla="*/ 36 h 1807"/>
                <a:gd name="T52" fmla="*/ 1097 w 1771"/>
                <a:gd name="T53" fmla="*/ 30 h 1807"/>
                <a:gd name="T54" fmla="*/ 1061 w 1771"/>
                <a:gd name="T55" fmla="*/ 21 h 1807"/>
                <a:gd name="T56" fmla="*/ 1037 w 1771"/>
                <a:gd name="T57" fmla="*/ 16 h 1807"/>
                <a:gd name="T58" fmla="*/ 175 w 1771"/>
                <a:gd name="T59" fmla="*/ 323 h 1807"/>
                <a:gd name="T60" fmla="*/ 1304 w 1771"/>
                <a:gd name="T61" fmla="*/ 402 h 1807"/>
                <a:gd name="T62" fmla="*/ 1372 w 1771"/>
                <a:gd name="T63" fmla="*/ 1125 h 1807"/>
                <a:gd name="T64" fmla="*/ 590 w 1771"/>
                <a:gd name="T65" fmla="*/ 1394 h 1807"/>
                <a:gd name="T66" fmla="*/ 403 w 1771"/>
                <a:gd name="T67" fmla="*/ 1396 h 1807"/>
                <a:gd name="T68" fmla="*/ 400 w 1771"/>
                <a:gd name="T69" fmla="*/ 1396 h 1807"/>
                <a:gd name="T70" fmla="*/ 381 w 1771"/>
                <a:gd name="T71" fmla="*/ 1380 h 1807"/>
                <a:gd name="T72" fmla="*/ 380 w 1771"/>
                <a:gd name="T73" fmla="*/ 1371 h 1807"/>
                <a:gd name="T74" fmla="*/ 510 w 1771"/>
                <a:gd name="T75" fmla="*/ 732 h 1807"/>
                <a:gd name="T76" fmla="*/ 519 w 1771"/>
                <a:gd name="T77" fmla="*/ 716 h 1807"/>
                <a:gd name="T78" fmla="*/ 786 w 1771"/>
                <a:gd name="T79" fmla="*/ 705 h 1807"/>
                <a:gd name="T80" fmla="*/ 0 w 1771"/>
                <a:gd name="T81" fmla="*/ 1037 h 1807"/>
                <a:gd name="T82" fmla="*/ 1292 w 1771"/>
                <a:gd name="T83" fmla="*/ 1701 h 1807"/>
                <a:gd name="T84" fmla="*/ 1313 w 1771"/>
                <a:gd name="T85" fmla="*/ 1689 h 1807"/>
                <a:gd name="T86" fmla="*/ 1333 w 1771"/>
                <a:gd name="T87" fmla="*/ 1677 h 1807"/>
                <a:gd name="T88" fmla="*/ 1354 w 1771"/>
                <a:gd name="T89" fmla="*/ 1665 h 1807"/>
                <a:gd name="T90" fmla="*/ 1374 w 1771"/>
                <a:gd name="T91" fmla="*/ 1651 h 1807"/>
                <a:gd name="T92" fmla="*/ 1394 w 1771"/>
                <a:gd name="T93" fmla="*/ 1638 h 1807"/>
                <a:gd name="T94" fmla="*/ 1418 w 1771"/>
                <a:gd name="T95" fmla="*/ 1620 h 1807"/>
                <a:gd name="T96" fmla="*/ 1441 w 1771"/>
                <a:gd name="T97" fmla="*/ 1601 h 1807"/>
                <a:gd name="T98" fmla="*/ 1504 w 1771"/>
                <a:gd name="T99" fmla="*/ 1545 h 1807"/>
                <a:gd name="T100" fmla="*/ 1520 w 1771"/>
                <a:gd name="T101" fmla="*/ 1528 h 1807"/>
                <a:gd name="T102" fmla="*/ 1538 w 1771"/>
                <a:gd name="T103" fmla="*/ 1509 h 1807"/>
                <a:gd name="T104" fmla="*/ 1759 w 1771"/>
                <a:gd name="T105" fmla="*/ 1052 h 1807"/>
                <a:gd name="T106" fmla="*/ 1762 w 1771"/>
                <a:gd name="T107" fmla="*/ 1029 h 1807"/>
                <a:gd name="T108" fmla="*/ 1765 w 1771"/>
                <a:gd name="T109" fmla="*/ 1005 h 1807"/>
                <a:gd name="T110" fmla="*/ 1767 w 1771"/>
                <a:gd name="T111" fmla="*/ 986 h 1807"/>
                <a:gd name="T112" fmla="*/ 1769 w 1771"/>
                <a:gd name="T113" fmla="*/ 966 h 1807"/>
                <a:gd name="T114" fmla="*/ 1770 w 1771"/>
                <a:gd name="T115" fmla="*/ 947 h 1807"/>
                <a:gd name="T116" fmla="*/ 1771 w 1771"/>
                <a:gd name="T117" fmla="*/ 928 h 1807"/>
                <a:gd name="T118" fmla="*/ 1771 w 1771"/>
                <a:gd name="T119" fmla="*/ 908 h 1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71" h="1807">
                  <a:moveTo>
                    <a:pt x="1771" y="893"/>
                  </a:moveTo>
                  <a:cubicBezTo>
                    <a:pt x="1771" y="892"/>
                    <a:pt x="1771" y="892"/>
                    <a:pt x="1771" y="892"/>
                  </a:cubicBezTo>
                  <a:cubicBezTo>
                    <a:pt x="1771" y="887"/>
                    <a:pt x="1771" y="887"/>
                    <a:pt x="1771" y="887"/>
                  </a:cubicBezTo>
                  <a:cubicBezTo>
                    <a:pt x="1771" y="885"/>
                    <a:pt x="1771" y="885"/>
                    <a:pt x="1771" y="885"/>
                  </a:cubicBezTo>
                  <a:cubicBezTo>
                    <a:pt x="1771" y="881"/>
                    <a:pt x="1771" y="881"/>
                    <a:pt x="1771" y="881"/>
                  </a:cubicBezTo>
                  <a:cubicBezTo>
                    <a:pt x="1771" y="880"/>
                    <a:pt x="1771" y="880"/>
                    <a:pt x="1771" y="880"/>
                  </a:cubicBezTo>
                  <a:cubicBezTo>
                    <a:pt x="1771" y="875"/>
                    <a:pt x="1771" y="875"/>
                    <a:pt x="1771" y="875"/>
                  </a:cubicBezTo>
                  <a:cubicBezTo>
                    <a:pt x="1771" y="874"/>
                    <a:pt x="1771" y="874"/>
                    <a:pt x="1771" y="874"/>
                  </a:cubicBezTo>
                  <a:cubicBezTo>
                    <a:pt x="1771" y="870"/>
                    <a:pt x="1771" y="870"/>
                    <a:pt x="1771" y="870"/>
                  </a:cubicBezTo>
                  <a:cubicBezTo>
                    <a:pt x="1770" y="868"/>
                    <a:pt x="1770" y="868"/>
                    <a:pt x="1770" y="868"/>
                  </a:cubicBezTo>
                  <a:cubicBezTo>
                    <a:pt x="1770" y="864"/>
                    <a:pt x="1770" y="864"/>
                    <a:pt x="1770" y="864"/>
                  </a:cubicBezTo>
                  <a:cubicBezTo>
                    <a:pt x="1770" y="862"/>
                    <a:pt x="1770" y="862"/>
                    <a:pt x="1770" y="862"/>
                  </a:cubicBezTo>
                  <a:cubicBezTo>
                    <a:pt x="1770" y="859"/>
                    <a:pt x="1770" y="859"/>
                    <a:pt x="1770" y="859"/>
                  </a:cubicBezTo>
                  <a:cubicBezTo>
                    <a:pt x="1770" y="857"/>
                    <a:pt x="1770" y="857"/>
                    <a:pt x="1770" y="857"/>
                  </a:cubicBezTo>
                  <a:cubicBezTo>
                    <a:pt x="1770" y="852"/>
                    <a:pt x="1770" y="852"/>
                    <a:pt x="1770" y="852"/>
                  </a:cubicBezTo>
                  <a:cubicBezTo>
                    <a:pt x="1770" y="851"/>
                    <a:pt x="1770" y="851"/>
                    <a:pt x="1770" y="851"/>
                  </a:cubicBezTo>
                  <a:cubicBezTo>
                    <a:pt x="1769" y="847"/>
                    <a:pt x="1769" y="847"/>
                    <a:pt x="1769" y="847"/>
                  </a:cubicBezTo>
                  <a:cubicBezTo>
                    <a:pt x="1769" y="845"/>
                    <a:pt x="1769" y="845"/>
                    <a:pt x="1769" y="845"/>
                  </a:cubicBezTo>
                  <a:cubicBezTo>
                    <a:pt x="1769" y="841"/>
                    <a:pt x="1769" y="841"/>
                    <a:pt x="1769" y="841"/>
                  </a:cubicBezTo>
                  <a:cubicBezTo>
                    <a:pt x="1769" y="839"/>
                    <a:pt x="1769" y="839"/>
                    <a:pt x="1769" y="839"/>
                  </a:cubicBezTo>
                  <a:cubicBezTo>
                    <a:pt x="1769" y="836"/>
                    <a:pt x="1769" y="836"/>
                    <a:pt x="1769" y="836"/>
                  </a:cubicBezTo>
                  <a:cubicBezTo>
                    <a:pt x="1768" y="834"/>
                    <a:pt x="1768" y="834"/>
                    <a:pt x="1768" y="834"/>
                  </a:cubicBezTo>
                  <a:cubicBezTo>
                    <a:pt x="1768" y="830"/>
                    <a:pt x="1768" y="830"/>
                    <a:pt x="1768" y="830"/>
                  </a:cubicBezTo>
                  <a:cubicBezTo>
                    <a:pt x="1768" y="828"/>
                    <a:pt x="1768" y="828"/>
                    <a:pt x="1768" y="828"/>
                  </a:cubicBezTo>
                  <a:cubicBezTo>
                    <a:pt x="1768" y="824"/>
                    <a:pt x="1768" y="824"/>
                    <a:pt x="1768" y="824"/>
                  </a:cubicBezTo>
                  <a:cubicBezTo>
                    <a:pt x="1768" y="822"/>
                    <a:pt x="1768" y="822"/>
                    <a:pt x="1768" y="822"/>
                  </a:cubicBezTo>
                  <a:cubicBezTo>
                    <a:pt x="1767" y="819"/>
                    <a:pt x="1767" y="819"/>
                    <a:pt x="1767" y="819"/>
                  </a:cubicBezTo>
                  <a:cubicBezTo>
                    <a:pt x="1767" y="816"/>
                    <a:pt x="1767" y="816"/>
                    <a:pt x="1767" y="816"/>
                  </a:cubicBezTo>
                  <a:cubicBezTo>
                    <a:pt x="1767" y="813"/>
                    <a:pt x="1767" y="813"/>
                    <a:pt x="1767" y="813"/>
                  </a:cubicBezTo>
                  <a:cubicBezTo>
                    <a:pt x="1766" y="810"/>
                    <a:pt x="1766" y="810"/>
                    <a:pt x="1766" y="810"/>
                  </a:cubicBezTo>
                  <a:cubicBezTo>
                    <a:pt x="1766" y="808"/>
                    <a:pt x="1766" y="808"/>
                    <a:pt x="1766" y="808"/>
                  </a:cubicBezTo>
                  <a:cubicBezTo>
                    <a:pt x="1765" y="799"/>
                    <a:pt x="1765" y="799"/>
                    <a:pt x="1765" y="799"/>
                  </a:cubicBezTo>
                  <a:cubicBezTo>
                    <a:pt x="1765" y="797"/>
                    <a:pt x="1765" y="797"/>
                    <a:pt x="1765" y="797"/>
                  </a:cubicBezTo>
                  <a:cubicBezTo>
                    <a:pt x="1765" y="794"/>
                    <a:pt x="1765" y="794"/>
                    <a:pt x="1765" y="794"/>
                  </a:cubicBezTo>
                  <a:cubicBezTo>
                    <a:pt x="1764" y="793"/>
                    <a:pt x="1764" y="793"/>
                    <a:pt x="1764" y="793"/>
                  </a:cubicBezTo>
                  <a:cubicBezTo>
                    <a:pt x="1764" y="787"/>
                    <a:pt x="1764" y="787"/>
                    <a:pt x="1764" y="787"/>
                  </a:cubicBezTo>
                  <a:cubicBezTo>
                    <a:pt x="1763" y="786"/>
                    <a:pt x="1763" y="786"/>
                    <a:pt x="1763" y="786"/>
                  </a:cubicBezTo>
                  <a:cubicBezTo>
                    <a:pt x="1763" y="783"/>
                    <a:pt x="1763" y="783"/>
                    <a:pt x="1763" y="783"/>
                  </a:cubicBezTo>
                  <a:cubicBezTo>
                    <a:pt x="1763" y="782"/>
                    <a:pt x="1763" y="782"/>
                    <a:pt x="1763" y="782"/>
                  </a:cubicBezTo>
                  <a:cubicBezTo>
                    <a:pt x="1762" y="775"/>
                    <a:pt x="1762" y="775"/>
                    <a:pt x="1762" y="775"/>
                  </a:cubicBezTo>
                  <a:cubicBezTo>
                    <a:pt x="1762" y="774"/>
                    <a:pt x="1762" y="774"/>
                    <a:pt x="1762" y="774"/>
                  </a:cubicBezTo>
                  <a:cubicBezTo>
                    <a:pt x="1761" y="771"/>
                    <a:pt x="1761" y="771"/>
                    <a:pt x="1761" y="771"/>
                  </a:cubicBezTo>
                  <a:cubicBezTo>
                    <a:pt x="1761" y="770"/>
                    <a:pt x="1761" y="770"/>
                    <a:pt x="1761" y="770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0"/>
                    <a:pt x="1760" y="760"/>
                    <a:pt x="1760" y="760"/>
                  </a:cubicBezTo>
                  <a:cubicBezTo>
                    <a:pt x="1760" y="759"/>
                    <a:pt x="1760" y="759"/>
                    <a:pt x="1760" y="759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4" y="728"/>
                    <a:pt x="1750" y="708"/>
                    <a:pt x="1745" y="688"/>
                  </a:cubicBezTo>
                  <a:cubicBezTo>
                    <a:pt x="1745" y="688"/>
                    <a:pt x="1745" y="688"/>
                    <a:pt x="1745" y="688"/>
                  </a:cubicBezTo>
                  <a:cubicBezTo>
                    <a:pt x="1743" y="677"/>
                    <a:pt x="1743" y="677"/>
                    <a:pt x="1743" y="677"/>
                  </a:cubicBezTo>
                  <a:cubicBezTo>
                    <a:pt x="1742" y="677"/>
                    <a:pt x="1742" y="677"/>
                    <a:pt x="1742" y="677"/>
                  </a:cubicBezTo>
                  <a:cubicBezTo>
                    <a:pt x="1740" y="667"/>
                    <a:pt x="1740" y="667"/>
                    <a:pt x="1740" y="667"/>
                  </a:cubicBezTo>
                  <a:cubicBezTo>
                    <a:pt x="1739" y="665"/>
                    <a:pt x="1739" y="665"/>
                    <a:pt x="1739" y="665"/>
                  </a:cubicBezTo>
                  <a:cubicBezTo>
                    <a:pt x="1739" y="663"/>
                    <a:pt x="1739" y="663"/>
                    <a:pt x="1739" y="663"/>
                  </a:cubicBezTo>
                  <a:cubicBezTo>
                    <a:pt x="1738" y="661"/>
                    <a:pt x="1738" y="661"/>
                    <a:pt x="1738" y="661"/>
                  </a:cubicBezTo>
                  <a:cubicBezTo>
                    <a:pt x="1737" y="657"/>
                    <a:pt x="1737" y="657"/>
                    <a:pt x="1737" y="657"/>
                  </a:cubicBezTo>
                  <a:cubicBezTo>
                    <a:pt x="1736" y="654"/>
                    <a:pt x="1736" y="654"/>
                    <a:pt x="1736" y="654"/>
                  </a:cubicBezTo>
                  <a:cubicBezTo>
                    <a:pt x="1736" y="652"/>
                    <a:pt x="1736" y="652"/>
                    <a:pt x="1736" y="652"/>
                  </a:cubicBezTo>
                  <a:cubicBezTo>
                    <a:pt x="1735" y="650"/>
                    <a:pt x="1735" y="650"/>
                    <a:pt x="1735" y="650"/>
                  </a:cubicBezTo>
                  <a:cubicBezTo>
                    <a:pt x="1734" y="646"/>
                    <a:pt x="1734" y="646"/>
                    <a:pt x="1734" y="646"/>
                  </a:cubicBezTo>
                  <a:cubicBezTo>
                    <a:pt x="1733" y="643"/>
                    <a:pt x="1733" y="643"/>
                    <a:pt x="1733" y="643"/>
                  </a:cubicBezTo>
                  <a:cubicBezTo>
                    <a:pt x="1732" y="642"/>
                    <a:pt x="1732" y="642"/>
                    <a:pt x="1732" y="642"/>
                  </a:cubicBezTo>
                  <a:cubicBezTo>
                    <a:pt x="1732" y="638"/>
                    <a:pt x="1732" y="638"/>
                    <a:pt x="1732" y="638"/>
                  </a:cubicBezTo>
                  <a:cubicBezTo>
                    <a:pt x="1731" y="637"/>
                    <a:pt x="1731" y="637"/>
                    <a:pt x="1731" y="637"/>
                  </a:cubicBezTo>
                  <a:cubicBezTo>
                    <a:pt x="1730" y="633"/>
                    <a:pt x="1730" y="633"/>
                    <a:pt x="1730" y="633"/>
                  </a:cubicBezTo>
                  <a:cubicBezTo>
                    <a:pt x="1729" y="631"/>
                    <a:pt x="1729" y="631"/>
                    <a:pt x="1729" y="631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19" y="599"/>
                    <a:pt x="1710" y="577"/>
                    <a:pt x="1701" y="555"/>
                  </a:cubicBezTo>
                  <a:cubicBezTo>
                    <a:pt x="1696" y="543"/>
                    <a:pt x="1691" y="530"/>
                    <a:pt x="1685" y="518"/>
                  </a:cubicBezTo>
                  <a:cubicBezTo>
                    <a:pt x="1672" y="491"/>
                    <a:pt x="1658" y="465"/>
                    <a:pt x="1643" y="440"/>
                  </a:cubicBezTo>
                  <a:cubicBezTo>
                    <a:pt x="1640" y="435"/>
                    <a:pt x="1640" y="435"/>
                    <a:pt x="1640" y="435"/>
                  </a:cubicBezTo>
                  <a:cubicBezTo>
                    <a:pt x="1640" y="434"/>
                    <a:pt x="1640" y="434"/>
                    <a:pt x="1640" y="434"/>
                  </a:cubicBezTo>
                  <a:cubicBezTo>
                    <a:pt x="1625" y="410"/>
                    <a:pt x="1609" y="387"/>
                    <a:pt x="1593" y="365"/>
                  </a:cubicBezTo>
                  <a:cubicBezTo>
                    <a:pt x="1593" y="364"/>
                    <a:pt x="1593" y="364"/>
                    <a:pt x="1593" y="364"/>
                  </a:cubicBezTo>
                  <a:cubicBezTo>
                    <a:pt x="1589" y="360"/>
                    <a:pt x="1589" y="360"/>
                    <a:pt x="1589" y="360"/>
                  </a:cubicBezTo>
                  <a:cubicBezTo>
                    <a:pt x="1589" y="359"/>
                    <a:pt x="1589" y="359"/>
                    <a:pt x="1589" y="359"/>
                  </a:cubicBezTo>
                  <a:cubicBezTo>
                    <a:pt x="1586" y="355"/>
                    <a:pt x="1586" y="355"/>
                    <a:pt x="1586" y="355"/>
                  </a:cubicBezTo>
                  <a:cubicBezTo>
                    <a:pt x="1585" y="355"/>
                    <a:pt x="1585" y="355"/>
                    <a:pt x="1585" y="355"/>
                  </a:cubicBezTo>
                  <a:cubicBezTo>
                    <a:pt x="1582" y="351"/>
                    <a:pt x="1582" y="351"/>
                    <a:pt x="1582" y="351"/>
                  </a:cubicBezTo>
                  <a:cubicBezTo>
                    <a:pt x="1582" y="350"/>
                    <a:pt x="1582" y="350"/>
                    <a:pt x="1582" y="350"/>
                  </a:cubicBezTo>
                  <a:cubicBezTo>
                    <a:pt x="1578" y="346"/>
                    <a:pt x="1578" y="346"/>
                    <a:pt x="1578" y="346"/>
                  </a:cubicBezTo>
                  <a:cubicBezTo>
                    <a:pt x="1578" y="345"/>
                    <a:pt x="1578" y="345"/>
                    <a:pt x="1578" y="345"/>
                  </a:cubicBezTo>
                  <a:cubicBezTo>
                    <a:pt x="1572" y="338"/>
                    <a:pt x="1566" y="330"/>
                    <a:pt x="1559" y="322"/>
                  </a:cubicBezTo>
                  <a:cubicBezTo>
                    <a:pt x="1559" y="322"/>
                    <a:pt x="1559" y="322"/>
                    <a:pt x="1559" y="322"/>
                  </a:cubicBezTo>
                  <a:cubicBezTo>
                    <a:pt x="1555" y="318"/>
                    <a:pt x="1555" y="318"/>
                    <a:pt x="1555" y="318"/>
                  </a:cubicBezTo>
                  <a:cubicBezTo>
                    <a:pt x="1555" y="317"/>
                    <a:pt x="1555" y="317"/>
                    <a:pt x="1555" y="317"/>
                  </a:cubicBezTo>
                  <a:cubicBezTo>
                    <a:pt x="1552" y="313"/>
                    <a:pt x="1552" y="313"/>
                    <a:pt x="1552" y="313"/>
                  </a:cubicBezTo>
                  <a:cubicBezTo>
                    <a:pt x="1551" y="313"/>
                    <a:pt x="1551" y="313"/>
                    <a:pt x="1551" y="313"/>
                  </a:cubicBezTo>
                  <a:cubicBezTo>
                    <a:pt x="1548" y="309"/>
                    <a:pt x="1548" y="309"/>
                    <a:pt x="1548" y="309"/>
                  </a:cubicBezTo>
                  <a:cubicBezTo>
                    <a:pt x="1547" y="308"/>
                    <a:pt x="1547" y="308"/>
                    <a:pt x="1547" y="308"/>
                  </a:cubicBezTo>
                  <a:cubicBezTo>
                    <a:pt x="1544" y="304"/>
                    <a:pt x="1544" y="304"/>
                    <a:pt x="1544" y="304"/>
                  </a:cubicBezTo>
                  <a:cubicBezTo>
                    <a:pt x="1543" y="304"/>
                    <a:pt x="1543" y="304"/>
                    <a:pt x="1543" y="304"/>
                  </a:cubicBezTo>
                  <a:cubicBezTo>
                    <a:pt x="1537" y="297"/>
                    <a:pt x="1530" y="289"/>
                    <a:pt x="1523" y="282"/>
                  </a:cubicBezTo>
                  <a:cubicBezTo>
                    <a:pt x="1523" y="282"/>
                    <a:pt x="1523" y="282"/>
                    <a:pt x="1523" y="282"/>
                  </a:cubicBezTo>
                  <a:cubicBezTo>
                    <a:pt x="1519" y="278"/>
                    <a:pt x="1519" y="278"/>
                    <a:pt x="1519" y="278"/>
                  </a:cubicBezTo>
                  <a:cubicBezTo>
                    <a:pt x="1519" y="277"/>
                    <a:pt x="1519" y="277"/>
                    <a:pt x="1519" y="277"/>
                  </a:cubicBezTo>
                  <a:cubicBezTo>
                    <a:pt x="1515" y="274"/>
                    <a:pt x="1515" y="274"/>
                    <a:pt x="1515" y="274"/>
                  </a:cubicBezTo>
                  <a:cubicBezTo>
                    <a:pt x="1515" y="273"/>
                    <a:pt x="1515" y="273"/>
                    <a:pt x="1515" y="273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510" y="269"/>
                    <a:pt x="1510" y="269"/>
                    <a:pt x="1510" y="269"/>
                  </a:cubicBezTo>
                  <a:cubicBezTo>
                    <a:pt x="1507" y="265"/>
                    <a:pt x="1507" y="265"/>
                    <a:pt x="1507" y="265"/>
                  </a:cubicBezTo>
                  <a:cubicBezTo>
                    <a:pt x="1506" y="265"/>
                    <a:pt x="1506" y="265"/>
                    <a:pt x="1506" y="265"/>
                  </a:cubicBezTo>
                  <a:cubicBezTo>
                    <a:pt x="1499" y="258"/>
                    <a:pt x="1492" y="251"/>
                    <a:pt x="1485" y="244"/>
                  </a:cubicBezTo>
                  <a:cubicBezTo>
                    <a:pt x="1485" y="244"/>
                    <a:pt x="1485" y="244"/>
                    <a:pt x="1485" y="244"/>
                  </a:cubicBezTo>
                  <a:cubicBezTo>
                    <a:pt x="1481" y="240"/>
                    <a:pt x="1481" y="240"/>
                    <a:pt x="1481" y="240"/>
                  </a:cubicBezTo>
                  <a:cubicBezTo>
                    <a:pt x="1480" y="239"/>
                    <a:pt x="1480" y="239"/>
                    <a:pt x="1480" y="239"/>
                  </a:cubicBezTo>
                  <a:cubicBezTo>
                    <a:pt x="1477" y="236"/>
                    <a:pt x="1477" y="236"/>
                    <a:pt x="1477" y="236"/>
                  </a:cubicBezTo>
                  <a:cubicBezTo>
                    <a:pt x="1476" y="235"/>
                    <a:pt x="1476" y="235"/>
                    <a:pt x="1476" y="235"/>
                  </a:cubicBezTo>
                  <a:cubicBezTo>
                    <a:pt x="1472" y="232"/>
                    <a:pt x="1472" y="232"/>
                    <a:pt x="1472" y="232"/>
                  </a:cubicBezTo>
                  <a:cubicBezTo>
                    <a:pt x="1471" y="232"/>
                    <a:pt x="1471" y="232"/>
                    <a:pt x="1471" y="232"/>
                  </a:cubicBezTo>
                  <a:cubicBezTo>
                    <a:pt x="1468" y="228"/>
                    <a:pt x="1468" y="228"/>
                    <a:pt x="1468" y="228"/>
                  </a:cubicBezTo>
                  <a:cubicBezTo>
                    <a:pt x="1467" y="228"/>
                    <a:pt x="1467" y="228"/>
                    <a:pt x="1467" y="228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5" y="209"/>
                    <a:pt x="1445" y="209"/>
                    <a:pt x="1445" y="209"/>
                  </a:cubicBezTo>
                  <a:cubicBezTo>
                    <a:pt x="1444" y="208"/>
                    <a:pt x="1444" y="208"/>
                    <a:pt x="1444" y="208"/>
                  </a:cubicBezTo>
                  <a:cubicBezTo>
                    <a:pt x="1440" y="205"/>
                    <a:pt x="1440" y="205"/>
                    <a:pt x="1440" y="205"/>
                  </a:cubicBezTo>
                  <a:cubicBezTo>
                    <a:pt x="1439" y="204"/>
                    <a:pt x="1439" y="204"/>
                    <a:pt x="1439" y="204"/>
                  </a:cubicBezTo>
                  <a:cubicBezTo>
                    <a:pt x="1436" y="201"/>
                    <a:pt x="1436" y="201"/>
                    <a:pt x="1436" y="201"/>
                  </a:cubicBezTo>
                  <a:cubicBezTo>
                    <a:pt x="1435" y="200"/>
                    <a:pt x="1435" y="200"/>
                    <a:pt x="1435" y="200"/>
                  </a:cubicBezTo>
                  <a:cubicBezTo>
                    <a:pt x="1431" y="197"/>
                    <a:pt x="1431" y="197"/>
                    <a:pt x="1431" y="197"/>
                  </a:cubicBezTo>
                  <a:cubicBezTo>
                    <a:pt x="1430" y="197"/>
                    <a:pt x="1430" y="197"/>
                    <a:pt x="1430" y="197"/>
                  </a:cubicBezTo>
                  <a:cubicBezTo>
                    <a:pt x="1426" y="194"/>
                    <a:pt x="1426" y="194"/>
                    <a:pt x="1426" y="194"/>
                  </a:cubicBezTo>
                  <a:cubicBezTo>
                    <a:pt x="1425" y="193"/>
                    <a:pt x="1425" y="193"/>
                    <a:pt x="1425" y="193"/>
                  </a:cubicBezTo>
                  <a:cubicBezTo>
                    <a:pt x="1421" y="190"/>
                    <a:pt x="1421" y="190"/>
                    <a:pt x="1421" y="190"/>
                  </a:cubicBezTo>
                  <a:cubicBezTo>
                    <a:pt x="1421" y="189"/>
                    <a:pt x="1421" y="189"/>
                    <a:pt x="1421" y="189"/>
                  </a:cubicBezTo>
                  <a:cubicBezTo>
                    <a:pt x="1407" y="179"/>
                    <a:pt x="1407" y="179"/>
                    <a:pt x="1407" y="179"/>
                  </a:cubicBezTo>
                  <a:cubicBezTo>
                    <a:pt x="1406" y="178"/>
                    <a:pt x="1406" y="178"/>
                    <a:pt x="1406" y="178"/>
                  </a:cubicBezTo>
                  <a:cubicBezTo>
                    <a:pt x="1402" y="175"/>
                    <a:pt x="1402" y="175"/>
                    <a:pt x="1402" y="175"/>
                  </a:cubicBezTo>
                  <a:cubicBezTo>
                    <a:pt x="1401" y="174"/>
                    <a:pt x="1401" y="174"/>
                    <a:pt x="1401" y="174"/>
                  </a:cubicBezTo>
                  <a:cubicBezTo>
                    <a:pt x="1398" y="172"/>
                    <a:pt x="1398" y="172"/>
                    <a:pt x="1398" y="172"/>
                  </a:cubicBezTo>
                  <a:cubicBezTo>
                    <a:pt x="1396" y="171"/>
                    <a:pt x="1396" y="171"/>
                    <a:pt x="1396" y="171"/>
                  </a:cubicBezTo>
                  <a:cubicBezTo>
                    <a:pt x="1393" y="169"/>
                    <a:pt x="1393" y="169"/>
                    <a:pt x="1393" y="169"/>
                  </a:cubicBezTo>
                  <a:cubicBezTo>
                    <a:pt x="1391" y="167"/>
                    <a:pt x="1391" y="167"/>
                    <a:pt x="1391" y="167"/>
                  </a:cubicBezTo>
                  <a:cubicBezTo>
                    <a:pt x="1388" y="165"/>
                    <a:pt x="1388" y="165"/>
                    <a:pt x="1388" y="165"/>
                  </a:cubicBezTo>
                  <a:cubicBezTo>
                    <a:pt x="1387" y="164"/>
                    <a:pt x="1387" y="164"/>
                    <a:pt x="1387" y="164"/>
                  </a:cubicBezTo>
                  <a:cubicBezTo>
                    <a:pt x="1383" y="162"/>
                    <a:pt x="1383" y="162"/>
                    <a:pt x="1383" y="162"/>
                  </a:cubicBezTo>
                  <a:cubicBezTo>
                    <a:pt x="1382" y="161"/>
                    <a:pt x="1382" y="161"/>
                    <a:pt x="1382" y="161"/>
                  </a:cubicBezTo>
                  <a:cubicBezTo>
                    <a:pt x="1378" y="158"/>
                    <a:pt x="1378" y="158"/>
                    <a:pt x="1378" y="158"/>
                  </a:cubicBezTo>
                  <a:cubicBezTo>
                    <a:pt x="1377" y="158"/>
                    <a:pt x="1377" y="158"/>
                    <a:pt x="1377" y="158"/>
                  </a:cubicBezTo>
                  <a:cubicBezTo>
                    <a:pt x="1363" y="148"/>
                    <a:pt x="1363" y="148"/>
                    <a:pt x="1363" y="148"/>
                  </a:cubicBezTo>
                  <a:cubicBezTo>
                    <a:pt x="1362" y="147"/>
                    <a:pt x="1362" y="147"/>
                    <a:pt x="1362" y="147"/>
                  </a:cubicBezTo>
                  <a:cubicBezTo>
                    <a:pt x="1358" y="145"/>
                    <a:pt x="1358" y="145"/>
                    <a:pt x="1358" y="145"/>
                  </a:cubicBezTo>
                  <a:cubicBezTo>
                    <a:pt x="1356" y="144"/>
                    <a:pt x="1356" y="144"/>
                    <a:pt x="1356" y="144"/>
                  </a:cubicBezTo>
                  <a:cubicBezTo>
                    <a:pt x="1353" y="141"/>
                    <a:pt x="1353" y="141"/>
                    <a:pt x="1353" y="141"/>
                  </a:cubicBezTo>
                  <a:cubicBezTo>
                    <a:pt x="1352" y="141"/>
                    <a:pt x="1352" y="141"/>
                    <a:pt x="1352" y="141"/>
                  </a:cubicBezTo>
                  <a:cubicBezTo>
                    <a:pt x="1348" y="138"/>
                    <a:pt x="1348" y="138"/>
                    <a:pt x="1348" y="138"/>
                  </a:cubicBezTo>
                  <a:cubicBezTo>
                    <a:pt x="1347" y="138"/>
                    <a:pt x="1347" y="138"/>
                    <a:pt x="1347" y="138"/>
                  </a:cubicBezTo>
                  <a:cubicBezTo>
                    <a:pt x="1343" y="135"/>
                    <a:pt x="1343" y="135"/>
                    <a:pt x="1343" y="135"/>
                  </a:cubicBezTo>
                  <a:cubicBezTo>
                    <a:pt x="1342" y="134"/>
                    <a:pt x="1342" y="134"/>
                    <a:pt x="1342" y="134"/>
                  </a:cubicBezTo>
                  <a:cubicBezTo>
                    <a:pt x="1338" y="132"/>
                    <a:pt x="1338" y="132"/>
                    <a:pt x="1338" y="132"/>
                  </a:cubicBezTo>
                  <a:cubicBezTo>
                    <a:pt x="1337" y="131"/>
                    <a:pt x="1337" y="131"/>
                    <a:pt x="1337" y="131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16" y="119"/>
                    <a:pt x="1316" y="119"/>
                    <a:pt x="1316" y="119"/>
                  </a:cubicBezTo>
                  <a:cubicBezTo>
                    <a:pt x="1315" y="119"/>
                    <a:pt x="1315" y="119"/>
                    <a:pt x="1315" y="119"/>
                  </a:cubicBezTo>
                  <a:cubicBezTo>
                    <a:pt x="1311" y="116"/>
                    <a:pt x="1311" y="116"/>
                    <a:pt x="1311" y="116"/>
                  </a:cubicBezTo>
                  <a:cubicBezTo>
                    <a:pt x="1310" y="116"/>
                    <a:pt x="1310" y="116"/>
                    <a:pt x="1310" y="116"/>
                  </a:cubicBezTo>
                  <a:cubicBezTo>
                    <a:pt x="1306" y="114"/>
                    <a:pt x="1306" y="114"/>
                    <a:pt x="1306" y="114"/>
                  </a:cubicBezTo>
                  <a:cubicBezTo>
                    <a:pt x="1305" y="113"/>
                    <a:pt x="1305" y="113"/>
                    <a:pt x="1305" y="113"/>
                  </a:cubicBezTo>
                  <a:cubicBezTo>
                    <a:pt x="1301" y="111"/>
                    <a:pt x="1301" y="111"/>
                    <a:pt x="1301" y="111"/>
                  </a:cubicBezTo>
                  <a:cubicBezTo>
                    <a:pt x="1300" y="110"/>
                    <a:pt x="1300" y="110"/>
                    <a:pt x="1300" y="110"/>
                  </a:cubicBezTo>
                  <a:cubicBezTo>
                    <a:pt x="1296" y="108"/>
                    <a:pt x="1296" y="108"/>
                    <a:pt x="1296" y="108"/>
                  </a:cubicBezTo>
                  <a:cubicBezTo>
                    <a:pt x="1295" y="107"/>
                    <a:pt x="1295" y="107"/>
                    <a:pt x="1295" y="107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89" y="105"/>
                    <a:pt x="1289" y="105"/>
                    <a:pt x="1289" y="105"/>
                  </a:cubicBezTo>
                  <a:cubicBezTo>
                    <a:pt x="1282" y="101"/>
                    <a:pt x="1275" y="97"/>
                    <a:pt x="1268" y="94"/>
                  </a:cubicBezTo>
                  <a:cubicBezTo>
                    <a:pt x="1267" y="93"/>
                    <a:pt x="1267" y="93"/>
                    <a:pt x="1267" y="93"/>
                  </a:cubicBezTo>
                  <a:cubicBezTo>
                    <a:pt x="1263" y="91"/>
                    <a:pt x="1263" y="91"/>
                    <a:pt x="1263" y="91"/>
                  </a:cubicBezTo>
                  <a:cubicBezTo>
                    <a:pt x="1262" y="91"/>
                    <a:pt x="1262" y="91"/>
                    <a:pt x="1262" y="91"/>
                  </a:cubicBezTo>
                  <a:cubicBezTo>
                    <a:pt x="1258" y="89"/>
                    <a:pt x="1258" y="89"/>
                    <a:pt x="1258" y="89"/>
                  </a:cubicBezTo>
                  <a:cubicBezTo>
                    <a:pt x="1256" y="88"/>
                    <a:pt x="1256" y="88"/>
                    <a:pt x="1256" y="88"/>
                  </a:cubicBezTo>
                  <a:cubicBezTo>
                    <a:pt x="1252" y="86"/>
                    <a:pt x="1252" y="86"/>
                    <a:pt x="1252" y="86"/>
                  </a:cubicBezTo>
                  <a:cubicBezTo>
                    <a:pt x="1251" y="86"/>
                    <a:pt x="1251" y="86"/>
                    <a:pt x="1251" y="86"/>
                  </a:cubicBezTo>
                  <a:cubicBezTo>
                    <a:pt x="1247" y="83"/>
                    <a:pt x="1247" y="83"/>
                    <a:pt x="1247" y="83"/>
                  </a:cubicBezTo>
                  <a:cubicBezTo>
                    <a:pt x="1246" y="83"/>
                    <a:pt x="1246" y="83"/>
                    <a:pt x="1246" y="83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35" y="78"/>
                    <a:pt x="1229" y="76"/>
                    <a:pt x="1224" y="73"/>
                  </a:cubicBezTo>
                  <a:cubicBezTo>
                    <a:pt x="1224" y="73"/>
                    <a:pt x="1224" y="73"/>
                    <a:pt x="1224" y="73"/>
                  </a:cubicBezTo>
                  <a:cubicBezTo>
                    <a:pt x="1219" y="71"/>
                    <a:pt x="1219" y="71"/>
                    <a:pt x="1219" y="71"/>
                  </a:cubicBezTo>
                  <a:cubicBezTo>
                    <a:pt x="1218" y="71"/>
                    <a:pt x="1218" y="71"/>
                    <a:pt x="1218" y="71"/>
                  </a:cubicBezTo>
                  <a:cubicBezTo>
                    <a:pt x="1213" y="69"/>
                    <a:pt x="1213" y="69"/>
                    <a:pt x="1213" y="69"/>
                  </a:cubicBezTo>
                  <a:cubicBezTo>
                    <a:pt x="1212" y="68"/>
                    <a:pt x="1212" y="68"/>
                    <a:pt x="1212" y="68"/>
                  </a:cubicBezTo>
                  <a:cubicBezTo>
                    <a:pt x="1208" y="66"/>
                    <a:pt x="1208" y="66"/>
                    <a:pt x="1208" y="66"/>
                  </a:cubicBezTo>
                  <a:cubicBezTo>
                    <a:pt x="1207" y="66"/>
                    <a:pt x="1207" y="66"/>
                    <a:pt x="1207" y="66"/>
                  </a:cubicBezTo>
                  <a:cubicBezTo>
                    <a:pt x="1202" y="64"/>
                    <a:pt x="1202" y="64"/>
                    <a:pt x="1202" y="64"/>
                  </a:cubicBezTo>
                  <a:cubicBezTo>
                    <a:pt x="1201" y="64"/>
                    <a:pt x="1201" y="64"/>
                    <a:pt x="1201" y="64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86" y="58"/>
                    <a:pt x="1177" y="55"/>
                    <a:pt x="1167" y="51"/>
                  </a:cubicBezTo>
                  <a:cubicBezTo>
                    <a:pt x="1166" y="51"/>
                    <a:pt x="1166" y="51"/>
                    <a:pt x="1166" y="51"/>
                  </a:cubicBezTo>
                  <a:cubicBezTo>
                    <a:pt x="1162" y="49"/>
                    <a:pt x="1162" y="49"/>
                    <a:pt x="1162" y="49"/>
                  </a:cubicBezTo>
                  <a:cubicBezTo>
                    <a:pt x="1161" y="49"/>
                    <a:pt x="1161" y="49"/>
                    <a:pt x="1161" y="49"/>
                  </a:cubicBezTo>
                  <a:cubicBezTo>
                    <a:pt x="1156" y="47"/>
                    <a:pt x="1156" y="47"/>
                    <a:pt x="1156" y="47"/>
                  </a:cubicBezTo>
                  <a:cubicBezTo>
                    <a:pt x="1155" y="47"/>
                    <a:pt x="1155" y="47"/>
                    <a:pt x="1155" y="47"/>
                  </a:cubicBezTo>
                  <a:cubicBezTo>
                    <a:pt x="1150" y="45"/>
                    <a:pt x="1150" y="45"/>
                    <a:pt x="1150" y="45"/>
                  </a:cubicBezTo>
                  <a:cubicBezTo>
                    <a:pt x="1149" y="45"/>
                    <a:pt x="1149" y="45"/>
                    <a:pt x="1149" y="45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36" y="41"/>
                    <a:pt x="1128" y="38"/>
                    <a:pt x="1120" y="36"/>
                  </a:cubicBezTo>
                  <a:cubicBezTo>
                    <a:pt x="1120" y="36"/>
                    <a:pt x="1120" y="36"/>
                    <a:pt x="1120" y="36"/>
                  </a:cubicBezTo>
                  <a:cubicBezTo>
                    <a:pt x="1115" y="35"/>
                    <a:pt x="1115" y="35"/>
                    <a:pt x="1115" y="35"/>
                  </a:cubicBezTo>
                  <a:cubicBezTo>
                    <a:pt x="1114" y="34"/>
                    <a:pt x="1114" y="34"/>
                    <a:pt x="1114" y="34"/>
                  </a:cubicBezTo>
                  <a:cubicBezTo>
                    <a:pt x="1109" y="33"/>
                    <a:pt x="1109" y="33"/>
                    <a:pt x="1109" y="33"/>
                  </a:cubicBezTo>
                  <a:cubicBezTo>
                    <a:pt x="1108" y="33"/>
                    <a:pt x="1108" y="33"/>
                    <a:pt x="1108" y="33"/>
                  </a:cubicBezTo>
                  <a:cubicBezTo>
                    <a:pt x="1103" y="31"/>
                    <a:pt x="1103" y="31"/>
                    <a:pt x="1103" y="31"/>
                  </a:cubicBezTo>
                  <a:cubicBezTo>
                    <a:pt x="1102" y="31"/>
                    <a:pt x="1102" y="31"/>
                    <a:pt x="1102" y="31"/>
                  </a:cubicBezTo>
                  <a:cubicBezTo>
                    <a:pt x="1097" y="30"/>
                    <a:pt x="1097" y="30"/>
                    <a:pt x="1097" y="30"/>
                  </a:cubicBezTo>
                  <a:cubicBezTo>
                    <a:pt x="1096" y="29"/>
                    <a:pt x="1096" y="29"/>
                    <a:pt x="1096" y="29"/>
                  </a:cubicBezTo>
                  <a:cubicBezTo>
                    <a:pt x="1091" y="28"/>
                    <a:pt x="1091" y="28"/>
                    <a:pt x="1091" y="28"/>
                  </a:cubicBezTo>
                  <a:cubicBezTo>
                    <a:pt x="1090" y="28"/>
                    <a:pt x="1090" y="28"/>
                    <a:pt x="1090" y="28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79" y="25"/>
                    <a:pt x="1073" y="24"/>
                    <a:pt x="1067" y="22"/>
                  </a:cubicBezTo>
                  <a:cubicBezTo>
                    <a:pt x="1066" y="22"/>
                    <a:pt x="1066" y="22"/>
                    <a:pt x="1066" y="22"/>
                  </a:cubicBezTo>
                  <a:cubicBezTo>
                    <a:pt x="1061" y="21"/>
                    <a:pt x="1061" y="21"/>
                    <a:pt x="1061" y="21"/>
                  </a:cubicBezTo>
                  <a:cubicBezTo>
                    <a:pt x="1059" y="21"/>
                    <a:pt x="1059" y="21"/>
                    <a:pt x="1059" y="21"/>
                  </a:cubicBezTo>
                  <a:cubicBezTo>
                    <a:pt x="1055" y="20"/>
                    <a:pt x="1055" y="20"/>
                    <a:pt x="1055" y="20"/>
                  </a:cubicBezTo>
                  <a:cubicBezTo>
                    <a:pt x="1053" y="19"/>
                    <a:pt x="1053" y="19"/>
                    <a:pt x="1053" y="19"/>
                  </a:cubicBezTo>
                  <a:cubicBezTo>
                    <a:pt x="1049" y="19"/>
                    <a:pt x="1049" y="19"/>
                    <a:pt x="1049" y="19"/>
                  </a:cubicBezTo>
                  <a:cubicBezTo>
                    <a:pt x="1047" y="18"/>
                    <a:pt x="1047" y="18"/>
                    <a:pt x="1047" y="18"/>
                  </a:cubicBezTo>
                  <a:cubicBezTo>
                    <a:pt x="1043" y="17"/>
                    <a:pt x="1043" y="17"/>
                    <a:pt x="1043" y="17"/>
                  </a:cubicBezTo>
                  <a:cubicBezTo>
                    <a:pt x="1041" y="17"/>
                    <a:pt x="1041" y="17"/>
                    <a:pt x="1041" y="17"/>
                  </a:cubicBezTo>
                  <a:cubicBezTo>
                    <a:pt x="1037" y="16"/>
                    <a:pt x="1037" y="16"/>
                    <a:pt x="1037" y="16"/>
                  </a:cubicBezTo>
                  <a:cubicBezTo>
                    <a:pt x="1035" y="16"/>
                    <a:pt x="1035" y="16"/>
                    <a:pt x="1035" y="16"/>
                  </a:cubicBezTo>
                  <a:cubicBezTo>
                    <a:pt x="1031" y="15"/>
                    <a:pt x="1031" y="15"/>
                    <a:pt x="1031" y="15"/>
                  </a:cubicBezTo>
                  <a:cubicBezTo>
                    <a:pt x="1030" y="15"/>
                    <a:pt x="1030" y="15"/>
                    <a:pt x="1030" y="15"/>
                  </a:cubicBezTo>
                  <a:cubicBezTo>
                    <a:pt x="1024" y="14"/>
                    <a:pt x="1024" y="14"/>
                    <a:pt x="1024" y="14"/>
                  </a:cubicBezTo>
                  <a:cubicBezTo>
                    <a:pt x="1023" y="14"/>
                    <a:pt x="1023" y="14"/>
                    <a:pt x="1023" y="14"/>
                  </a:cubicBezTo>
                  <a:cubicBezTo>
                    <a:pt x="975" y="5"/>
                    <a:pt x="926" y="1"/>
                    <a:pt x="876" y="0"/>
                  </a:cubicBezTo>
                  <a:cubicBezTo>
                    <a:pt x="868" y="0"/>
                    <a:pt x="868" y="0"/>
                    <a:pt x="868" y="0"/>
                  </a:cubicBezTo>
                  <a:cubicBezTo>
                    <a:pt x="590" y="0"/>
                    <a:pt x="341" y="126"/>
                    <a:pt x="175" y="323"/>
                  </a:cubicBezTo>
                  <a:cubicBezTo>
                    <a:pt x="158" y="344"/>
                    <a:pt x="149" y="358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50" y="375"/>
                    <a:pt x="159" y="379"/>
                    <a:pt x="178" y="379"/>
                  </a:cubicBezTo>
                  <a:cubicBezTo>
                    <a:pt x="559" y="379"/>
                    <a:pt x="559" y="379"/>
                    <a:pt x="559" y="379"/>
                  </a:cubicBezTo>
                  <a:cubicBezTo>
                    <a:pt x="1261" y="379"/>
                    <a:pt x="1261" y="379"/>
                    <a:pt x="1261" y="379"/>
                  </a:cubicBezTo>
                  <a:cubicBezTo>
                    <a:pt x="1269" y="379"/>
                    <a:pt x="1278" y="382"/>
                    <a:pt x="1287" y="387"/>
                  </a:cubicBezTo>
                  <a:cubicBezTo>
                    <a:pt x="1294" y="391"/>
                    <a:pt x="1300" y="396"/>
                    <a:pt x="1304" y="402"/>
                  </a:cubicBezTo>
                  <a:cubicBezTo>
                    <a:pt x="1452" y="634"/>
                    <a:pt x="1452" y="634"/>
                    <a:pt x="1452" y="634"/>
                  </a:cubicBezTo>
                  <a:cubicBezTo>
                    <a:pt x="1455" y="638"/>
                    <a:pt x="1457" y="643"/>
                    <a:pt x="1459" y="648"/>
                  </a:cubicBezTo>
                  <a:cubicBezTo>
                    <a:pt x="1461" y="655"/>
                    <a:pt x="1461" y="655"/>
                    <a:pt x="1461" y="655"/>
                  </a:cubicBezTo>
                  <a:cubicBezTo>
                    <a:pt x="1461" y="656"/>
                    <a:pt x="1461" y="656"/>
                    <a:pt x="1461" y="656"/>
                  </a:cubicBezTo>
                  <a:cubicBezTo>
                    <a:pt x="1461" y="657"/>
                    <a:pt x="1461" y="657"/>
                    <a:pt x="1461" y="657"/>
                  </a:cubicBezTo>
                  <a:cubicBezTo>
                    <a:pt x="1463" y="664"/>
                    <a:pt x="1463" y="671"/>
                    <a:pt x="1463" y="677"/>
                  </a:cubicBezTo>
                  <a:cubicBezTo>
                    <a:pt x="1462" y="685"/>
                    <a:pt x="1462" y="685"/>
                    <a:pt x="1462" y="685"/>
                  </a:cubicBezTo>
                  <a:cubicBezTo>
                    <a:pt x="1372" y="1125"/>
                    <a:pt x="1372" y="1125"/>
                    <a:pt x="1372" y="1125"/>
                  </a:cubicBezTo>
                  <a:cubicBezTo>
                    <a:pt x="1322" y="1367"/>
                    <a:pt x="1322" y="1367"/>
                    <a:pt x="1322" y="1367"/>
                  </a:cubicBezTo>
                  <a:cubicBezTo>
                    <a:pt x="1319" y="1383"/>
                    <a:pt x="1304" y="1395"/>
                    <a:pt x="1289" y="1395"/>
                  </a:cubicBezTo>
                  <a:cubicBezTo>
                    <a:pt x="1046" y="1395"/>
                    <a:pt x="1046" y="1395"/>
                    <a:pt x="1046" y="1395"/>
                  </a:cubicBezTo>
                  <a:cubicBezTo>
                    <a:pt x="1030" y="1395"/>
                    <a:pt x="1011" y="1384"/>
                    <a:pt x="1002" y="1371"/>
                  </a:cubicBezTo>
                  <a:cubicBezTo>
                    <a:pt x="705" y="923"/>
                    <a:pt x="705" y="923"/>
                    <a:pt x="705" y="923"/>
                  </a:cubicBezTo>
                  <a:cubicBezTo>
                    <a:pt x="684" y="1030"/>
                    <a:pt x="684" y="1030"/>
                    <a:pt x="684" y="1030"/>
                  </a:cubicBezTo>
                  <a:cubicBezTo>
                    <a:pt x="615" y="1368"/>
                    <a:pt x="615" y="1368"/>
                    <a:pt x="615" y="1368"/>
                  </a:cubicBezTo>
                  <a:cubicBezTo>
                    <a:pt x="613" y="1380"/>
                    <a:pt x="602" y="1391"/>
                    <a:pt x="590" y="1394"/>
                  </a:cubicBezTo>
                  <a:cubicBezTo>
                    <a:pt x="590" y="1394"/>
                    <a:pt x="590" y="1394"/>
                    <a:pt x="590" y="1394"/>
                  </a:cubicBezTo>
                  <a:cubicBezTo>
                    <a:pt x="590" y="1395"/>
                    <a:pt x="590" y="1395"/>
                    <a:pt x="590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2" y="1396"/>
                    <a:pt x="582" y="1396"/>
                    <a:pt x="582" y="1396"/>
                  </a:cubicBezTo>
                  <a:cubicBezTo>
                    <a:pt x="581" y="1396"/>
                    <a:pt x="581" y="1396"/>
                    <a:pt x="581" y="1396"/>
                  </a:cubicBezTo>
                  <a:cubicBezTo>
                    <a:pt x="553" y="1396"/>
                    <a:pt x="553" y="1396"/>
                    <a:pt x="553" y="1396"/>
                  </a:cubicBezTo>
                  <a:cubicBezTo>
                    <a:pt x="403" y="1396"/>
                    <a:pt x="403" y="1396"/>
                    <a:pt x="403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1" y="1394"/>
                    <a:pt x="384" y="1389"/>
                    <a:pt x="382" y="1382"/>
                  </a:cubicBezTo>
                  <a:cubicBezTo>
                    <a:pt x="382" y="1382"/>
                    <a:pt x="382" y="1382"/>
                    <a:pt x="382" y="1382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1" y="1368"/>
                    <a:pt x="381" y="1368"/>
                    <a:pt x="381" y="1368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10" y="733"/>
                    <a:pt x="510" y="733"/>
                    <a:pt x="510" y="733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6" y="720"/>
                    <a:pt x="516" y="720"/>
                    <a:pt x="516" y="720"/>
                  </a:cubicBezTo>
                  <a:cubicBezTo>
                    <a:pt x="517" y="719"/>
                    <a:pt x="517" y="719"/>
                    <a:pt x="517" y="719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43" y="705"/>
                    <a:pt x="543" y="705"/>
                    <a:pt x="543" y="705"/>
                  </a:cubicBezTo>
                  <a:cubicBezTo>
                    <a:pt x="544" y="705"/>
                    <a:pt x="544" y="705"/>
                    <a:pt x="544" y="705"/>
                  </a:cubicBezTo>
                  <a:cubicBezTo>
                    <a:pt x="555" y="705"/>
                    <a:pt x="555" y="705"/>
                    <a:pt x="555" y="705"/>
                  </a:cubicBezTo>
                  <a:cubicBezTo>
                    <a:pt x="557" y="705"/>
                    <a:pt x="557" y="705"/>
                    <a:pt x="557" y="705"/>
                  </a:cubicBezTo>
                  <a:cubicBezTo>
                    <a:pt x="786" y="705"/>
                    <a:pt x="786" y="705"/>
                    <a:pt x="786" y="705"/>
                  </a:cubicBezTo>
                  <a:cubicBezTo>
                    <a:pt x="802" y="705"/>
                    <a:pt x="821" y="716"/>
                    <a:pt x="829" y="729"/>
                  </a:cubicBezTo>
                  <a:cubicBezTo>
                    <a:pt x="1127" y="1178"/>
                    <a:pt x="1127" y="1178"/>
                    <a:pt x="1127" y="1178"/>
                  </a:cubicBezTo>
                  <a:cubicBezTo>
                    <a:pt x="1244" y="590"/>
                    <a:pt x="1244" y="590"/>
                    <a:pt x="1244" y="590"/>
                  </a:cubicBezTo>
                  <a:cubicBezTo>
                    <a:pt x="557" y="590"/>
                    <a:pt x="557" y="590"/>
                    <a:pt x="557" y="590"/>
                  </a:cubicBezTo>
                  <a:cubicBezTo>
                    <a:pt x="555" y="590"/>
                    <a:pt x="555" y="590"/>
                    <a:pt x="555" y="590"/>
                  </a:cubicBezTo>
                  <a:cubicBezTo>
                    <a:pt x="475" y="590"/>
                    <a:pt x="475" y="590"/>
                    <a:pt x="475" y="590"/>
                  </a:cubicBezTo>
                  <a:cubicBezTo>
                    <a:pt x="435" y="590"/>
                    <a:pt x="395" y="593"/>
                    <a:pt x="357" y="600"/>
                  </a:cubicBezTo>
                  <a:cubicBezTo>
                    <a:pt x="162" y="632"/>
                    <a:pt x="0" y="756"/>
                    <a:pt x="0" y="1037"/>
                  </a:cubicBezTo>
                  <a:cubicBezTo>
                    <a:pt x="0" y="1321"/>
                    <a:pt x="239" y="1662"/>
                    <a:pt x="616" y="1772"/>
                  </a:cubicBezTo>
                  <a:cubicBezTo>
                    <a:pt x="694" y="1794"/>
                    <a:pt x="779" y="1807"/>
                    <a:pt x="868" y="1807"/>
                  </a:cubicBezTo>
                  <a:cubicBezTo>
                    <a:pt x="873" y="1807"/>
                    <a:pt x="873" y="1807"/>
                    <a:pt x="873" y="1807"/>
                  </a:cubicBezTo>
                  <a:cubicBezTo>
                    <a:pt x="1020" y="1806"/>
                    <a:pt x="1158" y="1770"/>
                    <a:pt x="1280" y="1707"/>
                  </a:cubicBezTo>
                  <a:cubicBezTo>
                    <a:pt x="1285" y="1705"/>
                    <a:pt x="1285" y="1705"/>
                    <a:pt x="1285" y="1705"/>
                  </a:cubicBezTo>
                  <a:cubicBezTo>
                    <a:pt x="1286" y="1704"/>
                    <a:pt x="1286" y="1704"/>
                    <a:pt x="1286" y="1704"/>
                  </a:cubicBezTo>
                  <a:cubicBezTo>
                    <a:pt x="1291" y="1702"/>
                    <a:pt x="1291" y="1702"/>
                    <a:pt x="1291" y="1702"/>
                  </a:cubicBezTo>
                  <a:cubicBezTo>
                    <a:pt x="1292" y="1701"/>
                    <a:pt x="1292" y="1701"/>
                    <a:pt x="1292" y="1701"/>
                  </a:cubicBezTo>
                  <a:cubicBezTo>
                    <a:pt x="1295" y="1699"/>
                    <a:pt x="1295" y="1699"/>
                    <a:pt x="1295" y="1699"/>
                  </a:cubicBezTo>
                  <a:cubicBezTo>
                    <a:pt x="1297" y="1698"/>
                    <a:pt x="1297" y="1698"/>
                    <a:pt x="1297" y="1698"/>
                  </a:cubicBezTo>
                  <a:cubicBezTo>
                    <a:pt x="1301" y="1696"/>
                    <a:pt x="1301" y="1696"/>
                    <a:pt x="1301" y="1696"/>
                  </a:cubicBezTo>
                  <a:cubicBezTo>
                    <a:pt x="1302" y="1695"/>
                    <a:pt x="1302" y="1695"/>
                    <a:pt x="1302" y="1695"/>
                  </a:cubicBezTo>
                  <a:cubicBezTo>
                    <a:pt x="1306" y="1693"/>
                    <a:pt x="1306" y="1693"/>
                    <a:pt x="1306" y="1693"/>
                  </a:cubicBezTo>
                  <a:cubicBezTo>
                    <a:pt x="1307" y="1693"/>
                    <a:pt x="1307" y="1693"/>
                    <a:pt x="1307" y="1693"/>
                  </a:cubicBezTo>
                  <a:cubicBezTo>
                    <a:pt x="1311" y="1690"/>
                    <a:pt x="1311" y="1690"/>
                    <a:pt x="1311" y="1690"/>
                  </a:cubicBezTo>
                  <a:cubicBezTo>
                    <a:pt x="1313" y="1689"/>
                    <a:pt x="1313" y="1689"/>
                    <a:pt x="1313" y="1689"/>
                  </a:cubicBezTo>
                  <a:cubicBezTo>
                    <a:pt x="1317" y="1687"/>
                    <a:pt x="1317" y="1687"/>
                    <a:pt x="1317" y="1687"/>
                  </a:cubicBezTo>
                  <a:cubicBezTo>
                    <a:pt x="1318" y="1687"/>
                    <a:pt x="1318" y="1687"/>
                    <a:pt x="1318" y="1687"/>
                  </a:cubicBezTo>
                  <a:cubicBezTo>
                    <a:pt x="1322" y="1684"/>
                    <a:pt x="1322" y="1684"/>
                    <a:pt x="1322" y="1684"/>
                  </a:cubicBezTo>
                  <a:cubicBezTo>
                    <a:pt x="1323" y="1684"/>
                    <a:pt x="1323" y="1684"/>
                    <a:pt x="1323" y="1684"/>
                  </a:cubicBezTo>
                  <a:cubicBezTo>
                    <a:pt x="1327" y="1681"/>
                    <a:pt x="1327" y="1681"/>
                    <a:pt x="1327" y="1681"/>
                  </a:cubicBezTo>
                  <a:cubicBezTo>
                    <a:pt x="1329" y="1680"/>
                    <a:pt x="1329" y="1680"/>
                    <a:pt x="1329" y="1680"/>
                  </a:cubicBezTo>
                  <a:cubicBezTo>
                    <a:pt x="1332" y="1678"/>
                    <a:pt x="1332" y="1678"/>
                    <a:pt x="1332" y="1678"/>
                  </a:cubicBezTo>
                  <a:cubicBezTo>
                    <a:pt x="1333" y="1677"/>
                    <a:pt x="1333" y="1677"/>
                    <a:pt x="1333" y="1677"/>
                  </a:cubicBezTo>
                  <a:cubicBezTo>
                    <a:pt x="1338" y="1675"/>
                    <a:pt x="1338" y="1675"/>
                    <a:pt x="1338" y="1675"/>
                  </a:cubicBezTo>
                  <a:cubicBezTo>
                    <a:pt x="1339" y="1674"/>
                    <a:pt x="1339" y="1674"/>
                    <a:pt x="1339" y="1674"/>
                  </a:cubicBezTo>
                  <a:cubicBezTo>
                    <a:pt x="1343" y="1672"/>
                    <a:pt x="1343" y="1672"/>
                    <a:pt x="1343" y="1672"/>
                  </a:cubicBezTo>
                  <a:cubicBezTo>
                    <a:pt x="1343" y="1671"/>
                    <a:pt x="1343" y="1671"/>
                    <a:pt x="1343" y="1671"/>
                  </a:cubicBezTo>
                  <a:cubicBezTo>
                    <a:pt x="1348" y="1669"/>
                    <a:pt x="1348" y="1669"/>
                    <a:pt x="1348" y="1669"/>
                  </a:cubicBezTo>
                  <a:cubicBezTo>
                    <a:pt x="1349" y="1668"/>
                    <a:pt x="1349" y="1668"/>
                    <a:pt x="1349" y="1668"/>
                  </a:cubicBezTo>
                  <a:cubicBezTo>
                    <a:pt x="1353" y="1665"/>
                    <a:pt x="1353" y="1665"/>
                    <a:pt x="1353" y="1665"/>
                  </a:cubicBezTo>
                  <a:cubicBezTo>
                    <a:pt x="1354" y="1665"/>
                    <a:pt x="1354" y="1665"/>
                    <a:pt x="1354" y="1665"/>
                  </a:cubicBezTo>
                  <a:cubicBezTo>
                    <a:pt x="1358" y="1662"/>
                    <a:pt x="1358" y="1662"/>
                    <a:pt x="1358" y="1662"/>
                  </a:cubicBezTo>
                  <a:cubicBezTo>
                    <a:pt x="1359" y="1661"/>
                    <a:pt x="1359" y="1661"/>
                    <a:pt x="1359" y="1661"/>
                  </a:cubicBezTo>
                  <a:cubicBezTo>
                    <a:pt x="1363" y="1659"/>
                    <a:pt x="1363" y="1659"/>
                    <a:pt x="1363" y="1659"/>
                  </a:cubicBezTo>
                  <a:cubicBezTo>
                    <a:pt x="1364" y="1658"/>
                    <a:pt x="1364" y="1658"/>
                    <a:pt x="1364" y="1658"/>
                  </a:cubicBezTo>
                  <a:cubicBezTo>
                    <a:pt x="1368" y="1655"/>
                    <a:pt x="1368" y="1655"/>
                    <a:pt x="1368" y="1655"/>
                  </a:cubicBezTo>
                  <a:cubicBezTo>
                    <a:pt x="1369" y="1655"/>
                    <a:pt x="1369" y="1655"/>
                    <a:pt x="1369" y="1655"/>
                  </a:cubicBezTo>
                  <a:cubicBezTo>
                    <a:pt x="1373" y="1652"/>
                    <a:pt x="1373" y="1652"/>
                    <a:pt x="1373" y="1652"/>
                  </a:cubicBezTo>
                  <a:cubicBezTo>
                    <a:pt x="1374" y="1651"/>
                    <a:pt x="1374" y="1651"/>
                    <a:pt x="1374" y="1651"/>
                  </a:cubicBezTo>
                  <a:cubicBezTo>
                    <a:pt x="1378" y="1648"/>
                    <a:pt x="1378" y="1648"/>
                    <a:pt x="1378" y="1648"/>
                  </a:cubicBezTo>
                  <a:cubicBezTo>
                    <a:pt x="1379" y="1648"/>
                    <a:pt x="1379" y="1648"/>
                    <a:pt x="1379" y="1648"/>
                  </a:cubicBezTo>
                  <a:cubicBezTo>
                    <a:pt x="1383" y="1645"/>
                    <a:pt x="1383" y="1645"/>
                    <a:pt x="1383" y="1645"/>
                  </a:cubicBezTo>
                  <a:cubicBezTo>
                    <a:pt x="1384" y="1645"/>
                    <a:pt x="1384" y="1645"/>
                    <a:pt x="1384" y="1645"/>
                  </a:cubicBezTo>
                  <a:cubicBezTo>
                    <a:pt x="1388" y="1642"/>
                    <a:pt x="1388" y="1642"/>
                    <a:pt x="1388" y="1642"/>
                  </a:cubicBezTo>
                  <a:cubicBezTo>
                    <a:pt x="1389" y="1641"/>
                    <a:pt x="1389" y="1641"/>
                    <a:pt x="1389" y="1641"/>
                  </a:cubicBezTo>
                  <a:cubicBezTo>
                    <a:pt x="1393" y="1638"/>
                    <a:pt x="1393" y="1638"/>
                    <a:pt x="1393" y="1638"/>
                  </a:cubicBezTo>
                  <a:cubicBezTo>
                    <a:pt x="1394" y="1638"/>
                    <a:pt x="1394" y="1638"/>
                    <a:pt x="1394" y="1638"/>
                  </a:cubicBezTo>
                  <a:cubicBezTo>
                    <a:pt x="1398" y="1635"/>
                    <a:pt x="1398" y="1635"/>
                    <a:pt x="1398" y="1635"/>
                  </a:cubicBezTo>
                  <a:cubicBezTo>
                    <a:pt x="1399" y="1634"/>
                    <a:pt x="1399" y="1634"/>
                    <a:pt x="1399" y="1634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8" y="1628"/>
                    <a:pt x="1408" y="1628"/>
                    <a:pt x="1408" y="1628"/>
                  </a:cubicBezTo>
                  <a:cubicBezTo>
                    <a:pt x="1408" y="1627"/>
                    <a:pt x="1408" y="1627"/>
                    <a:pt x="1408" y="1627"/>
                  </a:cubicBezTo>
                  <a:cubicBezTo>
                    <a:pt x="1417" y="1620"/>
                    <a:pt x="1417" y="1620"/>
                    <a:pt x="1417" y="1620"/>
                  </a:cubicBezTo>
                  <a:cubicBezTo>
                    <a:pt x="1418" y="1620"/>
                    <a:pt x="1418" y="1620"/>
                    <a:pt x="1418" y="1620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74" y="1573"/>
                    <a:pt x="1485" y="1563"/>
                    <a:pt x="1495" y="1554"/>
                  </a:cubicBezTo>
                  <a:cubicBezTo>
                    <a:pt x="1495" y="1553"/>
                    <a:pt x="1495" y="1553"/>
                    <a:pt x="1495" y="1553"/>
                  </a:cubicBezTo>
                  <a:cubicBezTo>
                    <a:pt x="1503" y="1545"/>
                    <a:pt x="1503" y="1545"/>
                    <a:pt x="1503" y="1545"/>
                  </a:cubicBezTo>
                  <a:cubicBezTo>
                    <a:pt x="1504" y="1545"/>
                    <a:pt x="1504" y="1545"/>
                    <a:pt x="1504" y="1545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12" y="1537"/>
                    <a:pt x="1512" y="1537"/>
                    <a:pt x="1512" y="1537"/>
                  </a:cubicBezTo>
                  <a:cubicBezTo>
                    <a:pt x="1512" y="1536"/>
                    <a:pt x="1512" y="1536"/>
                    <a:pt x="1512" y="1536"/>
                  </a:cubicBezTo>
                  <a:cubicBezTo>
                    <a:pt x="1516" y="1533"/>
                    <a:pt x="1516" y="1533"/>
                    <a:pt x="1516" y="1533"/>
                  </a:cubicBezTo>
                  <a:cubicBezTo>
                    <a:pt x="1516" y="1532"/>
                    <a:pt x="1516" y="1532"/>
                    <a:pt x="1516" y="1532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4" y="1524"/>
                    <a:pt x="1524" y="1524"/>
                    <a:pt x="1524" y="1524"/>
                  </a:cubicBezTo>
                  <a:cubicBezTo>
                    <a:pt x="1525" y="1523"/>
                    <a:pt x="1525" y="1523"/>
                    <a:pt x="1525" y="1523"/>
                  </a:cubicBezTo>
                  <a:cubicBezTo>
                    <a:pt x="1528" y="1519"/>
                    <a:pt x="1528" y="1519"/>
                    <a:pt x="1528" y="1519"/>
                  </a:cubicBezTo>
                  <a:cubicBezTo>
                    <a:pt x="1529" y="1519"/>
                    <a:pt x="1529" y="1519"/>
                    <a:pt x="1529" y="1519"/>
                  </a:cubicBezTo>
                  <a:cubicBezTo>
                    <a:pt x="1532" y="1516"/>
                    <a:pt x="1532" y="1516"/>
                    <a:pt x="1532" y="1516"/>
                  </a:cubicBezTo>
                  <a:cubicBezTo>
                    <a:pt x="1533" y="1514"/>
                    <a:pt x="1533" y="1514"/>
                    <a:pt x="1533" y="1514"/>
                  </a:cubicBezTo>
                  <a:cubicBezTo>
                    <a:pt x="1536" y="1511"/>
                    <a:pt x="1536" y="1511"/>
                    <a:pt x="1536" y="1511"/>
                  </a:cubicBezTo>
                  <a:cubicBezTo>
                    <a:pt x="1538" y="1509"/>
                    <a:pt x="1538" y="1509"/>
                    <a:pt x="1538" y="1509"/>
                  </a:cubicBezTo>
                  <a:cubicBezTo>
                    <a:pt x="1539" y="1507"/>
                    <a:pt x="1539" y="1507"/>
                    <a:pt x="1539" y="1507"/>
                  </a:cubicBezTo>
                  <a:cubicBezTo>
                    <a:pt x="1543" y="1504"/>
                    <a:pt x="1543" y="1504"/>
                    <a:pt x="1543" y="1504"/>
                  </a:cubicBezTo>
                  <a:cubicBezTo>
                    <a:pt x="1544" y="1502"/>
                    <a:pt x="1544" y="1502"/>
                    <a:pt x="1544" y="1502"/>
                  </a:cubicBezTo>
                  <a:cubicBezTo>
                    <a:pt x="1546" y="1500"/>
                    <a:pt x="1546" y="1500"/>
                    <a:pt x="1546" y="1500"/>
                  </a:cubicBezTo>
                  <a:cubicBezTo>
                    <a:pt x="1547" y="1499"/>
                    <a:pt x="1547" y="1499"/>
                    <a:pt x="1547" y="1499"/>
                  </a:cubicBezTo>
                  <a:cubicBezTo>
                    <a:pt x="1655" y="1376"/>
                    <a:pt x="1730" y="1224"/>
                    <a:pt x="1758" y="1056"/>
                  </a:cubicBezTo>
                  <a:cubicBezTo>
                    <a:pt x="1758" y="1056"/>
                    <a:pt x="1758" y="1056"/>
                    <a:pt x="1758" y="1056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1" y="1037"/>
                    <a:pt x="1761" y="1037"/>
                    <a:pt x="1761" y="1037"/>
                  </a:cubicBezTo>
                  <a:cubicBezTo>
                    <a:pt x="1761" y="1036"/>
                    <a:pt x="1761" y="1036"/>
                    <a:pt x="1761" y="1036"/>
                  </a:cubicBezTo>
                  <a:cubicBezTo>
                    <a:pt x="1762" y="1033"/>
                    <a:pt x="1762" y="1033"/>
                    <a:pt x="1762" y="1033"/>
                  </a:cubicBezTo>
                  <a:cubicBezTo>
                    <a:pt x="1762" y="1032"/>
                    <a:pt x="1762" y="1032"/>
                    <a:pt x="1762" y="1032"/>
                  </a:cubicBezTo>
                  <a:cubicBezTo>
                    <a:pt x="1762" y="1029"/>
                    <a:pt x="1762" y="1029"/>
                    <a:pt x="1762" y="1029"/>
                  </a:cubicBezTo>
                  <a:cubicBezTo>
                    <a:pt x="1763" y="1028"/>
                    <a:pt x="1763" y="1028"/>
                    <a:pt x="1763" y="1028"/>
                  </a:cubicBezTo>
                  <a:cubicBezTo>
                    <a:pt x="1763" y="1025"/>
                    <a:pt x="1763" y="1025"/>
                    <a:pt x="1763" y="1025"/>
                  </a:cubicBezTo>
                  <a:cubicBezTo>
                    <a:pt x="1763" y="1024"/>
                    <a:pt x="1763" y="1024"/>
                    <a:pt x="1763" y="1024"/>
                  </a:cubicBezTo>
                  <a:cubicBezTo>
                    <a:pt x="1764" y="1014"/>
                    <a:pt x="1764" y="1014"/>
                    <a:pt x="1764" y="1014"/>
                  </a:cubicBezTo>
                  <a:cubicBezTo>
                    <a:pt x="1765" y="1012"/>
                    <a:pt x="1765" y="1012"/>
                    <a:pt x="1765" y="1012"/>
                  </a:cubicBezTo>
                  <a:cubicBezTo>
                    <a:pt x="1765" y="1010"/>
                    <a:pt x="1765" y="1010"/>
                    <a:pt x="1765" y="1010"/>
                  </a:cubicBezTo>
                  <a:cubicBezTo>
                    <a:pt x="1765" y="1008"/>
                    <a:pt x="1765" y="1008"/>
                    <a:pt x="1765" y="1008"/>
                  </a:cubicBezTo>
                  <a:cubicBezTo>
                    <a:pt x="1765" y="1005"/>
                    <a:pt x="1765" y="1005"/>
                    <a:pt x="1765" y="1005"/>
                  </a:cubicBezTo>
                  <a:cubicBezTo>
                    <a:pt x="1766" y="1004"/>
                    <a:pt x="1766" y="1004"/>
                    <a:pt x="1766" y="1004"/>
                  </a:cubicBezTo>
                  <a:cubicBezTo>
                    <a:pt x="1766" y="1001"/>
                    <a:pt x="1766" y="1001"/>
                    <a:pt x="1766" y="1001"/>
                  </a:cubicBezTo>
                  <a:cubicBezTo>
                    <a:pt x="1766" y="999"/>
                    <a:pt x="1766" y="999"/>
                    <a:pt x="1766" y="999"/>
                  </a:cubicBezTo>
                  <a:cubicBezTo>
                    <a:pt x="1767" y="994"/>
                    <a:pt x="1767" y="994"/>
                    <a:pt x="1767" y="994"/>
                  </a:cubicBezTo>
                  <a:cubicBezTo>
                    <a:pt x="1767" y="993"/>
                    <a:pt x="1767" y="993"/>
                    <a:pt x="1767" y="993"/>
                  </a:cubicBezTo>
                  <a:cubicBezTo>
                    <a:pt x="1767" y="990"/>
                    <a:pt x="1767" y="990"/>
                    <a:pt x="1767" y="990"/>
                  </a:cubicBezTo>
                  <a:cubicBezTo>
                    <a:pt x="1767" y="988"/>
                    <a:pt x="1767" y="988"/>
                    <a:pt x="1767" y="988"/>
                  </a:cubicBezTo>
                  <a:cubicBezTo>
                    <a:pt x="1767" y="986"/>
                    <a:pt x="1767" y="986"/>
                    <a:pt x="1767" y="986"/>
                  </a:cubicBezTo>
                  <a:cubicBezTo>
                    <a:pt x="1768" y="984"/>
                    <a:pt x="1768" y="984"/>
                    <a:pt x="1768" y="984"/>
                  </a:cubicBezTo>
                  <a:cubicBezTo>
                    <a:pt x="1768" y="981"/>
                    <a:pt x="1768" y="981"/>
                    <a:pt x="1768" y="981"/>
                  </a:cubicBezTo>
                  <a:cubicBezTo>
                    <a:pt x="1768" y="979"/>
                    <a:pt x="1768" y="979"/>
                    <a:pt x="1768" y="979"/>
                  </a:cubicBezTo>
                  <a:cubicBezTo>
                    <a:pt x="1768" y="977"/>
                    <a:pt x="1768" y="977"/>
                    <a:pt x="1768" y="977"/>
                  </a:cubicBezTo>
                  <a:cubicBezTo>
                    <a:pt x="1768" y="974"/>
                    <a:pt x="1768" y="974"/>
                    <a:pt x="1768" y="974"/>
                  </a:cubicBezTo>
                  <a:cubicBezTo>
                    <a:pt x="1769" y="971"/>
                    <a:pt x="1769" y="971"/>
                    <a:pt x="1769" y="971"/>
                  </a:cubicBezTo>
                  <a:cubicBezTo>
                    <a:pt x="1769" y="968"/>
                    <a:pt x="1769" y="968"/>
                    <a:pt x="1769" y="968"/>
                  </a:cubicBezTo>
                  <a:cubicBezTo>
                    <a:pt x="1769" y="966"/>
                    <a:pt x="1769" y="966"/>
                    <a:pt x="1769" y="966"/>
                  </a:cubicBezTo>
                  <a:cubicBezTo>
                    <a:pt x="1769" y="964"/>
                    <a:pt x="1769" y="964"/>
                    <a:pt x="1769" y="964"/>
                  </a:cubicBezTo>
                  <a:cubicBezTo>
                    <a:pt x="1769" y="962"/>
                    <a:pt x="1769" y="962"/>
                    <a:pt x="1769" y="962"/>
                  </a:cubicBezTo>
                  <a:cubicBezTo>
                    <a:pt x="1769" y="959"/>
                    <a:pt x="1769" y="959"/>
                    <a:pt x="1769" y="959"/>
                  </a:cubicBezTo>
                  <a:cubicBezTo>
                    <a:pt x="1769" y="957"/>
                    <a:pt x="1769" y="957"/>
                    <a:pt x="1769" y="957"/>
                  </a:cubicBezTo>
                  <a:cubicBezTo>
                    <a:pt x="1770" y="954"/>
                    <a:pt x="1770" y="954"/>
                    <a:pt x="1770" y="954"/>
                  </a:cubicBezTo>
                  <a:cubicBezTo>
                    <a:pt x="1770" y="953"/>
                    <a:pt x="1770" y="953"/>
                    <a:pt x="1770" y="953"/>
                  </a:cubicBezTo>
                  <a:cubicBezTo>
                    <a:pt x="1770" y="948"/>
                    <a:pt x="1770" y="948"/>
                    <a:pt x="1770" y="948"/>
                  </a:cubicBezTo>
                  <a:cubicBezTo>
                    <a:pt x="1770" y="947"/>
                    <a:pt x="1770" y="947"/>
                    <a:pt x="1770" y="947"/>
                  </a:cubicBezTo>
                  <a:cubicBezTo>
                    <a:pt x="1770" y="944"/>
                    <a:pt x="1770" y="944"/>
                    <a:pt x="1770" y="944"/>
                  </a:cubicBezTo>
                  <a:cubicBezTo>
                    <a:pt x="1770" y="942"/>
                    <a:pt x="1770" y="942"/>
                    <a:pt x="1770" y="942"/>
                  </a:cubicBezTo>
                  <a:cubicBezTo>
                    <a:pt x="1770" y="939"/>
                    <a:pt x="1770" y="939"/>
                    <a:pt x="1770" y="939"/>
                  </a:cubicBezTo>
                  <a:cubicBezTo>
                    <a:pt x="1771" y="937"/>
                    <a:pt x="1771" y="937"/>
                    <a:pt x="1771" y="937"/>
                  </a:cubicBezTo>
                  <a:cubicBezTo>
                    <a:pt x="1771" y="934"/>
                    <a:pt x="1771" y="934"/>
                    <a:pt x="1771" y="934"/>
                  </a:cubicBezTo>
                  <a:cubicBezTo>
                    <a:pt x="1771" y="933"/>
                    <a:pt x="1771" y="933"/>
                    <a:pt x="1771" y="933"/>
                  </a:cubicBezTo>
                  <a:cubicBezTo>
                    <a:pt x="1771" y="929"/>
                    <a:pt x="1771" y="929"/>
                    <a:pt x="1771" y="929"/>
                  </a:cubicBezTo>
                  <a:cubicBezTo>
                    <a:pt x="1771" y="928"/>
                    <a:pt x="1771" y="928"/>
                    <a:pt x="1771" y="928"/>
                  </a:cubicBezTo>
                  <a:cubicBezTo>
                    <a:pt x="1771" y="924"/>
                    <a:pt x="1771" y="924"/>
                    <a:pt x="1771" y="924"/>
                  </a:cubicBezTo>
                  <a:cubicBezTo>
                    <a:pt x="1771" y="922"/>
                    <a:pt x="1771" y="922"/>
                    <a:pt x="1771" y="922"/>
                  </a:cubicBezTo>
                  <a:cubicBezTo>
                    <a:pt x="1771" y="919"/>
                    <a:pt x="1771" y="919"/>
                    <a:pt x="1771" y="919"/>
                  </a:cubicBezTo>
                  <a:cubicBezTo>
                    <a:pt x="1771" y="917"/>
                    <a:pt x="1771" y="917"/>
                    <a:pt x="1771" y="917"/>
                  </a:cubicBezTo>
                  <a:cubicBezTo>
                    <a:pt x="1771" y="914"/>
                    <a:pt x="1771" y="914"/>
                    <a:pt x="1771" y="914"/>
                  </a:cubicBezTo>
                  <a:cubicBezTo>
                    <a:pt x="1771" y="913"/>
                    <a:pt x="1771" y="913"/>
                    <a:pt x="1771" y="913"/>
                  </a:cubicBezTo>
                  <a:cubicBezTo>
                    <a:pt x="1771" y="910"/>
                    <a:pt x="1771" y="910"/>
                    <a:pt x="1771" y="910"/>
                  </a:cubicBezTo>
                  <a:cubicBezTo>
                    <a:pt x="1771" y="908"/>
                    <a:pt x="1771" y="908"/>
                    <a:pt x="1771" y="908"/>
                  </a:cubicBezTo>
                  <a:cubicBezTo>
                    <a:pt x="1771" y="898"/>
                    <a:pt x="1771" y="898"/>
                    <a:pt x="1771" y="898"/>
                  </a:cubicBezTo>
                  <a:cubicBezTo>
                    <a:pt x="1771" y="897"/>
                    <a:pt x="1771" y="897"/>
                    <a:pt x="1771" y="897"/>
                  </a:cubicBezTo>
                  <a:lnTo>
                    <a:pt x="1771" y="893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 dirty="0"/>
            </a:p>
          </p:txBody>
        </p:sp>
        <p:grpSp>
          <p:nvGrpSpPr>
            <p:cNvPr id="56" name="Groep 55"/>
            <p:cNvGrpSpPr>
              <a:grpSpLocks noSelect="1"/>
            </p:cNvGrpSpPr>
            <p:nvPr userDrawn="1"/>
          </p:nvGrpSpPr>
          <p:grpSpPr bwMode="gray">
            <a:xfrm>
              <a:off x="0" y="0"/>
              <a:ext cx="561975" cy="572770"/>
              <a:chOff x="902335" y="290830"/>
              <a:chExt cx="561975" cy="572770"/>
            </a:xfrm>
          </p:grpSpPr>
          <p:sp>
            <p:nvSpPr>
              <p:cNvPr id="57" name="Freeform 5"/>
              <p:cNvSpPr>
                <a:spLocks noSelect="1"/>
              </p:cNvSpPr>
              <p:nvPr userDrawn="1"/>
            </p:nvSpPr>
            <p:spPr bwMode="gray">
              <a:xfrm>
                <a:off x="984250" y="534035"/>
                <a:ext cx="77470" cy="199390"/>
              </a:xfrm>
              <a:custGeom>
                <a:avLst/>
                <a:gdLst>
                  <a:gd name="T0" fmla="*/ 155 w 244"/>
                  <a:gd name="T1" fmla="*/ 0 h 629"/>
                  <a:gd name="T2" fmla="*/ 120 w 244"/>
                  <a:gd name="T3" fmla="*/ 28 h 629"/>
                  <a:gd name="T4" fmla="*/ 0 w 244"/>
                  <a:gd name="T5" fmla="*/ 601 h 629"/>
                  <a:gd name="T6" fmla="*/ 0 w 244"/>
                  <a:gd name="T7" fmla="*/ 606 h 629"/>
                  <a:gd name="T8" fmla="*/ 0 w 244"/>
                  <a:gd name="T9" fmla="*/ 607 h 629"/>
                  <a:gd name="T10" fmla="*/ 23 w 244"/>
                  <a:gd name="T11" fmla="*/ 629 h 629"/>
                  <a:gd name="T12" fmla="*/ 145 w 244"/>
                  <a:gd name="T13" fmla="*/ 629 h 629"/>
                  <a:gd name="T14" fmla="*/ 144 w 244"/>
                  <a:gd name="T15" fmla="*/ 629 h 629"/>
                  <a:gd name="T16" fmla="*/ 144 w 244"/>
                  <a:gd name="T17" fmla="*/ 629 h 629"/>
                  <a:gd name="T18" fmla="*/ 143 w 244"/>
                  <a:gd name="T19" fmla="*/ 629 h 629"/>
                  <a:gd name="T20" fmla="*/ 143 w 244"/>
                  <a:gd name="T21" fmla="*/ 629 h 629"/>
                  <a:gd name="T22" fmla="*/ 143 w 244"/>
                  <a:gd name="T23" fmla="*/ 629 h 629"/>
                  <a:gd name="T24" fmla="*/ 142 w 244"/>
                  <a:gd name="T25" fmla="*/ 629 h 629"/>
                  <a:gd name="T26" fmla="*/ 142 w 244"/>
                  <a:gd name="T27" fmla="*/ 629 h 629"/>
                  <a:gd name="T28" fmla="*/ 142 w 244"/>
                  <a:gd name="T29" fmla="*/ 629 h 629"/>
                  <a:gd name="T30" fmla="*/ 141 w 244"/>
                  <a:gd name="T31" fmla="*/ 629 h 629"/>
                  <a:gd name="T32" fmla="*/ 141 w 244"/>
                  <a:gd name="T33" fmla="*/ 629 h 629"/>
                  <a:gd name="T34" fmla="*/ 141 w 244"/>
                  <a:gd name="T35" fmla="*/ 629 h 629"/>
                  <a:gd name="T36" fmla="*/ 141 w 244"/>
                  <a:gd name="T37" fmla="*/ 629 h 629"/>
                  <a:gd name="T38" fmla="*/ 123 w 244"/>
                  <a:gd name="T39" fmla="*/ 615 h 629"/>
                  <a:gd name="T40" fmla="*/ 123 w 244"/>
                  <a:gd name="T41" fmla="*/ 615 h 629"/>
                  <a:gd name="T42" fmla="*/ 123 w 244"/>
                  <a:gd name="T43" fmla="*/ 614 h 629"/>
                  <a:gd name="T44" fmla="*/ 123 w 244"/>
                  <a:gd name="T45" fmla="*/ 614 h 629"/>
                  <a:gd name="T46" fmla="*/ 122 w 244"/>
                  <a:gd name="T47" fmla="*/ 613 h 629"/>
                  <a:gd name="T48" fmla="*/ 122 w 244"/>
                  <a:gd name="T49" fmla="*/ 613 h 629"/>
                  <a:gd name="T50" fmla="*/ 122 w 244"/>
                  <a:gd name="T51" fmla="*/ 613 h 629"/>
                  <a:gd name="T52" fmla="*/ 122 w 244"/>
                  <a:gd name="T53" fmla="*/ 612 h 629"/>
                  <a:gd name="T54" fmla="*/ 122 w 244"/>
                  <a:gd name="T55" fmla="*/ 612 h 629"/>
                  <a:gd name="T56" fmla="*/ 122 w 244"/>
                  <a:gd name="T57" fmla="*/ 612 h 629"/>
                  <a:gd name="T58" fmla="*/ 122 w 244"/>
                  <a:gd name="T59" fmla="*/ 612 h 629"/>
                  <a:gd name="T60" fmla="*/ 122 w 244"/>
                  <a:gd name="T61" fmla="*/ 605 h 629"/>
                  <a:gd name="T62" fmla="*/ 122 w 244"/>
                  <a:gd name="T63" fmla="*/ 605 h 629"/>
                  <a:gd name="T64" fmla="*/ 122 w 244"/>
                  <a:gd name="T65" fmla="*/ 605 h 629"/>
                  <a:gd name="T66" fmla="*/ 122 w 244"/>
                  <a:gd name="T67" fmla="*/ 602 h 629"/>
                  <a:gd name="T68" fmla="*/ 244 w 244"/>
                  <a:gd name="T69" fmla="*/ 0 h 629"/>
                  <a:gd name="T70" fmla="*/ 155 w 244"/>
                  <a:gd name="T71" fmla="*/ 0 h 6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4" h="629">
                    <a:moveTo>
                      <a:pt x="155" y="0"/>
                    </a:moveTo>
                    <a:cubicBezTo>
                      <a:pt x="139" y="0"/>
                      <a:pt x="123" y="13"/>
                      <a:pt x="120" y="28"/>
                    </a:cubicBezTo>
                    <a:cubicBezTo>
                      <a:pt x="0" y="601"/>
                      <a:pt x="0" y="601"/>
                      <a:pt x="0" y="601"/>
                    </a:cubicBezTo>
                    <a:cubicBezTo>
                      <a:pt x="0" y="606"/>
                      <a:pt x="0" y="606"/>
                      <a:pt x="0" y="606"/>
                    </a:cubicBezTo>
                    <a:cubicBezTo>
                      <a:pt x="0" y="607"/>
                      <a:pt x="0" y="607"/>
                      <a:pt x="0" y="607"/>
                    </a:cubicBezTo>
                    <a:cubicBezTo>
                      <a:pt x="0" y="620"/>
                      <a:pt x="10" y="629"/>
                      <a:pt x="23" y="629"/>
                    </a:cubicBezTo>
                    <a:cubicBezTo>
                      <a:pt x="145" y="629"/>
                      <a:pt x="145" y="629"/>
                      <a:pt x="145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32" y="628"/>
                      <a:pt x="126" y="623"/>
                      <a:pt x="123" y="615"/>
                    </a:cubicBezTo>
                    <a:cubicBezTo>
                      <a:pt x="123" y="615"/>
                      <a:pt x="123" y="615"/>
                      <a:pt x="123" y="615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2"/>
                      <a:pt x="122" y="602"/>
                      <a:pt x="122" y="602"/>
                    </a:cubicBezTo>
                    <a:cubicBezTo>
                      <a:pt x="244" y="0"/>
                      <a:pt x="244" y="0"/>
                      <a:pt x="244" y="0"/>
                    </a:cubicBezTo>
                    <a:lnTo>
                      <a:pt x="155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58" name="Freeform 6"/>
              <p:cNvSpPr>
                <a:spLocks noSelect="1"/>
              </p:cNvSpPr>
              <p:nvPr userDrawn="1"/>
            </p:nvSpPr>
            <p:spPr bwMode="gray">
              <a:xfrm>
                <a:off x="1078865" y="478155"/>
                <a:ext cx="218440" cy="186055"/>
              </a:xfrm>
              <a:custGeom>
                <a:avLst/>
                <a:gdLst>
                  <a:gd name="T0" fmla="*/ 0 w 687"/>
                  <a:gd name="T1" fmla="*/ 0 h 587"/>
                  <a:gd name="T2" fmla="*/ 0 w 687"/>
                  <a:gd name="T3" fmla="*/ 115 h 587"/>
                  <a:gd name="T4" fmla="*/ 229 w 687"/>
                  <a:gd name="T5" fmla="*/ 115 h 587"/>
                  <a:gd name="T6" fmla="*/ 272 w 687"/>
                  <a:gd name="T7" fmla="*/ 139 h 587"/>
                  <a:gd name="T8" fmla="*/ 569 w 687"/>
                  <a:gd name="T9" fmla="*/ 587 h 587"/>
                  <a:gd name="T10" fmla="*/ 687 w 687"/>
                  <a:gd name="T11" fmla="*/ 0 h 587"/>
                  <a:gd name="T12" fmla="*/ 0 w 687"/>
                  <a:gd name="T13" fmla="*/ 0 h 5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7" h="587">
                    <a:moveTo>
                      <a:pt x="0" y="0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229" y="115"/>
                      <a:pt x="229" y="115"/>
                      <a:pt x="229" y="115"/>
                    </a:cubicBezTo>
                    <a:cubicBezTo>
                      <a:pt x="244" y="115"/>
                      <a:pt x="264" y="126"/>
                      <a:pt x="272" y="139"/>
                    </a:cubicBezTo>
                    <a:cubicBezTo>
                      <a:pt x="569" y="587"/>
                      <a:pt x="569" y="587"/>
                      <a:pt x="569" y="587"/>
                    </a:cubicBezTo>
                    <a:cubicBezTo>
                      <a:pt x="687" y="0"/>
                      <a:pt x="687" y="0"/>
                      <a:pt x="68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59" name="Freeform 7"/>
              <p:cNvSpPr>
                <a:spLocks noSelect="1"/>
              </p:cNvSpPr>
              <p:nvPr userDrawn="1"/>
            </p:nvSpPr>
            <p:spPr bwMode="gray">
              <a:xfrm>
                <a:off x="902335" y="478155"/>
                <a:ext cx="406400" cy="385445"/>
              </a:xfrm>
              <a:custGeom>
                <a:avLst/>
                <a:gdLst>
                  <a:gd name="T0" fmla="*/ 555 w 1280"/>
                  <a:gd name="T1" fmla="*/ 0 h 1216"/>
                  <a:gd name="T2" fmla="*/ 475 w 1280"/>
                  <a:gd name="T3" fmla="*/ 0 h 1216"/>
                  <a:gd name="T4" fmla="*/ 357 w 1280"/>
                  <a:gd name="T5" fmla="*/ 9 h 1216"/>
                  <a:gd name="T6" fmla="*/ 0 w 1280"/>
                  <a:gd name="T7" fmla="*/ 447 h 1216"/>
                  <a:gd name="T8" fmla="*/ 616 w 1280"/>
                  <a:gd name="T9" fmla="*/ 1181 h 1216"/>
                  <a:gd name="T10" fmla="*/ 867 w 1280"/>
                  <a:gd name="T11" fmla="*/ 1216 h 1216"/>
                  <a:gd name="T12" fmla="*/ 872 w 1280"/>
                  <a:gd name="T13" fmla="*/ 1216 h 1216"/>
                  <a:gd name="T14" fmla="*/ 1280 w 1280"/>
                  <a:gd name="T15" fmla="*/ 1117 h 1216"/>
                  <a:gd name="T16" fmla="*/ 1033 w 1280"/>
                  <a:gd name="T17" fmla="*/ 1153 h 1216"/>
                  <a:gd name="T18" fmla="*/ 1033 w 1280"/>
                  <a:gd name="T19" fmla="*/ 1153 h 1216"/>
                  <a:gd name="T20" fmla="*/ 1033 w 1280"/>
                  <a:gd name="T21" fmla="*/ 1153 h 1216"/>
                  <a:gd name="T22" fmla="*/ 552 w 1280"/>
                  <a:gd name="T23" fmla="*/ 805 h 1216"/>
                  <a:gd name="T24" fmla="*/ 403 w 1280"/>
                  <a:gd name="T25" fmla="*/ 805 h 1216"/>
                  <a:gd name="T26" fmla="*/ 281 w 1280"/>
                  <a:gd name="T27" fmla="*/ 805 h 1216"/>
                  <a:gd name="T28" fmla="*/ 258 w 1280"/>
                  <a:gd name="T29" fmla="*/ 783 h 1216"/>
                  <a:gd name="T30" fmla="*/ 258 w 1280"/>
                  <a:gd name="T31" fmla="*/ 782 h 1216"/>
                  <a:gd name="T32" fmla="*/ 258 w 1280"/>
                  <a:gd name="T33" fmla="*/ 777 h 1216"/>
                  <a:gd name="T34" fmla="*/ 378 w 1280"/>
                  <a:gd name="T35" fmla="*/ 204 h 1216"/>
                  <a:gd name="T36" fmla="*/ 413 w 1280"/>
                  <a:gd name="T37" fmla="*/ 176 h 1216"/>
                  <a:gd name="T38" fmla="*/ 502 w 1280"/>
                  <a:gd name="T39" fmla="*/ 176 h 1216"/>
                  <a:gd name="T40" fmla="*/ 502 w 1280"/>
                  <a:gd name="T41" fmla="*/ 176 h 1216"/>
                  <a:gd name="T42" fmla="*/ 509 w 1280"/>
                  <a:gd name="T43" fmla="*/ 143 h 1216"/>
                  <a:gd name="T44" fmla="*/ 509 w 1280"/>
                  <a:gd name="T45" fmla="*/ 141 h 1216"/>
                  <a:gd name="T46" fmla="*/ 509 w 1280"/>
                  <a:gd name="T47" fmla="*/ 141 h 1216"/>
                  <a:gd name="T48" fmla="*/ 515 w 1280"/>
                  <a:gd name="T49" fmla="*/ 130 h 1216"/>
                  <a:gd name="T50" fmla="*/ 516 w 1280"/>
                  <a:gd name="T51" fmla="*/ 128 h 1216"/>
                  <a:gd name="T52" fmla="*/ 517 w 1280"/>
                  <a:gd name="T53" fmla="*/ 128 h 1216"/>
                  <a:gd name="T54" fmla="*/ 517 w 1280"/>
                  <a:gd name="T55" fmla="*/ 127 h 1216"/>
                  <a:gd name="T56" fmla="*/ 518 w 1280"/>
                  <a:gd name="T57" fmla="*/ 127 h 1216"/>
                  <a:gd name="T58" fmla="*/ 518 w 1280"/>
                  <a:gd name="T59" fmla="*/ 127 h 1216"/>
                  <a:gd name="T60" fmla="*/ 518 w 1280"/>
                  <a:gd name="T61" fmla="*/ 126 h 1216"/>
                  <a:gd name="T62" fmla="*/ 518 w 1280"/>
                  <a:gd name="T63" fmla="*/ 126 h 1216"/>
                  <a:gd name="T64" fmla="*/ 532 w 1280"/>
                  <a:gd name="T65" fmla="*/ 117 h 1216"/>
                  <a:gd name="T66" fmla="*/ 532 w 1280"/>
                  <a:gd name="T67" fmla="*/ 117 h 1216"/>
                  <a:gd name="T68" fmla="*/ 532 w 1280"/>
                  <a:gd name="T69" fmla="*/ 117 h 1216"/>
                  <a:gd name="T70" fmla="*/ 543 w 1280"/>
                  <a:gd name="T71" fmla="*/ 115 h 1216"/>
                  <a:gd name="T72" fmla="*/ 543 w 1280"/>
                  <a:gd name="T73" fmla="*/ 115 h 1216"/>
                  <a:gd name="T74" fmla="*/ 555 w 1280"/>
                  <a:gd name="T75" fmla="*/ 115 h 1216"/>
                  <a:gd name="T76" fmla="*/ 557 w 1280"/>
                  <a:gd name="T77" fmla="*/ 115 h 1216"/>
                  <a:gd name="T78" fmla="*/ 557 w 1280"/>
                  <a:gd name="T79" fmla="*/ 0 h 1216"/>
                  <a:gd name="T80" fmla="*/ 555 w 1280"/>
                  <a:gd name="T81" fmla="*/ 0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280" h="1216">
                    <a:moveTo>
                      <a:pt x="555" y="0"/>
                    </a:moveTo>
                    <a:cubicBezTo>
                      <a:pt x="475" y="0"/>
                      <a:pt x="475" y="0"/>
                      <a:pt x="475" y="0"/>
                    </a:cubicBezTo>
                    <a:cubicBezTo>
                      <a:pt x="435" y="0"/>
                      <a:pt x="395" y="3"/>
                      <a:pt x="357" y="9"/>
                    </a:cubicBezTo>
                    <a:cubicBezTo>
                      <a:pt x="161" y="42"/>
                      <a:pt x="0" y="165"/>
                      <a:pt x="0" y="447"/>
                    </a:cubicBezTo>
                    <a:cubicBezTo>
                      <a:pt x="0" y="730"/>
                      <a:pt x="239" y="1072"/>
                      <a:pt x="616" y="1181"/>
                    </a:cubicBezTo>
                    <a:cubicBezTo>
                      <a:pt x="694" y="1204"/>
                      <a:pt x="778" y="1216"/>
                      <a:pt x="867" y="1216"/>
                    </a:cubicBezTo>
                    <a:cubicBezTo>
                      <a:pt x="872" y="1216"/>
                      <a:pt x="872" y="1216"/>
                      <a:pt x="872" y="1216"/>
                    </a:cubicBezTo>
                    <a:cubicBezTo>
                      <a:pt x="1019" y="1216"/>
                      <a:pt x="1157" y="1180"/>
                      <a:pt x="1280" y="1117"/>
                    </a:cubicBezTo>
                    <a:cubicBezTo>
                      <a:pt x="1190" y="1142"/>
                      <a:pt x="1108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728" y="1153"/>
                      <a:pt x="552" y="970"/>
                      <a:pt x="552" y="805"/>
                    </a:cubicBezTo>
                    <a:cubicBezTo>
                      <a:pt x="403" y="805"/>
                      <a:pt x="403" y="805"/>
                      <a:pt x="403" y="805"/>
                    </a:cubicBezTo>
                    <a:cubicBezTo>
                      <a:pt x="281" y="805"/>
                      <a:pt x="281" y="805"/>
                      <a:pt x="281" y="805"/>
                    </a:cubicBezTo>
                    <a:cubicBezTo>
                      <a:pt x="268" y="805"/>
                      <a:pt x="258" y="796"/>
                      <a:pt x="258" y="783"/>
                    </a:cubicBezTo>
                    <a:cubicBezTo>
                      <a:pt x="258" y="782"/>
                      <a:pt x="258" y="782"/>
                      <a:pt x="258" y="782"/>
                    </a:cubicBezTo>
                    <a:cubicBezTo>
                      <a:pt x="258" y="777"/>
                      <a:pt x="258" y="777"/>
                      <a:pt x="258" y="777"/>
                    </a:cubicBezTo>
                    <a:cubicBezTo>
                      <a:pt x="378" y="204"/>
                      <a:pt x="378" y="204"/>
                      <a:pt x="378" y="204"/>
                    </a:cubicBezTo>
                    <a:cubicBezTo>
                      <a:pt x="381" y="189"/>
                      <a:pt x="397" y="176"/>
                      <a:pt x="413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9" y="143"/>
                      <a:pt x="509" y="143"/>
                      <a:pt x="509" y="143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15" y="130"/>
                      <a:pt x="515" y="130"/>
                      <a:pt x="515" y="130"/>
                    </a:cubicBezTo>
                    <a:cubicBezTo>
                      <a:pt x="516" y="128"/>
                      <a:pt x="516" y="128"/>
                      <a:pt x="516" y="128"/>
                    </a:cubicBezTo>
                    <a:cubicBezTo>
                      <a:pt x="517" y="128"/>
                      <a:pt x="517" y="128"/>
                      <a:pt x="517" y="128"/>
                    </a:cubicBezTo>
                    <a:cubicBezTo>
                      <a:pt x="517" y="127"/>
                      <a:pt x="517" y="127"/>
                      <a:pt x="517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55" y="115"/>
                      <a:pt x="555" y="115"/>
                      <a:pt x="555" y="115"/>
                    </a:cubicBezTo>
                    <a:cubicBezTo>
                      <a:pt x="557" y="115"/>
                      <a:pt x="557" y="115"/>
                      <a:pt x="557" y="115"/>
                    </a:cubicBezTo>
                    <a:cubicBezTo>
                      <a:pt x="557" y="0"/>
                      <a:pt x="557" y="0"/>
                      <a:pt x="557" y="0"/>
                    </a:cubicBezTo>
                    <a:lnTo>
                      <a:pt x="555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60" name="Freeform 8"/>
              <p:cNvSpPr>
                <a:spLocks noSelect="1"/>
              </p:cNvSpPr>
              <p:nvPr userDrawn="1"/>
            </p:nvSpPr>
            <p:spPr bwMode="gray">
              <a:xfrm>
                <a:off x="1077595" y="429895"/>
                <a:ext cx="386715" cy="414020"/>
              </a:xfrm>
              <a:custGeom>
                <a:avLst/>
                <a:gdLst>
                  <a:gd name="T0" fmla="*/ 770 w 1219"/>
                  <a:gd name="T1" fmla="*/ 928 h 1304"/>
                  <a:gd name="T2" fmla="*/ 350 w 1219"/>
                  <a:gd name="T3" fmla="*/ 929 h 1304"/>
                  <a:gd name="T4" fmla="*/ 38 w 1219"/>
                  <a:gd name="T5" fmla="*/ 955 h 1304"/>
                  <a:gd name="T6" fmla="*/ 30 w 1219"/>
                  <a:gd name="T7" fmla="*/ 956 h 1304"/>
                  <a:gd name="T8" fmla="*/ 481 w 1219"/>
                  <a:gd name="T9" fmla="*/ 1304 h 1304"/>
                  <a:gd name="T10" fmla="*/ 734 w 1219"/>
                  <a:gd name="T11" fmla="*/ 1265 h 1304"/>
                  <a:gd name="T12" fmla="*/ 744 w 1219"/>
                  <a:gd name="T13" fmla="*/ 1259 h 1304"/>
                  <a:gd name="T14" fmla="*/ 755 w 1219"/>
                  <a:gd name="T15" fmla="*/ 1253 h 1304"/>
                  <a:gd name="T16" fmla="*/ 765 w 1219"/>
                  <a:gd name="T17" fmla="*/ 1247 h 1304"/>
                  <a:gd name="T18" fmla="*/ 776 w 1219"/>
                  <a:gd name="T19" fmla="*/ 1241 h 1304"/>
                  <a:gd name="T20" fmla="*/ 786 w 1219"/>
                  <a:gd name="T21" fmla="*/ 1235 h 1304"/>
                  <a:gd name="T22" fmla="*/ 797 w 1219"/>
                  <a:gd name="T23" fmla="*/ 1228 h 1304"/>
                  <a:gd name="T24" fmla="*/ 806 w 1219"/>
                  <a:gd name="T25" fmla="*/ 1222 h 1304"/>
                  <a:gd name="T26" fmla="*/ 816 w 1219"/>
                  <a:gd name="T27" fmla="*/ 1215 h 1304"/>
                  <a:gd name="T28" fmla="*/ 826 w 1219"/>
                  <a:gd name="T29" fmla="*/ 1209 h 1304"/>
                  <a:gd name="T30" fmla="*/ 836 w 1219"/>
                  <a:gd name="T31" fmla="*/ 1202 h 1304"/>
                  <a:gd name="T32" fmla="*/ 846 w 1219"/>
                  <a:gd name="T33" fmla="*/ 1195 h 1304"/>
                  <a:gd name="T34" fmla="*/ 856 w 1219"/>
                  <a:gd name="T35" fmla="*/ 1188 h 1304"/>
                  <a:gd name="T36" fmla="*/ 870 w 1219"/>
                  <a:gd name="T37" fmla="*/ 1177 h 1304"/>
                  <a:gd name="T38" fmla="*/ 879 w 1219"/>
                  <a:gd name="T39" fmla="*/ 1169 h 1304"/>
                  <a:gd name="T40" fmla="*/ 898 w 1219"/>
                  <a:gd name="T41" fmla="*/ 1154 h 1304"/>
                  <a:gd name="T42" fmla="*/ 942 w 1219"/>
                  <a:gd name="T43" fmla="*/ 1114 h 1304"/>
                  <a:gd name="T44" fmla="*/ 955 w 1219"/>
                  <a:gd name="T45" fmla="*/ 1101 h 1304"/>
                  <a:gd name="T46" fmla="*/ 964 w 1219"/>
                  <a:gd name="T47" fmla="*/ 1092 h 1304"/>
                  <a:gd name="T48" fmla="*/ 972 w 1219"/>
                  <a:gd name="T49" fmla="*/ 1084 h 1304"/>
                  <a:gd name="T50" fmla="*/ 981 w 1219"/>
                  <a:gd name="T51" fmla="*/ 1075 h 1304"/>
                  <a:gd name="T52" fmla="*/ 990 w 1219"/>
                  <a:gd name="T53" fmla="*/ 1064 h 1304"/>
                  <a:gd name="T54" fmla="*/ 1206 w 1219"/>
                  <a:gd name="T55" fmla="*/ 617 h 1304"/>
                  <a:gd name="T56" fmla="*/ 1207 w 1219"/>
                  <a:gd name="T57" fmla="*/ 609 h 1304"/>
                  <a:gd name="T58" fmla="*/ 1209 w 1219"/>
                  <a:gd name="T59" fmla="*/ 594 h 1304"/>
                  <a:gd name="T60" fmla="*/ 1211 w 1219"/>
                  <a:gd name="T61" fmla="*/ 585 h 1304"/>
                  <a:gd name="T62" fmla="*/ 1212 w 1219"/>
                  <a:gd name="T63" fmla="*/ 570 h 1304"/>
                  <a:gd name="T64" fmla="*/ 1213 w 1219"/>
                  <a:gd name="T65" fmla="*/ 561 h 1304"/>
                  <a:gd name="T66" fmla="*/ 1215 w 1219"/>
                  <a:gd name="T67" fmla="*/ 551 h 1304"/>
                  <a:gd name="T68" fmla="*/ 1215 w 1219"/>
                  <a:gd name="T69" fmla="*/ 542 h 1304"/>
                  <a:gd name="T70" fmla="*/ 1216 w 1219"/>
                  <a:gd name="T71" fmla="*/ 532 h 1304"/>
                  <a:gd name="T72" fmla="*/ 1217 w 1219"/>
                  <a:gd name="T73" fmla="*/ 522 h 1304"/>
                  <a:gd name="T74" fmla="*/ 1217 w 1219"/>
                  <a:gd name="T75" fmla="*/ 513 h 1304"/>
                  <a:gd name="T76" fmla="*/ 1218 w 1219"/>
                  <a:gd name="T77" fmla="*/ 502 h 1304"/>
                  <a:gd name="T78" fmla="*/ 1218 w 1219"/>
                  <a:gd name="T79" fmla="*/ 493 h 1304"/>
                  <a:gd name="T80" fmla="*/ 1218 w 1219"/>
                  <a:gd name="T81" fmla="*/ 483 h 1304"/>
                  <a:gd name="T82" fmla="*/ 1219 w 1219"/>
                  <a:gd name="T83" fmla="*/ 473 h 1304"/>
                  <a:gd name="T84" fmla="*/ 1219 w 1219"/>
                  <a:gd name="T85" fmla="*/ 459 h 1304"/>
                  <a:gd name="T86" fmla="*/ 1218 w 1219"/>
                  <a:gd name="T87" fmla="*/ 447 h 1304"/>
                  <a:gd name="T88" fmla="*/ 1218 w 1219"/>
                  <a:gd name="T89" fmla="*/ 436 h 1304"/>
                  <a:gd name="T90" fmla="*/ 1218 w 1219"/>
                  <a:gd name="T91" fmla="*/ 424 h 1304"/>
                  <a:gd name="T92" fmla="*/ 1217 w 1219"/>
                  <a:gd name="T93" fmla="*/ 413 h 1304"/>
                  <a:gd name="T94" fmla="*/ 1216 w 1219"/>
                  <a:gd name="T95" fmla="*/ 402 h 1304"/>
                  <a:gd name="T96" fmla="*/ 1216 w 1219"/>
                  <a:gd name="T97" fmla="*/ 391 h 1304"/>
                  <a:gd name="T98" fmla="*/ 1215 w 1219"/>
                  <a:gd name="T99" fmla="*/ 380 h 1304"/>
                  <a:gd name="T100" fmla="*/ 1214 w 1219"/>
                  <a:gd name="T101" fmla="*/ 369 h 1304"/>
                  <a:gd name="T102" fmla="*/ 1212 w 1219"/>
                  <a:gd name="T103" fmla="*/ 353 h 1304"/>
                  <a:gd name="T104" fmla="*/ 1210 w 1219"/>
                  <a:gd name="T105" fmla="*/ 342 h 1304"/>
                  <a:gd name="T106" fmla="*/ 1209 w 1219"/>
                  <a:gd name="T107" fmla="*/ 331 h 1304"/>
                  <a:gd name="T108" fmla="*/ 1207 w 1219"/>
                  <a:gd name="T109" fmla="*/ 320 h 1304"/>
                  <a:gd name="T110" fmla="*/ 1193 w 1219"/>
                  <a:gd name="T111" fmla="*/ 248 h 1304"/>
                  <a:gd name="T112" fmla="*/ 1187 w 1219"/>
                  <a:gd name="T113" fmla="*/ 226 h 1304"/>
                  <a:gd name="T114" fmla="*/ 1184 w 1219"/>
                  <a:gd name="T115" fmla="*/ 215 h 1304"/>
                  <a:gd name="T116" fmla="*/ 1181 w 1219"/>
                  <a:gd name="T117" fmla="*/ 204 h 1304"/>
                  <a:gd name="T118" fmla="*/ 1177 w 1219"/>
                  <a:gd name="T119" fmla="*/ 193 h 1304"/>
                  <a:gd name="T120" fmla="*/ 1174 w 1219"/>
                  <a:gd name="T121" fmla="*/ 182 h 1304"/>
                  <a:gd name="T122" fmla="*/ 1090 w 1219"/>
                  <a:gd name="T123" fmla="*/ 0 h 1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219" h="1304">
                    <a:moveTo>
                      <a:pt x="1126" y="206"/>
                    </a:moveTo>
                    <a:cubicBezTo>
                      <a:pt x="1126" y="329"/>
                      <a:pt x="1089" y="447"/>
                      <a:pt x="1016" y="537"/>
                    </a:cubicBezTo>
                    <a:cubicBezTo>
                      <a:pt x="972" y="592"/>
                      <a:pt x="902" y="646"/>
                      <a:pt x="820" y="685"/>
                    </a:cubicBezTo>
                    <a:cubicBezTo>
                      <a:pt x="770" y="928"/>
                      <a:pt x="770" y="928"/>
                      <a:pt x="770" y="928"/>
                    </a:cubicBezTo>
                    <a:cubicBezTo>
                      <a:pt x="767" y="943"/>
                      <a:pt x="751" y="956"/>
                      <a:pt x="736" y="956"/>
                    </a:cubicBezTo>
                    <a:cubicBezTo>
                      <a:pt x="493" y="956"/>
                      <a:pt x="493" y="956"/>
                      <a:pt x="493" y="956"/>
                    </a:cubicBezTo>
                    <a:cubicBezTo>
                      <a:pt x="399" y="956"/>
                      <a:pt x="399" y="956"/>
                      <a:pt x="399" y="956"/>
                    </a:cubicBezTo>
                    <a:cubicBezTo>
                      <a:pt x="381" y="956"/>
                      <a:pt x="359" y="944"/>
                      <a:pt x="350" y="929"/>
                    </a:cubicBezTo>
                    <a:cubicBezTo>
                      <a:pt x="131" y="590"/>
                      <a:pt x="131" y="590"/>
                      <a:pt x="131" y="590"/>
                    </a:cubicBezTo>
                    <a:cubicBezTo>
                      <a:pt x="63" y="929"/>
                      <a:pt x="63" y="929"/>
                      <a:pt x="63" y="929"/>
                    </a:cubicBezTo>
                    <a:cubicBezTo>
                      <a:pt x="60" y="941"/>
                      <a:pt x="50" y="951"/>
                      <a:pt x="38" y="955"/>
                    </a:cubicBezTo>
                    <a:cubicBezTo>
                      <a:pt x="38" y="955"/>
                      <a:pt x="38" y="955"/>
                      <a:pt x="38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0" y="956"/>
                      <a:pt x="30" y="956"/>
                      <a:pt x="30" y="956"/>
                    </a:cubicBezTo>
                    <a:cubicBezTo>
                      <a:pt x="29" y="956"/>
                      <a:pt x="29" y="956"/>
                      <a:pt x="29" y="956"/>
                    </a:cubicBezTo>
                    <a:cubicBezTo>
                      <a:pt x="0" y="956"/>
                      <a:pt x="0" y="956"/>
                      <a:pt x="0" y="956"/>
                    </a:cubicBezTo>
                    <a:cubicBezTo>
                      <a:pt x="0" y="1121"/>
                      <a:pt x="176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556" y="1304"/>
                      <a:pt x="638" y="1293"/>
                      <a:pt x="728" y="1268"/>
                    </a:cubicBezTo>
                    <a:cubicBezTo>
                      <a:pt x="732" y="1265"/>
                      <a:pt x="732" y="1265"/>
                      <a:pt x="732" y="1265"/>
                    </a:cubicBezTo>
                    <a:cubicBezTo>
                      <a:pt x="734" y="1265"/>
                      <a:pt x="734" y="1265"/>
                      <a:pt x="734" y="1265"/>
                    </a:cubicBezTo>
                    <a:cubicBezTo>
                      <a:pt x="738" y="1262"/>
                      <a:pt x="738" y="1262"/>
                      <a:pt x="738" y="1262"/>
                    </a:cubicBezTo>
                    <a:cubicBezTo>
                      <a:pt x="739" y="1262"/>
                      <a:pt x="739" y="1262"/>
                      <a:pt x="739" y="1262"/>
                    </a:cubicBezTo>
                    <a:cubicBezTo>
                      <a:pt x="743" y="1260"/>
                      <a:pt x="743" y="1260"/>
                      <a:pt x="743" y="1260"/>
                    </a:cubicBezTo>
                    <a:cubicBezTo>
                      <a:pt x="744" y="1259"/>
                      <a:pt x="744" y="1259"/>
                      <a:pt x="744" y="1259"/>
                    </a:cubicBezTo>
                    <a:cubicBezTo>
                      <a:pt x="749" y="1257"/>
                      <a:pt x="749" y="1257"/>
                      <a:pt x="749" y="1257"/>
                    </a:cubicBezTo>
                    <a:cubicBezTo>
                      <a:pt x="750" y="1256"/>
                      <a:pt x="750" y="1256"/>
                      <a:pt x="750" y="1256"/>
                    </a:cubicBezTo>
                    <a:cubicBezTo>
                      <a:pt x="754" y="1254"/>
                      <a:pt x="754" y="1254"/>
                      <a:pt x="754" y="1254"/>
                    </a:cubicBezTo>
                    <a:cubicBezTo>
                      <a:pt x="755" y="1253"/>
                      <a:pt x="755" y="1253"/>
                      <a:pt x="755" y="1253"/>
                    </a:cubicBezTo>
                    <a:cubicBezTo>
                      <a:pt x="759" y="1251"/>
                      <a:pt x="759" y="1251"/>
                      <a:pt x="759" y="1251"/>
                    </a:cubicBezTo>
                    <a:cubicBezTo>
                      <a:pt x="760" y="1250"/>
                      <a:pt x="760" y="1250"/>
                      <a:pt x="760" y="1250"/>
                    </a:cubicBezTo>
                    <a:cubicBezTo>
                      <a:pt x="765" y="1248"/>
                      <a:pt x="765" y="1248"/>
                      <a:pt x="765" y="1248"/>
                    </a:cubicBezTo>
                    <a:cubicBezTo>
                      <a:pt x="765" y="1247"/>
                      <a:pt x="765" y="1247"/>
                      <a:pt x="765" y="1247"/>
                    </a:cubicBezTo>
                    <a:cubicBezTo>
                      <a:pt x="769" y="1245"/>
                      <a:pt x="769" y="1245"/>
                      <a:pt x="769" y="1245"/>
                    </a:cubicBezTo>
                    <a:cubicBezTo>
                      <a:pt x="771" y="1244"/>
                      <a:pt x="771" y="1244"/>
                      <a:pt x="771" y="1244"/>
                    </a:cubicBezTo>
                    <a:cubicBezTo>
                      <a:pt x="775" y="1242"/>
                      <a:pt x="775" y="1242"/>
                      <a:pt x="775" y="1242"/>
                    </a:cubicBezTo>
                    <a:cubicBezTo>
                      <a:pt x="776" y="1241"/>
                      <a:pt x="776" y="1241"/>
                      <a:pt x="776" y="1241"/>
                    </a:cubicBezTo>
                    <a:cubicBezTo>
                      <a:pt x="780" y="1239"/>
                      <a:pt x="780" y="1239"/>
                      <a:pt x="780" y="1239"/>
                    </a:cubicBezTo>
                    <a:cubicBezTo>
                      <a:pt x="781" y="1238"/>
                      <a:pt x="781" y="1238"/>
                      <a:pt x="781" y="1238"/>
                    </a:cubicBezTo>
                    <a:cubicBezTo>
                      <a:pt x="785" y="1236"/>
                      <a:pt x="785" y="1236"/>
                      <a:pt x="785" y="1236"/>
                    </a:cubicBezTo>
                    <a:cubicBezTo>
                      <a:pt x="786" y="1235"/>
                      <a:pt x="786" y="1235"/>
                      <a:pt x="786" y="1235"/>
                    </a:cubicBezTo>
                    <a:cubicBezTo>
                      <a:pt x="790" y="1232"/>
                      <a:pt x="790" y="1232"/>
                      <a:pt x="790" y="1232"/>
                    </a:cubicBezTo>
                    <a:cubicBezTo>
                      <a:pt x="791" y="1232"/>
                      <a:pt x="791" y="1232"/>
                      <a:pt x="791" y="1232"/>
                    </a:cubicBezTo>
                    <a:cubicBezTo>
                      <a:pt x="795" y="1229"/>
                      <a:pt x="795" y="1229"/>
                      <a:pt x="795" y="1229"/>
                    </a:cubicBezTo>
                    <a:cubicBezTo>
                      <a:pt x="797" y="1228"/>
                      <a:pt x="797" y="1228"/>
                      <a:pt x="797" y="1228"/>
                    </a:cubicBezTo>
                    <a:cubicBezTo>
                      <a:pt x="801" y="1226"/>
                      <a:pt x="801" y="1226"/>
                      <a:pt x="801" y="1226"/>
                    </a:cubicBezTo>
                    <a:cubicBezTo>
                      <a:pt x="802" y="1225"/>
                      <a:pt x="802" y="1225"/>
                      <a:pt x="802" y="1225"/>
                    </a:cubicBezTo>
                    <a:cubicBezTo>
                      <a:pt x="805" y="1223"/>
                      <a:pt x="805" y="1223"/>
                      <a:pt x="805" y="1223"/>
                    </a:cubicBezTo>
                    <a:cubicBezTo>
                      <a:pt x="806" y="1222"/>
                      <a:pt x="806" y="1222"/>
                      <a:pt x="806" y="1222"/>
                    </a:cubicBezTo>
                    <a:cubicBezTo>
                      <a:pt x="811" y="1219"/>
                      <a:pt x="811" y="1219"/>
                      <a:pt x="811" y="1219"/>
                    </a:cubicBezTo>
                    <a:cubicBezTo>
                      <a:pt x="812" y="1219"/>
                      <a:pt x="812" y="1219"/>
                      <a:pt x="812" y="1219"/>
                    </a:cubicBezTo>
                    <a:cubicBezTo>
                      <a:pt x="815" y="1216"/>
                      <a:pt x="815" y="1216"/>
                      <a:pt x="815" y="1216"/>
                    </a:cubicBezTo>
                    <a:cubicBezTo>
                      <a:pt x="816" y="1215"/>
                      <a:pt x="816" y="1215"/>
                      <a:pt x="816" y="1215"/>
                    </a:cubicBezTo>
                    <a:cubicBezTo>
                      <a:pt x="821" y="1213"/>
                      <a:pt x="821" y="1213"/>
                      <a:pt x="821" y="1213"/>
                    </a:cubicBezTo>
                    <a:cubicBezTo>
                      <a:pt x="822" y="1212"/>
                      <a:pt x="822" y="1212"/>
                      <a:pt x="822" y="1212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31" y="1206"/>
                      <a:pt x="831" y="1206"/>
                      <a:pt x="831" y="1206"/>
                    </a:cubicBezTo>
                    <a:cubicBezTo>
                      <a:pt x="831" y="1205"/>
                      <a:pt x="831" y="1205"/>
                      <a:pt x="831" y="1205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40" y="1199"/>
                      <a:pt x="840" y="1199"/>
                      <a:pt x="840" y="1199"/>
                    </a:cubicBezTo>
                    <a:cubicBezTo>
                      <a:pt x="841" y="1198"/>
                      <a:pt x="841" y="1198"/>
                      <a:pt x="841" y="1198"/>
                    </a:cubicBezTo>
                    <a:cubicBezTo>
                      <a:pt x="845" y="1195"/>
                      <a:pt x="845" y="1195"/>
                      <a:pt x="845" y="1195"/>
                    </a:cubicBezTo>
                    <a:cubicBezTo>
                      <a:pt x="846" y="1195"/>
                      <a:pt x="846" y="1195"/>
                      <a:pt x="846" y="1195"/>
                    </a:cubicBezTo>
                    <a:cubicBezTo>
                      <a:pt x="850" y="1192"/>
                      <a:pt x="850" y="1192"/>
                      <a:pt x="850" y="1192"/>
                    </a:cubicBezTo>
                    <a:cubicBezTo>
                      <a:pt x="851" y="1191"/>
                      <a:pt x="851" y="1191"/>
                      <a:pt x="851" y="1191"/>
                    </a:cubicBezTo>
                    <a:cubicBezTo>
                      <a:pt x="855" y="1188"/>
                      <a:pt x="855" y="1188"/>
                      <a:pt x="855" y="1188"/>
                    </a:cubicBezTo>
                    <a:cubicBezTo>
                      <a:pt x="856" y="1188"/>
                      <a:pt x="856" y="1188"/>
                      <a:pt x="856" y="1188"/>
                    </a:cubicBezTo>
                    <a:cubicBezTo>
                      <a:pt x="865" y="1181"/>
                      <a:pt x="865" y="1181"/>
                      <a:pt x="865" y="1181"/>
                    </a:cubicBezTo>
                    <a:cubicBezTo>
                      <a:pt x="865" y="1180"/>
                      <a:pt x="865" y="1180"/>
                      <a:pt x="865" y="1180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4" y="1173"/>
                      <a:pt x="874" y="1173"/>
                      <a:pt x="874" y="1173"/>
                    </a:cubicBezTo>
                    <a:cubicBezTo>
                      <a:pt x="875" y="1173"/>
                      <a:pt x="875" y="1173"/>
                      <a:pt x="875" y="1173"/>
                    </a:cubicBezTo>
                    <a:cubicBezTo>
                      <a:pt x="879" y="1170"/>
                      <a:pt x="879" y="1170"/>
                      <a:pt x="879" y="1170"/>
                    </a:cubicBezTo>
                    <a:cubicBezTo>
                      <a:pt x="879" y="1169"/>
                      <a:pt x="879" y="1169"/>
                      <a:pt x="879" y="1169"/>
                    </a:cubicBezTo>
                    <a:cubicBezTo>
                      <a:pt x="888" y="1162"/>
                      <a:pt x="888" y="1162"/>
                      <a:pt x="888" y="1162"/>
                    </a:cubicBezTo>
                    <a:cubicBezTo>
                      <a:pt x="889" y="1162"/>
                      <a:pt x="889" y="1162"/>
                      <a:pt x="889" y="1162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911" y="1143"/>
                      <a:pt x="911" y="1143"/>
                      <a:pt x="911" y="1143"/>
                    </a:cubicBezTo>
                    <a:cubicBezTo>
                      <a:pt x="911" y="1142"/>
                      <a:pt x="911" y="1142"/>
                      <a:pt x="911" y="1142"/>
                    </a:cubicBezTo>
                    <a:cubicBezTo>
                      <a:pt x="922" y="1133"/>
                      <a:pt x="932" y="1124"/>
                      <a:pt x="942" y="1114"/>
                    </a:cubicBezTo>
                    <a:cubicBezTo>
                      <a:pt x="942" y="1114"/>
                      <a:pt x="942" y="1114"/>
                      <a:pt x="942" y="1114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9" y="1097"/>
                      <a:pt x="959" y="1097"/>
                      <a:pt x="959" y="1097"/>
                    </a:cubicBezTo>
                    <a:cubicBezTo>
                      <a:pt x="960" y="1097"/>
                      <a:pt x="960" y="1097"/>
                      <a:pt x="960" y="1097"/>
                    </a:cubicBezTo>
                    <a:cubicBezTo>
                      <a:pt x="963" y="1093"/>
                      <a:pt x="963" y="1093"/>
                      <a:pt x="963" y="1093"/>
                    </a:cubicBezTo>
                    <a:cubicBezTo>
                      <a:pt x="964" y="1092"/>
                      <a:pt x="964" y="1092"/>
                      <a:pt x="964" y="1092"/>
                    </a:cubicBezTo>
                    <a:cubicBezTo>
                      <a:pt x="967" y="1089"/>
                      <a:pt x="967" y="1089"/>
                      <a:pt x="967" y="1089"/>
                    </a:cubicBezTo>
                    <a:cubicBezTo>
                      <a:pt x="968" y="1088"/>
                      <a:pt x="968" y="1088"/>
                      <a:pt x="968" y="1088"/>
                    </a:cubicBezTo>
                    <a:cubicBezTo>
                      <a:pt x="971" y="1085"/>
                      <a:pt x="971" y="1085"/>
                      <a:pt x="971" y="1085"/>
                    </a:cubicBezTo>
                    <a:cubicBezTo>
                      <a:pt x="972" y="1084"/>
                      <a:pt x="972" y="1084"/>
                      <a:pt x="972" y="1084"/>
                    </a:cubicBezTo>
                    <a:cubicBezTo>
                      <a:pt x="976" y="1080"/>
                      <a:pt x="976" y="1080"/>
                      <a:pt x="976" y="1080"/>
                    </a:cubicBezTo>
                    <a:cubicBezTo>
                      <a:pt x="977" y="1079"/>
                      <a:pt x="977" y="1079"/>
                      <a:pt x="977" y="1079"/>
                    </a:cubicBezTo>
                    <a:cubicBezTo>
                      <a:pt x="979" y="1076"/>
                      <a:pt x="979" y="1076"/>
                      <a:pt x="979" y="1076"/>
                    </a:cubicBezTo>
                    <a:cubicBezTo>
                      <a:pt x="981" y="1075"/>
                      <a:pt x="981" y="1075"/>
                      <a:pt x="981" y="1075"/>
                    </a:cubicBezTo>
                    <a:cubicBezTo>
                      <a:pt x="984" y="1072"/>
                      <a:pt x="984" y="1072"/>
                      <a:pt x="984" y="1072"/>
                    </a:cubicBezTo>
                    <a:cubicBezTo>
                      <a:pt x="985" y="1070"/>
                      <a:pt x="985" y="1070"/>
                      <a:pt x="985" y="1070"/>
                    </a:cubicBezTo>
                    <a:cubicBezTo>
                      <a:pt x="987" y="1068"/>
                      <a:pt x="987" y="1068"/>
                      <a:pt x="987" y="1068"/>
                    </a:cubicBezTo>
                    <a:cubicBezTo>
                      <a:pt x="990" y="1064"/>
                      <a:pt x="990" y="1064"/>
                      <a:pt x="990" y="1064"/>
                    </a:cubicBezTo>
                    <a:cubicBezTo>
                      <a:pt x="991" y="1063"/>
                      <a:pt x="991" y="1063"/>
                      <a:pt x="991" y="1063"/>
                    </a:cubicBezTo>
                    <a:cubicBezTo>
                      <a:pt x="994" y="1061"/>
                      <a:pt x="994" y="1061"/>
                      <a:pt x="994" y="1061"/>
                    </a:cubicBezTo>
                    <a:cubicBezTo>
                      <a:pt x="994" y="1060"/>
                      <a:pt x="994" y="1060"/>
                      <a:pt x="994" y="1060"/>
                    </a:cubicBezTo>
                    <a:cubicBezTo>
                      <a:pt x="1102" y="937"/>
                      <a:pt x="1177" y="785"/>
                      <a:pt x="1206" y="617"/>
                    </a:cubicBezTo>
                    <a:cubicBezTo>
                      <a:pt x="1206" y="617"/>
                      <a:pt x="1206" y="617"/>
                      <a:pt x="1206" y="617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4"/>
                      <a:pt x="1209" y="594"/>
                      <a:pt x="1209" y="594"/>
                    </a:cubicBezTo>
                    <a:cubicBezTo>
                      <a:pt x="1210" y="593"/>
                      <a:pt x="1210" y="593"/>
                      <a:pt x="1210" y="593"/>
                    </a:cubicBezTo>
                    <a:cubicBezTo>
                      <a:pt x="1210" y="589"/>
                      <a:pt x="1210" y="589"/>
                      <a:pt x="1210" y="589"/>
                    </a:cubicBezTo>
                    <a:cubicBezTo>
                      <a:pt x="1210" y="588"/>
                      <a:pt x="1210" y="588"/>
                      <a:pt x="1210" y="588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2" y="574"/>
                      <a:pt x="1212" y="574"/>
                      <a:pt x="1212" y="574"/>
                    </a:cubicBezTo>
                    <a:cubicBezTo>
                      <a:pt x="1212" y="573"/>
                      <a:pt x="1212" y="573"/>
                      <a:pt x="1212" y="573"/>
                    </a:cubicBezTo>
                    <a:cubicBezTo>
                      <a:pt x="1212" y="570"/>
                      <a:pt x="1212" y="570"/>
                      <a:pt x="1212" y="570"/>
                    </a:cubicBezTo>
                    <a:cubicBezTo>
                      <a:pt x="1213" y="568"/>
                      <a:pt x="1213" y="568"/>
                      <a:pt x="1213" y="568"/>
                    </a:cubicBezTo>
                    <a:cubicBezTo>
                      <a:pt x="1213" y="566"/>
                      <a:pt x="1213" y="566"/>
                      <a:pt x="1213" y="566"/>
                    </a:cubicBezTo>
                    <a:cubicBezTo>
                      <a:pt x="1213" y="564"/>
                      <a:pt x="1213" y="564"/>
                      <a:pt x="1213" y="564"/>
                    </a:cubicBezTo>
                    <a:cubicBezTo>
                      <a:pt x="1213" y="561"/>
                      <a:pt x="1213" y="561"/>
                      <a:pt x="1213" y="561"/>
                    </a:cubicBezTo>
                    <a:cubicBezTo>
                      <a:pt x="1214" y="560"/>
                      <a:pt x="1214" y="560"/>
                      <a:pt x="1214" y="560"/>
                    </a:cubicBezTo>
                    <a:cubicBezTo>
                      <a:pt x="1214" y="555"/>
                      <a:pt x="1214" y="555"/>
                      <a:pt x="1214" y="555"/>
                    </a:cubicBezTo>
                    <a:cubicBezTo>
                      <a:pt x="1214" y="553"/>
                      <a:pt x="1214" y="553"/>
                      <a:pt x="1214" y="553"/>
                    </a:cubicBezTo>
                    <a:cubicBezTo>
                      <a:pt x="1215" y="551"/>
                      <a:pt x="1215" y="551"/>
                      <a:pt x="1215" y="551"/>
                    </a:cubicBezTo>
                    <a:cubicBezTo>
                      <a:pt x="1215" y="549"/>
                      <a:pt x="1215" y="549"/>
                      <a:pt x="1215" y="549"/>
                    </a:cubicBezTo>
                    <a:cubicBezTo>
                      <a:pt x="1215" y="546"/>
                      <a:pt x="1215" y="546"/>
                      <a:pt x="1215" y="546"/>
                    </a:cubicBezTo>
                    <a:cubicBezTo>
                      <a:pt x="1215" y="544"/>
                      <a:pt x="1215" y="544"/>
                      <a:pt x="1215" y="544"/>
                    </a:cubicBezTo>
                    <a:cubicBezTo>
                      <a:pt x="1215" y="542"/>
                      <a:pt x="1215" y="542"/>
                      <a:pt x="1215" y="542"/>
                    </a:cubicBezTo>
                    <a:cubicBezTo>
                      <a:pt x="1215" y="540"/>
                      <a:pt x="1215" y="540"/>
                      <a:pt x="1215" y="540"/>
                    </a:cubicBezTo>
                    <a:cubicBezTo>
                      <a:pt x="1216" y="537"/>
                      <a:pt x="1216" y="537"/>
                      <a:pt x="1216" y="537"/>
                    </a:cubicBezTo>
                    <a:cubicBezTo>
                      <a:pt x="1216" y="534"/>
                      <a:pt x="1216" y="534"/>
                      <a:pt x="1216" y="534"/>
                    </a:cubicBezTo>
                    <a:cubicBezTo>
                      <a:pt x="1216" y="532"/>
                      <a:pt x="1216" y="532"/>
                      <a:pt x="1216" y="532"/>
                    </a:cubicBezTo>
                    <a:cubicBezTo>
                      <a:pt x="1216" y="529"/>
                      <a:pt x="1216" y="529"/>
                      <a:pt x="1216" y="529"/>
                    </a:cubicBezTo>
                    <a:cubicBezTo>
                      <a:pt x="1216" y="527"/>
                      <a:pt x="1216" y="527"/>
                      <a:pt x="1216" y="527"/>
                    </a:cubicBezTo>
                    <a:cubicBezTo>
                      <a:pt x="1217" y="524"/>
                      <a:pt x="1217" y="524"/>
                      <a:pt x="1217" y="524"/>
                    </a:cubicBezTo>
                    <a:cubicBezTo>
                      <a:pt x="1217" y="522"/>
                      <a:pt x="1217" y="522"/>
                      <a:pt x="1217" y="522"/>
                    </a:cubicBezTo>
                    <a:cubicBezTo>
                      <a:pt x="1217" y="520"/>
                      <a:pt x="1217" y="520"/>
                      <a:pt x="1217" y="520"/>
                    </a:cubicBezTo>
                    <a:cubicBezTo>
                      <a:pt x="1217" y="518"/>
                      <a:pt x="1217" y="518"/>
                      <a:pt x="1217" y="518"/>
                    </a:cubicBezTo>
                    <a:cubicBezTo>
                      <a:pt x="1217" y="515"/>
                      <a:pt x="1217" y="515"/>
                      <a:pt x="1217" y="515"/>
                    </a:cubicBezTo>
                    <a:cubicBezTo>
                      <a:pt x="1217" y="513"/>
                      <a:pt x="1217" y="513"/>
                      <a:pt x="1217" y="513"/>
                    </a:cubicBezTo>
                    <a:cubicBezTo>
                      <a:pt x="1218" y="509"/>
                      <a:pt x="1218" y="509"/>
                      <a:pt x="1218" y="509"/>
                    </a:cubicBezTo>
                    <a:cubicBezTo>
                      <a:pt x="1218" y="507"/>
                      <a:pt x="1218" y="507"/>
                      <a:pt x="1218" y="507"/>
                    </a:cubicBezTo>
                    <a:cubicBezTo>
                      <a:pt x="1218" y="504"/>
                      <a:pt x="1218" y="504"/>
                      <a:pt x="1218" y="504"/>
                    </a:cubicBezTo>
                    <a:cubicBezTo>
                      <a:pt x="1218" y="502"/>
                      <a:pt x="1218" y="502"/>
                      <a:pt x="1218" y="502"/>
                    </a:cubicBezTo>
                    <a:cubicBezTo>
                      <a:pt x="1218" y="500"/>
                      <a:pt x="1218" y="500"/>
                      <a:pt x="1218" y="500"/>
                    </a:cubicBezTo>
                    <a:cubicBezTo>
                      <a:pt x="1218" y="498"/>
                      <a:pt x="1218" y="498"/>
                      <a:pt x="1218" y="498"/>
                    </a:cubicBezTo>
                    <a:cubicBezTo>
                      <a:pt x="1218" y="495"/>
                      <a:pt x="1218" y="495"/>
                      <a:pt x="1218" y="495"/>
                    </a:cubicBezTo>
                    <a:cubicBezTo>
                      <a:pt x="1218" y="493"/>
                      <a:pt x="1218" y="493"/>
                      <a:pt x="1218" y="493"/>
                    </a:cubicBezTo>
                    <a:cubicBezTo>
                      <a:pt x="1218" y="490"/>
                      <a:pt x="1218" y="490"/>
                      <a:pt x="1218" y="490"/>
                    </a:cubicBezTo>
                    <a:cubicBezTo>
                      <a:pt x="1218" y="489"/>
                      <a:pt x="1218" y="489"/>
                      <a:pt x="1218" y="489"/>
                    </a:cubicBezTo>
                    <a:cubicBezTo>
                      <a:pt x="1218" y="484"/>
                      <a:pt x="1218" y="484"/>
                      <a:pt x="1218" y="484"/>
                    </a:cubicBezTo>
                    <a:cubicBezTo>
                      <a:pt x="1218" y="483"/>
                      <a:pt x="1218" y="483"/>
                      <a:pt x="1218" y="483"/>
                    </a:cubicBezTo>
                    <a:cubicBezTo>
                      <a:pt x="1218" y="480"/>
                      <a:pt x="1218" y="480"/>
                      <a:pt x="1218" y="480"/>
                    </a:cubicBezTo>
                    <a:cubicBezTo>
                      <a:pt x="1219" y="478"/>
                      <a:pt x="1219" y="478"/>
                      <a:pt x="1219" y="478"/>
                    </a:cubicBezTo>
                    <a:cubicBezTo>
                      <a:pt x="1219" y="475"/>
                      <a:pt x="1219" y="475"/>
                      <a:pt x="1219" y="475"/>
                    </a:cubicBezTo>
                    <a:cubicBezTo>
                      <a:pt x="1219" y="473"/>
                      <a:pt x="1219" y="473"/>
                      <a:pt x="1219" y="473"/>
                    </a:cubicBezTo>
                    <a:cubicBezTo>
                      <a:pt x="1219" y="470"/>
                      <a:pt x="1219" y="470"/>
                      <a:pt x="1219" y="470"/>
                    </a:cubicBezTo>
                    <a:cubicBezTo>
                      <a:pt x="1219" y="469"/>
                      <a:pt x="1219" y="469"/>
                      <a:pt x="1219" y="469"/>
                    </a:cubicBezTo>
                    <a:cubicBezTo>
                      <a:pt x="1219" y="464"/>
                      <a:pt x="1219" y="464"/>
                      <a:pt x="1219" y="464"/>
                    </a:cubicBezTo>
                    <a:cubicBezTo>
                      <a:pt x="1219" y="459"/>
                      <a:pt x="1219" y="459"/>
                      <a:pt x="1219" y="459"/>
                    </a:cubicBezTo>
                    <a:cubicBezTo>
                      <a:pt x="1219" y="458"/>
                      <a:pt x="1219" y="458"/>
                      <a:pt x="1219" y="458"/>
                    </a:cubicBezTo>
                    <a:cubicBezTo>
                      <a:pt x="1219" y="453"/>
                      <a:pt x="1219" y="453"/>
                      <a:pt x="1219" y="453"/>
                    </a:cubicBezTo>
                    <a:cubicBezTo>
                      <a:pt x="1219" y="452"/>
                      <a:pt x="1219" y="452"/>
                      <a:pt x="1219" y="452"/>
                    </a:cubicBezTo>
                    <a:cubicBezTo>
                      <a:pt x="1218" y="447"/>
                      <a:pt x="1218" y="447"/>
                      <a:pt x="1218" y="447"/>
                    </a:cubicBezTo>
                    <a:cubicBezTo>
                      <a:pt x="1218" y="446"/>
                      <a:pt x="1218" y="446"/>
                      <a:pt x="1218" y="446"/>
                    </a:cubicBezTo>
                    <a:cubicBezTo>
                      <a:pt x="1218" y="442"/>
                      <a:pt x="1218" y="442"/>
                      <a:pt x="1218" y="442"/>
                    </a:cubicBezTo>
                    <a:cubicBezTo>
                      <a:pt x="1218" y="441"/>
                      <a:pt x="1218" y="441"/>
                      <a:pt x="1218" y="441"/>
                    </a:cubicBezTo>
                    <a:cubicBezTo>
                      <a:pt x="1218" y="436"/>
                      <a:pt x="1218" y="436"/>
                      <a:pt x="1218" y="436"/>
                    </a:cubicBezTo>
                    <a:cubicBezTo>
                      <a:pt x="1218" y="434"/>
                      <a:pt x="1218" y="434"/>
                      <a:pt x="1218" y="434"/>
                    </a:cubicBezTo>
                    <a:cubicBezTo>
                      <a:pt x="1218" y="430"/>
                      <a:pt x="1218" y="430"/>
                      <a:pt x="1218" y="430"/>
                    </a:cubicBezTo>
                    <a:cubicBezTo>
                      <a:pt x="1218" y="429"/>
                      <a:pt x="1218" y="429"/>
                      <a:pt x="1218" y="429"/>
                    </a:cubicBezTo>
                    <a:cubicBezTo>
                      <a:pt x="1218" y="424"/>
                      <a:pt x="1218" y="424"/>
                      <a:pt x="1218" y="424"/>
                    </a:cubicBezTo>
                    <a:cubicBezTo>
                      <a:pt x="1218" y="423"/>
                      <a:pt x="1218" y="423"/>
                      <a:pt x="1218" y="423"/>
                    </a:cubicBezTo>
                    <a:cubicBezTo>
                      <a:pt x="1217" y="419"/>
                      <a:pt x="1217" y="419"/>
                      <a:pt x="1217" y="419"/>
                    </a:cubicBezTo>
                    <a:cubicBezTo>
                      <a:pt x="1217" y="417"/>
                      <a:pt x="1217" y="417"/>
                      <a:pt x="1217" y="417"/>
                    </a:cubicBezTo>
                    <a:cubicBezTo>
                      <a:pt x="1217" y="413"/>
                      <a:pt x="1217" y="413"/>
                      <a:pt x="1217" y="413"/>
                    </a:cubicBezTo>
                    <a:cubicBezTo>
                      <a:pt x="1217" y="411"/>
                      <a:pt x="1217" y="411"/>
                      <a:pt x="1217" y="411"/>
                    </a:cubicBezTo>
                    <a:cubicBezTo>
                      <a:pt x="1217" y="408"/>
                      <a:pt x="1217" y="408"/>
                      <a:pt x="1217" y="408"/>
                    </a:cubicBezTo>
                    <a:cubicBezTo>
                      <a:pt x="1217" y="406"/>
                      <a:pt x="1217" y="406"/>
                      <a:pt x="1217" y="406"/>
                    </a:cubicBezTo>
                    <a:cubicBezTo>
                      <a:pt x="1216" y="402"/>
                      <a:pt x="1216" y="402"/>
                      <a:pt x="1216" y="402"/>
                    </a:cubicBezTo>
                    <a:cubicBezTo>
                      <a:pt x="1216" y="400"/>
                      <a:pt x="1216" y="400"/>
                      <a:pt x="1216" y="400"/>
                    </a:cubicBezTo>
                    <a:cubicBezTo>
                      <a:pt x="1216" y="396"/>
                      <a:pt x="1216" y="396"/>
                      <a:pt x="1216" y="396"/>
                    </a:cubicBezTo>
                    <a:cubicBezTo>
                      <a:pt x="1216" y="394"/>
                      <a:pt x="1216" y="394"/>
                      <a:pt x="1216" y="394"/>
                    </a:cubicBezTo>
                    <a:cubicBezTo>
                      <a:pt x="1216" y="391"/>
                      <a:pt x="1216" y="391"/>
                      <a:pt x="1216" y="391"/>
                    </a:cubicBezTo>
                    <a:cubicBezTo>
                      <a:pt x="1215" y="388"/>
                      <a:pt x="1215" y="388"/>
                      <a:pt x="1215" y="388"/>
                    </a:cubicBezTo>
                    <a:cubicBezTo>
                      <a:pt x="1215" y="385"/>
                      <a:pt x="1215" y="385"/>
                      <a:pt x="1215" y="385"/>
                    </a:cubicBezTo>
                    <a:cubicBezTo>
                      <a:pt x="1215" y="383"/>
                      <a:pt x="1215" y="383"/>
                      <a:pt x="1215" y="383"/>
                    </a:cubicBezTo>
                    <a:cubicBezTo>
                      <a:pt x="1215" y="380"/>
                      <a:pt x="1215" y="380"/>
                      <a:pt x="1215" y="380"/>
                    </a:cubicBezTo>
                    <a:cubicBezTo>
                      <a:pt x="1214" y="377"/>
                      <a:pt x="1214" y="377"/>
                      <a:pt x="1214" y="377"/>
                    </a:cubicBezTo>
                    <a:cubicBezTo>
                      <a:pt x="1214" y="374"/>
                      <a:pt x="1214" y="374"/>
                      <a:pt x="1214" y="374"/>
                    </a:cubicBezTo>
                    <a:cubicBezTo>
                      <a:pt x="1214" y="371"/>
                      <a:pt x="1214" y="371"/>
                      <a:pt x="1214" y="371"/>
                    </a:cubicBezTo>
                    <a:cubicBezTo>
                      <a:pt x="1214" y="369"/>
                      <a:pt x="1214" y="369"/>
                      <a:pt x="1214" y="369"/>
                    </a:cubicBezTo>
                    <a:cubicBezTo>
                      <a:pt x="1213" y="359"/>
                      <a:pt x="1213" y="359"/>
                      <a:pt x="1213" y="359"/>
                    </a:cubicBezTo>
                    <a:cubicBezTo>
                      <a:pt x="1212" y="358"/>
                      <a:pt x="1212" y="358"/>
                      <a:pt x="1212" y="358"/>
                    </a:cubicBezTo>
                    <a:cubicBezTo>
                      <a:pt x="1212" y="355"/>
                      <a:pt x="1212" y="355"/>
                      <a:pt x="1212" y="355"/>
                    </a:cubicBezTo>
                    <a:cubicBezTo>
                      <a:pt x="1212" y="353"/>
                      <a:pt x="1212" y="353"/>
                      <a:pt x="1212" y="353"/>
                    </a:cubicBezTo>
                    <a:cubicBezTo>
                      <a:pt x="1211" y="348"/>
                      <a:pt x="1211" y="348"/>
                      <a:pt x="1211" y="348"/>
                    </a:cubicBezTo>
                    <a:cubicBezTo>
                      <a:pt x="1211" y="346"/>
                      <a:pt x="1211" y="346"/>
                      <a:pt x="1211" y="346"/>
                    </a:cubicBezTo>
                    <a:cubicBezTo>
                      <a:pt x="1211" y="343"/>
                      <a:pt x="1211" y="343"/>
                      <a:pt x="1211" y="343"/>
                    </a:cubicBezTo>
                    <a:cubicBezTo>
                      <a:pt x="1210" y="342"/>
                      <a:pt x="1210" y="342"/>
                      <a:pt x="1210" y="342"/>
                    </a:cubicBezTo>
                    <a:cubicBezTo>
                      <a:pt x="1210" y="336"/>
                      <a:pt x="1210" y="336"/>
                      <a:pt x="1210" y="336"/>
                    </a:cubicBezTo>
                    <a:cubicBezTo>
                      <a:pt x="1209" y="335"/>
                      <a:pt x="1209" y="335"/>
                      <a:pt x="1209" y="335"/>
                    </a:cubicBezTo>
                    <a:cubicBezTo>
                      <a:pt x="1209" y="332"/>
                      <a:pt x="1209" y="332"/>
                      <a:pt x="1209" y="332"/>
                    </a:cubicBezTo>
                    <a:cubicBezTo>
                      <a:pt x="1209" y="331"/>
                      <a:pt x="1209" y="331"/>
                      <a:pt x="1209" y="331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5" y="309"/>
                      <a:pt x="1205" y="309"/>
                      <a:pt x="1205" y="309"/>
                    </a:cubicBezTo>
                    <a:cubicBezTo>
                      <a:pt x="1205" y="308"/>
                      <a:pt x="1205" y="308"/>
                      <a:pt x="1205" y="308"/>
                    </a:cubicBezTo>
                    <a:cubicBezTo>
                      <a:pt x="1202" y="288"/>
                      <a:pt x="1198" y="269"/>
                      <a:pt x="1193" y="249"/>
                    </a:cubicBezTo>
                    <a:cubicBezTo>
                      <a:pt x="1193" y="248"/>
                      <a:pt x="1193" y="248"/>
                      <a:pt x="1193" y="248"/>
                    </a:cubicBezTo>
                    <a:cubicBezTo>
                      <a:pt x="1190" y="238"/>
                      <a:pt x="1190" y="238"/>
                      <a:pt x="1190" y="238"/>
                    </a:cubicBezTo>
                    <a:cubicBezTo>
                      <a:pt x="1190" y="237"/>
                      <a:pt x="1190" y="237"/>
                      <a:pt x="1190" y="237"/>
                    </a:cubicBezTo>
                    <a:cubicBezTo>
                      <a:pt x="1187" y="228"/>
                      <a:pt x="1187" y="228"/>
                      <a:pt x="1187" y="228"/>
                    </a:cubicBezTo>
                    <a:cubicBezTo>
                      <a:pt x="1187" y="226"/>
                      <a:pt x="1187" y="226"/>
                      <a:pt x="1187" y="226"/>
                    </a:cubicBezTo>
                    <a:cubicBezTo>
                      <a:pt x="1186" y="223"/>
                      <a:pt x="1186" y="223"/>
                      <a:pt x="1186" y="223"/>
                    </a:cubicBezTo>
                    <a:cubicBezTo>
                      <a:pt x="1186" y="221"/>
                      <a:pt x="1186" y="221"/>
                      <a:pt x="1186" y="221"/>
                    </a:cubicBezTo>
                    <a:cubicBezTo>
                      <a:pt x="1184" y="217"/>
                      <a:pt x="1184" y="217"/>
                      <a:pt x="1184" y="217"/>
                    </a:cubicBezTo>
                    <a:cubicBezTo>
                      <a:pt x="1184" y="215"/>
                      <a:pt x="1184" y="215"/>
                      <a:pt x="1184" y="215"/>
                    </a:cubicBezTo>
                    <a:cubicBezTo>
                      <a:pt x="1183" y="213"/>
                      <a:pt x="1183" y="213"/>
                      <a:pt x="1183" y="213"/>
                    </a:cubicBezTo>
                    <a:cubicBezTo>
                      <a:pt x="1182" y="210"/>
                      <a:pt x="1182" y="210"/>
                      <a:pt x="1182" y="210"/>
                    </a:cubicBezTo>
                    <a:cubicBezTo>
                      <a:pt x="1181" y="207"/>
                      <a:pt x="1181" y="207"/>
                      <a:pt x="1181" y="207"/>
                    </a:cubicBezTo>
                    <a:cubicBezTo>
                      <a:pt x="1181" y="204"/>
                      <a:pt x="1181" y="204"/>
                      <a:pt x="1181" y="204"/>
                    </a:cubicBezTo>
                    <a:cubicBezTo>
                      <a:pt x="1180" y="202"/>
                      <a:pt x="1180" y="202"/>
                      <a:pt x="1180" y="202"/>
                    </a:cubicBezTo>
                    <a:cubicBezTo>
                      <a:pt x="1179" y="199"/>
                      <a:pt x="1179" y="199"/>
                      <a:pt x="1179" y="199"/>
                    </a:cubicBezTo>
                    <a:cubicBezTo>
                      <a:pt x="1179" y="198"/>
                      <a:pt x="1179" y="198"/>
                      <a:pt x="1179" y="198"/>
                    </a:cubicBezTo>
                    <a:cubicBezTo>
                      <a:pt x="1177" y="193"/>
                      <a:pt x="1177" y="193"/>
                      <a:pt x="1177" y="193"/>
                    </a:cubicBezTo>
                    <a:cubicBezTo>
                      <a:pt x="1177" y="192"/>
                      <a:pt x="1177" y="192"/>
                      <a:pt x="1177" y="192"/>
                    </a:cubicBezTo>
                    <a:cubicBezTo>
                      <a:pt x="1176" y="188"/>
                      <a:pt x="1176" y="188"/>
                      <a:pt x="1176" y="188"/>
                    </a:cubicBezTo>
                    <a:cubicBezTo>
                      <a:pt x="1175" y="187"/>
                      <a:pt x="1175" y="187"/>
                      <a:pt x="1175" y="187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66" y="160"/>
                      <a:pt x="1158" y="137"/>
                      <a:pt x="1149" y="116"/>
                    </a:cubicBezTo>
                    <a:cubicBezTo>
                      <a:pt x="1144" y="103"/>
                      <a:pt x="1138" y="91"/>
                      <a:pt x="1132" y="79"/>
                    </a:cubicBezTo>
                    <a:cubicBezTo>
                      <a:pt x="1120" y="52"/>
                      <a:pt x="1106" y="26"/>
                      <a:pt x="1090" y="0"/>
                    </a:cubicBezTo>
                    <a:cubicBezTo>
                      <a:pt x="1115" y="67"/>
                      <a:pt x="1126" y="137"/>
                      <a:pt x="1126" y="206"/>
                    </a:cubicBezTo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61" name="Freeform 9"/>
              <p:cNvSpPr>
                <a:spLocks noSelect="1"/>
              </p:cNvSpPr>
              <p:nvPr userDrawn="1"/>
            </p:nvSpPr>
            <p:spPr bwMode="gray">
              <a:xfrm>
                <a:off x="1118870" y="583565"/>
                <a:ext cx="114935" cy="149860"/>
              </a:xfrm>
              <a:custGeom>
                <a:avLst/>
                <a:gdLst>
                  <a:gd name="T0" fmla="*/ 0 w 362"/>
                  <a:gd name="T1" fmla="*/ 106 h 472"/>
                  <a:gd name="T2" fmla="*/ 219 w 362"/>
                  <a:gd name="T3" fmla="*/ 445 h 472"/>
                  <a:gd name="T4" fmla="*/ 268 w 362"/>
                  <a:gd name="T5" fmla="*/ 472 h 472"/>
                  <a:gd name="T6" fmla="*/ 362 w 362"/>
                  <a:gd name="T7" fmla="*/ 472 h 472"/>
                  <a:gd name="T8" fmla="*/ 319 w 362"/>
                  <a:gd name="T9" fmla="*/ 448 h 472"/>
                  <a:gd name="T10" fmla="*/ 22 w 362"/>
                  <a:gd name="T11" fmla="*/ 0 h 472"/>
                  <a:gd name="T12" fmla="*/ 0 w 362"/>
                  <a:gd name="T13" fmla="*/ 106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2" h="472">
                    <a:moveTo>
                      <a:pt x="0" y="106"/>
                    </a:moveTo>
                    <a:cubicBezTo>
                      <a:pt x="219" y="445"/>
                      <a:pt x="219" y="445"/>
                      <a:pt x="219" y="445"/>
                    </a:cubicBezTo>
                    <a:cubicBezTo>
                      <a:pt x="228" y="460"/>
                      <a:pt x="250" y="472"/>
                      <a:pt x="268" y="472"/>
                    </a:cubicBezTo>
                    <a:cubicBezTo>
                      <a:pt x="362" y="472"/>
                      <a:pt x="362" y="472"/>
                      <a:pt x="362" y="472"/>
                    </a:cubicBezTo>
                    <a:cubicBezTo>
                      <a:pt x="347" y="472"/>
                      <a:pt x="327" y="461"/>
                      <a:pt x="319" y="448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0" y="106"/>
                    </a:lnTo>
                    <a:close/>
                  </a:path>
                </a:pathLst>
              </a:cu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62" name="Freeform 10"/>
              <p:cNvSpPr>
                <a:spLocks noSelect="1"/>
              </p:cNvSpPr>
              <p:nvPr userDrawn="1"/>
            </p:nvSpPr>
            <p:spPr bwMode="gray">
              <a:xfrm>
                <a:off x="949325" y="290830"/>
                <a:ext cx="277495" cy="120015"/>
              </a:xfrm>
              <a:custGeom>
                <a:avLst/>
                <a:gdLst>
                  <a:gd name="T0" fmla="*/ 27 w 874"/>
                  <a:gd name="T1" fmla="*/ 323 h 378"/>
                  <a:gd name="T2" fmla="*/ 1 w 874"/>
                  <a:gd name="T3" fmla="*/ 366 h 378"/>
                  <a:gd name="T4" fmla="*/ 1 w 874"/>
                  <a:gd name="T5" fmla="*/ 367 h 378"/>
                  <a:gd name="T6" fmla="*/ 1 w 874"/>
                  <a:gd name="T7" fmla="*/ 367 h 378"/>
                  <a:gd name="T8" fmla="*/ 30 w 874"/>
                  <a:gd name="T9" fmla="*/ 378 h 378"/>
                  <a:gd name="T10" fmla="*/ 410 w 874"/>
                  <a:gd name="T11" fmla="*/ 378 h 378"/>
                  <a:gd name="T12" fmla="*/ 400 w 874"/>
                  <a:gd name="T13" fmla="*/ 293 h 378"/>
                  <a:gd name="T14" fmla="*/ 439 w 874"/>
                  <a:gd name="T15" fmla="*/ 165 h 378"/>
                  <a:gd name="T16" fmla="*/ 471 w 874"/>
                  <a:gd name="T17" fmla="*/ 129 h 378"/>
                  <a:gd name="T18" fmla="*/ 820 w 874"/>
                  <a:gd name="T19" fmla="*/ 11 h 378"/>
                  <a:gd name="T20" fmla="*/ 838 w 874"/>
                  <a:gd name="T21" fmla="*/ 12 h 378"/>
                  <a:gd name="T22" fmla="*/ 874 w 874"/>
                  <a:gd name="T23" fmla="*/ 13 h 378"/>
                  <a:gd name="T24" fmla="*/ 728 w 874"/>
                  <a:gd name="T25" fmla="*/ 0 h 378"/>
                  <a:gd name="T26" fmla="*/ 719 w 874"/>
                  <a:gd name="T27" fmla="*/ 0 h 378"/>
                  <a:gd name="T28" fmla="*/ 27 w 874"/>
                  <a:gd name="T29" fmla="*/ 323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4" h="378">
                    <a:moveTo>
                      <a:pt x="27" y="323"/>
                    </a:moveTo>
                    <a:cubicBezTo>
                      <a:pt x="10" y="343"/>
                      <a:pt x="0" y="357"/>
                      <a:pt x="1" y="366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2" y="375"/>
                      <a:pt x="11" y="378"/>
                      <a:pt x="30" y="378"/>
                    </a:cubicBezTo>
                    <a:cubicBezTo>
                      <a:pt x="410" y="378"/>
                      <a:pt x="410" y="378"/>
                      <a:pt x="410" y="378"/>
                    </a:cubicBezTo>
                    <a:cubicBezTo>
                      <a:pt x="404" y="349"/>
                      <a:pt x="400" y="320"/>
                      <a:pt x="400" y="293"/>
                    </a:cubicBezTo>
                    <a:cubicBezTo>
                      <a:pt x="400" y="244"/>
                      <a:pt x="412" y="200"/>
                      <a:pt x="439" y="165"/>
                    </a:cubicBezTo>
                    <a:cubicBezTo>
                      <a:pt x="449" y="152"/>
                      <a:pt x="460" y="140"/>
                      <a:pt x="471" y="129"/>
                    </a:cubicBezTo>
                    <a:cubicBezTo>
                      <a:pt x="555" y="49"/>
                      <a:pt x="683" y="11"/>
                      <a:pt x="820" y="11"/>
                    </a:cubicBezTo>
                    <a:cubicBezTo>
                      <a:pt x="826" y="11"/>
                      <a:pt x="832" y="11"/>
                      <a:pt x="838" y="12"/>
                    </a:cubicBezTo>
                    <a:cubicBezTo>
                      <a:pt x="850" y="12"/>
                      <a:pt x="862" y="12"/>
                      <a:pt x="874" y="13"/>
                    </a:cubicBezTo>
                    <a:cubicBezTo>
                      <a:pt x="827" y="5"/>
                      <a:pt x="778" y="0"/>
                      <a:pt x="728" y="0"/>
                    </a:cubicBezTo>
                    <a:cubicBezTo>
                      <a:pt x="719" y="0"/>
                      <a:pt x="719" y="0"/>
                      <a:pt x="719" y="0"/>
                    </a:cubicBezTo>
                    <a:cubicBezTo>
                      <a:pt x="441" y="0"/>
                      <a:pt x="192" y="125"/>
                      <a:pt x="27" y="323"/>
                    </a:cubicBezTo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63" name="Freeform 11"/>
              <p:cNvSpPr>
                <a:spLocks noSelect="1"/>
              </p:cNvSpPr>
              <p:nvPr userDrawn="1"/>
            </p:nvSpPr>
            <p:spPr bwMode="gray">
              <a:xfrm>
                <a:off x="1076325" y="294005"/>
                <a:ext cx="358775" cy="353695"/>
              </a:xfrm>
              <a:custGeom>
                <a:avLst/>
                <a:gdLst>
                  <a:gd name="T0" fmla="*/ 0 w 1130"/>
                  <a:gd name="T1" fmla="*/ 282 h 1113"/>
                  <a:gd name="T2" fmla="*/ 738 w 1130"/>
                  <a:gd name="T3" fmla="*/ 375 h 1113"/>
                  <a:gd name="T4" fmla="*/ 910 w 1130"/>
                  <a:gd name="T5" fmla="*/ 637 h 1113"/>
                  <a:gd name="T6" fmla="*/ 913 w 1130"/>
                  <a:gd name="T7" fmla="*/ 645 h 1113"/>
                  <a:gd name="T8" fmla="*/ 824 w 1130"/>
                  <a:gd name="T9" fmla="*/ 1113 h 1113"/>
                  <a:gd name="T10" fmla="*/ 1094 w 1130"/>
                  <a:gd name="T11" fmla="*/ 428 h 1113"/>
                  <a:gd name="T12" fmla="*/ 1044 w 1130"/>
                  <a:gd name="T13" fmla="*/ 353 h 1113"/>
                  <a:gd name="T14" fmla="*/ 1040 w 1130"/>
                  <a:gd name="T15" fmla="*/ 348 h 1113"/>
                  <a:gd name="T16" fmla="*/ 1034 w 1130"/>
                  <a:gd name="T17" fmla="*/ 339 h 1113"/>
                  <a:gd name="T18" fmla="*/ 1030 w 1130"/>
                  <a:gd name="T19" fmla="*/ 334 h 1113"/>
                  <a:gd name="T20" fmla="*/ 1007 w 1130"/>
                  <a:gd name="T21" fmla="*/ 306 h 1113"/>
                  <a:gd name="T22" fmla="*/ 1003 w 1130"/>
                  <a:gd name="T23" fmla="*/ 301 h 1113"/>
                  <a:gd name="T24" fmla="*/ 995 w 1130"/>
                  <a:gd name="T25" fmla="*/ 293 h 1113"/>
                  <a:gd name="T26" fmla="*/ 974 w 1130"/>
                  <a:gd name="T27" fmla="*/ 270 h 1113"/>
                  <a:gd name="T28" fmla="*/ 967 w 1130"/>
                  <a:gd name="T29" fmla="*/ 262 h 1113"/>
                  <a:gd name="T30" fmla="*/ 962 w 1130"/>
                  <a:gd name="T31" fmla="*/ 257 h 1113"/>
                  <a:gd name="T32" fmla="*/ 937 w 1130"/>
                  <a:gd name="T33" fmla="*/ 233 h 1113"/>
                  <a:gd name="T34" fmla="*/ 932 w 1130"/>
                  <a:gd name="T35" fmla="*/ 228 h 1113"/>
                  <a:gd name="T36" fmla="*/ 924 w 1130"/>
                  <a:gd name="T37" fmla="*/ 221 h 1113"/>
                  <a:gd name="T38" fmla="*/ 919 w 1130"/>
                  <a:gd name="T39" fmla="*/ 216 h 1113"/>
                  <a:gd name="T40" fmla="*/ 901 w 1130"/>
                  <a:gd name="T41" fmla="*/ 201 h 1113"/>
                  <a:gd name="T42" fmla="*/ 895 w 1130"/>
                  <a:gd name="T43" fmla="*/ 196 h 1113"/>
                  <a:gd name="T44" fmla="*/ 887 w 1130"/>
                  <a:gd name="T45" fmla="*/ 190 h 1113"/>
                  <a:gd name="T46" fmla="*/ 882 w 1130"/>
                  <a:gd name="T47" fmla="*/ 185 h 1113"/>
                  <a:gd name="T48" fmla="*/ 873 w 1130"/>
                  <a:gd name="T49" fmla="*/ 178 h 1113"/>
                  <a:gd name="T50" fmla="*/ 858 w 1130"/>
                  <a:gd name="T51" fmla="*/ 167 h 1113"/>
                  <a:gd name="T52" fmla="*/ 849 w 1130"/>
                  <a:gd name="T53" fmla="*/ 160 h 1113"/>
                  <a:gd name="T54" fmla="*/ 843 w 1130"/>
                  <a:gd name="T55" fmla="*/ 156 h 1113"/>
                  <a:gd name="T56" fmla="*/ 835 w 1130"/>
                  <a:gd name="T57" fmla="*/ 150 h 1113"/>
                  <a:gd name="T58" fmla="*/ 829 w 1130"/>
                  <a:gd name="T59" fmla="*/ 146 h 1113"/>
                  <a:gd name="T60" fmla="*/ 809 w 1130"/>
                  <a:gd name="T61" fmla="*/ 133 h 1113"/>
                  <a:gd name="T62" fmla="*/ 803 w 1130"/>
                  <a:gd name="T63" fmla="*/ 129 h 1113"/>
                  <a:gd name="T64" fmla="*/ 794 w 1130"/>
                  <a:gd name="T65" fmla="*/ 124 h 1113"/>
                  <a:gd name="T66" fmla="*/ 788 w 1130"/>
                  <a:gd name="T67" fmla="*/ 120 h 1113"/>
                  <a:gd name="T68" fmla="*/ 768 w 1130"/>
                  <a:gd name="T69" fmla="*/ 108 h 1113"/>
                  <a:gd name="T70" fmla="*/ 762 w 1130"/>
                  <a:gd name="T71" fmla="*/ 104 h 1113"/>
                  <a:gd name="T72" fmla="*/ 753 w 1130"/>
                  <a:gd name="T73" fmla="*/ 99 h 1113"/>
                  <a:gd name="T74" fmla="*/ 746 w 1130"/>
                  <a:gd name="T75" fmla="*/ 96 h 1113"/>
                  <a:gd name="T76" fmla="*/ 720 w 1130"/>
                  <a:gd name="T77" fmla="*/ 82 h 1113"/>
                  <a:gd name="T78" fmla="*/ 713 w 1130"/>
                  <a:gd name="T79" fmla="*/ 79 h 1113"/>
                  <a:gd name="T80" fmla="*/ 704 w 1130"/>
                  <a:gd name="T81" fmla="*/ 75 h 1113"/>
                  <a:gd name="T82" fmla="*/ 697 w 1130"/>
                  <a:gd name="T83" fmla="*/ 72 h 1113"/>
                  <a:gd name="T84" fmla="*/ 675 w 1130"/>
                  <a:gd name="T85" fmla="*/ 62 h 1113"/>
                  <a:gd name="T86" fmla="*/ 669 w 1130"/>
                  <a:gd name="T87" fmla="*/ 59 h 1113"/>
                  <a:gd name="T88" fmla="*/ 659 w 1130"/>
                  <a:gd name="T89" fmla="*/ 55 h 1113"/>
                  <a:gd name="T90" fmla="*/ 653 w 1130"/>
                  <a:gd name="T91" fmla="*/ 52 h 1113"/>
                  <a:gd name="T92" fmla="*/ 619 w 1130"/>
                  <a:gd name="T93" fmla="*/ 40 h 1113"/>
                  <a:gd name="T94" fmla="*/ 612 w 1130"/>
                  <a:gd name="T95" fmla="*/ 38 h 1113"/>
                  <a:gd name="T96" fmla="*/ 602 w 1130"/>
                  <a:gd name="T97" fmla="*/ 34 h 1113"/>
                  <a:gd name="T98" fmla="*/ 595 w 1130"/>
                  <a:gd name="T99" fmla="*/ 32 h 1113"/>
                  <a:gd name="T100" fmla="*/ 566 w 1130"/>
                  <a:gd name="T101" fmla="*/ 23 h 1113"/>
                  <a:gd name="T102" fmla="*/ 559 w 1130"/>
                  <a:gd name="T103" fmla="*/ 21 h 1113"/>
                  <a:gd name="T104" fmla="*/ 549 w 1130"/>
                  <a:gd name="T105" fmla="*/ 18 h 1113"/>
                  <a:gd name="T106" fmla="*/ 542 w 1130"/>
                  <a:gd name="T107" fmla="*/ 17 h 1113"/>
                  <a:gd name="T108" fmla="*/ 518 w 1130"/>
                  <a:gd name="T109" fmla="*/ 11 h 1113"/>
                  <a:gd name="T110" fmla="*/ 511 w 1130"/>
                  <a:gd name="T111" fmla="*/ 9 h 1113"/>
                  <a:gd name="T112" fmla="*/ 501 w 1130"/>
                  <a:gd name="T113" fmla="*/ 7 h 1113"/>
                  <a:gd name="T114" fmla="*/ 493 w 1130"/>
                  <a:gd name="T115" fmla="*/ 6 h 1113"/>
                  <a:gd name="T116" fmla="*/ 482 w 1130"/>
                  <a:gd name="T117" fmla="*/ 4 h 1113"/>
                  <a:gd name="T118" fmla="*/ 474 w 1130"/>
                  <a:gd name="T119" fmla="*/ 2 h 1113"/>
                  <a:gd name="T120" fmla="*/ 71 w 1130"/>
                  <a:gd name="T121" fmla="*/ 118 h 1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30" h="1113">
                    <a:moveTo>
                      <a:pt x="71" y="118"/>
                    </a:moveTo>
                    <a:cubicBezTo>
                      <a:pt x="60" y="129"/>
                      <a:pt x="49" y="141"/>
                      <a:pt x="39" y="154"/>
                    </a:cubicBezTo>
                    <a:cubicBezTo>
                      <a:pt x="12" y="189"/>
                      <a:pt x="0" y="233"/>
                      <a:pt x="0" y="282"/>
                    </a:cubicBezTo>
                    <a:cubicBezTo>
                      <a:pt x="0" y="309"/>
                      <a:pt x="4" y="338"/>
                      <a:pt x="10" y="367"/>
                    </a:cubicBezTo>
                    <a:cubicBezTo>
                      <a:pt x="712" y="367"/>
                      <a:pt x="712" y="367"/>
                      <a:pt x="712" y="367"/>
                    </a:cubicBezTo>
                    <a:cubicBezTo>
                      <a:pt x="720" y="367"/>
                      <a:pt x="730" y="370"/>
                      <a:pt x="738" y="375"/>
                    </a:cubicBezTo>
                    <a:cubicBezTo>
                      <a:pt x="745" y="380"/>
                      <a:pt x="752" y="385"/>
                      <a:pt x="756" y="391"/>
                    </a:cubicBezTo>
                    <a:cubicBezTo>
                      <a:pt x="904" y="622"/>
                      <a:pt x="904" y="622"/>
                      <a:pt x="904" y="622"/>
                    </a:cubicBezTo>
                    <a:cubicBezTo>
                      <a:pt x="907" y="626"/>
                      <a:pt x="909" y="632"/>
                      <a:pt x="910" y="637"/>
                    </a:cubicBezTo>
                    <a:cubicBezTo>
                      <a:pt x="912" y="644"/>
                      <a:pt x="912" y="644"/>
                      <a:pt x="912" y="644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4" y="652"/>
                      <a:pt x="915" y="660"/>
                      <a:pt x="914" y="666"/>
                    </a:cubicBezTo>
                    <a:cubicBezTo>
                      <a:pt x="914" y="674"/>
                      <a:pt x="914" y="674"/>
                      <a:pt x="914" y="674"/>
                    </a:cubicBezTo>
                    <a:cubicBezTo>
                      <a:pt x="824" y="1113"/>
                      <a:pt x="824" y="1113"/>
                      <a:pt x="824" y="1113"/>
                    </a:cubicBezTo>
                    <a:cubicBezTo>
                      <a:pt x="906" y="1074"/>
                      <a:pt x="976" y="1020"/>
                      <a:pt x="1020" y="965"/>
                    </a:cubicBezTo>
                    <a:cubicBezTo>
                      <a:pt x="1093" y="875"/>
                      <a:pt x="1130" y="757"/>
                      <a:pt x="1130" y="634"/>
                    </a:cubicBezTo>
                    <a:cubicBezTo>
                      <a:pt x="1130" y="565"/>
                      <a:pt x="1119" y="495"/>
                      <a:pt x="1094" y="428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77" y="399"/>
                      <a:pt x="1061" y="376"/>
                      <a:pt x="1044" y="353"/>
                    </a:cubicBezTo>
                    <a:cubicBezTo>
                      <a:pt x="1044" y="353"/>
                      <a:pt x="1044" y="353"/>
                      <a:pt x="1044" y="353"/>
                    </a:cubicBezTo>
                    <a:cubicBezTo>
                      <a:pt x="1041" y="349"/>
                      <a:pt x="1041" y="349"/>
                      <a:pt x="1041" y="349"/>
                    </a:cubicBezTo>
                    <a:cubicBezTo>
                      <a:pt x="1040" y="348"/>
                      <a:pt x="1040" y="348"/>
                      <a:pt x="1040" y="348"/>
                    </a:cubicBezTo>
                    <a:cubicBezTo>
                      <a:pt x="1037" y="344"/>
                      <a:pt x="1037" y="344"/>
                      <a:pt x="1037" y="344"/>
                    </a:cubicBezTo>
                    <a:cubicBezTo>
                      <a:pt x="1037" y="343"/>
                      <a:pt x="1037" y="343"/>
                      <a:pt x="1037" y="343"/>
                    </a:cubicBezTo>
                    <a:cubicBezTo>
                      <a:pt x="1034" y="339"/>
                      <a:pt x="1034" y="339"/>
                      <a:pt x="1034" y="339"/>
                    </a:cubicBezTo>
                    <a:cubicBezTo>
                      <a:pt x="1033" y="338"/>
                      <a:pt x="1033" y="338"/>
                      <a:pt x="1033" y="338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23" y="326"/>
                      <a:pt x="1017" y="318"/>
                      <a:pt x="1011" y="311"/>
                    </a:cubicBezTo>
                    <a:cubicBezTo>
                      <a:pt x="1011" y="311"/>
                      <a:pt x="1011" y="311"/>
                      <a:pt x="1011" y="311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3" y="302"/>
                      <a:pt x="1003" y="302"/>
                      <a:pt x="1003" y="302"/>
                    </a:cubicBezTo>
                    <a:cubicBezTo>
                      <a:pt x="1003" y="301"/>
                      <a:pt x="1003" y="301"/>
                      <a:pt x="1003" y="301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88" y="285"/>
                      <a:pt x="982" y="278"/>
                      <a:pt x="975" y="271"/>
                    </a:cubicBezTo>
                    <a:cubicBezTo>
                      <a:pt x="974" y="270"/>
                      <a:pt x="974" y="270"/>
                      <a:pt x="974" y="270"/>
                    </a:cubicBezTo>
                    <a:cubicBezTo>
                      <a:pt x="971" y="266"/>
                      <a:pt x="971" y="266"/>
                      <a:pt x="971" y="266"/>
                    </a:cubicBezTo>
                    <a:cubicBezTo>
                      <a:pt x="970" y="266"/>
                      <a:pt x="970" y="266"/>
                      <a:pt x="970" y="266"/>
                    </a:cubicBezTo>
                    <a:cubicBezTo>
                      <a:pt x="967" y="262"/>
                      <a:pt x="967" y="262"/>
                      <a:pt x="967" y="262"/>
                    </a:cubicBezTo>
                    <a:cubicBezTo>
                      <a:pt x="966" y="262"/>
                      <a:pt x="966" y="262"/>
                      <a:pt x="966" y="262"/>
                    </a:cubicBezTo>
                    <a:cubicBezTo>
                      <a:pt x="963" y="258"/>
                      <a:pt x="963" y="258"/>
                      <a:pt x="963" y="258"/>
                    </a:cubicBezTo>
                    <a:cubicBezTo>
                      <a:pt x="962" y="257"/>
                      <a:pt x="962" y="257"/>
                      <a:pt x="962" y="257"/>
                    </a:cubicBezTo>
                    <a:cubicBezTo>
                      <a:pt x="958" y="254"/>
                      <a:pt x="958" y="254"/>
                      <a:pt x="958" y="254"/>
                    </a:cubicBezTo>
                    <a:cubicBezTo>
                      <a:pt x="958" y="253"/>
                      <a:pt x="958" y="253"/>
                      <a:pt x="958" y="253"/>
                    </a:cubicBezTo>
                    <a:cubicBezTo>
                      <a:pt x="951" y="246"/>
                      <a:pt x="944" y="239"/>
                      <a:pt x="937" y="233"/>
                    </a:cubicBezTo>
                    <a:cubicBezTo>
                      <a:pt x="936" y="232"/>
                      <a:pt x="936" y="232"/>
                      <a:pt x="936" y="232"/>
                    </a:cubicBezTo>
                    <a:cubicBezTo>
                      <a:pt x="932" y="229"/>
                      <a:pt x="932" y="229"/>
                      <a:pt x="932" y="229"/>
                    </a:cubicBezTo>
                    <a:cubicBezTo>
                      <a:pt x="932" y="228"/>
                      <a:pt x="932" y="228"/>
                      <a:pt x="932" y="228"/>
                    </a:cubicBezTo>
                    <a:cubicBezTo>
                      <a:pt x="928" y="225"/>
                      <a:pt x="928" y="225"/>
                      <a:pt x="928" y="225"/>
                    </a:cubicBezTo>
                    <a:cubicBezTo>
                      <a:pt x="927" y="224"/>
                      <a:pt x="927" y="224"/>
                      <a:pt x="927" y="224"/>
                    </a:cubicBezTo>
                    <a:cubicBezTo>
                      <a:pt x="924" y="221"/>
                      <a:pt x="924" y="221"/>
                      <a:pt x="924" y="221"/>
                    </a:cubicBezTo>
                    <a:cubicBezTo>
                      <a:pt x="923" y="220"/>
                      <a:pt x="923" y="220"/>
                      <a:pt x="923" y="220"/>
                    </a:cubicBezTo>
                    <a:cubicBezTo>
                      <a:pt x="919" y="217"/>
                      <a:pt x="919" y="217"/>
                      <a:pt x="919" y="217"/>
                    </a:cubicBezTo>
                    <a:cubicBezTo>
                      <a:pt x="919" y="216"/>
                      <a:pt x="919" y="216"/>
                      <a:pt x="919" y="216"/>
                    </a:cubicBezTo>
                    <a:cubicBezTo>
                      <a:pt x="914" y="213"/>
                      <a:pt x="914" y="213"/>
                      <a:pt x="914" y="213"/>
                    </a:cubicBezTo>
                    <a:cubicBezTo>
                      <a:pt x="914" y="212"/>
                      <a:pt x="914" y="212"/>
                      <a:pt x="914" y="212"/>
                    </a:cubicBezTo>
                    <a:cubicBezTo>
                      <a:pt x="901" y="201"/>
                      <a:pt x="901" y="201"/>
                      <a:pt x="901" y="201"/>
                    </a:cubicBezTo>
                    <a:cubicBezTo>
                      <a:pt x="900" y="200"/>
                      <a:pt x="900" y="200"/>
                      <a:pt x="900" y="200"/>
                    </a:cubicBezTo>
                    <a:cubicBezTo>
                      <a:pt x="896" y="197"/>
                      <a:pt x="896" y="197"/>
                      <a:pt x="896" y="197"/>
                    </a:cubicBezTo>
                    <a:cubicBezTo>
                      <a:pt x="895" y="196"/>
                      <a:pt x="895" y="196"/>
                      <a:pt x="895" y="196"/>
                    </a:cubicBezTo>
                    <a:cubicBezTo>
                      <a:pt x="892" y="193"/>
                      <a:pt x="892" y="193"/>
                      <a:pt x="892" y="193"/>
                    </a:cubicBezTo>
                    <a:cubicBezTo>
                      <a:pt x="891" y="193"/>
                      <a:pt x="891" y="193"/>
                      <a:pt x="891" y="193"/>
                    </a:cubicBezTo>
                    <a:cubicBezTo>
                      <a:pt x="887" y="190"/>
                      <a:pt x="887" y="190"/>
                      <a:pt x="887" y="190"/>
                    </a:cubicBezTo>
                    <a:cubicBezTo>
                      <a:pt x="886" y="189"/>
                      <a:pt x="886" y="189"/>
                      <a:pt x="886" y="189"/>
                    </a:cubicBezTo>
                    <a:cubicBezTo>
                      <a:pt x="883" y="186"/>
                      <a:pt x="883" y="186"/>
                      <a:pt x="883" y="186"/>
                    </a:cubicBezTo>
                    <a:cubicBezTo>
                      <a:pt x="882" y="185"/>
                      <a:pt x="882" y="185"/>
                      <a:pt x="882" y="185"/>
                    </a:cubicBezTo>
                    <a:cubicBezTo>
                      <a:pt x="878" y="182"/>
                      <a:pt x="878" y="182"/>
                      <a:pt x="878" y="182"/>
                    </a:cubicBezTo>
                    <a:cubicBezTo>
                      <a:pt x="877" y="182"/>
                      <a:pt x="877" y="182"/>
                      <a:pt x="877" y="182"/>
                    </a:cubicBezTo>
                    <a:cubicBezTo>
                      <a:pt x="873" y="178"/>
                      <a:pt x="873" y="178"/>
                      <a:pt x="873" y="178"/>
                    </a:cubicBezTo>
                    <a:cubicBezTo>
                      <a:pt x="872" y="178"/>
                      <a:pt x="872" y="178"/>
                      <a:pt x="872" y="178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4" y="164"/>
                      <a:pt x="854" y="164"/>
                      <a:pt x="854" y="164"/>
                    </a:cubicBezTo>
                    <a:cubicBezTo>
                      <a:pt x="853" y="163"/>
                      <a:pt x="853" y="163"/>
                      <a:pt x="853" y="163"/>
                    </a:cubicBezTo>
                    <a:cubicBezTo>
                      <a:pt x="849" y="160"/>
                      <a:pt x="849" y="160"/>
                      <a:pt x="849" y="160"/>
                    </a:cubicBezTo>
                    <a:cubicBezTo>
                      <a:pt x="848" y="160"/>
                      <a:pt x="848" y="160"/>
                      <a:pt x="848" y="160"/>
                    </a:cubicBezTo>
                    <a:cubicBezTo>
                      <a:pt x="844" y="157"/>
                      <a:pt x="844" y="157"/>
                      <a:pt x="844" y="157"/>
                    </a:cubicBezTo>
                    <a:cubicBezTo>
                      <a:pt x="843" y="156"/>
                      <a:pt x="843" y="156"/>
                      <a:pt x="843" y="156"/>
                    </a:cubicBezTo>
                    <a:cubicBezTo>
                      <a:pt x="839" y="154"/>
                      <a:pt x="839" y="154"/>
                      <a:pt x="839" y="154"/>
                    </a:cubicBezTo>
                    <a:cubicBezTo>
                      <a:pt x="838" y="153"/>
                      <a:pt x="838" y="153"/>
                      <a:pt x="838" y="153"/>
                    </a:cubicBezTo>
                    <a:cubicBezTo>
                      <a:pt x="835" y="150"/>
                      <a:pt x="835" y="150"/>
                      <a:pt x="835" y="150"/>
                    </a:cubicBezTo>
                    <a:cubicBezTo>
                      <a:pt x="833" y="149"/>
                      <a:pt x="833" y="149"/>
                      <a:pt x="833" y="149"/>
                    </a:cubicBezTo>
                    <a:cubicBezTo>
                      <a:pt x="829" y="147"/>
                      <a:pt x="829" y="147"/>
                      <a:pt x="829" y="147"/>
                    </a:cubicBezTo>
                    <a:cubicBezTo>
                      <a:pt x="829" y="146"/>
                      <a:pt x="829" y="146"/>
                      <a:pt x="829" y="146"/>
                    </a:cubicBezTo>
                    <a:cubicBezTo>
                      <a:pt x="814" y="136"/>
                      <a:pt x="814" y="136"/>
                      <a:pt x="814" y="136"/>
                    </a:cubicBezTo>
                    <a:cubicBezTo>
                      <a:pt x="813" y="136"/>
                      <a:pt x="813" y="136"/>
                      <a:pt x="813" y="136"/>
                    </a:cubicBezTo>
                    <a:cubicBezTo>
                      <a:pt x="809" y="133"/>
                      <a:pt x="809" y="133"/>
                      <a:pt x="809" y="133"/>
                    </a:cubicBezTo>
                    <a:cubicBezTo>
                      <a:pt x="808" y="132"/>
                      <a:pt x="808" y="132"/>
                      <a:pt x="808" y="132"/>
                    </a:cubicBezTo>
                    <a:cubicBezTo>
                      <a:pt x="804" y="130"/>
                      <a:pt x="804" y="130"/>
                      <a:pt x="804" y="130"/>
                    </a:cubicBezTo>
                    <a:cubicBezTo>
                      <a:pt x="803" y="129"/>
                      <a:pt x="803" y="129"/>
                      <a:pt x="803" y="129"/>
                    </a:cubicBezTo>
                    <a:cubicBezTo>
                      <a:pt x="799" y="127"/>
                      <a:pt x="799" y="127"/>
                      <a:pt x="799" y="127"/>
                    </a:cubicBezTo>
                    <a:cubicBezTo>
                      <a:pt x="798" y="126"/>
                      <a:pt x="798" y="126"/>
                      <a:pt x="798" y="126"/>
                    </a:cubicBezTo>
                    <a:cubicBezTo>
                      <a:pt x="794" y="124"/>
                      <a:pt x="794" y="124"/>
                      <a:pt x="794" y="124"/>
                    </a:cubicBezTo>
                    <a:cubicBezTo>
                      <a:pt x="793" y="123"/>
                      <a:pt x="793" y="123"/>
                      <a:pt x="793" y="123"/>
                    </a:cubicBezTo>
                    <a:cubicBezTo>
                      <a:pt x="789" y="121"/>
                      <a:pt x="789" y="121"/>
                      <a:pt x="789" y="121"/>
                    </a:cubicBezTo>
                    <a:cubicBezTo>
                      <a:pt x="788" y="120"/>
                      <a:pt x="788" y="120"/>
                      <a:pt x="788" y="120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68" y="108"/>
                      <a:pt x="768" y="108"/>
                      <a:pt x="768" y="108"/>
                    </a:cubicBezTo>
                    <a:cubicBezTo>
                      <a:pt x="767" y="108"/>
                      <a:pt x="767" y="108"/>
                      <a:pt x="767" y="108"/>
                    </a:cubicBezTo>
                    <a:cubicBezTo>
                      <a:pt x="763" y="105"/>
                      <a:pt x="763" y="105"/>
                      <a:pt x="763" y="105"/>
                    </a:cubicBezTo>
                    <a:cubicBezTo>
                      <a:pt x="762" y="104"/>
                      <a:pt x="762" y="104"/>
                      <a:pt x="762" y="104"/>
                    </a:cubicBezTo>
                    <a:cubicBezTo>
                      <a:pt x="758" y="102"/>
                      <a:pt x="758" y="102"/>
                      <a:pt x="758" y="102"/>
                    </a:cubicBezTo>
                    <a:cubicBezTo>
                      <a:pt x="756" y="102"/>
                      <a:pt x="756" y="102"/>
                      <a:pt x="756" y="102"/>
                    </a:cubicBezTo>
                    <a:cubicBezTo>
                      <a:pt x="753" y="99"/>
                      <a:pt x="753" y="99"/>
                      <a:pt x="753" y="99"/>
                    </a:cubicBezTo>
                    <a:cubicBezTo>
                      <a:pt x="751" y="99"/>
                      <a:pt x="751" y="99"/>
                      <a:pt x="751" y="99"/>
                    </a:cubicBezTo>
                    <a:cubicBezTo>
                      <a:pt x="747" y="97"/>
                      <a:pt x="747" y="97"/>
                      <a:pt x="747" y="97"/>
                    </a:cubicBezTo>
                    <a:cubicBezTo>
                      <a:pt x="746" y="96"/>
                      <a:pt x="746" y="96"/>
                      <a:pt x="746" y="96"/>
                    </a:cubicBezTo>
                    <a:cubicBezTo>
                      <a:pt x="742" y="94"/>
                      <a:pt x="742" y="94"/>
                      <a:pt x="742" y="94"/>
                    </a:cubicBezTo>
                    <a:cubicBezTo>
                      <a:pt x="741" y="93"/>
                      <a:pt x="741" y="93"/>
                      <a:pt x="741" y="93"/>
                    </a:cubicBezTo>
                    <a:cubicBezTo>
                      <a:pt x="734" y="90"/>
                      <a:pt x="727" y="86"/>
                      <a:pt x="720" y="82"/>
                    </a:cubicBezTo>
                    <a:cubicBezTo>
                      <a:pt x="719" y="82"/>
                      <a:pt x="719" y="82"/>
                      <a:pt x="719" y="82"/>
                    </a:cubicBezTo>
                    <a:cubicBezTo>
                      <a:pt x="714" y="80"/>
                      <a:pt x="714" y="80"/>
                      <a:pt x="714" y="80"/>
                    </a:cubicBezTo>
                    <a:cubicBezTo>
                      <a:pt x="713" y="79"/>
                      <a:pt x="713" y="79"/>
                      <a:pt x="713" y="79"/>
                    </a:cubicBezTo>
                    <a:cubicBezTo>
                      <a:pt x="709" y="77"/>
                      <a:pt x="709" y="77"/>
                      <a:pt x="709" y="77"/>
                    </a:cubicBezTo>
                    <a:cubicBezTo>
                      <a:pt x="708" y="77"/>
                      <a:pt x="708" y="77"/>
                      <a:pt x="708" y="77"/>
                    </a:cubicBezTo>
                    <a:cubicBezTo>
                      <a:pt x="704" y="75"/>
                      <a:pt x="704" y="75"/>
                      <a:pt x="704" y="75"/>
                    </a:cubicBezTo>
                    <a:cubicBezTo>
                      <a:pt x="703" y="74"/>
                      <a:pt x="703" y="74"/>
                      <a:pt x="703" y="74"/>
                    </a:cubicBezTo>
                    <a:cubicBezTo>
                      <a:pt x="698" y="72"/>
                      <a:pt x="698" y="72"/>
                      <a:pt x="698" y="72"/>
                    </a:cubicBezTo>
                    <a:cubicBezTo>
                      <a:pt x="697" y="72"/>
                      <a:pt x="697" y="72"/>
                      <a:pt x="697" y="72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87" y="67"/>
                      <a:pt x="681" y="64"/>
                      <a:pt x="675" y="62"/>
                    </a:cubicBezTo>
                    <a:cubicBezTo>
                      <a:pt x="675" y="62"/>
                      <a:pt x="675" y="62"/>
                      <a:pt x="675" y="62"/>
                    </a:cubicBezTo>
                    <a:cubicBezTo>
                      <a:pt x="670" y="60"/>
                      <a:pt x="670" y="60"/>
                      <a:pt x="670" y="60"/>
                    </a:cubicBezTo>
                    <a:cubicBezTo>
                      <a:pt x="669" y="59"/>
                      <a:pt x="669" y="59"/>
                      <a:pt x="669" y="59"/>
                    </a:cubicBezTo>
                    <a:cubicBezTo>
                      <a:pt x="665" y="57"/>
                      <a:pt x="665" y="57"/>
                      <a:pt x="665" y="57"/>
                    </a:cubicBezTo>
                    <a:cubicBezTo>
                      <a:pt x="664" y="57"/>
                      <a:pt x="664" y="57"/>
                      <a:pt x="664" y="57"/>
                    </a:cubicBezTo>
                    <a:cubicBezTo>
                      <a:pt x="659" y="55"/>
                      <a:pt x="659" y="55"/>
                      <a:pt x="659" y="55"/>
                    </a:cubicBezTo>
                    <a:cubicBezTo>
                      <a:pt x="658" y="55"/>
                      <a:pt x="658" y="55"/>
                      <a:pt x="658" y="55"/>
                    </a:cubicBezTo>
                    <a:cubicBezTo>
                      <a:pt x="654" y="53"/>
                      <a:pt x="654" y="53"/>
                      <a:pt x="654" y="53"/>
                    </a:cubicBezTo>
                    <a:cubicBezTo>
                      <a:pt x="653" y="52"/>
                      <a:pt x="653" y="52"/>
                      <a:pt x="653" y="52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38" y="47"/>
                      <a:pt x="628" y="43"/>
                      <a:pt x="619" y="40"/>
                    </a:cubicBezTo>
                    <a:cubicBezTo>
                      <a:pt x="618" y="40"/>
                      <a:pt x="618" y="40"/>
                      <a:pt x="618" y="40"/>
                    </a:cubicBezTo>
                    <a:cubicBezTo>
                      <a:pt x="613" y="38"/>
                      <a:pt x="613" y="38"/>
                      <a:pt x="613" y="38"/>
                    </a:cubicBezTo>
                    <a:cubicBezTo>
                      <a:pt x="612" y="38"/>
                      <a:pt x="612" y="38"/>
                      <a:pt x="612" y="38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2" y="34"/>
                      <a:pt x="602" y="34"/>
                      <a:pt x="602" y="34"/>
                    </a:cubicBezTo>
                    <a:cubicBezTo>
                      <a:pt x="601" y="34"/>
                      <a:pt x="601" y="34"/>
                      <a:pt x="601" y="34"/>
                    </a:cubicBezTo>
                    <a:cubicBezTo>
                      <a:pt x="596" y="32"/>
                      <a:pt x="596" y="32"/>
                      <a:pt x="596" y="32"/>
                    </a:cubicBezTo>
                    <a:cubicBezTo>
                      <a:pt x="595" y="32"/>
                      <a:pt x="595" y="32"/>
                      <a:pt x="595" y="32"/>
                    </a:cubicBezTo>
                    <a:cubicBezTo>
                      <a:pt x="587" y="29"/>
                      <a:pt x="580" y="27"/>
                      <a:pt x="572" y="25"/>
                    </a:cubicBezTo>
                    <a:cubicBezTo>
                      <a:pt x="571" y="25"/>
                      <a:pt x="571" y="25"/>
                      <a:pt x="571" y="25"/>
                    </a:cubicBezTo>
                    <a:cubicBezTo>
                      <a:pt x="566" y="23"/>
                      <a:pt x="566" y="23"/>
                      <a:pt x="566" y="23"/>
                    </a:cubicBezTo>
                    <a:cubicBezTo>
                      <a:pt x="565" y="23"/>
                      <a:pt x="565" y="23"/>
                      <a:pt x="565" y="23"/>
                    </a:cubicBezTo>
                    <a:cubicBezTo>
                      <a:pt x="560" y="22"/>
                      <a:pt x="560" y="22"/>
                      <a:pt x="560" y="22"/>
                    </a:cubicBezTo>
                    <a:cubicBezTo>
                      <a:pt x="559" y="21"/>
                      <a:pt x="559" y="21"/>
                      <a:pt x="559" y="21"/>
                    </a:cubicBezTo>
                    <a:cubicBezTo>
                      <a:pt x="555" y="20"/>
                      <a:pt x="555" y="20"/>
                      <a:pt x="555" y="20"/>
                    </a:cubicBezTo>
                    <a:cubicBezTo>
                      <a:pt x="553" y="20"/>
                      <a:pt x="553" y="20"/>
                      <a:pt x="553" y="20"/>
                    </a:cubicBezTo>
                    <a:cubicBezTo>
                      <a:pt x="549" y="18"/>
                      <a:pt x="549" y="18"/>
                      <a:pt x="549" y="18"/>
                    </a:cubicBezTo>
                    <a:cubicBezTo>
                      <a:pt x="548" y="18"/>
                      <a:pt x="548" y="18"/>
                      <a:pt x="548" y="18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0" y="14"/>
                      <a:pt x="524" y="12"/>
                      <a:pt x="518" y="11"/>
                    </a:cubicBezTo>
                    <a:cubicBezTo>
                      <a:pt x="517" y="11"/>
                      <a:pt x="517" y="11"/>
                      <a:pt x="517" y="11"/>
                    </a:cubicBezTo>
                    <a:cubicBezTo>
                      <a:pt x="512" y="10"/>
                      <a:pt x="512" y="10"/>
                      <a:pt x="512" y="10"/>
                    </a:cubicBezTo>
                    <a:cubicBezTo>
                      <a:pt x="511" y="9"/>
                      <a:pt x="511" y="9"/>
                      <a:pt x="511" y="9"/>
                    </a:cubicBezTo>
                    <a:cubicBezTo>
                      <a:pt x="506" y="8"/>
                      <a:pt x="506" y="8"/>
                      <a:pt x="506" y="8"/>
                    </a:cubicBezTo>
                    <a:cubicBezTo>
                      <a:pt x="505" y="8"/>
                      <a:pt x="505" y="8"/>
                      <a:pt x="505" y="8"/>
                    </a:cubicBezTo>
                    <a:cubicBezTo>
                      <a:pt x="501" y="7"/>
                      <a:pt x="501" y="7"/>
                      <a:pt x="501" y="7"/>
                    </a:cubicBezTo>
                    <a:cubicBezTo>
                      <a:pt x="499" y="7"/>
                      <a:pt x="499" y="7"/>
                      <a:pt x="499" y="7"/>
                    </a:cubicBezTo>
                    <a:cubicBezTo>
                      <a:pt x="495" y="6"/>
                      <a:pt x="495" y="6"/>
                      <a:pt x="495" y="6"/>
                    </a:cubicBezTo>
                    <a:cubicBezTo>
                      <a:pt x="493" y="6"/>
                      <a:pt x="493" y="6"/>
                      <a:pt x="493" y="6"/>
                    </a:cubicBezTo>
                    <a:cubicBezTo>
                      <a:pt x="489" y="5"/>
                      <a:pt x="489" y="5"/>
                      <a:pt x="489" y="5"/>
                    </a:cubicBezTo>
                    <a:cubicBezTo>
                      <a:pt x="487" y="4"/>
                      <a:pt x="487" y="4"/>
                      <a:pt x="487" y="4"/>
                    </a:cubicBezTo>
                    <a:cubicBezTo>
                      <a:pt x="482" y="4"/>
                      <a:pt x="482" y="4"/>
                      <a:pt x="482" y="4"/>
                    </a:cubicBezTo>
                    <a:cubicBezTo>
                      <a:pt x="481" y="3"/>
                      <a:pt x="481" y="3"/>
                      <a:pt x="481" y="3"/>
                    </a:cubicBezTo>
                    <a:cubicBezTo>
                      <a:pt x="475" y="2"/>
                      <a:pt x="475" y="2"/>
                      <a:pt x="475" y="2"/>
                    </a:cubicBezTo>
                    <a:cubicBezTo>
                      <a:pt x="474" y="2"/>
                      <a:pt x="474" y="2"/>
                      <a:pt x="474" y="2"/>
                    </a:cubicBezTo>
                    <a:cubicBezTo>
                      <a:pt x="462" y="1"/>
                      <a:pt x="450" y="1"/>
                      <a:pt x="438" y="1"/>
                    </a:cubicBezTo>
                    <a:cubicBezTo>
                      <a:pt x="432" y="0"/>
                      <a:pt x="426" y="0"/>
                      <a:pt x="420" y="0"/>
                    </a:cubicBezTo>
                    <a:cubicBezTo>
                      <a:pt x="283" y="0"/>
                      <a:pt x="155" y="38"/>
                      <a:pt x="71" y="118"/>
                    </a:cubicBezTo>
                  </a:path>
                </a:pathLst>
              </a:cu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04735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Select="1"/>
          </p:cNvSpPr>
          <p:nvPr>
            <p:ph type="ctrTitle" hasCustomPrompt="1"/>
          </p:nvPr>
        </p:nvSpPr>
        <p:spPr bwMode="gray">
          <a:xfrm>
            <a:off x="455557" y="292481"/>
            <a:ext cx="11230538" cy="1966088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4800"/>
            </a:lvl1pPr>
          </a:lstStyle>
          <a:p>
            <a:r>
              <a:rPr lang="en-GB" noProof="1"/>
              <a:t>Chapter Title</a:t>
            </a:r>
          </a:p>
        </p:txBody>
      </p:sp>
      <p:sp>
        <p:nvSpPr>
          <p:cNvPr id="4" name="Tijdelijke aanduiding voor dianummer 3"/>
          <p:cNvSpPr>
            <a:spLocks noGrp="1" noSelect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1336C48C-F87C-4E4B-81EF-5027B17D1F61}" type="slidenum">
              <a:rPr lang="en-GB" noProof="1" smtClean="0"/>
              <a:pPr/>
              <a:t>‹Nº›</a:t>
            </a:fld>
            <a:endParaRPr lang="en-GB" noProof="1"/>
          </a:p>
        </p:txBody>
      </p:sp>
      <p:grpSp>
        <p:nvGrpSpPr>
          <p:cNvPr id="20" name="Group 4"/>
          <p:cNvGrpSpPr>
            <a:grpSpLocks noSelect="1" noChangeAspect="1"/>
          </p:cNvGrpSpPr>
          <p:nvPr userDrawn="1"/>
        </p:nvGrpSpPr>
        <p:grpSpPr bwMode="gray">
          <a:xfrm>
            <a:off x="380952" y="5843380"/>
            <a:ext cx="11424279" cy="12703"/>
            <a:chOff x="180" y="2760"/>
            <a:chExt cx="5398" cy="6"/>
          </a:xfrm>
        </p:grpSpPr>
        <p:sp>
          <p:nvSpPr>
            <p:cNvPr id="21" name="Freeform 6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2" name="Rectangle 9"/>
            <p:cNvSpPr>
              <a:spLocks noSelect="1" noChangeArrowheads="1"/>
            </p:cNvSpPr>
            <p:nvPr/>
          </p:nvSpPr>
          <p:spPr bwMode="gray">
            <a:xfrm>
              <a:off x="180" y="2760"/>
              <a:ext cx="5398" cy="6"/>
            </a:xfrm>
            <a:prstGeom prst="rect">
              <a:avLst/>
            </a:prstGeom>
            <a:solidFill>
              <a:srgbClr val="EA650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32" name="Freeform 10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grpSp>
        <p:nvGrpSpPr>
          <p:cNvPr id="23" name="Group 4"/>
          <p:cNvGrpSpPr>
            <a:grpSpLocks noSelect="1" noChangeAspect="1"/>
          </p:cNvGrpSpPr>
          <p:nvPr userDrawn="1"/>
        </p:nvGrpSpPr>
        <p:grpSpPr bwMode="gray">
          <a:xfrm>
            <a:off x="985838" y="6148406"/>
            <a:ext cx="1103313" cy="336551"/>
            <a:chOff x="621" y="3873"/>
            <a:chExt cx="695" cy="212"/>
          </a:xfrm>
        </p:grpSpPr>
        <p:sp>
          <p:nvSpPr>
            <p:cNvPr id="24" name="Freeform 5"/>
            <p:cNvSpPr>
              <a:spLocks noSelect="1"/>
            </p:cNvSpPr>
            <p:nvPr userDrawn="1"/>
          </p:nvSpPr>
          <p:spPr bwMode="gray">
            <a:xfrm>
              <a:off x="621" y="3873"/>
              <a:ext cx="515" cy="93"/>
            </a:xfrm>
            <a:custGeom>
              <a:avLst/>
              <a:gdLst/>
              <a:ahLst/>
              <a:cxnLst>
                <a:cxn ang="0">
                  <a:pos x="1955" y="422"/>
                </a:cxn>
                <a:cxn ang="0">
                  <a:pos x="1849" y="422"/>
                </a:cxn>
                <a:cxn ang="0">
                  <a:pos x="1738" y="576"/>
                </a:cxn>
                <a:cxn ang="0">
                  <a:pos x="103" y="639"/>
                </a:cxn>
                <a:cxn ang="0">
                  <a:pos x="287" y="374"/>
                </a:cxn>
                <a:cxn ang="0">
                  <a:pos x="377" y="653"/>
                </a:cxn>
                <a:cxn ang="0">
                  <a:pos x="234" y="182"/>
                </a:cxn>
                <a:cxn ang="0">
                  <a:pos x="79" y="193"/>
                </a:cxn>
                <a:cxn ang="0">
                  <a:pos x="0" y="639"/>
                </a:cxn>
                <a:cxn ang="0">
                  <a:pos x="2133" y="653"/>
                </a:cxn>
                <a:cxn ang="0">
                  <a:pos x="2249" y="276"/>
                </a:cxn>
                <a:cxn ang="0">
                  <a:pos x="2344" y="653"/>
                </a:cxn>
                <a:cxn ang="0">
                  <a:pos x="2434" y="359"/>
                </a:cxn>
                <a:cxn ang="0">
                  <a:pos x="2136" y="206"/>
                </a:cxn>
                <a:cxn ang="0">
                  <a:pos x="2044" y="206"/>
                </a:cxn>
                <a:cxn ang="0">
                  <a:pos x="2133" y="653"/>
                </a:cxn>
                <a:cxn ang="0">
                  <a:pos x="786" y="427"/>
                </a:cxn>
                <a:cxn ang="0">
                  <a:pos x="688" y="269"/>
                </a:cxn>
                <a:cxn ang="0">
                  <a:pos x="668" y="664"/>
                </a:cxn>
                <a:cxn ang="0">
                  <a:pos x="812" y="652"/>
                </a:cxn>
                <a:cxn ang="0">
                  <a:pos x="889" y="206"/>
                </a:cxn>
                <a:cxn ang="0">
                  <a:pos x="803" y="206"/>
                </a:cxn>
                <a:cxn ang="0">
                  <a:pos x="2733" y="269"/>
                </a:cxn>
                <a:cxn ang="0">
                  <a:pos x="2734" y="576"/>
                </a:cxn>
                <a:cxn ang="0">
                  <a:pos x="2713" y="182"/>
                </a:cxn>
                <a:cxn ang="0">
                  <a:pos x="2836" y="593"/>
                </a:cxn>
                <a:cxn ang="0">
                  <a:pos x="2921" y="652"/>
                </a:cxn>
                <a:cxn ang="0">
                  <a:pos x="2921" y="193"/>
                </a:cxn>
                <a:cxn ang="0">
                  <a:pos x="2842" y="247"/>
                </a:cxn>
                <a:cxn ang="0">
                  <a:pos x="1324" y="214"/>
                </a:cxn>
                <a:cxn ang="0">
                  <a:pos x="1414" y="653"/>
                </a:cxn>
                <a:cxn ang="0">
                  <a:pos x="1414" y="193"/>
                </a:cxn>
                <a:cxn ang="0">
                  <a:pos x="3045" y="22"/>
                </a:cxn>
                <a:cxn ang="0">
                  <a:pos x="3135" y="653"/>
                </a:cxn>
                <a:cxn ang="0">
                  <a:pos x="3135" y="2"/>
                </a:cxn>
                <a:cxn ang="0">
                  <a:pos x="1375" y="12"/>
                </a:cxn>
                <a:cxn ang="0">
                  <a:pos x="1436" y="73"/>
                </a:cxn>
                <a:cxn ang="0">
                  <a:pos x="1154" y="578"/>
                </a:cxn>
                <a:cxn ang="0">
                  <a:pos x="1207" y="276"/>
                </a:cxn>
                <a:cxn ang="0">
                  <a:pos x="1207" y="193"/>
                </a:cxn>
                <a:cxn ang="0">
                  <a:pos x="1097" y="57"/>
                </a:cxn>
                <a:cxn ang="0">
                  <a:pos x="1007" y="535"/>
                </a:cxn>
                <a:cxn ang="0">
                  <a:pos x="1227" y="635"/>
                </a:cxn>
                <a:cxn ang="0">
                  <a:pos x="3450" y="267"/>
                </a:cxn>
                <a:cxn ang="0">
                  <a:pos x="3458" y="664"/>
                </a:cxn>
                <a:cxn ang="0">
                  <a:pos x="3603" y="555"/>
                </a:cxn>
                <a:cxn ang="0">
                  <a:pos x="3346" y="460"/>
                </a:cxn>
                <a:cxn ang="0">
                  <a:pos x="3657" y="420"/>
                </a:cxn>
                <a:cxn ang="0">
                  <a:pos x="3458" y="664"/>
                </a:cxn>
              </a:cxnLst>
              <a:rect l="0" t="0" r="r" b="b"/>
              <a:pathLst>
                <a:path w="3657" h="664">
                  <a:moveTo>
                    <a:pt x="1517" y="422"/>
                  </a:moveTo>
                  <a:cubicBezTo>
                    <a:pt x="1517" y="287"/>
                    <a:pt x="1600" y="182"/>
                    <a:pt x="1736" y="182"/>
                  </a:cubicBezTo>
                  <a:cubicBezTo>
                    <a:pt x="1874" y="182"/>
                    <a:pt x="1955" y="286"/>
                    <a:pt x="1955" y="422"/>
                  </a:cubicBezTo>
                  <a:cubicBezTo>
                    <a:pt x="1955" y="564"/>
                    <a:pt x="1867" y="664"/>
                    <a:pt x="1735" y="664"/>
                  </a:cubicBezTo>
                  <a:cubicBezTo>
                    <a:pt x="1603" y="664"/>
                    <a:pt x="1517" y="564"/>
                    <a:pt x="1517" y="422"/>
                  </a:cubicBezTo>
                  <a:moveTo>
                    <a:pt x="1849" y="422"/>
                  </a:moveTo>
                  <a:cubicBezTo>
                    <a:pt x="1849" y="331"/>
                    <a:pt x="1804" y="270"/>
                    <a:pt x="1736" y="269"/>
                  </a:cubicBezTo>
                  <a:cubicBezTo>
                    <a:pt x="1666" y="270"/>
                    <a:pt x="1624" y="333"/>
                    <a:pt x="1624" y="422"/>
                  </a:cubicBezTo>
                  <a:cubicBezTo>
                    <a:pt x="1624" y="503"/>
                    <a:pt x="1661" y="576"/>
                    <a:pt x="1738" y="576"/>
                  </a:cubicBezTo>
                  <a:cubicBezTo>
                    <a:pt x="1806" y="576"/>
                    <a:pt x="1849" y="513"/>
                    <a:pt x="1849" y="422"/>
                  </a:cubicBezTo>
                  <a:moveTo>
                    <a:pt x="90" y="653"/>
                  </a:moveTo>
                  <a:cubicBezTo>
                    <a:pt x="97" y="653"/>
                    <a:pt x="103" y="647"/>
                    <a:pt x="103" y="639"/>
                  </a:cubicBezTo>
                  <a:cubicBezTo>
                    <a:pt x="103" y="410"/>
                    <a:pt x="103" y="410"/>
                    <a:pt x="103" y="410"/>
                  </a:cubicBezTo>
                  <a:cubicBezTo>
                    <a:pt x="103" y="322"/>
                    <a:pt x="152" y="276"/>
                    <a:pt x="206" y="276"/>
                  </a:cubicBezTo>
                  <a:cubicBezTo>
                    <a:pt x="247" y="276"/>
                    <a:pt x="287" y="299"/>
                    <a:pt x="287" y="374"/>
                  </a:cubicBezTo>
                  <a:cubicBezTo>
                    <a:pt x="287" y="639"/>
                    <a:pt x="287" y="639"/>
                    <a:pt x="287" y="639"/>
                  </a:cubicBezTo>
                  <a:cubicBezTo>
                    <a:pt x="287" y="647"/>
                    <a:pt x="293" y="653"/>
                    <a:pt x="300" y="653"/>
                  </a:cubicBezTo>
                  <a:cubicBezTo>
                    <a:pt x="377" y="653"/>
                    <a:pt x="377" y="653"/>
                    <a:pt x="377" y="653"/>
                  </a:cubicBezTo>
                  <a:cubicBezTo>
                    <a:pt x="384" y="653"/>
                    <a:pt x="390" y="647"/>
                    <a:pt x="390" y="639"/>
                  </a:cubicBezTo>
                  <a:cubicBezTo>
                    <a:pt x="390" y="359"/>
                    <a:pt x="390" y="359"/>
                    <a:pt x="390" y="359"/>
                  </a:cubicBezTo>
                  <a:cubicBezTo>
                    <a:pt x="390" y="234"/>
                    <a:pt x="321" y="182"/>
                    <a:pt x="234" y="182"/>
                  </a:cubicBezTo>
                  <a:cubicBezTo>
                    <a:pt x="178" y="182"/>
                    <a:pt x="127" y="215"/>
                    <a:pt x="96" y="252"/>
                  </a:cubicBezTo>
                  <a:cubicBezTo>
                    <a:pt x="92" y="206"/>
                    <a:pt x="92" y="206"/>
                    <a:pt x="92" y="206"/>
                  </a:cubicBezTo>
                  <a:cubicBezTo>
                    <a:pt x="91" y="199"/>
                    <a:pt x="85" y="193"/>
                    <a:pt x="79" y="193"/>
                  </a:cubicBezTo>
                  <a:cubicBezTo>
                    <a:pt x="13" y="193"/>
                    <a:pt x="13" y="193"/>
                    <a:pt x="13" y="193"/>
                  </a:cubicBezTo>
                  <a:cubicBezTo>
                    <a:pt x="6" y="193"/>
                    <a:pt x="0" y="199"/>
                    <a:pt x="0" y="206"/>
                  </a:cubicBezTo>
                  <a:cubicBezTo>
                    <a:pt x="0" y="639"/>
                    <a:pt x="0" y="639"/>
                    <a:pt x="0" y="639"/>
                  </a:cubicBezTo>
                  <a:cubicBezTo>
                    <a:pt x="0" y="647"/>
                    <a:pt x="6" y="653"/>
                    <a:pt x="13" y="653"/>
                  </a:cubicBezTo>
                  <a:lnTo>
                    <a:pt x="90" y="653"/>
                  </a:lnTo>
                  <a:close/>
                  <a:moveTo>
                    <a:pt x="2133" y="653"/>
                  </a:moveTo>
                  <a:cubicBezTo>
                    <a:pt x="2141" y="653"/>
                    <a:pt x="2147" y="647"/>
                    <a:pt x="2147" y="639"/>
                  </a:cubicBezTo>
                  <a:cubicBezTo>
                    <a:pt x="2147" y="410"/>
                    <a:pt x="2147" y="410"/>
                    <a:pt x="2147" y="410"/>
                  </a:cubicBezTo>
                  <a:cubicBezTo>
                    <a:pt x="2147" y="322"/>
                    <a:pt x="2196" y="276"/>
                    <a:pt x="2249" y="276"/>
                  </a:cubicBezTo>
                  <a:cubicBezTo>
                    <a:pt x="2291" y="276"/>
                    <a:pt x="2331" y="299"/>
                    <a:pt x="2331" y="374"/>
                  </a:cubicBezTo>
                  <a:cubicBezTo>
                    <a:pt x="2331" y="639"/>
                    <a:pt x="2331" y="639"/>
                    <a:pt x="2331" y="639"/>
                  </a:cubicBezTo>
                  <a:cubicBezTo>
                    <a:pt x="2331" y="647"/>
                    <a:pt x="2337" y="653"/>
                    <a:pt x="2344" y="653"/>
                  </a:cubicBezTo>
                  <a:cubicBezTo>
                    <a:pt x="2420" y="653"/>
                    <a:pt x="2420" y="653"/>
                    <a:pt x="2420" y="653"/>
                  </a:cubicBezTo>
                  <a:cubicBezTo>
                    <a:pt x="2428" y="653"/>
                    <a:pt x="2434" y="647"/>
                    <a:pt x="2434" y="639"/>
                  </a:cubicBezTo>
                  <a:cubicBezTo>
                    <a:pt x="2434" y="359"/>
                    <a:pt x="2434" y="359"/>
                    <a:pt x="2434" y="359"/>
                  </a:cubicBezTo>
                  <a:cubicBezTo>
                    <a:pt x="2434" y="234"/>
                    <a:pt x="2365" y="182"/>
                    <a:pt x="2278" y="182"/>
                  </a:cubicBezTo>
                  <a:cubicBezTo>
                    <a:pt x="2222" y="182"/>
                    <a:pt x="2170" y="215"/>
                    <a:pt x="2140" y="252"/>
                  </a:cubicBezTo>
                  <a:cubicBezTo>
                    <a:pt x="2136" y="206"/>
                    <a:pt x="2136" y="206"/>
                    <a:pt x="2136" y="206"/>
                  </a:cubicBezTo>
                  <a:cubicBezTo>
                    <a:pt x="2135" y="199"/>
                    <a:pt x="2129" y="193"/>
                    <a:pt x="2123" y="193"/>
                  </a:cubicBezTo>
                  <a:cubicBezTo>
                    <a:pt x="2057" y="193"/>
                    <a:pt x="2057" y="193"/>
                    <a:pt x="2057" y="193"/>
                  </a:cubicBezTo>
                  <a:cubicBezTo>
                    <a:pt x="2050" y="193"/>
                    <a:pt x="2044" y="199"/>
                    <a:pt x="2044" y="206"/>
                  </a:cubicBezTo>
                  <a:cubicBezTo>
                    <a:pt x="2044" y="639"/>
                    <a:pt x="2044" y="639"/>
                    <a:pt x="2044" y="639"/>
                  </a:cubicBezTo>
                  <a:cubicBezTo>
                    <a:pt x="2044" y="647"/>
                    <a:pt x="2050" y="653"/>
                    <a:pt x="2057" y="653"/>
                  </a:cubicBezTo>
                  <a:lnTo>
                    <a:pt x="2133" y="653"/>
                  </a:lnTo>
                  <a:close/>
                  <a:moveTo>
                    <a:pt x="688" y="269"/>
                  </a:moveTo>
                  <a:cubicBezTo>
                    <a:pt x="736" y="269"/>
                    <a:pt x="786" y="304"/>
                    <a:pt x="786" y="406"/>
                  </a:cubicBezTo>
                  <a:cubicBezTo>
                    <a:pt x="786" y="427"/>
                    <a:pt x="786" y="427"/>
                    <a:pt x="786" y="427"/>
                  </a:cubicBezTo>
                  <a:cubicBezTo>
                    <a:pt x="786" y="547"/>
                    <a:pt x="729" y="576"/>
                    <a:pt x="690" y="576"/>
                  </a:cubicBezTo>
                  <a:cubicBezTo>
                    <a:pt x="621" y="576"/>
                    <a:pt x="582" y="502"/>
                    <a:pt x="582" y="421"/>
                  </a:cubicBezTo>
                  <a:cubicBezTo>
                    <a:pt x="582" y="329"/>
                    <a:pt x="626" y="269"/>
                    <a:pt x="688" y="269"/>
                  </a:cubicBezTo>
                  <a:moveTo>
                    <a:pt x="669" y="182"/>
                  </a:moveTo>
                  <a:cubicBezTo>
                    <a:pt x="570" y="182"/>
                    <a:pt x="476" y="261"/>
                    <a:pt x="476" y="422"/>
                  </a:cubicBezTo>
                  <a:cubicBezTo>
                    <a:pt x="476" y="554"/>
                    <a:pt x="547" y="664"/>
                    <a:pt x="668" y="664"/>
                  </a:cubicBezTo>
                  <a:cubicBezTo>
                    <a:pt x="722" y="664"/>
                    <a:pt x="768" y="631"/>
                    <a:pt x="791" y="593"/>
                  </a:cubicBezTo>
                  <a:cubicBezTo>
                    <a:pt x="798" y="639"/>
                    <a:pt x="798" y="639"/>
                    <a:pt x="798" y="639"/>
                  </a:cubicBezTo>
                  <a:cubicBezTo>
                    <a:pt x="799" y="646"/>
                    <a:pt x="805" y="652"/>
                    <a:pt x="812" y="652"/>
                  </a:cubicBezTo>
                  <a:cubicBezTo>
                    <a:pt x="876" y="652"/>
                    <a:pt x="876" y="652"/>
                    <a:pt x="876" y="652"/>
                  </a:cubicBezTo>
                  <a:cubicBezTo>
                    <a:pt x="883" y="652"/>
                    <a:pt x="889" y="647"/>
                    <a:pt x="889" y="639"/>
                  </a:cubicBezTo>
                  <a:cubicBezTo>
                    <a:pt x="889" y="206"/>
                    <a:pt x="889" y="206"/>
                    <a:pt x="889" y="206"/>
                  </a:cubicBezTo>
                  <a:cubicBezTo>
                    <a:pt x="889" y="199"/>
                    <a:pt x="883" y="193"/>
                    <a:pt x="876" y="193"/>
                  </a:cubicBezTo>
                  <a:cubicBezTo>
                    <a:pt x="817" y="193"/>
                    <a:pt x="817" y="193"/>
                    <a:pt x="817" y="193"/>
                  </a:cubicBezTo>
                  <a:cubicBezTo>
                    <a:pt x="810" y="193"/>
                    <a:pt x="804" y="199"/>
                    <a:pt x="803" y="206"/>
                  </a:cubicBezTo>
                  <a:cubicBezTo>
                    <a:pt x="798" y="247"/>
                    <a:pt x="798" y="247"/>
                    <a:pt x="798" y="247"/>
                  </a:cubicBezTo>
                  <a:cubicBezTo>
                    <a:pt x="768" y="210"/>
                    <a:pt x="727" y="182"/>
                    <a:pt x="669" y="182"/>
                  </a:cubicBezTo>
                  <a:moveTo>
                    <a:pt x="2733" y="269"/>
                  </a:moveTo>
                  <a:cubicBezTo>
                    <a:pt x="2780" y="269"/>
                    <a:pt x="2830" y="304"/>
                    <a:pt x="2830" y="406"/>
                  </a:cubicBezTo>
                  <a:cubicBezTo>
                    <a:pt x="2830" y="427"/>
                    <a:pt x="2830" y="427"/>
                    <a:pt x="2830" y="427"/>
                  </a:cubicBezTo>
                  <a:cubicBezTo>
                    <a:pt x="2830" y="547"/>
                    <a:pt x="2773" y="576"/>
                    <a:pt x="2734" y="576"/>
                  </a:cubicBezTo>
                  <a:cubicBezTo>
                    <a:pt x="2665" y="576"/>
                    <a:pt x="2627" y="502"/>
                    <a:pt x="2627" y="421"/>
                  </a:cubicBezTo>
                  <a:cubicBezTo>
                    <a:pt x="2627" y="329"/>
                    <a:pt x="2670" y="269"/>
                    <a:pt x="2733" y="269"/>
                  </a:cubicBezTo>
                  <a:moveTo>
                    <a:pt x="2713" y="182"/>
                  </a:moveTo>
                  <a:cubicBezTo>
                    <a:pt x="2614" y="182"/>
                    <a:pt x="2520" y="261"/>
                    <a:pt x="2520" y="422"/>
                  </a:cubicBezTo>
                  <a:cubicBezTo>
                    <a:pt x="2520" y="554"/>
                    <a:pt x="2591" y="664"/>
                    <a:pt x="2713" y="664"/>
                  </a:cubicBezTo>
                  <a:cubicBezTo>
                    <a:pt x="2766" y="664"/>
                    <a:pt x="2813" y="631"/>
                    <a:pt x="2836" y="593"/>
                  </a:cubicBezTo>
                  <a:cubicBezTo>
                    <a:pt x="2843" y="639"/>
                    <a:pt x="2843" y="639"/>
                    <a:pt x="2843" y="639"/>
                  </a:cubicBezTo>
                  <a:cubicBezTo>
                    <a:pt x="2844" y="646"/>
                    <a:pt x="2850" y="652"/>
                    <a:pt x="2856" y="652"/>
                  </a:cubicBezTo>
                  <a:cubicBezTo>
                    <a:pt x="2921" y="652"/>
                    <a:pt x="2921" y="652"/>
                    <a:pt x="2921" y="652"/>
                  </a:cubicBezTo>
                  <a:cubicBezTo>
                    <a:pt x="2928" y="652"/>
                    <a:pt x="2934" y="647"/>
                    <a:pt x="2934" y="639"/>
                  </a:cubicBezTo>
                  <a:cubicBezTo>
                    <a:pt x="2934" y="206"/>
                    <a:pt x="2934" y="206"/>
                    <a:pt x="2934" y="206"/>
                  </a:cubicBezTo>
                  <a:cubicBezTo>
                    <a:pt x="2934" y="199"/>
                    <a:pt x="2928" y="193"/>
                    <a:pt x="2921" y="193"/>
                  </a:cubicBezTo>
                  <a:cubicBezTo>
                    <a:pt x="2861" y="193"/>
                    <a:pt x="2861" y="193"/>
                    <a:pt x="2861" y="193"/>
                  </a:cubicBezTo>
                  <a:cubicBezTo>
                    <a:pt x="2855" y="193"/>
                    <a:pt x="2849" y="199"/>
                    <a:pt x="2848" y="206"/>
                  </a:cubicBezTo>
                  <a:cubicBezTo>
                    <a:pt x="2842" y="247"/>
                    <a:pt x="2842" y="247"/>
                    <a:pt x="2842" y="247"/>
                  </a:cubicBezTo>
                  <a:cubicBezTo>
                    <a:pt x="2813" y="210"/>
                    <a:pt x="2771" y="182"/>
                    <a:pt x="2713" y="182"/>
                  </a:cubicBezTo>
                  <a:moveTo>
                    <a:pt x="1337" y="200"/>
                  </a:moveTo>
                  <a:cubicBezTo>
                    <a:pt x="1330" y="201"/>
                    <a:pt x="1324" y="206"/>
                    <a:pt x="1324" y="214"/>
                  </a:cubicBezTo>
                  <a:cubicBezTo>
                    <a:pt x="1324" y="639"/>
                    <a:pt x="1324" y="639"/>
                    <a:pt x="1324" y="639"/>
                  </a:cubicBezTo>
                  <a:cubicBezTo>
                    <a:pt x="1324" y="647"/>
                    <a:pt x="1330" y="653"/>
                    <a:pt x="1337" y="653"/>
                  </a:cubicBezTo>
                  <a:cubicBezTo>
                    <a:pt x="1414" y="653"/>
                    <a:pt x="1414" y="653"/>
                    <a:pt x="1414" y="653"/>
                  </a:cubicBezTo>
                  <a:cubicBezTo>
                    <a:pt x="1421" y="653"/>
                    <a:pt x="1427" y="647"/>
                    <a:pt x="1427" y="639"/>
                  </a:cubicBezTo>
                  <a:cubicBezTo>
                    <a:pt x="1427" y="206"/>
                    <a:pt x="1427" y="206"/>
                    <a:pt x="1427" y="206"/>
                  </a:cubicBezTo>
                  <a:cubicBezTo>
                    <a:pt x="1427" y="199"/>
                    <a:pt x="1421" y="192"/>
                    <a:pt x="1414" y="193"/>
                  </a:cubicBezTo>
                  <a:lnTo>
                    <a:pt x="1337" y="200"/>
                  </a:lnTo>
                  <a:close/>
                  <a:moveTo>
                    <a:pt x="3058" y="9"/>
                  </a:moveTo>
                  <a:cubicBezTo>
                    <a:pt x="3051" y="10"/>
                    <a:pt x="3045" y="15"/>
                    <a:pt x="3045" y="22"/>
                  </a:cubicBezTo>
                  <a:cubicBezTo>
                    <a:pt x="3045" y="639"/>
                    <a:pt x="3045" y="639"/>
                    <a:pt x="3045" y="639"/>
                  </a:cubicBezTo>
                  <a:cubicBezTo>
                    <a:pt x="3045" y="647"/>
                    <a:pt x="3051" y="653"/>
                    <a:pt x="3058" y="653"/>
                  </a:cubicBezTo>
                  <a:cubicBezTo>
                    <a:pt x="3135" y="653"/>
                    <a:pt x="3135" y="653"/>
                    <a:pt x="3135" y="653"/>
                  </a:cubicBezTo>
                  <a:cubicBezTo>
                    <a:pt x="3142" y="653"/>
                    <a:pt x="3148" y="647"/>
                    <a:pt x="3148" y="639"/>
                  </a:cubicBezTo>
                  <a:cubicBezTo>
                    <a:pt x="3148" y="15"/>
                    <a:pt x="3148" y="15"/>
                    <a:pt x="3148" y="15"/>
                  </a:cubicBezTo>
                  <a:cubicBezTo>
                    <a:pt x="3148" y="7"/>
                    <a:pt x="3142" y="0"/>
                    <a:pt x="3135" y="2"/>
                  </a:cubicBezTo>
                  <a:lnTo>
                    <a:pt x="3058" y="9"/>
                  </a:lnTo>
                  <a:close/>
                  <a:moveTo>
                    <a:pt x="1436" y="73"/>
                  </a:moveTo>
                  <a:cubicBezTo>
                    <a:pt x="1436" y="39"/>
                    <a:pt x="1409" y="12"/>
                    <a:pt x="1375" y="12"/>
                  </a:cubicBezTo>
                  <a:cubicBezTo>
                    <a:pt x="1342" y="12"/>
                    <a:pt x="1315" y="39"/>
                    <a:pt x="1315" y="73"/>
                  </a:cubicBezTo>
                  <a:cubicBezTo>
                    <a:pt x="1315" y="106"/>
                    <a:pt x="1342" y="133"/>
                    <a:pt x="1375" y="133"/>
                  </a:cubicBezTo>
                  <a:cubicBezTo>
                    <a:pt x="1409" y="133"/>
                    <a:pt x="1436" y="106"/>
                    <a:pt x="1436" y="73"/>
                  </a:cubicBezTo>
                  <a:moveTo>
                    <a:pt x="1219" y="578"/>
                  </a:moveTo>
                  <a:cubicBezTo>
                    <a:pt x="1217" y="568"/>
                    <a:pt x="1211" y="565"/>
                    <a:pt x="1199" y="570"/>
                  </a:cubicBezTo>
                  <a:cubicBezTo>
                    <a:pt x="1192" y="572"/>
                    <a:pt x="1169" y="578"/>
                    <a:pt x="1154" y="578"/>
                  </a:cubicBezTo>
                  <a:cubicBezTo>
                    <a:pt x="1124" y="578"/>
                    <a:pt x="1111" y="567"/>
                    <a:pt x="1110" y="524"/>
                  </a:cubicBezTo>
                  <a:cubicBezTo>
                    <a:pt x="1110" y="276"/>
                    <a:pt x="1110" y="276"/>
                    <a:pt x="1110" y="276"/>
                  </a:cubicBezTo>
                  <a:cubicBezTo>
                    <a:pt x="1207" y="276"/>
                    <a:pt x="1207" y="276"/>
                    <a:pt x="1207" y="276"/>
                  </a:cubicBezTo>
                  <a:cubicBezTo>
                    <a:pt x="1214" y="276"/>
                    <a:pt x="1220" y="270"/>
                    <a:pt x="1220" y="263"/>
                  </a:cubicBezTo>
                  <a:cubicBezTo>
                    <a:pt x="1220" y="206"/>
                    <a:pt x="1220" y="206"/>
                    <a:pt x="1220" y="206"/>
                  </a:cubicBezTo>
                  <a:cubicBezTo>
                    <a:pt x="1220" y="199"/>
                    <a:pt x="1214" y="193"/>
                    <a:pt x="1207" y="193"/>
                  </a:cubicBezTo>
                  <a:cubicBezTo>
                    <a:pt x="1110" y="193"/>
                    <a:pt x="1110" y="193"/>
                    <a:pt x="1110" y="193"/>
                  </a:cubicBezTo>
                  <a:cubicBezTo>
                    <a:pt x="1110" y="70"/>
                    <a:pt x="1110" y="70"/>
                    <a:pt x="1110" y="70"/>
                  </a:cubicBezTo>
                  <a:cubicBezTo>
                    <a:pt x="1110" y="62"/>
                    <a:pt x="1104" y="56"/>
                    <a:pt x="1097" y="57"/>
                  </a:cubicBezTo>
                  <a:cubicBezTo>
                    <a:pt x="1021" y="64"/>
                    <a:pt x="1021" y="64"/>
                    <a:pt x="1021" y="64"/>
                  </a:cubicBezTo>
                  <a:cubicBezTo>
                    <a:pt x="1013" y="65"/>
                    <a:pt x="1007" y="70"/>
                    <a:pt x="1007" y="77"/>
                  </a:cubicBezTo>
                  <a:cubicBezTo>
                    <a:pt x="1007" y="535"/>
                    <a:pt x="1007" y="535"/>
                    <a:pt x="1007" y="535"/>
                  </a:cubicBezTo>
                  <a:cubicBezTo>
                    <a:pt x="1007" y="610"/>
                    <a:pt x="1041" y="664"/>
                    <a:pt x="1132" y="664"/>
                  </a:cubicBezTo>
                  <a:cubicBezTo>
                    <a:pt x="1159" y="664"/>
                    <a:pt x="1193" y="659"/>
                    <a:pt x="1219" y="647"/>
                  </a:cubicBezTo>
                  <a:cubicBezTo>
                    <a:pt x="1224" y="645"/>
                    <a:pt x="1228" y="643"/>
                    <a:pt x="1227" y="635"/>
                  </a:cubicBezTo>
                  <a:lnTo>
                    <a:pt x="1219" y="578"/>
                  </a:lnTo>
                  <a:close/>
                  <a:moveTo>
                    <a:pt x="3346" y="384"/>
                  </a:moveTo>
                  <a:cubicBezTo>
                    <a:pt x="3354" y="331"/>
                    <a:pt x="3379" y="267"/>
                    <a:pt x="3450" y="267"/>
                  </a:cubicBezTo>
                  <a:cubicBezTo>
                    <a:pt x="3524" y="267"/>
                    <a:pt x="3549" y="326"/>
                    <a:pt x="3552" y="384"/>
                  </a:cubicBezTo>
                  <a:lnTo>
                    <a:pt x="3346" y="384"/>
                  </a:lnTo>
                  <a:close/>
                  <a:moveTo>
                    <a:pt x="3458" y="664"/>
                  </a:moveTo>
                  <a:cubicBezTo>
                    <a:pt x="3524" y="664"/>
                    <a:pt x="3577" y="647"/>
                    <a:pt x="3617" y="625"/>
                  </a:cubicBezTo>
                  <a:cubicBezTo>
                    <a:pt x="3624" y="621"/>
                    <a:pt x="3627" y="614"/>
                    <a:pt x="3624" y="607"/>
                  </a:cubicBezTo>
                  <a:cubicBezTo>
                    <a:pt x="3603" y="555"/>
                    <a:pt x="3603" y="555"/>
                    <a:pt x="3603" y="555"/>
                  </a:cubicBezTo>
                  <a:cubicBezTo>
                    <a:pt x="3600" y="548"/>
                    <a:pt x="3592" y="545"/>
                    <a:pt x="3585" y="548"/>
                  </a:cubicBezTo>
                  <a:cubicBezTo>
                    <a:pt x="3548" y="566"/>
                    <a:pt x="3509" y="576"/>
                    <a:pt x="3464" y="576"/>
                  </a:cubicBezTo>
                  <a:cubicBezTo>
                    <a:pt x="3388" y="576"/>
                    <a:pt x="3352" y="521"/>
                    <a:pt x="3346" y="460"/>
                  </a:cubicBezTo>
                  <a:cubicBezTo>
                    <a:pt x="3644" y="460"/>
                    <a:pt x="3644" y="460"/>
                    <a:pt x="3644" y="460"/>
                  </a:cubicBezTo>
                  <a:cubicBezTo>
                    <a:pt x="3651" y="460"/>
                    <a:pt x="3656" y="454"/>
                    <a:pt x="3657" y="446"/>
                  </a:cubicBezTo>
                  <a:cubicBezTo>
                    <a:pt x="3657" y="436"/>
                    <a:pt x="3657" y="429"/>
                    <a:pt x="3657" y="420"/>
                  </a:cubicBezTo>
                  <a:cubicBezTo>
                    <a:pt x="3657" y="306"/>
                    <a:pt x="3599" y="182"/>
                    <a:pt x="3451" y="182"/>
                  </a:cubicBezTo>
                  <a:cubicBezTo>
                    <a:pt x="3318" y="182"/>
                    <a:pt x="3238" y="285"/>
                    <a:pt x="3238" y="425"/>
                  </a:cubicBezTo>
                  <a:cubicBezTo>
                    <a:pt x="3238" y="569"/>
                    <a:pt x="3324" y="664"/>
                    <a:pt x="3458" y="664"/>
                  </a:cubicBezTo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5" name="Freeform 6"/>
            <p:cNvSpPr>
              <a:spLocks noSelect="1"/>
            </p:cNvSpPr>
            <p:nvPr/>
          </p:nvSpPr>
          <p:spPr bwMode="gray">
            <a:xfrm>
              <a:off x="621" y="3992"/>
              <a:ext cx="695" cy="93"/>
            </a:xfrm>
            <a:custGeom>
              <a:avLst/>
              <a:gdLst/>
              <a:ahLst/>
              <a:cxnLst>
                <a:cxn ang="0">
                  <a:pos x="13" y="193"/>
                </a:cxn>
                <a:cxn ang="0">
                  <a:pos x="234" y="182"/>
                </a:cxn>
                <a:cxn ang="0">
                  <a:pos x="300" y="653"/>
                </a:cxn>
                <a:cxn ang="0">
                  <a:pos x="103" y="410"/>
                </a:cxn>
                <a:cxn ang="0">
                  <a:pos x="2735" y="269"/>
                </a:cxn>
                <a:cxn ang="0">
                  <a:pos x="2832" y="406"/>
                </a:cxn>
                <a:cxn ang="0">
                  <a:pos x="2849" y="206"/>
                </a:cxn>
                <a:cxn ang="0">
                  <a:pos x="2935" y="640"/>
                </a:cxn>
                <a:cxn ang="0">
                  <a:pos x="2837" y="593"/>
                </a:cxn>
                <a:cxn ang="0">
                  <a:pos x="4643" y="653"/>
                </a:cxn>
                <a:cxn ang="0">
                  <a:pos x="4840" y="374"/>
                </a:cxn>
                <a:cxn ang="0">
                  <a:pos x="4943" y="640"/>
                </a:cxn>
                <a:cxn ang="0">
                  <a:pos x="4645" y="206"/>
                </a:cxn>
                <a:cxn ang="0">
                  <a:pos x="4553" y="640"/>
                </a:cxn>
                <a:cxn ang="0">
                  <a:pos x="3156" y="640"/>
                </a:cxn>
                <a:cxn ang="0">
                  <a:pos x="3341" y="640"/>
                </a:cxn>
                <a:cxn ang="0">
                  <a:pos x="3443" y="359"/>
                </a:cxn>
                <a:cxn ang="0">
                  <a:pos x="3132" y="193"/>
                </a:cxn>
                <a:cxn ang="0">
                  <a:pos x="3067" y="653"/>
                </a:cxn>
                <a:cxn ang="0">
                  <a:pos x="2331" y="640"/>
                </a:cxn>
                <a:cxn ang="0">
                  <a:pos x="2434" y="15"/>
                </a:cxn>
                <a:cxn ang="0">
                  <a:pos x="691" y="267"/>
                </a:cxn>
                <a:cxn ang="0">
                  <a:pos x="479" y="425"/>
                </a:cxn>
                <a:cxn ang="0">
                  <a:pos x="884" y="460"/>
                </a:cxn>
                <a:cxn ang="0">
                  <a:pos x="843" y="555"/>
                </a:cxn>
                <a:cxn ang="0">
                  <a:pos x="1803" y="384"/>
                </a:cxn>
                <a:cxn ang="0">
                  <a:pos x="1709" y="664"/>
                </a:cxn>
                <a:cxn ang="0">
                  <a:pos x="1907" y="447"/>
                </a:cxn>
                <a:cxn ang="0">
                  <a:pos x="1836" y="548"/>
                </a:cxn>
                <a:cxn ang="0">
                  <a:pos x="1709" y="664"/>
                </a:cxn>
                <a:cxn ang="0">
                  <a:pos x="1380" y="653"/>
                </a:cxn>
                <a:cxn ang="0">
                  <a:pos x="1164" y="664"/>
                </a:cxn>
                <a:cxn ang="0">
                  <a:pos x="1291" y="23"/>
                </a:cxn>
                <a:cxn ang="0">
                  <a:pos x="1184" y="269"/>
                </a:cxn>
                <a:cxn ang="0">
                  <a:pos x="1291" y="406"/>
                </a:cxn>
                <a:cxn ang="0">
                  <a:pos x="4359" y="384"/>
                </a:cxn>
                <a:cxn ang="0">
                  <a:pos x="4464" y="420"/>
                </a:cxn>
                <a:cxn ang="0">
                  <a:pos x="4271" y="576"/>
                </a:cxn>
                <a:cxn ang="0">
                  <a:pos x="4425" y="625"/>
                </a:cxn>
                <a:cxn ang="0">
                  <a:pos x="3955" y="640"/>
                </a:cxn>
                <a:cxn ang="0">
                  <a:pos x="3858" y="593"/>
                </a:cxn>
                <a:cxn ang="0">
                  <a:pos x="3852" y="233"/>
                </a:cxn>
                <a:cxn ang="0">
                  <a:pos x="3853" y="406"/>
                </a:cxn>
                <a:cxn ang="0">
                  <a:pos x="3853" y="427"/>
                </a:cxn>
                <a:cxn ang="0">
                  <a:pos x="2094" y="252"/>
                </a:cxn>
                <a:cxn ang="0">
                  <a:pos x="1998" y="206"/>
                </a:cxn>
                <a:cxn ang="0">
                  <a:pos x="2101" y="640"/>
                </a:cxn>
                <a:cxn ang="0">
                  <a:pos x="2248" y="276"/>
                </a:cxn>
              </a:cxnLst>
              <a:rect l="0" t="0" r="r" b="b"/>
              <a:pathLst>
                <a:path w="4943" h="664">
                  <a:moveTo>
                    <a:pt x="13" y="653"/>
                  </a:moveTo>
                  <a:cubicBezTo>
                    <a:pt x="6" y="653"/>
                    <a:pt x="0" y="647"/>
                    <a:pt x="0" y="64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0" y="199"/>
                    <a:pt x="6" y="193"/>
                    <a:pt x="13" y="193"/>
                  </a:cubicBezTo>
                  <a:cubicBezTo>
                    <a:pt x="79" y="193"/>
                    <a:pt x="79" y="193"/>
                    <a:pt x="79" y="193"/>
                  </a:cubicBezTo>
                  <a:cubicBezTo>
                    <a:pt x="85" y="193"/>
                    <a:pt x="91" y="199"/>
                    <a:pt x="92" y="206"/>
                  </a:cubicBezTo>
                  <a:cubicBezTo>
                    <a:pt x="96" y="252"/>
                    <a:pt x="96" y="252"/>
                    <a:pt x="96" y="252"/>
                  </a:cubicBezTo>
                  <a:cubicBezTo>
                    <a:pt x="127" y="215"/>
                    <a:pt x="178" y="182"/>
                    <a:pt x="234" y="182"/>
                  </a:cubicBezTo>
                  <a:cubicBezTo>
                    <a:pt x="321" y="182"/>
                    <a:pt x="390" y="234"/>
                    <a:pt x="390" y="359"/>
                  </a:cubicBezTo>
                  <a:cubicBezTo>
                    <a:pt x="390" y="640"/>
                    <a:pt x="390" y="640"/>
                    <a:pt x="390" y="640"/>
                  </a:cubicBezTo>
                  <a:cubicBezTo>
                    <a:pt x="390" y="647"/>
                    <a:pt x="384" y="653"/>
                    <a:pt x="377" y="653"/>
                  </a:cubicBezTo>
                  <a:cubicBezTo>
                    <a:pt x="300" y="653"/>
                    <a:pt x="300" y="653"/>
                    <a:pt x="300" y="653"/>
                  </a:cubicBezTo>
                  <a:cubicBezTo>
                    <a:pt x="293" y="653"/>
                    <a:pt x="287" y="647"/>
                    <a:pt x="287" y="640"/>
                  </a:cubicBezTo>
                  <a:cubicBezTo>
                    <a:pt x="287" y="374"/>
                    <a:pt x="287" y="374"/>
                    <a:pt x="287" y="374"/>
                  </a:cubicBezTo>
                  <a:cubicBezTo>
                    <a:pt x="287" y="299"/>
                    <a:pt x="247" y="276"/>
                    <a:pt x="206" y="276"/>
                  </a:cubicBezTo>
                  <a:cubicBezTo>
                    <a:pt x="152" y="276"/>
                    <a:pt x="103" y="323"/>
                    <a:pt x="103" y="410"/>
                  </a:cubicBezTo>
                  <a:cubicBezTo>
                    <a:pt x="103" y="640"/>
                    <a:pt x="103" y="640"/>
                    <a:pt x="103" y="640"/>
                  </a:cubicBezTo>
                  <a:cubicBezTo>
                    <a:pt x="103" y="647"/>
                    <a:pt x="97" y="653"/>
                    <a:pt x="90" y="653"/>
                  </a:cubicBezTo>
                  <a:lnTo>
                    <a:pt x="13" y="653"/>
                  </a:lnTo>
                  <a:close/>
                  <a:moveTo>
                    <a:pt x="2735" y="269"/>
                  </a:moveTo>
                  <a:cubicBezTo>
                    <a:pt x="2672" y="269"/>
                    <a:pt x="2629" y="330"/>
                    <a:pt x="2629" y="421"/>
                  </a:cubicBezTo>
                  <a:cubicBezTo>
                    <a:pt x="2629" y="503"/>
                    <a:pt x="2667" y="576"/>
                    <a:pt x="2736" y="576"/>
                  </a:cubicBezTo>
                  <a:cubicBezTo>
                    <a:pt x="2775" y="576"/>
                    <a:pt x="2832" y="547"/>
                    <a:pt x="2832" y="428"/>
                  </a:cubicBezTo>
                  <a:cubicBezTo>
                    <a:pt x="2832" y="406"/>
                    <a:pt x="2832" y="406"/>
                    <a:pt x="2832" y="406"/>
                  </a:cubicBezTo>
                  <a:cubicBezTo>
                    <a:pt x="2832" y="304"/>
                    <a:pt x="2782" y="269"/>
                    <a:pt x="2735" y="269"/>
                  </a:cubicBezTo>
                  <a:moveTo>
                    <a:pt x="2715" y="182"/>
                  </a:moveTo>
                  <a:cubicBezTo>
                    <a:pt x="2773" y="182"/>
                    <a:pt x="2815" y="210"/>
                    <a:pt x="2844" y="247"/>
                  </a:cubicBezTo>
                  <a:cubicBezTo>
                    <a:pt x="2849" y="206"/>
                    <a:pt x="2849" y="206"/>
                    <a:pt x="2849" y="206"/>
                  </a:cubicBezTo>
                  <a:cubicBezTo>
                    <a:pt x="2850" y="200"/>
                    <a:pt x="2856" y="193"/>
                    <a:pt x="2863" y="193"/>
                  </a:cubicBezTo>
                  <a:cubicBezTo>
                    <a:pt x="2922" y="193"/>
                    <a:pt x="2922" y="193"/>
                    <a:pt x="2922" y="193"/>
                  </a:cubicBezTo>
                  <a:cubicBezTo>
                    <a:pt x="2930" y="193"/>
                    <a:pt x="2935" y="199"/>
                    <a:pt x="2935" y="206"/>
                  </a:cubicBezTo>
                  <a:cubicBezTo>
                    <a:pt x="2935" y="640"/>
                    <a:pt x="2935" y="640"/>
                    <a:pt x="2935" y="640"/>
                  </a:cubicBezTo>
                  <a:cubicBezTo>
                    <a:pt x="2935" y="647"/>
                    <a:pt x="2930" y="653"/>
                    <a:pt x="2922" y="653"/>
                  </a:cubicBezTo>
                  <a:cubicBezTo>
                    <a:pt x="2858" y="653"/>
                    <a:pt x="2858" y="653"/>
                    <a:pt x="2858" y="653"/>
                  </a:cubicBezTo>
                  <a:cubicBezTo>
                    <a:pt x="2851" y="653"/>
                    <a:pt x="2845" y="646"/>
                    <a:pt x="2844" y="640"/>
                  </a:cubicBezTo>
                  <a:cubicBezTo>
                    <a:pt x="2837" y="593"/>
                    <a:pt x="2837" y="593"/>
                    <a:pt x="2837" y="593"/>
                  </a:cubicBezTo>
                  <a:cubicBezTo>
                    <a:pt x="2815" y="631"/>
                    <a:pt x="2768" y="664"/>
                    <a:pt x="2714" y="664"/>
                  </a:cubicBezTo>
                  <a:cubicBezTo>
                    <a:pt x="2593" y="664"/>
                    <a:pt x="2522" y="555"/>
                    <a:pt x="2522" y="422"/>
                  </a:cubicBezTo>
                  <a:cubicBezTo>
                    <a:pt x="2522" y="261"/>
                    <a:pt x="2616" y="182"/>
                    <a:pt x="2715" y="182"/>
                  </a:cubicBezTo>
                  <a:moveTo>
                    <a:pt x="4643" y="653"/>
                  </a:moveTo>
                  <a:cubicBezTo>
                    <a:pt x="4650" y="653"/>
                    <a:pt x="4656" y="647"/>
                    <a:pt x="4656" y="640"/>
                  </a:cubicBezTo>
                  <a:cubicBezTo>
                    <a:pt x="4656" y="410"/>
                    <a:pt x="4656" y="410"/>
                    <a:pt x="4656" y="410"/>
                  </a:cubicBezTo>
                  <a:cubicBezTo>
                    <a:pt x="4656" y="323"/>
                    <a:pt x="4705" y="276"/>
                    <a:pt x="4759" y="276"/>
                  </a:cubicBezTo>
                  <a:cubicBezTo>
                    <a:pt x="4800" y="276"/>
                    <a:pt x="4840" y="299"/>
                    <a:pt x="4840" y="374"/>
                  </a:cubicBezTo>
                  <a:cubicBezTo>
                    <a:pt x="4840" y="640"/>
                    <a:pt x="4840" y="640"/>
                    <a:pt x="4840" y="640"/>
                  </a:cubicBezTo>
                  <a:cubicBezTo>
                    <a:pt x="4840" y="647"/>
                    <a:pt x="4846" y="653"/>
                    <a:pt x="4853" y="653"/>
                  </a:cubicBezTo>
                  <a:cubicBezTo>
                    <a:pt x="4930" y="653"/>
                    <a:pt x="4930" y="653"/>
                    <a:pt x="4930" y="653"/>
                  </a:cubicBezTo>
                  <a:cubicBezTo>
                    <a:pt x="4937" y="653"/>
                    <a:pt x="4943" y="647"/>
                    <a:pt x="4943" y="640"/>
                  </a:cubicBezTo>
                  <a:cubicBezTo>
                    <a:pt x="4943" y="359"/>
                    <a:pt x="4943" y="359"/>
                    <a:pt x="4943" y="359"/>
                  </a:cubicBezTo>
                  <a:cubicBezTo>
                    <a:pt x="4943" y="234"/>
                    <a:pt x="4874" y="182"/>
                    <a:pt x="4787" y="182"/>
                  </a:cubicBezTo>
                  <a:cubicBezTo>
                    <a:pt x="4731" y="182"/>
                    <a:pt x="4680" y="215"/>
                    <a:pt x="4649" y="252"/>
                  </a:cubicBezTo>
                  <a:cubicBezTo>
                    <a:pt x="4645" y="206"/>
                    <a:pt x="4645" y="206"/>
                    <a:pt x="4645" y="206"/>
                  </a:cubicBezTo>
                  <a:cubicBezTo>
                    <a:pt x="4644" y="199"/>
                    <a:pt x="4638" y="193"/>
                    <a:pt x="4632" y="193"/>
                  </a:cubicBezTo>
                  <a:cubicBezTo>
                    <a:pt x="4566" y="193"/>
                    <a:pt x="4566" y="193"/>
                    <a:pt x="4566" y="193"/>
                  </a:cubicBezTo>
                  <a:cubicBezTo>
                    <a:pt x="4559" y="193"/>
                    <a:pt x="4553" y="199"/>
                    <a:pt x="4553" y="206"/>
                  </a:cubicBezTo>
                  <a:cubicBezTo>
                    <a:pt x="4553" y="640"/>
                    <a:pt x="4553" y="640"/>
                    <a:pt x="4553" y="640"/>
                  </a:cubicBezTo>
                  <a:cubicBezTo>
                    <a:pt x="4553" y="647"/>
                    <a:pt x="4559" y="653"/>
                    <a:pt x="4566" y="653"/>
                  </a:cubicBezTo>
                  <a:lnTo>
                    <a:pt x="4643" y="653"/>
                  </a:lnTo>
                  <a:close/>
                  <a:moveTo>
                    <a:pt x="3143" y="653"/>
                  </a:moveTo>
                  <a:cubicBezTo>
                    <a:pt x="3151" y="653"/>
                    <a:pt x="3156" y="647"/>
                    <a:pt x="3156" y="640"/>
                  </a:cubicBezTo>
                  <a:cubicBezTo>
                    <a:pt x="3156" y="410"/>
                    <a:pt x="3156" y="410"/>
                    <a:pt x="3156" y="410"/>
                  </a:cubicBezTo>
                  <a:cubicBezTo>
                    <a:pt x="3156" y="323"/>
                    <a:pt x="3206" y="276"/>
                    <a:pt x="3259" y="276"/>
                  </a:cubicBezTo>
                  <a:cubicBezTo>
                    <a:pt x="3301" y="276"/>
                    <a:pt x="3340" y="299"/>
                    <a:pt x="3341" y="374"/>
                  </a:cubicBezTo>
                  <a:cubicBezTo>
                    <a:pt x="3341" y="640"/>
                    <a:pt x="3341" y="640"/>
                    <a:pt x="3341" y="640"/>
                  </a:cubicBezTo>
                  <a:cubicBezTo>
                    <a:pt x="3341" y="647"/>
                    <a:pt x="3346" y="653"/>
                    <a:pt x="3354" y="653"/>
                  </a:cubicBezTo>
                  <a:cubicBezTo>
                    <a:pt x="3430" y="653"/>
                    <a:pt x="3430" y="653"/>
                    <a:pt x="3430" y="653"/>
                  </a:cubicBezTo>
                  <a:cubicBezTo>
                    <a:pt x="3437" y="653"/>
                    <a:pt x="3443" y="647"/>
                    <a:pt x="3443" y="640"/>
                  </a:cubicBezTo>
                  <a:cubicBezTo>
                    <a:pt x="3443" y="359"/>
                    <a:pt x="3443" y="359"/>
                    <a:pt x="3443" y="359"/>
                  </a:cubicBezTo>
                  <a:cubicBezTo>
                    <a:pt x="3443" y="234"/>
                    <a:pt x="3375" y="182"/>
                    <a:pt x="3287" y="182"/>
                  </a:cubicBezTo>
                  <a:cubicBezTo>
                    <a:pt x="3231" y="182"/>
                    <a:pt x="3180" y="215"/>
                    <a:pt x="3150" y="252"/>
                  </a:cubicBezTo>
                  <a:cubicBezTo>
                    <a:pt x="3146" y="206"/>
                    <a:pt x="3146" y="206"/>
                    <a:pt x="3146" y="206"/>
                  </a:cubicBezTo>
                  <a:cubicBezTo>
                    <a:pt x="3145" y="199"/>
                    <a:pt x="3139" y="193"/>
                    <a:pt x="3132" y="193"/>
                  </a:cubicBezTo>
                  <a:cubicBezTo>
                    <a:pt x="3067" y="193"/>
                    <a:pt x="3067" y="193"/>
                    <a:pt x="3067" y="193"/>
                  </a:cubicBezTo>
                  <a:cubicBezTo>
                    <a:pt x="3059" y="193"/>
                    <a:pt x="3054" y="199"/>
                    <a:pt x="3054" y="206"/>
                  </a:cubicBezTo>
                  <a:cubicBezTo>
                    <a:pt x="3054" y="640"/>
                    <a:pt x="3054" y="640"/>
                    <a:pt x="3054" y="640"/>
                  </a:cubicBezTo>
                  <a:cubicBezTo>
                    <a:pt x="3054" y="647"/>
                    <a:pt x="3059" y="653"/>
                    <a:pt x="3067" y="653"/>
                  </a:cubicBezTo>
                  <a:lnTo>
                    <a:pt x="3143" y="653"/>
                  </a:lnTo>
                  <a:close/>
                  <a:moveTo>
                    <a:pt x="2344" y="9"/>
                  </a:moveTo>
                  <a:cubicBezTo>
                    <a:pt x="2336" y="10"/>
                    <a:pt x="2331" y="15"/>
                    <a:pt x="2331" y="22"/>
                  </a:cubicBezTo>
                  <a:cubicBezTo>
                    <a:pt x="2331" y="640"/>
                    <a:pt x="2331" y="640"/>
                    <a:pt x="2331" y="640"/>
                  </a:cubicBezTo>
                  <a:cubicBezTo>
                    <a:pt x="2331" y="647"/>
                    <a:pt x="2337" y="653"/>
                    <a:pt x="2344" y="653"/>
                  </a:cubicBezTo>
                  <a:cubicBezTo>
                    <a:pt x="2421" y="653"/>
                    <a:pt x="2421" y="653"/>
                    <a:pt x="2421" y="653"/>
                  </a:cubicBezTo>
                  <a:cubicBezTo>
                    <a:pt x="2428" y="653"/>
                    <a:pt x="2434" y="647"/>
                    <a:pt x="2434" y="640"/>
                  </a:cubicBezTo>
                  <a:cubicBezTo>
                    <a:pt x="2434" y="15"/>
                    <a:pt x="2434" y="15"/>
                    <a:pt x="2434" y="15"/>
                  </a:cubicBezTo>
                  <a:cubicBezTo>
                    <a:pt x="2434" y="8"/>
                    <a:pt x="2428" y="0"/>
                    <a:pt x="2421" y="2"/>
                  </a:cubicBezTo>
                  <a:lnTo>
                    <a:pt x="2344" y="9"/>
                  </a:lnTo>
                  <a:close/>
                  <a:moveTo>
                    <a:pt x="793" y="384"/>
                  </a:moveTo>
                  <a:cubicBezTo>
                    <a:pt x="789" y="326"/>
                    <a:pt x="764" y="267"/>
                    <a:pt x="691" y="267"/>
                  </a:cubicBezTo>
                  <a:cubicBezTo>
                    <a:pt x="619" y="267"/>
                    <a:pt x="594" y="331"/>
                    <a:pt x="587" y="384"/>
                  </a:cubicBezTo>
                  <a:lnTo>
                    <a:pt x="793" y="384"/>
                  </a:lnTo>
                  <a:close/>
                  <a:moveTo>
                    <a:pt x="698" y="664"/>
                  </a:moveTo>
                  <a:cubicBezTo>
                    <a:pt x="565" y="664"/>
                    <a:pt x="479" y="569"/>
                    <a:pt x="479" y="425"/>
                  </a:cubicBezTo>
                  <a:cubicBezTo>
                    <a:pt x="479" y="286"/>
                    <a:pt x="558" y="182"/>
                    <a:pt x="692" y="182"/>
                  </a:cubicBezTo>
                  <a:cubicBezTo>
                    <a:pt x="840" y="182"/>
                    <a:pt x="897" y="307"/>
                    <a:pt x="897" y="420"/>
                  </a:cubicBezTo>
                  <a:cubicBezTo>
                    <a:pt x="897" y="429"/>
                    <a:pt x="898" y="436"/>
                    <a:pt x="897" y="447"/>
                  </a:cubicBezTo>
                  <a:cubicBezTo>
                    <a:pt x="897" y="454"/>
                    <a:pt x="891" y="460"/>
                    <a:pt x="884" y="460"/>
                  </a:cubicBezTo>
                  <a:cubicBezTo>
                    <a:pt x="587" y="460"/>
                    <a:pt x="587" y="460"/>
                    <a:pt x="587" y="460"/>
                  </a:cubicBezTo>
                  <a:cubicBezTo>
                    <a:pt x="593" y="522"/>
                    <a:pt x="628" y="576"/>
                    <a:pt x="704" y="576"/>
                  </a:cubicBezTo>
                  <a:cubicBezTo>
                    <a:pt x="750" y="576"/>
                    <a:pt x="788" y="566"/>
                    <a:pt x="826" y="548"/>
                  </a:cubicBezTo>
                  <a:cubicBezTo>
                    <a:pt x="833" y="545"/>
                    <a:pt x="840" y="548"/>
                    <a:pt x="843" y="555"/>
                  </a:cubicBezTo>
                  <a:cubicBezTo>
                    <a:pt x="865" y="607"/>
                    <a:pt x="865" y="607"/>
                    <a:pt x="865" y="607"/>
                  </a:cubicBezTo>
                  <a:cubicBezTo>
                    <a:pt x="868" y="614"/>
                    <a:pt x="864" y="621"/>
                    <a:pt x="858" y="625"/>
                  </a:cubicBezTo>
                  <a:cubicBezTo>
                    <a:pt x="817" y="647"/>
                    <a:pt x="765" y="664"/>
                    <a:pt x="698" y="664"/>
                  </a:cubicBezTo>
                  <a:moveTo>
                    <a:pt x="1803" y="384"/>
                  </a:moveTo>
                  <a:cubicBezTo>
                    <a:pt x="1800" y="326"/>
                    <a:pt x="1775" y="267"/>
                    <a:pt x="1701" y="267"/>
                  </a:cubicBezTo>
                  <a:cubicBezTo>
                    <a:pt x="1629" y="267"/>
                    <a:pt x="1604" y="331"/>
                    <a:pt x="1597" y="384"/>
                  </a:cubicBezTo>
                  <a:lnTo>
                    <a:pt x="1803" y="384"/>
                  </a:lnTo>
                  <a:close/>
                  <a:moveTo>
                    <a:pt x="1709" y="664"/>
                  </a:moveTo>
                  <a:cubicBezTo>
                    <a:pt x="1575" y="664"/>
                    <a:pt x="1489" y="569"/>
                    <a:pt x="1489" y="425"/>
                  </a:cubicBezTo>
                  <a:cubicBezTo>
                    <a:pt x="1489" y="286"/>
                    <a:pt x="1569" y="182"/>
                    <a:pt x="1702" y="182"/>
                  </a:cubicBezTo>
                  <a:cubicBezTo>
                    <a:pt x="1850" y="182"/>
                    <a:pt x="1907" y="307"/>
                    <a:pt x="1907" y="420"/>
                  </a:cubicBezTo>
                  <a:cubicBezTo>
                    <a:pt x="1907" y="429"/>
                    <a:pt x="1908" y="436"/>
                    <a:pt x="1907" y="447"/>
                  </a:cubicBezTo>
                  <a:cubicBezTo>
                    <a:pt x="1907" y="454"/>
                    <a:pt x="1902" y="460"/>
                    <a:pt x="1894" y="460"/>
                  </a:cubicBezTo>
                  <a:cubicBezTo>
                    <a:pt x="1597" y="460"/>
                    <a:pt x="1597" y="460"/>
                    <a:pt x="1597" y="460"/>
                  </a:cubicBezTo>
                  <a:cubicBezTo>
                    <a:pt x="1603" y="522"/>
                    <a:pt x="1638" y="576"/>
                    <a:pt x="1714" y="576"/>
                  </a:cubicBezTo>
                  <a:cubicBezTo>
                    <a:pt x="1760" y="576"/>
                    <a:pt x="1798" y="566"/>
                    <a:pt x="1836" y="548"/>
                  </a:cubicBezTo>
                  <a:cubicBezTo>
                    <a:pt x="1843" y="545"/>
                    <a:pt x="1851" y="548"/>
                    <a:pt x="1854" y="555"/>
                  </a:cubicBezTo>
                  <a:cubicBezTo>
                    <a:pt x="1875" y="607"/>
                    <a:pt x="1875" y="607"/>
                    <a:pt x="1875" y="607"/>
                  </a:cubicBezTo>
                  <a:cubicBezTo>
                    <a:pt x="1878" y="614"/>
                    <a:pt x="1875" y="621"/>
                    <a:pt x="1868" y="625"/>
                  </a:cubicBezTo>
                  <a:cubicBezTo>
                    <a:pt x="1828" y="647"/>
                    <a:pt x="1775" y="664"/>
                    <a:pt x="1709" y="664"/>
                  </a:cubicBezTo>
                  <a:moveTo>
                    <a:pt x="1380" y="2"/>
                  </a:moveTo>
                  <a:cubicBezTo>
                    <a:pt x="1388" y="0"/>
                    <a:pt x="1393" y="8"/>
                    <a:pt x="1393" y="15"/>
                  </a:cubicBezTo>
                  <a:cubicBezTo>
                    <a:pt x="1393" y="640"/>
                    <a:pt x="1393" y="640"/>
                    <a:pt x="1393" y="640"/>
                  </a:cubicBezTo>
                  <a:cubicBezTo>
                    <a:pt x="1393" y="647"/>
                    <a:pt x="1388" y="653"/>
                    <a:pt x="1380" y="653"/>
                  </a:cubicBezTo>
                  <a:cubicBezTo>
                    <a:pt x="1317" y="653"/>
                    <a:pt x="1317" y="653"/>
                    <a:pt x="1317" y="653"/>
                  </a:cubicBezTo>
                  <a:cubicBezTo>
                    <a:pt x="1310" y="653"/>
                    <a:pt x="1305" y="646"/>
                    <a:pt x="1304" y="640"/>
                  </a:cubicBezTo>
                  <a:cubicBezTo>
                    <a:pt x="1297" y="593"/>
                    <a:pt x="1297" y="593"/>
                    <a:pt x="1297" y="593"/>
                  </a:cubicBezTo>
                  <a:cubicBezTo>
                    <a:pt x="1274" y="631"/>
                    <a:pt x="1217" y="664"/>
                    <a:pt x="1164" y="664"/>
                  </a:cubicBezTo>
                  <a:cubicBezTo>
                    <a:pt x="1042" y="664"/>
                    <a:pt x="971" y="555"/>
                    <a:pt x="971" y="422"/>
                  </a:cubicBezTo>
                  <a:cubicBezTo>
                    <a:pt x="971" y="261"/>
                    <a:pt x="1065" y="182"/>
                    <a:pt x="1164" y="182"/>
                  </a:cubicBezTo>
                  <a:cubicBezTo>
                    <a:pt x="1215" y="182"/>
                    <a:pt x="1260" y="203"/>
                    <a:pt x="1291" y="233"/>
                  </a:cubicBezTo>
                  <a:cubicBezTo>
                    <a:pt x="1291" y="23"/>
                    <a:pt x="1291" y="23"/>
                    <a:pt x="1291" y="23"/>
                  </a:cubicBezTo>
                  <a:cubicBezTo>
                    <a:pt x="1291" y="15"/>
                    <a:pt x="1296" y="10"/>
                    <a:pt x="1304" y="9"/>
                  </a:cubicBezTo>
                  <a:cubicBezTo>
                    <a:pt x="1380" y="2"/>
                    <a:pt x="1380" y="2"/>
                    <a:pt x="1380" y="2"/>
                  </a:cubicBezTo>
                  <a:moveTo>
                    <a:pt x="1291" y="406"/>
                  </a:moveTo>
                  <a:cubicBezTo>
                    <a:pt x="1291" y="304"/>
                    <a:pt x="1231" y="269"/>
                    <a:pt x="1184" y="269"/>
                  </a:cubicBezTo>
                  <a:cubicBezTo>
                    <a:pt x="1122" y="269"/>
                    <a:pt x="1078" y="330"/>
                    <a:pt x="1078" y="421"/>
                  </a:cubicBezTo>
                  <a:cubicBezTo>
                    <a:pt x="1078" y="503"/>
                    <a:pt x="1116" y="576"/>
                    <a:pt x="1186" y="576"/>
                  </a:cubicBezTo>
                  <a:cubicBezTo>
                    <a:pt x="1224" y="576"/>
                    <a:pt x="1291" y="547"/>
                    <a:pt x="1291" y="427"/>
                  </a:cubicBezTo>
                  <a:lnTo>
                    <a:pt x="1291" y="406"/>
                  </a:lnTo>
                  <a:close/>
                  <a:moveTo>
                    <a:pt x="4359" y="384"/>
                  </a:moveTo>
                  <a:cubicBezTo>
                    <a:pt x="4356" y="326"/>
                    <a:pt x="4331" y="267"/>
                    <a:pt x="4258" y="267"/>
                  </a:cubicBezTo>
                  <a:cubicBezTo>
                    <a:pt x="4186" y="267"/>
                    <a:pt x="4161" y="331"/>
                    <a:pt x="4154" y="384"/>
                  </a:cubicBezTo>
                  <a:lnTo>
                    <a:pt x="4359" y="384"/>
                  </a:lnTo>
                  <a:close/>
                  <a:moveTo>
                    <a:pt x="4265" y="664"/>
                  </a:moveTo>
                  <a:cubicBezTo>
                    <a:pt x="4131" y="664"/>
                    <a:pt x="4045" y="569"/>
                    <a:pt x="4045" y="425"/>
                  </a:cubicBezTo>
                  <a:cubicBezTo>
                    <a:pt x="4045" y="286"/>
                    <a:pt x="4125" y="182"/>
                    <a:pt x="4259" y="182"/>
                  </a:cubicBezTo>
                  <a:cubicBezTo>
                    <a:pt x="4406" y="182"/>
                    <a:pt x="4464" y="307"/>
                    <a:pt x="4464" y="420"/>
                  </a:cubicBezTo>
                  <a:cubicBezTo>
                    <a:pt x="4464" y="429"/>
                    <a:pt x="4464" y="436"/>
                    <a:pt x="4464" y="447"/>
                  </a:cubicBezTo>
                  <a:cubicBezTo>
                    <a:pt x="4464" y="454"/>
                    <a:pt x="4458" y="460"/>
                    <a:pt x="4451" y="460"/>
                  </a:cubicBezTo>
                  <a:cubicBezTo>
                    <a:pt x="4154" y="460"/>
                    <a:pt x="4154" y="460"/>
                    <a:pt x="4154" y="460"/>
                  </a:cubicBezTo>
                  <a:cubicBezTo>
                    <a:pt x="4159" y="522"/>
                    <a:pt x="4195" y="576"/>
                    <a:pt x="4271" y="576"/>
                  </a:cubicBezTo>
                  <a:cubicBezTo>
                    <a:pt x="4317" y="576"/>
                    <a:pt x="4355" y="566"/>
                    <a:pt x="4393" y="548"/>
                  </a:cubicBezTo>
                  <a:cubicBezTo>
                    <a:pt x="4399" y="545"/>
                    <a:pt x="4407" y="548"/>
                    <a:pt x="4410" y="555"/>
                  </a:cubicBezTo>
                  <a:cubicBezTo>
                    <a:pt x="4432" y="607"/>
                    <a:pt x="4432" y="607"/>
                    <a:pt x="4432" y="607"/>
                  </a:cubicBezTo>
                  <a:cubicBezTo>
                    <a:pt x="4434" y="614"/>
                    <a:pt x="4431" y="621"/>
                    <a:pt x="4425" y="625"/>
                  </a:cubicBezTo>
                  <a:cubicBezTo>
                    <a:pt x="4384" y="647"/>
                    <a:pt x="4332" y="664"/>
                    <a:pt x="4265" y="664"/>
                  </a:cubicBezTo>
                  <a:moveTo>
                    <a:pt x="3942" y="2"/>
                  </a:moveTo>
                  <a:cubicBezTo>
                    <a:pt x="3949" y="0"/>
                    <a:pt x="3955" y="8"/>
                    <a:pt x="3955" y="15"/>
                  </a:cubicBezTo>
                  <a:cubicBezTo>
                    <a:pt x="3955" y="640"/>
                    <a:pt x="3955" y="640"/>
                    <a:pt x="3955" y="640"/>
                  </a:cubicBezTo>
                  <a:cubicBezTo>
                    <a:pt x="3955" y="647"/>
                    <a:pt x="3949" y="653"/>
                    <a:pt x="3942" y="653"/>
                  </a:cubicBezTo>
                  <a:cubicBezTo>
                    <a:pt x="3879" y="653"/>
                    <a:pt x="3879" y="653"/>
                    <a:pt x="3879" y="653"/>
                  </a:cubicBezTo>
                  <a:cubicBezTo>
                    <a:pt x="3872" y="653"/>
                    <a:pt x="3866" y="646"/>
                    <a:pt x="3865" y="640"/>
                  </a:cubicBezTo>
                  <a:cubicBezTo>
                    <a:pt x="3858" y="593"/>
                    <a:pt x="3858" y="593"/>
                    <a:pt x="3858" y="593"/>
                  </a:cubicBezTo>
                  <a:cubicBezTo>
                    <a:pt x="3835" y="631"/>
                    <a:pt x="3779" y="664"/>
                    <a:pt x="3726" y="664"/>
                  </a:cubicBezTo>
                  <a:cubicBezTo>
                    <a:pt x="3604" y="664"/>
                    <a:pt x="3533" y="555"/>
                    <a:pt x="3533" y="422"/>
                  </a:cubicBezTo>
                  <a:cubicBezTo>
                    <a:pt x="3533" y="261"/>
                    <a:pt x="3627" y="182"/>
                    <a:pt x="3726" y="182"/>
                  </a:cubicBezTo>
                  <a:cubicBezTo>
                    <a:pt x="3777" y="182"/>
                    <a:pt x="3822" y="203"/>
                    <a:pt x="3852" y="233"/>
                  </a:cubicBezTo>
                  <a:cubicBezTo>
                    <a:pt x="3852" y="23"/>
                    <a:pt x="3852" y="23"/>
                    <a:pt x="3852" y="23"/>
                  </a:cubicBezTo>
                  <a:cubicBezTo>
                    <a:pt x="3852" y="15"/>
                    <a:pt x="3858" y="10"/>
                    <a:pt x="3866" y="9"/>
                  </a:cubicBezTo>
                  <a:cubicBezTo>
                    <a:pt x="3942" y="2"/>
                    <a:pt x="3942" y="2"/>
                    <a:pt x="3942" y="2"/>
                  </a:cubicBezTo>
                  <a:moveTo>
                    <a:pt x="3853" y="406"/>
                  </a:moveTo>
                  <a:cubicBezTo>
                    <a:pt x="3853" y="304"/>
                    <a:pt x="3793" y="269"/>
                    <a:pt x="3746" y="269"/>
                  </a:cubicBezTo>
                  <a:cubicBezTo>
                    <a:pt x="3683" y="269"/>
                    <a:pt x="3640" y="330"/>
                    <a:pt x="3640" y="421"/>
                  </a:cubicBezTo>
                  <a:cubicBezTo>
                    <a:pt x="3640" y="503"/>
                    <a:pt x="3677" y="576"/>
                    <a:pt x="3747" y="576"/>
                  </a:cubicBezTo>
                  <a:cubicBezTo>
                    <a:pt x="3786" y="576"/>
                    <a:pt x="3853" y="547"/>
                    <a:pt x="3853" y="427"/>
                  </a:cubicBezTo>
                  <a:lnTo>
                    <a:pt x="3853" y="406"/>
                  </a:lnTo>
                  <a:close/>
                  <a:moveTo>
                    <a:pt x="2248" y="195"/>
                  </a:moveTo>
                  <a:cubicBezTo>
                    <a:pt x="2248" y="188"/>
                    <a:pt x="2242" y="182"/>
                    <a:pt x="2235" y="182"/>
                  </a:cubicBezTo>
                  <a:cubicBezTo>
                    <a:pt x="2179" y="182"/>
                    <a:pt x="2125" y="215"/>
                    <a:pt x="2094" y="252"/>
                  </a:cubicBezTo>
                  <a:cubicBezTo>
                    <a:pt x="2090" y="206"/>
                    <a:pt x="2090" y="206"/>
                    <a:pt x="2090" y="206"/>
                  </a:cubicBezTo>
                  <a:cubicBezTo>
                    <a:pt x="2089" y="199"/>
                    <a:pt x="2083" y="193"/>
                    <a:pt x="2077" y="193"/>
                  </a:cubicBezTo>
                  <a:cubicBezTo>
                    <a:pt x="2011" y="193"/>
                    <a:pt x="2011" y="193"/>
                    <a:pt x="2011" y="193"/>
                  </a:cubicBezTo>
                  <a:cubicBezTo>
                    <a:pt x="2004" y="193"/>
                    <a:pt x="1998" y="199"/>
                    <a:pt x="1998" y="206"/>
                  </a:cubicBezTo>
                  <a:cubicBezTo>
                    <a:pt x="1998" y="640"/>
                    <a:pt x="1998" y="640"/>
                    <a:pt x="1998" y="640"/>
                  </a:cubicBezTo>
                  <a:cubicBezTo>
                    <a:pt x="1998" y="647"/>
                    <a:pt x="2004" y="653"/>
                    <a:pt x="2011" y="653"/>
                  </a:cubicBezTo>
                  <a:cubicBezTo>
                    <a:pt x="2088" y="653"/>
                    <a:pt x="2088" y="653"/>
                    <a:pt x="2088" y="653"/>
                  </a:cubicBezTo>
                  <a:cubicBezTo>
                    <a:pt x="2095" y="653"/>
                    <a:pt x="2101" y="647"/>
                    <a:pt x="2101" y="640"/>
                  </a:cubicBezTo>
                  <a:cubicBezTo>
                    <a:pt x="2101" y="415"/>
                    <a:pt x="2101" y="415"/>
                    <a:pt x="2101" y="415"/>
                  </a:cubicBezTo>
                  <a:cubicBezTo>
                    <a:pt x="2101" y="322"/>
                    <a:pt x="2158" y="286"/>
                    <a:pt x="2210" y="286"/>
                  </a:cubicBezTo>
                  <a:cubicBezTo>
                    <a:pt x="2218" y="286"/>
                    <a:pt x="2225" y="288"/>
                    <a:pt x="2230" y="288"/>
                  </a:cubicBezTo>
                  <a:cubicBezTo>
                    <a:pt x="2241" y="290"/>
                    <a:pt x="2248" y="284"/>
                    <a:pt x="2248" y="276"/>
                  </a:cubicBezTo>
                  <a:lnTo>
                    <a:pt x="2248" y="19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grpSp>
        <p:nvGrpSpPr>
          <p:cNvPr id="26" name="HR logo"/>
          <p:cNvGrpSpPr>
            <a:grpSpLocks noSelect="1"/>
          </p:cNvGrpSpPr>
          <p:nvPr userDrawn="1"/>
        </p:nvGrpSpPr>
        <p:grpSpPr bwMode="gray">
          <a:xfrm>
            <a:off x="374400" y="6076800"/>
            <a:ext cx="504000" cy="514800"/>
            <a:chOff x="0" y="0"/>
            <a:chExt cx="562610" cy="574675"/>
          </a:xfrm>
        </p:grpSpPr>
        <p:sp>
          <p:nvSpPr>
            <p:cNvPr id="27" name="Freeform 35"/>
            <p:cNvSpPr>
              <a:spLocks noSelect="1"/>
            </p:cNvSpPr>
            <p:nvPr userDrawn="1"/>
          </p:nvSpPr>
          <p:spPr bwMode="gray">
            <a:xfrm>
              <a:off x="0" y="0"/>
              <a:ext cx="562610" cy="574675"/>
            </a:xfrm>
            <a:custGeom>
              <a:avLst/>
              <a:gdLst>
                <a:gd name="T0" fmla="*/ 1771 w 1771"/>
                <a:gd name="T1" fmla="*/ 874 h 1807"/>
                <a:gd name="T2" fmla="*/ 1770 w 1771"/>
                <a:gd name="T3" fmla="*/ 851 h 1807"/>
                <a:gd name="T4" fmla="*/ 1768 w 1771"/>
                <a:gd name="T5" fmla="*/ 828 h 1807"/>
                <a:gd name="T6" fmla="*/ 1765 w 1771"/>
                <a:gd name="T7" fmla="*/ 799 h 1807"/>
                <a:gd name="T8" fmla="*/ 1762 w 1771"/>
                <a:gd name="T9" fmla="*/ 775 h 1807"/>
                <a:gd name="T10" fmla="*/ 1758 w 1771"/>
                <a:gd name="T11" fmla="*/ 748 h 1807"/>
                <a:gd name="T12" fmla="*/ 1739 w 1771"/>
                <a:gd name="T13" fmla="*/ 663 h 1807"/>
                <a:gd name="T14" fmla="*/ 1732 w 1771"/>
                <a:gd name="T15" fmla="*/ 642 h 1807"/>
                <a:gd name="T16" fmla="*/ 1726 w 1771"/>
                <a:gd name="T17" fmla="*/ 622 h 1807"/>
                <a:gd name="T18" fmla="*/ 1589 w 1771"/>
                <a:gd name="T19" fmla="*/ 360 h 1807"/>
                <a:gd name="T20" fmla="*/ 1559 w 1771"/>
                <a:gd name="T21" fmla="*/ 322 h 1807"/>
                <a:gd name="T22" fmla="*/ 1544 w 1771"/>
                <a:gd name="T23" fmla="*/ 304 h 1807"/>
                <a:gd name="T24" fmla="*/ 1511 w 1771"/>
                <a:gd name="T25" fmla="*/ 269 h 1807"/>
                <a:gd name="T26" fmla="*/ 1477 w 1771"/>
                <a:gd name="T27" fmla="*/ 236 h 1807"/>
                <a:gd name="T28" fmla="*/ 1449 w 1771"/>
                <a:gd name="T29" fmla="*/ 212 h 1807"/>
                <a:gd name="T30" fmla="*/ 1431 w 1771"/>
                <a:gd name="T31" fmla="*/ 197 h 1807"/>
                <a:gd name="T32" fmla="*/ 1402 w 1771"/>
                <a:gd name="T33" fmla="*/ 175 h 1807"/>
                <a:gd name="T34" fmla="*/ 1383 w 1771"/>
                <a:gd name="T35" fmla="*/ 162 h 1807"/>
                <a:gd name="T36" fmla="*/ 1353 w 1771"/>
                <a:gd name="T37" fmla="*/ 141 h 1807"/>
                <a:gd name="T38" fmla="*/ 1321 w 1771"/>
                <a:gd name="T39" fmla="*/ 122 h 1807"/>
                <a:gd name="T40" fmla="*/ 1301 w 1771"/>
                <a:gd name="T41" fmla="*/ 111 h 1807"/>
                <a:gd name="T42" fmla="*/ 1263 w 1771"/>
                <a:gd name="T43" fmla="*/ 91 h 1807"/>
                <a:gd name="T44" fmla="*/ 1241 w 1771"/>
                <a:gd name="T45" fmla="*/ 81 h 1807"/>
                <a:gd name="T46" fmla="*/ 1208 w 1771"/>
                <a:gd name="T47" fmla="*/ 66 h 1807"/>
                <a:gd name="T48" fmla="*/ 1162 w 1771"/>
                <a:gd name="T49" fmla="*/ 49 h 1807"/>
                <a:gd name="T50" fmla="*/ 1120 w 1771"/>
                <a:gd name="T51" fmla="*/ 36 h 1807"/>
                <a:gd name="T52" fmla="*/ 1097 w 1771"/>
                <a:gd name="T53" fmla="*/ 30 h 1807"/>
                <a:gd name="T54" fmla="*/ 1061 w 1771"/>
                <a:gd name="T55" fmla="*/ 21 h 1807"/>
                <a:gd name="T56" fmla="*/ 1037 w 1771"/>
                <a:gd name="T57" fmla="*/ 16 h 1807"/>
                <a:gd name="T58" fmla="*/ 175 w 1771"/>
                <a:gd name="T59" fmla="*/ 323 h 1807"/>
                <a:gd name="T60" fmla="*/ 1304 w 1771"/>
                <a:gd name="T61" fmla="*/ 402 h 1807"/>
                <a:gd name="T62" fmla="*/ 1372 w 1771"/>
                <a:gd name="T63" fmla="*/ 1125 h 1807"/>
                <a:gd name="T64" fmla="*/ 590 w 1771"/>
                <a:gd name="T65" fmla="*/ 1394 h 1807"/>
                <a:gd name="T66" fmla="*/ 403 w 1771"/>
                <a:gd name="T67" fmla="*/ 1396 h 1807"/>
                <a:gd name="T68" fmla="*/ 400 w 1771"/>
                <a:gd name="T69" fmla="*/ 1396 h 1807"/>
                <a:gd name="T70" fmla="*/ 381 w 1771"/>
                <a:gd name="T71" fmla="*/ 1380 h 1807"/>
                <a:gd name="T72" fmla="*/ 380 w 1771"/>
                <a:gd name="T73" fmla="*/ 1371 h 1807"/>
                <a:gd name="T74" fmla="*/ 510 w 1771"/>
                <a:gd name="T75" fmla="*/ 732 h 1807"/>
                <a:gd name="T76" fmla="*/ 519 w 1771"/>
                <a:gd name="T77" fmla="*/ 716 h 1807"/>
                <a:gd name="T78" fmla="*/ 786 w 1771"/>
                <a:gd name="T79" fmla="*/ 705 h 1807"/>
                <a:gd name="T80" fmla="*/ 0 w 1771"/>
                <a:gd name="T81" fmla="*/ 1037 h 1807"/>
                <a:gd name="T82" fmla="*/ 1292 w 1771"/>
                <a:gd name="T83" fmla="*/ 1701 h 1807"/>
                <a:gd name="T84" fmla="*/ 1313 w 1771"/>
                <a:gd name="T85" fmla="*/ 1689 h 1807"/>
                <a:gd name="T86" fmla="*/ 1333 w 1771"/>
                <a:gd name="T87" fmla="*/ 1677 h 1807"/>
                <a:gd name="T88" fmla="*/ 1354 w 1771"/>
                <a:gd name="T89" fmla="*/ 1665 h 1807"/>
                <a:gd name="T90" fmla="*/ 1374 w 1771"/>
                <a:gd name="T91" fmla="*/ 1651 h 1807"/>
                <a:gd name="T92" fmla="*/ 1394 w 1771"/>
                <a:gd name="T93" fmla="*/ 1638 h 1807"/>
                <a:gd name="T94" fmla="*/ 1418 w 1771"/>
                <a:gd name="T95" fmla="*/ 1620 h 1807"/>
                <a:gd name="T96" fmla="*/ 1441 w 1771"/>
                <a:gd name="T97" fmla="*/ 1601 h 1807"/>
                <a:gd name="T98" fmla="*/ 1504 w 1771"/>
                <a:gd name="T99" fmla="*/ 1545 h 1807"/>
                <a:gd name="T100" fmla="*/ 1520 w 1771"/>
                <a:gd name="T101" fmla="*/ 1528 h 1807"/>
                <a:gd name="T102" fmla="*/ 1538 w 1771"/>
                <a:gd name="T103" fmla="*/ 1509 h 1807"/>
                <a:gd name="T104" fmla="*/ 1759 w 1771"/>
                <a:gd name="T105" fmla="*/ 1052 h 1807"/>
                <a:gd name="T106" fmla="*/ 1762 w 1771"/>
                <a:gd name="T107" fmla="*/ 1029 h 1807"/>
                <a:gd name="T108" fmla="*/ 1765 w 1771"/>
                <a:gd name="T109" fmla="*/ 1005 h 1807"/>
                <a:gd name="T110" fmla="*/ 1767 w 1771"/>
                <a:gd name="T111" fmla="*/ 986 h 1807"/>
                <a:gd name="T112" fmla="*/ 1769 w 1771"/>
                <a:gd name="T113" fmla="*/ 966 h 1807"/>
                <a:gd name="T114" fmla="*/ 1770 w 1771"/>
                <a:gd name="T115" fmla="*/ 947 h 1807"/>
                <a:gd name="T116" fmla="*/ 1771 w 1771"/>
                <a:gd name="T117" fmla="*/ 928 h 1807"/>
                <a:gd name="T118" fmla="*/ 1771 w 1771"/>
                <a:gd name="T119" fmla="*/ 908 h 1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71" h="1807">
                  <a:moveTo>
                    <a:pt x="1771" y="893"/>
                  </a:moveTo>
                  <a:cubicBezTo>
                    <a:pt x="1771" y="892"/>
                    <a:pt x="1771" y="892"/>
                    <a:pt x="1771" y="892"/>
                  </a:cubicBezTo>
                  <a:cubicBezTo>
                    <a:pt x="1771" y="887"/>
                    <a:pt x="1771" y="887"/>
                    <a:pt x="1771" y="887"/>
                  </a:cubicBezTo>
                  <a:cubicBezTo>
                    <a:pt x="1771" y="885"/>
                    <a:pt x="1771" y="885"/>
                    <a:pt x="1771" y="885"/>
                  </a:cubicBezTo>
                  <a:cubicBezTo>
                    <a:pt x="1771" y="881"/>
                    <a:pt x="1771" y="881"/>
                    <a:pt x="1771" y="881"/>
                  </a:cubicBezTo>
                  <a:cubicBezTo>
                    <a:pt x="1771" y="880"/>
                    <a:pt x="1771" y="880"/>
                    <a:pt x="1771" y="880"/>
                  </a:cubicBezTo>
                  <a:cubicBezTo>
                    <a:pt x="1771" y="875"/>
                    <a:pt x="1771" y="875"/>
                    <a:pt x="1771" y="875"/>
                  </a:cubicBezTo>
                  <a:cubicBezTo>
                    <a:pt x="1771" y="874"/>
                    <a:pt x="1771" y="874"/>
                    <a:pt x="1771" y="874"/>
                  </a:cubicBezTo>
                  <a:cubicBezTo>
                    <a:pt x="1771" y="870"/>
                    <a:pt x="1771" y="870"/>
                    <a:pt x="1771" y="870"/>
                  </a:cubicBezTo>
                  <a:cubicBezTo>
                    <a:pt x="1770" y="868"/>
                    <a:pt x="1770" y="868"/>
                    <a:pt x="1770" y="868"/>
                  </a:cubicBezTo>
                  <a:cubicBezTo>
                    <a:pt x="1770" y="864"/>
                    <a:pt x="1770" y="864"/>
                    <a:pt x="1770" y="864"/>
                  </a:cubicBezTo>
                  <a:cubicBezTo>
                    <a:pt x="1770" y="862"/>
                    <a:pt x="1770" y="862"/>
                    <a:pt x="1770" y="862"/>
                  </a:cubicBezTo>
                  <a:cubicBezTo>
                    <a:pt x="1770" y="859"/>
                    <a:pt x="1770" y="859"/>
                    <a:pt x="1770" y="859"/>
                  </a:cubicBezTo>
                  <a:cubicBezTo>
                    <a:pt x="1770" y="857"/>
                    <a:pt x="1770" y="857"/>
                    <a:pt x="1770" y="857"/>
                  </a:cubicBezTo>
                  <a:cubicBezTo>
                    <a:pt x="1770" y="852"/>
                    <a:pt x="1770" y="852"/>
                    <a:pt x="1770" y="852"/>
                  </a:cubicBezTo>
                  <a:cubicBezTo>
                    <a:pt x="1770" y="851"/>
                    <a:pt x="1770" y="851"/>
                    <a:pt x="1770" y="851"/>
                  </a:cubicBezTo>
                  <a:cubicBezTo>
                    <a:pt x="1769" y="847"/>
                    <a:pt x="1769" y="847"/>
                    <a:pt x="1769" y="847"/>
                  </a:cubicBezTo>
                  <a:cubicBezTo>
                    <a:pt x="1769" y="845"/>
                    <a:pt x="1769" y="845"/>
                    <a:pt x="1769" y="845"/>
                  </a:cubicBezTo>
                  <a:cubicBezTo>
                    <a:pt x="1769" y="841"/>
                    <a:pt x="1769" y="841"/>
                    <a:pt x="1769" y="841"/>
                  </a:cubicBezTo>
                  <a:cubicBezTo>
                    <a:pt x="1769" y="839"/>
                    <a:pt x="1769" y="839"/>
                    <a:pt x="1769" y="839"/>
                  </a:cubicBezTo>
                  <a:cubicBezTo>
                    <a:pt x="1769" y="836"/>
                    <a:pt x="1769" y="836"/>
                    <a:pt x="1769" y="836"/>
                  </a:cubicBezTo>
                  <a:cubicBezTo>
                    <a:pt x="1768" y="834"/>
                    <a:pt x="1768" y="834"/>
                    <a:pt x="1768" y="834"/>
                  </a:cubicBezTo>
                  <a:cubicBezTo>
                    <a:pt x="1768" y="830"/>
                    <a:pt x="1768" y="830"/>
                    <a:pt x="1768" y="830"/>
                  </a:cubicBezTo>
                  <a:cubicBezTo>
                    <a:pt x="1768" y="828"/>
                    <a:pt x="1768" y="828"/>
                    <a:pt x="1768" y="828"/>
                  </a:cubicBezTo>
                  <a:cubicBezTo>
                    <a:pt x="1768" y="824"/>
                    <a:pt x="1768" y="824"/>
                    <a:pt x="1768" y="824"/>
                  </a:cubicBezTo>
                  <a:cubicBezTo>
                    <a:pt x="1768" y="822"/>
                    <a:pt x="1768" y="822"/>
                    <a:pt x="1768" y="822"/>
                  </a:cubicBezTo>
                  <a:cubicBezTo>
                    <a:pt x="1767" y="819"/>
                    <a:pt x="1767" y="819"/>
                    <a:pt x="1767" y="819"/>
                  </a:cubicBezTo>
                  <a:cubicBezTo>
                    <a:pt x="1767" y="816"/>
                    <a:pt x="1767" y="816"/>
                    <a:pt x="1767" y="816"/>
                  </a:cubicBezTo>
                  <a:cubicBezTo>
                    <a:pt x="1767" y="813"/>
                    <a:pt x="1767" y="813"/>
                    <a:pt x="1767" y="813"/>
                  </a:cubicBezTo>
                  <a:cubicBezTo>
                    <a:pt x="1766" y="810"/>
                    <a:pt x="1766" y="810"/>
                    <a:pt x="1766" y="810"/>
                  </a:cubicBezTo>
                  <a:cubicBezTo>
                    <a:pt x="1766" y="808"/>
                    <a:pt x="1766" y="808"/>
                    <a:pt x="1766" y="808"/>
                  </a:cubicBezTo>
                  <a:cubicBezTo>
                    <a:pt x="1765" y="799"/>
                    <a:pt x="1765" y="799"/>
                    <a:pt x="1765" y="799"/>
                  </a:cubicBezTo>
                  <a:cubicBezTo>
                    <a:pt x="1765" y="797"/>
                    <a:pt x="1765" y="797"/>
                    <a:pt x="1765" y="797"/>
                  </a:cubicBezTo>
                  <a:cubicBezTo>
                    <a:pt x="1765" y="794"/>
                    <a:pt x="1765" y="794"/>
                    <a:pt x="1765" y="794"/>
                  </a:cubicBezTo>
                  <a:cubicBezTo>
                    <a:pt x="1764" y="793"/>
                    <a:pt x="1764" y="793"/>
                    <a:pt x="1764" y="793"/>
                  </a:cubicBezTo>
                  <a:cubicBezTo>
                    <a:pt x="1764" y="787"/>
                    <a:pt x="1764" y="787"/>
                    <a:pt x="1764" y="787"/>
                  </a:cubicBezTo>
                  <a:cubicBezTo>
                    <a:pt x="1763" y="786"/>
                    <a:pt x="1763" y="786"/>
                    <a:pt x="1763" y="786"/>
                  </a:cubicBezTo>
                  <a:cubicBezTo>
                    <a:pt x="1763" y="783"/>
                    <a:pt x="1763" y="783"/>
                    <a:pt x="1763" y="783"/>
                  </a:cubicBezTo>
                  <a:cubicBezTo>
                    <a:pt x="1763" y="782"/>
                    <a:pt x="1763" y="782"/>
                    <a:pt x="1763" y="782"/>
                  </a:cubicBezTo>
                  <a:cubicBezTo>
                    <a:pt x="1762" y="775"/>
                    <a:pt x="1762" y="775"/>
                    <a:pt x="1762" y="775"/>
                  </a:cubicBezTo>
                  <a:cubicBezTo>
                    <a:pt x="1762" y="774"/>
                    <a:pt x="1762" y="774"/>
                    <a:pt x="1762" y="774"/>
                  </a:cubicBezTo>
                  <a:cubicBezTo>
                    <a:pt x="1761" y="771"/>
                    <a:pt x="1761" y="771"/>
                    <a:pt x="1761" y="771"/>
                  </a:cubicBezTo>
                  <a:cubicBezTo>
                    <a:pt x="1761" y="770"/>
                    <a:pt x="1761" y="770"/>
                    <a:pt x="1761" y="770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0"/>
                    <a:pt x="1760" y="760"/>
                    <a:pt x="1760" y="760"/>
                  </a:cubicBezTo>
                  <a:cubicBezTo>
                    <a:pt x="1760" y="759"/>
                    <a:pt x="1760" y="759"/>
                    <a:pt x="1760" y="759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4" y="728"/>
                    <a:pt x="1750" y="708"/>
                    <a:pt x="1745" y="688"/>
                  </a:cubicBezTo>
                  <a:cubicBezTo>
                    <a:pt x="1745" y="688"/>
                    <a:pt x="1745" y="688"/>
                    <a:pt x="1745" y="688"/>
                  </a:cubicBezTo>
                  <a:cubicBezTo>
                    <a:pt x="1743" y="677"/>
                    <a:pt x="1743" y="677"/>
                    <a:pt x="1743" y="677"/>
                  </a:cubicBezTo>
                  <a:cubicBezTo>
                    <a:pt x="1742" y="677"/>
                    <a:pt x="1742" y="677"/>
                    <a:pt x="1742" y="677"/>
                  </a:cubicBezTo>
                  <a:cubicBezTo>
                    <a:pt x="1740" y="667"/>
                    <a:pt x="1740" y="667"/>
                    <a:pt x="1740" y="667"/>
                  </a:cubicBezTo>
                  <a:cubicBezTo>
                    <a:pt x="1739" y="665"/>
                    <a:pt x="1739" y="665"/>
                    <a:pt x="1739" y="665"/>
                  </a:cubicBezTo>
                  <a:cubicBezTo>
                    <a:pt x="1739" y="663"/>
                    <a:pt x="1739" y="663"/>
                    <a:pt x="1739" y="663"/>
                  </a:cubicBezTo>
                  <a:cubicBezTo>
                    <a:pt x="1738" y="661"/>
                    <a:pt x="1738" y="661"/>
                    <a:pt x="1738" y="661"/>
                  </a:cubicBezTo>
                  <a:cubicBezTo>
                    <a:pt x="1737" y="657"/>
                    <a:pt x="1737" y="657"/>
                    <a:pt x="1737" y="657"/>
                  </a:cubicBezTo>
                  <a:cubicBezTo>
                    <a:pt x="1736" y="654"/>
                    <a:pt x="1736" y="654"/>
                    <a:pt x="1736" y="654"/>
                  </a:cubicBezTo>
                  <a:cubicBezTo>
                    <a:pt x="1736" y="652"/>
                    <a:pt x="1736" y="652"/>
                    <a:pt x="1736" y="652"/>
                  </a:cubicBezTo>
                  <a:cubicBezTo>
                    <a:pt x="1735" y="650"/>
                    <a:pt x="1735" y="650"/>
                    <a:pt x="1735" y="650"/>
                  </a:cubicBezTo>
                  <a:cubicBezTo>
                    <a:pt x="1734" y="646"/>
                    <a:pt x="1734" y="646"/>
                    <a:pt x="1734" y="646"/>
                  </a:cubicBezTo>
                  <a:cubicBezTo>
                    <a:pt x="1733" y="643"/>
                    <a:pt x="1733" y="643"/>
                    <a:pt x="1733" y="643"/>
                  </a:cubicBezTo>
                  <a:cubicBezTo>
                    <a:pt x="1732" y="642"/>
                    <a:pt x="1732" y="642"/>
                    <a:pt x="1732" y="642"/>
                  </a:cubicBezTo>
                  <a:cubicBezTo>
                    <a:pt x="1732" y="638"/>
                    <a:pt x="1732" y="638"/>
                    <a:pt x="1732" y="638"/>
                  </a:cubicBezTo>
                  <a:cubicBezTo>
                    <a:pt x="1731" y="637"/>
                    <a:pt x="1731" y="637"/>
                    <a:pt x="1731" y="637"/>
                  </a:cubicBezTo>
                  <a:cubicBezTo>
                    <a:pt x="1730" y="633"/>
                    <a:pt x="1730" y="633"/>
                    <a:pt x="1730" y="633"/>
                  </a:cubicBezTo>
                  <a:cubicBezTo>
                    <a:pt x="1729" y="631"/>
                    <a:pt x="1729" y="631"/>
                    <a:pt x="1729" y="631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19" y="599"/>
                    <a:pt x="1710" y="577"/>
                    <a:pt x="1701" y="555"/>
                  </a:cubicBezTo>
                  <a:cubicBezTo>
                    <a:pt x="1696" y="543"/>
                    <a:pt x="1691" y="530"/>
                    <a:pt x="1685" y="518"/>
                  </a:cubicBezTo>
                  <a:cubicBezTo>
                    <a:pt x="1672" y="491"/>
                    <a:pt x="1658" y="465"/>
                    <a:pt x="1643" y="440"/>
                  </a:cubicBezTo>
                  <a:cubicBezTo>
                    <a:pt x="1640" y="435"/>
                    <a:pt x="1640" y="435"/>
                    <a:pt x="1640" y="435"/>
                  </a:cubicBezTo>
                  <a:cubicBezTo>
                    <a:pt x="1640" y="434"/>
                    <a:pt x="1640" y="434"/>
                    <a:pt x="1640" y="434"/>
                  </a:cubicBezTo>
                  <a:cubicBezTo>
                    <a:pt x="1625" y="410"/>
                    <a:pt x="1609" y="387"/>
                    <a:pt x="1593" y="365"/>
                  </a:cubicBezTo>
                  <a:cubicBezTo>
                    <a:pt x="1593" y="364"/>
                    <a:pt x="1593" y="364"/>
                    <a:pt x="1593" y="364"/>
                  </a:cubicBezTo>
                  <a:cubicBezTo>
                    <a:pt x="1589" y="360"/>
                    <a:pt x="1589" y="360"/>
                    <a:pt x="1589" y="360"/>
                  </a:cubicBezTo>
                  <a:cubicBezTo>
                    <a:pt x="1589" y="359"/>
                    <a:pt x="1589" y="359"/>
                    <a:pt x="1589" y="359"/>
                  </a:cubicBezTo>
                  <a:cubicBezTo>
                    <a:pt x="1586" y="355"/>
                    <a:pt x="1586" y="355"/>
                    <a:pt x="1586" y="355"/>
                  </a:cubicBezTo>
                  <a:cubicBezTo>
                    <a:pt x="1585" y="355"/>
                    <a:pt x="1585" y="355"/>
                    <a:pt x="1585" y="355"/>
                  </a:cubicBezTo>
                  <a:cubicBezTo>
                    <a:pt x="1582" y="351"/>
                    <a:pt x="1582" y="351"/>
                    <a:pt x="1582" y="351"/>
                  </a:cubicBezTo>
                  <a:cubicBezTo>
                    <a:pt x="1582" y="350"/>
                    <a:pt x="1582" y="350"/>
                    <a:pt x="1582" y="350"/>
                  </a:cubicBezTo>
                  <a:cubicBezTo>
                    <a:pt x="1578" y="346"/>
                    <a:pt x="1578" y="346"/>
                    <a:pt x="1578" y="346"/>
                  </a:cubicBezTo>
                  <a:cubicBezTo>
                    <a:pt x="1578" y="345"/>
                    <a:pt x="1578" y="345"/>
                    <a:pt x="1578" y="345"/>
                  </a:cubicBezTo>
                  <a:cubicBezTo>
                    <a:pt x="1572" y="338"/>
                    <a:pt x="1566" y="330"/>
                    <a:pt x="1559" y="322"/>
                  </a:cubicBezTo>
                  <a:cubicBezTo>
                    <a:pt x="1559" y="322"/>
                    <a:pt x="1559" y="322"/>
                    <a:pt x="1559" y="322"/>
                  </a:cubicBezTo>
                  <a:cubicBezTo>
                    <a:pt x="1555" y="318"/>
                    <a:pt x="1555" y="318"/>
                    <a:pt x="1555" y="318"/>
                  </a:cubicBezTo>
                  <a:cubicBezTo>
                    <a:pt x="1555" y="317"/>
                    <a:pt x="1555" y="317"/>
                    <a:pt x="1555" y="317"/>
                  </a:cubicBezTo>
                  <a:cubicBezTo>
                    <a:pt x="1552" y="313"/>
                    <a:pt x="1552" y="313"/>
                    <a:pt x="1552" y="313"/>
                  </a:cubicBezTo>
                  <a:cubicBezTo>
                    <a:pt x="1551" y="313"/>
                    <a:pt x="1551" y="313"/>
                    <a:pt x="1551" y="313"/>
                  </a:cubicBezTo>
                  <a:cubicBezTo>
                    <a:pt x="1548" y="309"/>
                    <a:pt x="1548" y="309"/>
                    <a:pt x="1548" y="309"/>
                  </a:cubicBezTo>
                  <a:cubicBezTo>
                    <a:pt x="1547" y="308"/>
                    <a:pt x="1547" y="308"/>
                    <a:pt x="1547" y="308"/>
                  </a:cubicBezTo>
                  <a:cubicBezTo>
                    <a:pt x="1544" y="304"/>
                    <a:pt x="1544" y="304"/>
                    <a:pt x="1544" y="304"/>
                  </a:cubicBezTo>
                  <a:cubicBezTo>
                    <a:pt x="1543" y="304"/>
                    <a:pt x="1543" y="304"/>
                    <a:pt x="1543" y="304"/>
                  </a:cubicBezTo>
                  <a:cubicBezTo>
                    <a:pt x="1537" y="297"/>
                    <a:pt x="1530" y="289"/>
                    <a:pt x="1523" y="282"/>
                  </a:cubicBezTo>
                  <a:cubicBezTo>
                    <a:pt x="1523" y="282"/>
                    <a:pt x="1523" y="282"/>
                    <a:pt x="1523" y="282"/>
                  </a:cubicBezTo>
                  <a:cubicBezTo>
                    <a:pt x="1519" y="278"/>
                    <a:pt x="1519" y="278"/>
                    <a:pt x="1519" y="278"/>
                  </a:cubicBezTo>
                  <a:cubicBezTo>
                    <a:pt x="1519" y="277"/>
                    <a:pt x="1519" y="277"/>
                    <a:pt x="1519" y="277"/>
                  </a:cubicBezTo>
                  <a:cubicBezTo>
                    <a:pt x="1515" y="274"/>
                    <a:pt x="1515" y="274"/>
                    <a:pt x="1515" y="274"/>
                  </a:cubicBezTo>
                  <a:cubicBezTo>
                    <a:pt x="1515" y="273"/>
                    <a:pt x="1515" y="273"/>
                    <a:pt x="1515" y="273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510" y="269"/>
                    <a:pt x="1510" y="269"/>
                    <a:pt x="1510" y="269"/>
                  </a:cubicBezTo>
                  <a:cubicBezTo>
                    <a:pt x="1507" y="265"/>
                    <a:pt x="1507" y="265"/>
                    <a:pt x="1507" y="265"/>
                  </a:cubicBezTo>
                  <a:cubicBezTo>
                    <a:pt x="1506" y="265"/>
                    <a:pt x="1506" y="265"/>
                    <a:pt x="1506" y="265"/>
                  </a:cubicBezTo>
                  <a:cubicBezTo>
                    <a:pt x="1499" y="258"/>
                    <a:pt x="1492" y="251"/>
                    <a:pt x="1485" y="244"/>
                  </a:cubicBezTo>
                  <a:cubicBezTo>
                    <a:pt x="1485" y="244"/>
                    <a:pt x="1485" y="244"/>
                    <a:pt x="1485" y="244"/>
                  </a:cubicBezTo>
                  <a:cubicBezTo>
                    <a:pt x="1481" y="240"/>
                    <a:pt x="1481" y="240"/>
                    <a:pt x="1481" y="240"/>
                  </a:cubicBezTo>
                  <a:cubicBezTo>
                    <a:pt x="1480" y="239"/>
                    <a:pt x="1480" y="239"/>
                    <a:pt x="1480" y="239"/>
                  </a:cubicBezTo>
                  <a:cubicBezTo>
                    <a:pt x="1477" y="236"/>
                    <a:pt x="1477" y="236"/>
                    <a:pt x="1477" y="236"/>
                  </a:cubicBezTo>
                  <a:cubicBezTo>
                    <a:pt x="1476" y="235"/>
                    <a:pt x="1476" y="235"/>
                    <a:pt x="1476" y="235"/>
                  </a:cubicBezTo>
                  <a:cubicBezTo>
                    <a:pt x="1472" y="232"/>
                    <a:pt x="1472" y="232"/>
                    <a:pt x="1472" y="232"/>
                  </a:cubicBezTo>
                  <a:cubicBezTo>
                    <a:pt x="1471" y="232"/>
                    <a:pt x="1471" y="232"/>
                    <a:pt x="1471" y="232"/>
                  </a:cubicBezTo>
                  <a:cubicBezTo>
                    <a:pt x="1468" y="228"/>
                    <a:pt x="1468" y="228"/>
                    <a:pt x="1468" y="228"/>
                  </a:cubicBezTo>
                  <a:cubicBezTo>
                    <a:pt x="1467" y="228"/>
                    <a:pt x="1467" y="228"/>
                    <a:pt x="1467" y="228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5" y="209"/>
                    <a:pt x="1445" y="209"/>
                    <a:pt x="1445" y="209"/>
                  </a:cubicBezTo>
                  <a:cubicBezTo>
                    <a:pt x="1444" y="208"/>
                    <a:pt x="1444" y="208"/>
                    <a:pt x="1444" y="208"/>
                  </a:cubicBezTo>
                  <a:cubicBezTo>
                    <a:pt x="1440" y="205"/>
                    <a:pt x="1440" y="205"/>
                    <a:pt x="1440" y="205"/>
                  </a:cubicBezTo>
                  <a:cubicBezTo>
                    <a:pt x="1439" y="204"/>
                    <a:pt x="1439" y="204"/>
                    <a:pt x="1439" y="204"/>
                  </a:cubicBezTo>
                  <a:cubicBezTo>
                    <a:pt x="1436" y="201"/>
                    <a:pt x="1436" y="201"/>
                    <a:pt x="1436" y="201"/>
                  </a:cubicBezTo>
                  <a:cubicBezTo>
                    <a:pt x="1435" y="200"/>
                    <a:pt x="1435" y="200"/>
                    <a:pt x="1435" y="200"/>
                  </a:cubicBezTo>
                  <a:cubicBezTo>
                    <a:pt x="1431" y="197"/>
                    <a:pt x="1431" y="197"/>
                    <a:pt x="1431" y="197"/>
                  </a:cubicBezTo>
                  <a:cubicBezTo>
                    <a:pt x="1430" y="197"/>
                    <a:pt x="1430" y="197"/>
                    <a:pt x="1430" y="197"/>
                  </a:cubicBezTo>
                  <a:cubicBezTo>
                    <a:pt x="1426" y="194"/>
                    <a:pt x="1426" y="194"/>
                    <a:pt x="1426" y="194"/>
                  </a:cubicBezTo>
                  <a:cubicBezTo>
                    <a:pt x="1425" y="193"/>
                    <a:pt x="1425" y="193"/>
                    <a:pt x="1425" y="193"/>
                  </a:cubicBezTo>
                  <a:cubicBezTo>
                    <a:pt x="1421" y="190"/>
                    <a:pt x="1421" y="190"/>
                    <a:pt x="1421" y="190"/>
                  </a:cubicBezTo>
                  <a:cubicBezTo>
                    <a:pt x="1421" y="189"/>
                    <a:pt x="1421" y="189"/>
                    <a:pt x="1421" y="189"/>
                  </a:cubicBezTo>
                  <a:cubicBezTo>
                    <a:pt x="1407" y="179"/>
                    <a:pt x="1407" y="179"/>
                    <a:pt x="1407" y="179"/>
                  </a:cubicBezTo>
                  <a:cubicBezTo>
                    <a:pt x="1406" y="178"/>
                    <a:pt x="1406" y="178"/>
                    <a:pt x="1406" y="178"/>
                  </a:cubicBezTo>
                  <a:cubicBezTo>
                    <a:pt x="1402" y="175"/>
                    <a:pt x="1402" y="175"/>
                    <a:pt x="1402" y="175"/>
                  </a:cubicBezTo>
                  <a:cubicBezTo>
                    <a:pt x="1401" y="174"/>
                    <a:pt x="1401" y="174"/>
                    <a:pt x="1401" y="174"/>
                  </a:cubicBezTo>
                  <a:cubicBezTo>
                    <a:pt x="1398" y="172"/>
                    <a:pt x="1398" y="172"/>
                    <a:pt x="1398" y="172"/>
                  </a:cubicBezTo>
                  <a:cubicBezTo>
                    <a:pt x="1396" y="171"/>
                    <a:pt x="1396" y="171"/>
                    <a:pt x="1396" y="171"/>
                  </a:cubicBezTo>
                  <a:cubicBezTo>
                    <a:pt x="1393" y="169"/>
                    <a:pt x="1393" y="169"/>
                    <a:pt x="1393" y="169"/>
                  </a:cubicBezTo>
                  <a:cubicBezTo>
                    <a:pt x="1391" y="167"/>
                    <a:pt x="1391" y="167"/>
                    <a:pt x="1391" y="167"/>
                  </a:cubicBezTo>
                  <a:cubicBezTo>
                    <a:pt x="1388" y="165"/>
                    <a:pt x="1388" y="165"/>
                    <a:pt x="1388" y="165"/>
                  </a:cubicBezTo>
                  <a:cubicBezTo>
                    <a:pt x="1387" y="164"/>
                    <a:pt x="1387" y="164"/>
                    <a:pt x="1387" y="164"/>
                  </a:cubicBezTo>
                  <a:cubicBezTo>
                    <a:pt x="1383" y="162"/>
                    <a:pt x="1383" y="162"/>
                    <a:pt x="1383" y="162"/>
                  </a:cubicBezTo>
                  <a:cubicBezTo>
                    <a:pt x="1382" y="161"/>
                    <a:pt x="1382" y="161"/>
                    <a:pt x="1382" y="161"/>
                  </a:cubicBezTo>
                  <a:cubicBezTo>
                    <a:pt x="1378" y="158"/>
                    <a:pt x="1378" y="158"/>
                    <a:pt x="1378" y="158"/>
                  </a:cubicBezTo>
                  <a:cubicBezTo>
                    <a:pt x="1377" y="158"/>
                    <a:pt x="1377" y="158"/>
                    <a:pt x="1377" y="158"/>
                  </a:cubicBezTo>
                  <a:cubicBezTo>
                    <a:pt x="1363" y="148"/>
                    <a:pt x="1363" y="148"/>
                    <a:pt x="1363" y="148"/>
                  </a:cubicBezTo>
                  <a:cubicBezTo>
                    <a:pt x="1362" y="147"/>
                    <a:pt x="1362" y="147"/>
                    <a:pt x="1362" y="147"/>
                  </a:cubicBezTo>
                  <a:cubicBezTo>
                    <a:pt x="1358" y="145"/>
                    <a:pt x="1358" y="145"/>
                    <a:pt x="1358" y="145"/>
                  </a:cubicBezTo>
                  <a:cubicBezTo>
                    <a:pt x="1356" y="144"/>
                    <a:pt x="1356" y="144"/>
                    <a:pt x="1356" y="144"/>
                  </a:cubicBezTo>
                  <a:cubicBezTo>
                    <a:pt x="1353" y="141"/>
                    <a:pt x="1353" y="141"/>
                    <a:pt x="1353" y="141"/>
                  </a:cubicBezTo>
                  <a:cubicBezTo>
                    <a:pt x="1352" y="141"/>
                    <a:pt x="1352" y="141"/>
                    <a:pt x="1352" y="141"/>
                  </a:cubicBezTo>
                  <a:cubicBezTo>
                    <a:pt x="1348" y="138"/>
                    <a:pt x="1348" y="138"/>
                    <a:pt x="1348" y="138"/>
                  </a:cubicBezTo>
                  <a:cubicBezTo>
                    <a:pt x="1347" y="138"/>
                    <a:pt x="1347" y="138"/>
                    <a:pt x="1347" y="138"/>
                  </a:cubicBezTo>
                  <a:cubicBezTo>
                    <a:pt x="1343" y="135"/>
                    <a:pt x="1343" y="135"/>
                    <a:pt x="1343" y="135"/>
                  </a:cubicBezTo>
                  <a:cubicBezTo>
                    <a:pt x="1342" y="134"/>
                    <a:pt x="1342" y="134"/>
                    <a:pt x="1342" y="134"/>
                  </a:cubicBezTo>
                  <a:cubicBezTo>
                    <a:pt x="1338" y="132"/>
                    <a:pt x="1338" y="132"/>
                    <a:pt x="1338" y="132"/>
                  </a:cubicBezTo>
                  <a:cubicBezTo>
                    <a:pt x="1337" y="131"/>
                    <a:pt x="1337" y="131"/>
                    <a:pt x="1337" y="131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16" y="119"/>
                    <a:pt x="1316" y="119"/>
                    <a:pt x="1316" y="119"/>
                  </a:cubicBezTo>
                  <a:cubicBezTo>
                    <a:pt x="1315" y="119"/>
                    <a:pt x="1315" y="119"/>
                    <a:pt x="1315" y="119"/>
                  </a:cubicBezTo>
                  <a:cubicBezTo>
                    <a:pt x="1311" y="116"/>
                    <a:pt x="1311" y="116"/>
                    <a:pt x="1311" y="116"/>
                  </a:cubicBezTo>
                  <a:cubicBezTo>
                    <a:pt x="1310" y="116"/>
                    <a:pt x="1310" y="116"/>
                    <a:pt x="1310" y="116"/>
                  </a:cubicBezTo>
                  <a:cubicBezTo>
                    <a:pt x="1306" y="114"/>
                    <a:pt x="1306" y="114"/>
                    <a:pt x="1306" y="114"/>
                  </a:cubicBezTo>
                  <a:cubicBezTo>
                    <a:pt x="1305" y="113"/>
                    <a:pt x="1305" y="113"/>
                    <a:pt x="1305" y="113"/>
                  </a:cubicBezTo>
                  <a:cubicBezTo>
                    <a:pt x="1301" y="111"/>
                    <a:pt x="1301" y="111"/>
                    <a:pt x="1301" y="111"/>
                  </a:cubicBezTo>
                  <a:cubicBezTo>
                    <a:pt x="1300" y="110"/>
                    <a:pt x="1300" y="110"/>
                    <a:pt x="1300" y="110"/>
                  </a:cubicBezTo>
                  <a:cubicBezTo>
                    <a:pt x="1296" y="108"/>
                    <a:pt x="1296" y="108"/>
                    <a:pt x="1296" y="108"/>
                  </a:cubicBezTo>
                  <a:cubicBezTo>
                    <a:pt x="1295" y="107"/>
                    <a:pt x="1295" y="107"/>
                    <a:pt x="1295" y="107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89" y="105"/>
                    <a:pt x="1289" y="105"/>
                    <a:pt x="1289" y="105"/>
                  </a:cubicBezTo>
                  <a:cubicBezTo>
                    <a:pt x="1282" y="101"/>
                    <a:pt x="1275" y="97"/>
                    <a:pt x="1268" y="94"/>
                  </a:cubicBezTo>
                  <a:cubicBezTo>
                    <a:pt x="1267" y="93"/>
                    <a:pt x="1267" y="93"/>
                    <a:pt x="1267" y="93"/>
                  </a:cubicBezTo>
                  <a:cubicBezTo>
                    <a:pt x="1263" y="91"/>
                    <a:pt x="1263" y="91"/>
                    <a:pt x="1263" y="91"/>
                  </a:cubicBezTo>
                  <a:cubicBezTo>
                    <a:pt x="1262" y="91"/>
                    <a:pt x="1262" y="91"/>
                    <a:pt x="1262" y="91"/>
                  </a:cubicBezTo>
                  <a:cubicBezTo>
                    <a:pt x="1258" y="89"/>
                    <a:pt x="1258" y="89"/>
                    <a:pt x="1258" y="89"/>
                  </a:cubicBezTo>
                  <a:cubicBezTo>
                    <a:pt x="1256" y="88"/>
                    <a:pt x="1256" y="88"/>
                    <a:pt x="1256" y="88"/>
                  </a:cubicBezTo>
                  <a:cubicBezTo>
                    <a:pt x="1252" y="86"/>
                    <a:pt x="1252" y="86"/>
                    <a:pt x="1252" y="86"/>
                  </a:cubicBezTo>
                  <a:cubicBezTo>
                    <a:pt x="1251" y="86"/>
                    <a:pt x="1251" y="86"/>
                    <a:pt x="1251" y="86"/>
                  </a:cubicBezTo>
                  <a:cubicBezTo>
                    <a:pt x="1247" y="83"/>
                    <a:pt x="1247" y="83"/>
                    <a:pt x="1247" y="83"/>
                  </a:cubicBezTo>
                  <a:cubicBezTo>
                    <a:pt x="1246" y="83"/>
                    <a:pt x="1246" y="83"/>
                    <a:pt x="1246" y="83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35" y="78"/>
                    <a:pt x="1229" y="76"/>
                    <a:pt x="1224" y="73"/>
                  </a:cubicBezTo>
                  <a:cubicBezTo>
                    <a:pt x="1224" y="73"/>
                    <a:pt x="1224" y="73"/>
                    <a:pt x="1224" y="73"/>
                  </a:cubicBezTo>
                  <a:cubicBezTo>
                    <a:pt x="1219" y="71"/>
                    <a:pt x="1219" y="71"/>
                    <a:pt x="1219" y="71"/>
                  </a:cubicBezTo>
                  <a:cubicBezTo>
                    <a:pt x="1218" y="71"/>
                    <a:pt x="1218" y="71"/>
                    <a:pt x="1218" y="71"/>
                  </a:cubicBezTo>
                  <a:cubicBezTo>
                    <a:pt x="1213" y="69"/>
                    <a:pt x="1213" y="69"/>
                    <a:pt x="1213" y="69"/>
                  </a:cubicBezTo>
                  <a:cubicBezTo>
                    <a:pt x="1212" y="68"/>
                    <a:pt x="1212" y="68"/>
                    <a:pt x="1212" y="68"/>
                  </a:cubicBezTo>
                  <a:cubicBezTo>
                    <a:pt x="1208" y="66"/>
                    <a:pt x="1208" y="66"/>
                    <a:pt x="1208" y="66"/>
                  </a:cubicBezTo>
                  <a:cubicBezTo>
                    <a:pt x="1207" y="66"/>
                    <a:pt x="1207" y="66"/>
                    <a:pt x="1207" y="66"/>
                  </a:cubicBezTo>
                  <a:cubicBezTo>
                    <a:pt x="1202" y="64"/>
                    <a:pt x="1202" y="64"/>
                    <a:pt x="1202" y="64"/>
                  </a:cubicBezTo>
                  <a:cubicBezTo>
                    <a:pt x="1201" y="64"/>
                    <a:pt x="1201" y="64"/>
                    <a:pt x="1201" y="64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86" y="58"/>
                    <a:pt x="1177" y="55"/>
                    <a:pt x="1167" y="51"/>
                  </a:cubicBezTo>
                  <a:cubicBezTo>
                    <a:pt x="1166" y="51"/>
                    <a:pt x="1166" y="51"/>
                    <a:pt x="1166" y="51"/>
                  </a:cubicBezTo>
                  <a:cubicBezTo>
                    <a:pt x="1162" y="49"/>
                    <a:pt x="1162" y="49"/>
                    <a:pt x="1162" y="49"/>
                  </a:cubicBezTo>
                  <a:cubicBezTo>
                    <a:pt x="1161" y="49"/>
                    <a:pt x="1161" y="49"/>
                    <a:pt x="1161" y="49"/>
                  </a:cubicBezTo>
                  <a:cubicBezTo>
                    <a:pt x="1156" y="47"/>
                    <a:pt x="1156" y="47"/>
                    <a:pt x="1156" y="47"/>
                  </a:cubicBezTo>
                  <a:cubicBezTo>
                    <a:pt x="1155" y="47"/>
                    <a:pt x="1155" y="47"/>
                    <a:pt x="1155" y="47"/>
                  </a:cubicBezTo>
                  <a:cubicBezTo>
                    <a:pt x="1150" y="45"/>
                    <a:pt x="1150" y="45"/>
                    <a:pt x="1150" y="45"/>
                  </a:cubicBezTo>
                  <a:cubicBezTo>
                    <a:pt x="1149" y="45"/>
                    <a:pt x="1149" y="45"/>
                    <a:pt x="1149" y="45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36" y="41"/>
                    <a:pt x="1128" y="38"/>
                    <a:pt x="1120" y="36"/>
                  </a:cubicBezTo>
                  <a:cubicBezTo>
                    <a:pt x="1120" y="36"/>
                    <a:pt x="1120" y="36"/>
                    <a:pt x="1120" y="36"/>
                  </a:cubicBezTo>
                  <a:cubicBezTo>
                    <a:pt x="1115" y="35"/>
                    <a:pt x="1115" y="35"/>
                    <a:pt x="1115" y="35"/>
                  </a:cubicBezTo>
                  <a:cubicBezTo>
                    <a:pt x="1114" y="34"/>
                    <a:pt x="1114" y="34"/>
                    <a:pt x="1114" y="34"/>
                  </a:cubicBezTo>
                  <a:cubicBezTo>
                    <a:pt x="1109" y="33"/>
                    <a:pt x="1109" y="33"/>
                    <a:pt x="1109" y="33"/>
                  </a:cubicBezTo>
                  <a:cubicBezTo>
                    <a:pt x="1108" y="33"/>
                    <a:pt x="1108" y="33"/>
                    <a:pt x="1108" y="33"/>
                  </a:cubicBezTo>
                  <a:cubicBezTo>
                    <a:pt x="1103" y="31"/>
                    <a:pt x="1103" y="31"/>
                    <a:pt x="1103" y="31"/>
                  </a:cubicBezTo>
                  <a:cubicBezTo>
                    <a:pt x="1102" y="31"/>
                    <a:pt x="1102" y="31"/>
                    <a:pt x="1102" y="31"/>
                  </a:cubicBezTo>
                  <a:cubicBezTo>
                    <a:pt x="1097" y="30"/>
                    <a:pt x="1097" y="30"/>
                    <a:pt x="1097" y="30"/>
                  </a:cubicBezTo>
                  <a:cubicBezTo>
                    <a:pt x="1096" y="29"/>
                    <a:pt x="1096" y="29"/>
                    <a:pt x="1096" y="29"/>
                  </a:cubicBezTo>
                  <a:cubicBezTo>
                    <a:pt x="1091" y="28"/>
                    <a:pt x="1091" y="28"/>
                    <a:pt x="1091" y="28"/>
                  </a:cubicBezTo>
                  <a:cubicBezTo>
                    <a:pt x="1090" y="28"/>
                    <a:pt x="1090" y="28"/>
                    <a:pt x="1090" y="28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79" y="25"/>
                    <a:pt x="1073" y="24"/>
                    <a:pt x="1067" y="22"/>
                  </a:cubicBezTo>
                  <a:cubicBezTo>
                    <a:pt x="1066" y="22"/>
                    <a:pt x="1066" y="22"/>
                    <a:pt x="1066" y="22"/>
                  </a:cubicBezTo>
                  <a:cubicBezTo>
                    <a:pt x="1061" y="21"/>
                    <a:pt x="1061" y="21"/>
                    <a:pt x="1061" y="21"/>
                  </a:cubicBezTo>
                  <a:cubicBezTo>
                    <a:pt x="1059" y="21"/>
                    <a:pt x="1059" y="21"/>
                    <a:pt x="1059" y="21"/>
                  </a:cubicBezTo>
                  <a:cubicBezTo>
                    <a:pt x="1055" y="20"/>
                    <a:pt x="1055" y="20"/>
                    <a:pt x="1055" y="20"/>
                  </a:cubicBezTo>
                  <a:cubicBezTo>
                    <a:pt x="1053" y="19"/>
                    <a:pt x="1053" y="19"/>
                    <a:pt x="1053" y="19"/>
                  </a:cubicBezTo>
                  <a:cubicBezTo>
                    <a:pt x="1049" y="19"/>
                    <a:pt x="1049" y="19"/>
                    <a:pt x="1049" y="19"/>
                  </a:cubicBezTo>
                  <a:cubicBezTo>
                    <a:pt x="1047" y="18"/>
                    <a:pt x="1047" y="18"/>
                    <a:pt x="1047" y="18"/>
                  </a:cubicBezTo>
                  <a:cubicBezTo>
                    <a:pt x="1043" y="17"/>
                    <a:pt x="1043" y="17"/>
                    <a:pt x="1043" y="17"/>
                  </a:cubicBezTo>
                  <a:cubicBezTo>
                    <a:pt x="1041" y="17"/>
                    <a:pt x="1041" y="17"/>
                    <a:pt x="1041" y="17"/>
                  </a:cubicBezTo>
                  <a:cubicBezTo>
                    <a:pt x="1037" y="16"/>
                    <a:pt x="1037" y="16"/>
                    <a:pt x="1037" y="16"/>
                  </a:cubicBezTo>
                  <a:cubicBezTo>
                    <a:pt x="1035" y="16"/>
                    <a:pt x="1035" y="16"/>
                    <a:pt x="1035" y="16"/>
                  </a:cubicBezTo>
                  <a:cubicBezTo>
                    <a:pt x="1031" y="15"/>
                    <a:pt x="1031" y="15"/>
                    <a:pt x="1031" y="15"/>
                  </a:cubicBezTo>
                  <a:cubicBezTo>
                    <a:pt x="1030" y="15"/>
                    <a:pt x="1030" y="15"/>
                    <a:pt x="1030" y="15"/>
                  </a:cubicBezTo>
                  <a:cubicBezTo>
                    <a:pt x="1024" y="14"/>
                    <a:pt x="1024" y="14"/>
                    <a:pt x="1024" y="14"/>
                  </a:cubicBezTo>
                  <a:cubicBezTo>
                    <a:pt x="1023" y="14"/>
                    <a:pt x="1023" y="14"/>
                    <a:pt x="1023" y="14"/>
                  </a:cubicBezTo>
                  <a:cubicBezTo>
                    <a:pt x="975" y="5"/>
                    <a:pt x="926" y="1"/>
                    <a:pt x="876" y="0"/>
                  </a:cubicBezTo>
                  <a:cubicBezTo>
                    <a:pt x="868" y="0"/>
                    <a:pt x="868" y="0"/>
                    <a:pt x="868" y="0"/>
                  </a:cubicBezTo>
                  <a:cubicBezTo>
                    <a:pt x="590" y="0"/>
                    <a:pt x="341" y="126"/>
                    <a:pt x="175" y="323"/>
                  </a:cubicBezTo>
                  <a:cubicBezTo>
                    <a:pt x="158" y="344"/>
                    <a:pt x="149" y="358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50" y="375"/>
                    <a:pt x="159" y="379"/>
                    <a:pt x="178" y="379"/>
                  </a:cubicBezTo>
                  <a:cubicBezTo>
                    <a:pt x="559" y="379"/>
                    <a:pt x="559" y="379"/>
                    <a:pt x="559" y="379"/>
                  </a:cubicBezTo>
                  <a:cubicBezTo>
                    <a:pt x="1261" y="379"/>
                    <a:pt x="1261" y="379"/>
                    <a:pt x="1261" y="379"/>
                  </a:cubicBezTo>
                  <a:cubicBezTo>
                    <a:pt x="1269" y="379"/>
                    <a:pt x="1278" y="382"/>
                    <a:pt x="1287" y="387"/>
                  </a:cubicBezTo>
                  <a:cubicBezTo>
                    <a:pt x="1294" y="391"/>
                    <a:pt x="1300" y="396"/>
                    <a:pt x="1304" y="402"/>
                  </a:cubicBezTo>
                  <a:cubicBezTo>
                    <a:pt x="1452" y="634"/>
                    <a:pt x="1452" y="634"/>
                    <a:pt x="1452" y="634"/>
                  </a:cubicBezTo>
                  <a:cubicBezTo>
                    <a:pt x="1455" y="638"/>
                    <a:pt x="1457" y="643"/>
                    <a:pt x="1459" y="648"/>
                  </a:cubicBezTo>
                  <a:cubicBezTo>
                    <a:pt x="1461" y="655"/>
                    <a:pt x="1461" y="655"/>
                    <a:pt x="1461" y="655"/>
                  </a:cubicBezTo>
                  <a:cubicBezTo>
                    <a:pt x="1461" y="656"/>
                    <a:pt x="1461" y="656"/>
                    <a:pt x="1461" y="656"/>
                  </a:cubicBezTo>
                  <a:cubicBezTo>
                    <a:pt x="1461" y="657"/>
                    <a:pt x="1461" y="657"/>
                    <a:pt x="1461" y="657"/>
                  </a:cubicBezTo>
                  <a:cubicBezTo>
                    <a:pt x="1463" y="664"/>
                    <a:pt x="1463" y="671"/>
                    <a:pt x="1463" y="677"/>
                  </a:cubicBezTo>
                  <a:cubicBezTo>
                    <a:pt x="1462" y="685"/>
                    <a:pt x="1462" y="685"/>
                    <a:pt x="1462" y="685"/>
                  </a:cubicBezTo>
                  <a:cubicBezTo>
                    <a:pt x="1372" y="1125"/>
                    <a:pt x="1372" y="1125"/>
                    <a:pt x="1372" y="1125"/>
                  </a:cubicBezTo>
                  <a:cubicBezTo>
                    <a:pt x="1322" y="1367"/>
                    <a:pt x="1322" y="1367"/>
                    <a:pt x="1322" y="1367"/>
                  </a:cubicBezTo>
                  <a:cubicBezTo>
                    <a:pt x="1319" y="1383"/>
                    <a:pt x="1304" y="1395"/>
                    <a:pt x="1289" y="1395"/>
                  </a:cubicBezTo>
                  <a:cubicBezTo>
                    <a:pt x="1046" y="1395"/>
                    <a:pt x="1046" y="1395"/>
                    <a:pt x="1046" y="1395"/>
                  </a:cubicBezTo>
                  <a:cubicBezTo>
                    <a:pt x="1030" y="1395"/>
                    <a:pt x="1011" y="1384"/>
                    <a:pt x="1002" y="1371"/>
                  </a:cubicBezTo>
                  <a:cubicBezTo>
                    <a:pt x="705" y="923"/>
                    <a:pt x="705" y="923"/>
                    <a:pt x="705" y="923"/>
                  </a:cubicBezTo>
                  <a:cubicBezTo>
                    <a:pt x="684" y="1030"/>
                    <a:pt x="684" y="1030"/>
                    <a:pt x="684" y="1030"/>
                  </a:cubicBezTo>
                  <a:cubicBezTo>
                    <a:pt x="615" y="1368"/>
                    <a:pt x="615" y="1368"/>
                    <a:pt x="615" y="1368"/>
                  </a:cubicBezTo>
                  <a:cubicBezTo>
                    <a:pt x="613" y="1380"/>
                    <a:pt x="602" y="1391"/>
                    <a:pt x="590" y="1394"/>
                  </a:cubicBezTo>
                  <a:cubicBezTo>
                    <a:pt x="590" y="1394"/>
                    <a:pt x="590" y="1394"/>
                    <a:pt x="590" y="1394"/>
                  </a:cubicBezTo>
                  <a:cubicBezTo>
                    <a:pt x="590" y="1395"/>
                    <a:pt x="590" y="1395"/>
                    <a:pt x="590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2" y="1396"/>
                    <a:pt x="582" y="1396"/>
                    <a:pt x="582" y="1396"/>
                  </a:cubicBezTo>
                  <a:cubicBezTo>
                    <a:pt x="581" y="1396"/>
                    <a:pt x="581" y="1396"/>
                    <a:pt x="581" y="1396"/>
                  </a:cubicBezTo>
                  <a:cubicBezTo>
                    <a:pt x="553" y="1396"/>
                    <a:pt x="553" y="1396"/>
                    <a:pt x="553" y="1396"/>
                  </a:cubicBezTo>
                  <a:cubicBezTo>
                    <a:pt x="403" y="1396"/>
                    <a:pt x="403" y="1396"/>
                    <a:pt x="403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1" y="1394"/>
                    <a:pt x="384" y="1389"/>
                    <a:pt x="382" y="1382"/>
                  </a:cubicBezTo>
                  <a:cubicBezTo>
                    <a:pt x="382" y="1382"/>
                    <a:pt x="382" y="1382"/>
                    <a:pt x="382" y="1382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1" y="1368"/>
                    <a:pt x="381" y="1368"/>
                    <a:pt x="381" y="1368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10" y="733"/>
                    <a:pt x="510" y="733"/>
                    <a:pt x="510" y="733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6" y="720"/>
                    <a:pt x="516" y="720"/>
                    <a:pt x="516" y="720"/>
                  </a:cubicBezTo>
                  <a:cubicBezTo>
                    <a:pt x="517" y="719"/>
                    <a:pt x="517" y="719"/>
                    <a:pt x="517" y="719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43" y="705"/>
                    <a:pt x="543" y="705"/>
                    <a:pt x="543" y="705"/>
                  </a:cubicBezTo>
                  <a:cubicBezTo>
                    <a:pt x="544" y="705"/>
                    <a:pt x="544" y="705"/>
                    <a:pt x="544" y="705"/>
                  </a:cubicBezTo>
                  <a:cubicBezTo>
                    <a:pt x="555" y="705"/>
                    <a:pt x="555" y="705"/>
                    <a:pt x="555" y="705"/>
                  </a:cubicBezTo>
                  <a:cubicBezTo>
                    <a:pt x="557" y="705"/>
                    <a:pt x="557" y="705"/>
                    <a:pt x="557" y="705"/>
                  </a:cubicBezTo>
                  <a:cubicBezTo>
                    <a:pt x="786" y="705"/>
                    <a:pt x="786" y="705"/>
                    <a:pt x="786" y="705"/>
                  </a:cubicBezTo>
                  <a:cubicBezTo>
                    <a:pt x="802" y="705"/>
                    <a:pt x="821" y="716"/>
                    <a:pt x="829" y="729"/>
                  </a:cubicBezTo>
                  <a:cubicBezTo>
                    <a:pt x="1127" y="1178"/>
                    <a:pt x="1127" y="1178"/>
                    <a:pt x="1127" y="1178"/>
                  </a:cubicBezTo>
                  <a:cubicBezTo>
                    <a:pt x="1244" y="590"/>
                    <a:pt x="1244" y="590"/>
                    <a:pt x="1244" y="590"/>
                  </a:cubicBezTo>
                  <a:cubicBezTo>
                    <a:pt x="557" y="590"/>
                    <a:pt x="557" y="590"/>
                    <a:pt x="557" y="590"/>
                  </a:cubicBezTo>
                  <a:cubicBezTo>
                    <a:pt x="555" y="590"/>
                    <a:pt x="555" y="590"/>
                    <a:pt x="555" y="590"/>
                  </a:cubicBezTo>
                  <a:cubicBezTo>
                    <a:pt x="475" y="590"/>
                    <a:pt x="475" y="590"/>
                    <a:pt x="475" y="590"/>
                  </a:cubicBezTo>
                  <a:cubicBezTo>
                    <a:pt x="435" y="590"/>
                    <a:pt x="395" y="593"/>
                    <a:pt x="357" y="600"/>
                  </a:cubicBezTo>
                  <a:cubicBezTo>
                    <a:pt x="162" y="632"/>
                    <a:pt x="0" y="756"/>
                    <a:pt x="0" y="1037"/>
                  </a:cubicBezTo>
                  <a:cubicBezTo>
                    <a:pt x="0" y="1321"/>
                    <a:pt x="239" y="1662"/>
                    <a:pt x="616" y="1772"/>
                  </a:cubicBezTo>
                  <a:cubicBezTo>
                    <a:pt x="694" y="1794"/>
                    <a:pt x="779" y="1807"/>
                    <a:pt x="868" y="1807"/>
                  </a:cubicBezTo>
                  <a:cubicBezTo>
                    <a:pt x="873" y="1807"/>
                    <a:pt x="873" y="1807"/>
                    <a:pt x="873" y="1807"/>
                  </a:cubicBezTo>
                  <a:cubicBezTo>
                    <a:pt x="1020" y="1806"/>
                    <a:pt x="1158" y="1770"/>
                    <a:pt x="1280" y="1707"/>
                  </a:cubicBezTo>
                  <a:cubicBezTo>
                    <a:pt x="1285" y="1705"/>
                    <a:pt x="1285" y="1705"/>
                    <a:pt x="1285" y="1705"/>
                  </a:cubicBezTo>
                  <a:cubicBezTo>
                    <a:pt x="1286" y="1704"/>
                    <a:pt x="1286" y="1704"/>
                    <a:pt x="1286" y="1704"/>
                  </a:cubicBezTo>
                  <a:cubicBezTo>
                    <a:pt x="1291" y="1702"/>
                    <a:pt x="1291" y="1702"/>
                    <a:pt x="1291" y="1702"/>
                  </a:cubicBezTo>
                  <a:cubicBezTo>
                    <a:pt x="1292" y="1701"/>
                    <a:pt x="1292" y="1701"/>
                    <a:pt x="1292" y="1701"/>
                  </a:cubicBezTo>
                  <a:cubicBezTo>
                    <a:pt x="1295" y="1699"/>
                    <a:pt x="1295" y="1699"/>
                    <a:pt x="1295" y="1699"/>
                  </a:cubicBezTo>
                  <a:cubicBezTo>
                    <a:pt x="1297" y="1698"/>
                    <a:pt x="1297" y="1698"/>
                    <a:pt x="1297" y="1698"/>
                  </a:cubicBezTo>
                  <a:cubicBezTo>
                    <a:pt x="1301" y="1696"/>
                    <a:pt x="1301" y="1696"/>
                    <a:pt x="1301" y="1696"/>
                  </a:cubicBezTo>
                  <a:cubicBezTo>
                    <a:pt x="1302" y="1695"/>
                    <a:pt x="1302" y="1695"/>
                    <a:pt x="1302" y="1695"/>
                  </a:cubicBezTo>
                  <a:cubicBezTo>
                    <a:pt x="1306" y="1693"/>
                    <a:pt x="1306" y="1693"/>
                    <a:pt x="1306" y="1693"/>
                  </a:cubicBezTo>
                  <a:cubicBezTo>
                    <a:pt x="1307" y="1693"/>
                    <a:pt x="1307" y="1693"/>
                    <a:pt x="1307" y="1693"/>
                  </a:cubicBezTo>
                  <a:cubicBezTo>
                    <a:pt x="1311" y="1690"/>
                    <a:pt x="1311" y="1690"/>
                    <a:pt x="1311" y="1690"/>
                  </a:cubicBezTo>
                  <a:cubicBezTo>
                    <a:pt x="1313" y="1689"/>
                    <a:pt x="1313" y="1689"/>
                    <a:pt x="1313" y="1689"/>
                  </a:cubicBezTo>
                  <a:cubicBezTo>
                    <a:pt x="1317" y="1687"/>
                    <a:pt x="1317" y="1687"/>
                    <a:pt x="1317" y="1687"/>
                  </a:cubicBezTo>
                  <a:cubicBezTo>
                    <a:pt x="1318" y="1687"/>
                    <a:pt x="1318" y="1687"/>
                    <a:pt x="1318" y="1687"/>
                  </a:cubicBezTo>
                  <a:cubicBezTo>
                    <a:pt x="1322" y="1684"/>
                    <a:pt x="1322" y="1684"/>
                    <a:pt x="1322" y="1684"/>
                  </a:cubicBezTo>
                  <a:cubicBezTo>
                    <a:pt x="1323" y="1684"/>
                    <a:pt x="1323" y="1684"/>
                    <a:pt x="1323" y="1684"/>
                  </a:cubicBezTo>
                  <a:cubicBezTo>
                    <a:pt x="1327" y="1681"/>
                    <a:pt x="1327" y="1681"/>
                    <a:pt x="1327" y="1681"/>
                  </a:cubicBezTo>
                  <a:cubicBezTo>
                    <a:pt x="1329" y="1680"/>
                    <a:pt x="1329" y="1680"/>
                    <a:pt x="1329" y="1680"/>
                  </a:cubicBezTo>
                  <a:cubicBezTo>
                    <a:pt x="1332" y="1678"/>
                    <a:pt x="1332" y="1678"/>
                    <a:pt x="1332" y="1678"/>
                  </a:cubicBezTo>
                  <a:cubicBezTo>
                    <a:pt x="1333" y="1677"/>
                    <a:pt x="1333" y="1677"/>
                    <a:pt x="1333" y="1677"/>
                  </a:cubicBezTo>
                  <a:cubicBezTo>
                    <a:pt x="1338" y="1675"/>
                    <a:pt x="1338" y="1675"/>
                    <a:pt x="1338" y="1675"/>
                  </a:cubicBezTo>
                  <a:cubicBezTo>
                    <a:pt x="1339" y="1674"/>
                    <a:pt x="1339" y="1674"/>
                    <a:pt x="1339" y="1674"/>
                  </a:cubicBezTo>
                  <a:cubicBezTo>
                    <a:pt x="1343" y="1672"/>
                    <a:pt x="1343" y="1672"/>
                    <a:pt x="1343" y="1672"/>
                  </a:cubicBezTo>
                  <a:cubicBezTo>
                    <a:pt x="1343" y="1671"/>
                    <a:pt x="1343" y="1671"/>
                    <a:pt x="1343" y="1671"/>
                  </a:cubicBezTo>
                  <a:cubicBezTo>
                    <a:pt x="1348" y="1669"/>
                    <a:pt x="1348" y="1669"/>
                    <a:pt x="1348" y="1669"/>
                  </a:cubicBezTo>
                  <a:cubicBezTo>
                    <a:pt x="1349" y="1668"/>
                    <a:pt x="1349" y="1668"/>
                    <a:pt x="1349" y="1668"/>
                  </a:cubicBezTo>
                  <a:cubicBezTo>
                    <a:pt x="1353" y="1665"/>
                    <a:pt x="1353" y="1665"/>
                    <a:pt x="1353" y="1665"/>
                  </a:cubicBezTo>
                  <a:cubicBezTo>
                    <a:pt x="1354" y="1665"/>
                    <a:pt x="1354" y="1665"/>
                    <a:pt x="1354" y="1665"/>
                  </a:cubicBezTo>
                  <a:cubicBezTo>
                    <a:pt x="1358" y="1662"/>
                    <a:pt x="1358" y="1662"/>
                    <a:pt x="1358" y="1662"/>
                  </a:cubicBezTo>
                  <a:cubicBezTo>
                    <a:pt x="1359" y="1661"/>
                    <a:pt x="1359" y="1661"/>
                    <a:pt x="1359" y="1661"/>
                  </a:cubicBezTo>
                  <a:cubicBezTo>
                    <a:pt x="1363" y="1659"/>
                    <a:pt x="1363" y="1659"/>
                    <a:pt x="1363" y="1659"/>
                  </a:cubicBezTo>
                  <a:cubicBezTo>
                    <a:pt x="1364" y="1658"/>
                    <a:pt x="1364" y="1658"/>
                    <a:pt x="1364" y="1658"/>
                  </a:cubicBezTo>
                  <a:cubicBezTo>
                    <a:pt x="1368" y="1655"/>
                    <a:pt x="1368" y="1655"/>
                    <a:pt x="1368" y="1655"/>
                  </a:cubicBezTo>
                  <a:cubicBezTo>
                    <a:pt x="1369" y="1655"/>
                    <a:pt x="1369" y="1655"/>
                    <a:pt x="1369" y="1655"/>
                  </a:cubicBezTo>
                  <a:cubicBezTo>
                    <a:pt x="1373" y="1652"/>
                    <a:pt x="1373" y="1652"/>
                    <a:pt x="1373" y="1652"/>
                  </a:cubicBezTo>
                  <a:cubicBezTo>
                    <a:pt x="1374" y="1651"/>
                    <a:pt x="1374" y="1651"/>
                    <a:pt x="1374" y="1651"/>
                  </a:cubicBezTo>
                  <a:cubicBezTo>
                    <a:pt x="1378" y="1648"/>
                    <a:pt x="1378" y="1648"/>
                    <a:pt x="1378" y="1648"/>
                  </a:cubicBezTo>
                  <a:cubicBezTo>
                    <a:pt x="1379" y="1648"/>
                    <a:pt x="1379" y="1648"/>
                    <a:pt x="1379" y="1648"/>
                  </a:cubicBezTo>
                  <a:cubicBezTo>
                    <a:pt x="1383" y="1645"/>
                    <a:pt x="1383" y="1645"/>
                    <a:pt x="1383" y="1645"/>
                  </a:cubicBezTo>
                  <a:cubicBezTo>
                    <a:pt x="1384" y="1645"/>
                    <a:pt x="1384" y="1645"/>
                    <a:pt x="1384" y="1645"/>
                  </a:cubicBezTo>
                  <a:cubicBezTo>
                    <a:pt x="1388" y="1642"/>
                    <a:pt x="1388" y="1642"/>
                    <a:pt x="1388" y="1642"/>
                  </a:cubicBezTo>
                  <a:cubicBezTo>
                    <a:pt x="1389" y="1641"/>
                    <a:pt x="1389" y="1641"/>
                    <a:pt x="1389" y="1641"/>
                  </a:cubicBezTo>
                  <a:cubicBezTo>
                    <a:pt x="1393" y="1638"/>
                    <a:pt x="1393" y="1638"/>
                    <a:pt x="1393" y="1638"/>
                  </a:cubicBezTo>
                  <a:cubicBezTo>
                    <a:pt x="1394" y="1638"/>
                    <a:pt x="1394" y="1638"/>
                    <a:pt x="1394" y="1638"/>
                  </a:cubicBezTo>
                  <a:cubicBezTo>
                    <a:pt x="1398" y="1635"/>
                    <a:pt x="1398" y="1635"/>
                    <a:pt x="1398" y="1635"/>
                  </a:cubicBezTo>
                  <a:cubicBezTo>
                    <a:pt x="1399" y="1634"/>
                    <a:pt x="1399" y="1634"/>
                    <a:pt x="1399" y="1634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8" y="1628"/>
                    <a:pt x="1408" y="1628"/>
                    <a:pt x="1408" y="1628"/>
                  </a:cubicBezTo>
                  <a:cubicBezTo>
                    <a:pt x="1408" y="1627"/>
                    <a:pt x="1408" y="1627"/>
                    <a:pt x="1408" y="1627"/>
                  </a:cubicBezTo>
                  <a:cubicBezTo>
                    <a:pt x="1417" y="1620"/>
                    <a:pt x="1417" y="1620"/>
                    <a:pt x="1417" y="1620"/>
                  </a:cubicBezTo>
                  <a:cubicBezTo>
                    <a:pt x="1418" y="1620"/>
                    <a:pt x="1418" y="1620"/>
                    <a:pt x="1418" y="1620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74" y="1573"/>
                    <a:pt x="1485" y="1563"/>
                    <a:pt x="1495" y="1554"/>
                  </a:cubicBezTo>
                  <a:cubicBezTo>
                    <a:pt x="1495" y="1553"/>
                    <a:pt x="1495" y="1553"/>
                    <a:pt x="1495" y="1553"/>
                  </a:cubicBezTo>
                  <a:cubicBezTo>
                    <a:pt x="1503" y="1545"/>
                    <a:pt x="1503" y="1545"/>
                    <a:pt x="1503" y="1545"/>
                  </a:cubicBezTo>
                  <a:cubicBezTo>
                    <a:pt x="1504" y="1545"/>
                    <a:pt x="1504" y="1545"/>
                    <a:pt x="1504" y="1545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12" y="1537"/>
                    <a:pt x="1512" y="1537"/>
                    <a:pt x="1512" y="1537"/>
                  </a:cubicBezTo>
                  <a:cubicBezTo>
                    <a:pt x="1512" y="1536"/>
                    <a:pt x="1512" y="1536"/>
                    <a:pt x="1512" y="1536"/>
                  </a:cubicBezTo>
                  <a:cubicBezTo>
                    <a:pt x="1516" y="1533"/>
                    <a:pt x="1516" y="1533"/>
                    <a:pt x="1516" y="1533"/>
                  </a:cubicBezTo>
                  <a:cubicBezTo>
                    <a:pt x="1516" y="1532"/>
                    <a:pt x="1516" y="1532"/>
                    <a:pt x="1516" y="1532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4" y="1524"/>
                    <a:pt x="1524" y="1524"/>
                    <a:pt x="1524" y="1524"/>
                  </a:cubicBezTo>
                  <a:cubicBezTo>
                    <a:pt x="1525" y="1523"/>
                    <a:pt x="1525" y="1523"/>
                    <a:pt x="1525" y="1523"/>
                  </a:cubicBezTo>
                  <a:cubicBezTo>
                    <a:pt x="1528" y="1519"/>
                    <a:pt x="1528" y="1519"/>
                    <a:pt x="1528" y="1519"/>
                  </a:cubicBezTo>
                  <a:cubicBezTo>
                    <a:pt x="1529" y="1519"/>
                    <a:pt x="1529" y="1519"/>
                    <a:pt x="1529" y="1519"/>
                  </a:cubicBezTo>
                  <a:cubicBezTo>
                    <a:pt x="1532" y="1516"/>
                    <a:pt x="1532" y="1516"/>
                    <a:pt x="1532" y="1516"/>
                  </a:cubicBezTo>
                  <a:cubicBezTo>
                    <a:pt x="1533" y="1514"/>
                    <a:pt x="1533" y="1514"/>
                    <a:pt x="1533" y="1514"/>
                  </a:cubicBezTo>
                  <a:cubicBezTo>
                    <a:pt x="1536" y="1511"/>
                    <a:pt x="1536" y="1511"/>
                    <a:pt x="1536" y="1511"/>
                  </a:cubicBezTo>
                  <a:cubicBezTo>
                    <a:pt x="1538" y="1509"/>
                    <a:pt x="1538" y="1509"/>
                    <a:pt x="1538" y="1509"/>
                  </a:cubicBezTo>
                  <a:cubicBezTo>
                    <a:pt x="1539" y="1507"/>
                    <a:pt x="1539" y="1507"/>
                    <a:pt x="1539" y="1507"/>
                  </a:cubicBezTo>
                  <a:cubicBezTo>
                    <a:pt x="1543" y="1504"/>
                    <a:pt x="1543" y="1504"/>
                    <a:pt x="1543" y="1504"/>
                  </a:cubicBezTo>
                  <a:cubicBezTo>
                    <a:pt x="1544" y="1502"/>
                    <a:pt x="1544" y="1502"/>
                    <a:pt x="1544" y="1502"/>
                  </a:cubicBezTo>
                  <a:cubicBezTo>
                    <a:pt x="1546" y="1500"/>
                    <a:pt x="1546" y="1500"/>
                    <a:pt x="1546" y="1500"/>
                  </a:cubicBezTo>
                  <a:cubicBezTo>
                    <a:pt x="1547" y="1499"/>
                    <a:pt x="1547" y="1499"/>
                    <a:pt x="1547" y="1499"/>
                  </a:cubicBezTo>
                  <a:cubicBezTo>
                    <a:pt x="1655" y="1376"/>
                    <a:pt x="1730" y="1224"/>
                    <a:pt x="1758" y="1056"/>
                  </a:cubicBezTo>
                  <a:cubicBezTo>
                    <a:pt x="1758" y="1056"/>
                    <a:pt x="1758" y="1056"/>
                    <a:pt x="1758" y="1056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1" y="1037"/>
                    <a:pt x="1761" y="1037"/>
                    <a:pt x="1761" y="1037"/>
                  </a:cubicBezTo>
                  <a:cubicBezTo>
                    <a:pt x="1761" y="1036"/>
                    <a:pt x="1761" y="1036"/>
                    <a:pt x="1761" y="1036"/>
                  </a:cubicBezTo>
                  <a:cubicBezTo>
                    <a:pt x="1762" y="1033"/>
                    <a:pt x="1762" y="1033"/>
                    <a:pt x="1762" y="1033"/>
                  </a:cubicBezTo>
                  <a:cubicBezTo>
                    <a:pt x="1762" y="1032"/>
                    <a:pt x="1762" y="1032"/>
                    <a:pt x="1762" y="1032"/>
                  </a:cubicBezTo>
                  <a:cubicBezTo>
                    <a:pt x="1762" y="1029"/>
                    <a:pt x="1762" y="1029"/>
                    <a:pt x="1762" y="1029"/>
                  </a:cubicBezTo>
                  <a:cubicBezTo>
                    <a:pt x="1763" y="1028"/>
                    <a:pt x="1763" y="1028"/>
                    <a:pt x="1763" y="1028"/>
                  </a:cubicBezTo>
                  <a:cubicBezTo>
                    <a:pt x="1763" y="1025"/>
                    <a:pt x="1763" y="1025"/>
                    <a:pt x="1763" y="1025"/>
                  </a:cubicBezTo>
                  <a:cubicBezTo>
                    <a:pt x="1763" y="1024"/>
                    <a:pt x="1763" y="1024"/>
                    <a:pt x="1763" y="1024"/>
                  </a:cubicBezTo>
                  <a:cubicBezTo>
                    <a:pt x="1764" y="1014"/>
                    <a:pt x="1764" y="1014"/>
                    <a:pt x="1764" y="1014"/>
                  </a:cubicBezTo>
                  <a:cubicBezTo>
                    <a:pt x="1765" y="1012"/>
                    <a:pt x="1765" y="1012"/>
                    <a:pt x="1765" y="1012"/>
                  </a:cubicBezTo>
                  <a:cubicBezTo>
                    <a:pt x="1765" y="1010"/>
                    <a:pt x="1765" y="1010"/>
                    <a:pt x="1765" y="1010"/>
                  </a:cubicBezTo>
                  <a:cubicBezTo>
                    <a:pt x="1765" y="1008"/>
                    <a:pt x="1765" y="1008"/>
                    <a:pt x="1765" y="1008"/>
                  </a:cubicBezTo>
                  <a:cubicBezTo>
                    <a:pt x="1765" y="1005"/>
                    <a:pt x="1765" y="1005"/>
                    <a:pt x="1765" y="1005"/>
                  </a:cubicBezTo>
                  <a:cubicBezTo>
                    <a:pt x="1766" y="1004"/>
                    <a:pt x="1766" y="1004"/>
                    <a:pt x="1766" y="1004"/>
                  </a:cubicBezTo>
                  <a:cubicBezTo>
                    <a:pt x="1766" y="1001"/>
                    <a:pt x="1766" y="1001"/>
                    <a:pt x="1766" y="1001"/>
                  </a:cubicBezTo>
                  <a:cubicBezTo>
                    <a:pt x="1766" y="999"/>
                    <a:pt x="1766" y="999"/>
                    <a:pt x="1766" y="999"/>
                  </a:cubicBezTo>
                  <a:cubicBezTo>
                    <a:pt x="1767" y="994"/>
                    <a:pt x="1767" y="994"/>
                    <a:pt x="1767" y="994"/>
                  </a:cubicBezTo>
                  <a:cubicBezTo>
                    <a:pt x="1767" y="993"/>
                    <a:pt x="1767" y="993"/>
                    <a:pt x="1767" y="993"/>
                  </a:cubicBezTo>
                  <a:cubicBezTo>
                    <a:pt x="1767" y="990"/>
                    <a:pt x="1767" y="990"/>
                    <a:pt x="1767" y="990"/>
                  </a:cubicBezTo>
                  <a:cubicBezTo>
                    <a:pt x="1767" y="988"/>
                    <a:pt x="1767" y="988"/>
                    <a:pt x="1767" y="988"/>
                  </a:cubicBezTo>
                  <a:cubicBezTo>
                    <a:pt x="1767" y="986"/>
                    <a:pt x="1767" y="986"/>
                    <a:pt x="1767" y="986"/>
                  </a:cubicBezTo>
                  <a:cubicBezTo>
                    <a:pt x="1768" y="984"/>
                    <a:pt x="1768" y="984"/>
                    <a:pt x="1768" y="984"/>
                  </a:cubicBezTo>
                  <a:cubicBezTo>
                    <a:pt x="1768" y="981"/>
                    <a:pt x="1768" y="981"/>
                    <a:pt x="1768" y="981"/>
                  </a:cubicBezTo>
                  <a:cubicBezTo>
                    <a:pt x="1768" y="979"/>
                    <a:pt x="1768" y="979"/>
                    <a:pt x="1768" y="979"/>
                  </a:cubicBezTo>
                  <a:cubicBezTo>
                    <a:pt x="1768" y="977"/>
                    <a:pt x="1768" y="977"/>
                    <a:pt x="1768" y="977"/>
                  </a:cubicBezTo>
                  <a:cubicBezTo>
                    <a:pt x="1768" y="974"/>
                    <a:pt x="1768" y="974"/>
                    <a:pt x="1768" y="974"/>
                  </a:cubicBezTo>
                  <a:cubicBezTo>
                    <a:pt x="1769" y="971"/>
                    <a:pt x="1769" y="971"/>
                    <a:pt x="1769" y="971"/>
                  </a:cubicBezTo>
                  <a:cubicBezTo>
                    <a:pt x="1769" y="968"/>
                    <a:pt x="1769" y="968"/>
                    <a:pt x="1769" y="968"/>
                  </a:cubicBezTo>
                  <a:cubicBezTo>
                    <a:pt x="1769" y="966"/>
                    <a:pt x="1769" y="966"/>
                    <a:pt x="1769" y="966"/>
                  </a:cubicBezTo>
                  <a:cubicBezTo>
                    <a:pt x="1769" y="964"/>
                    <a:pt x="1769" y="964"/>
                    <a:pt x="1769" y="964"/>
                  </a:cubicBezTo>
                  <a:cubicBezTo>
                    <a:pt x="1769" y="962"/>
                    <a:pt x="1769" y="962"/>
                    <a:pt x="1769" y="962"/>
                  </a:cubicBezTo>
                  <a:cubicBezTo>
                    <a:pt x="1769" y="959"/>
                    <a:pt x="1769" y="959"/>
                    <a:pt x="1769" y="959"/>
                  </a:cubicBezTo>
                  <a:cubicBezTo>
                    <a:pt x="1769" y="957"/>
                    <a:pt x="1769" y="957"/>
                    <a:pt x="1769" y="957"/>
                  </a:cubicBezTo>
                  <a:cubicBezTo>
                    <a:pt x="1770" y="954"/>
                    <a:pt x="1770" y="954"/>
                    <a:pt x="1770" y="954"/>
                  </a:cubicBezTo>
                  <a:cubicBezTo>
                    <a:pt x="1770" y="953"/>
                    <a:pt x="1770" y="953"/>
                    <a:pt x="1770" y="953"/>
                  </a:cubicBezTo>
                  <a:cubicBezTo>
                    <a:pt x="1770" y="948"/>
                    <a:pt x="1770" y="948"/>
                    <a:pt x="1770" y="948"/>
                  </a:cubicBezTo>
                  <a:cubicBezTo>
                    <a:pt x="1770" y="947"/>
                    <a:pt x="1770" y="947"/>
                    <a:pt x="1770" y="947"/>
                  </a:cubicBezTo>
                  <a:cubicBezTo>
                    <a:pt x="1770" y="944"/>
                    <a:pt x="1770" y="944"/>
                    <a:pt x="1770" y="944"/>
                  </a:cubicBezTo>
                  <a:cubicBezTo>
                    <a:pt x="1770" y="942"/>
                    <a:pt x="1770" y="942"/>
                    <a:pt x="1770" y="942"/>
                  </a:cubicBezTo>
                  <a:cubicBezTo>
                    <a:pt x="1770" y="939"/>
                    <a:pt x="1770" y="939"/>
                    <a:pt x="1770" y="939"/>
                  </a:cubicBezTo>
                  <a:cubicBezTo>
                    <a:pt x="1771" y="937"/>
                    <a:pt x="1771" y="937"/>
                    <a:pt x="1771" y="937"/>
                  </a:cubicBezTo>
                  <a:cubicBezTo>
                    <a:pt x="1771" y="934"/>
                    <a:pt x="1771" y="934"/>
                    <a:pt x="1771" y="934"/>
                  </a:cubicBezTo>
                  <a:cubicBezTo>
                    <a:pt x="1771" y="933"/>
                    <a:pt x="1771" y="933"/>
                    <a:pt x="1771" y="933"/>
                  </a:cubicBezTo>
                  <a:cubicBezTo>
                    <a:pt x="1771" y="929"/>
                    <a:pt x="1771" y="929"/>
                    <a:pt x="1771" y="929"/>
                  </a:cubicBezTo>
                  <a:cubicBezTo>
                    <a:pt x="1771" y="928"/>
                    <a:pt x="1771" y="928"/>
                    <a:pt x="1771" y="928"/>
                  </a:cubicBezTo>
                  <a:cubicBezTo>
                    <a:pt x="1771" y="924"/>
                    <a:pt x="1771" y="924"/>
                    <a:pt x="1771" y="924"/>
                  </a:cubicBezTo>
                  <a:cubicBezTo>
                    <a:pt x="1771" y="922"/>
                    <a:pt x="1771" y="922"/>
                    <a:pt x="1771" y="922"/>
                  </a:cubicBezTo>
                  <a:cubicBezTo>
                    <a:pt x="1771" y="919"/>
                    <a:pt x="1771" y="919"/>
                    <a:pt x="1771" y="919"/>
                  </a:cubicBezTo>
                  <a:cubicBezTo>
                    <a:pt x="1771" y="917"/>
                    <a:pt x="1771" y="917"/>
                    <a:pt x="1771" y="917"/>
                  </a:cubicBezTo>
                  <a:cubicBezTo>
                    <a:pt x="1771" y="914"/>
                    <a:pt x="1771" y="914"/>
                    <a:pt x="1771" y="914"/>
                  </a:cubicBezTo>
                  <a:cubicBezTo>
                    <a:pt x="1771" y="913"/>
                    <a:pt x="1771" y="913"/>
                    <a:pt x="1771" y="913"/>
                  </a:cubicBezTo>
                  <a:cubicBezTo>
                    <a:pt x="1771" y="910"/>
                    <a:pt x="1771" y="910"/>
                    <a:pt x="1771" y="910"/>
                  </a:cubicBezTo>
                  <a:cubicBezTo>
                    <a:pt x="1771" y="908"/>
                    <a:pt x="1771" y="908"/>
                    <a:pt x="1771" y="908"/>
                  </a:cubicBezTo>
                  <a:cubicBezTo>
                    <a:pt x="1771" y="898"/>
                    <a:pt x="1771" y="898"/>
                    <a:pt x="1771" y="898"/>
                  </a:cubicBezTo>
                  <a:cubicBezTo>
                    <a:pt x="1771" y="897"/>
                    <a:pt x="1771" y="897"/>
                    <a:pt x="1771" y="897"/>
                  </a:cubicBezTo>
                  <a:lnTo>
                    <a:pt x="1771" y="893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 dirty="0"/>
            </a:p>
          </p:txBody>
        </p:sp>
        <p:grpSp>
          <p:nvGrpSpPr>
            <p:cNvPr id="28" name="Groep 27"/>
            <p:cNvGrpSpPr>
              <a:grpSpLocks noSelect="1"/>
            </p:cNvGrpSpPr>
            <p:nvPr userDrawn="1"/>
          </p:nvGrpSpPr>
          <p:grpSpPr bwMode="gray">
            <a:xfrm>
              <a:off x="0" y="0"/>
              <a:ext cx="561975" cy="572770"/>
              <a:chOff x="902335" y="290830"/>
              <a:chExt cx="561975" cy="572770"/>
            </a:xfrm>
          </p:grpSpPr>
          <p:sp>
            <p:nvSpPr>
              <p:cNvPr id="29" name="Freeform 5"/>
              <p:cNvSpPr>
                <a:spLocks noSelect="1"/>
              </p:cNvSpPr>
              <p:nvPr userDrawn="1"/>
            </p:nvSpPr>
            <p:spPr bwMode="gray">
              <a:xfrm>
                <a:off x="984250" y="534035"/>
                <a:ext cx="77470" cy="199390"/>
              </a:xfrm>
              <a:custGeom>
                <a:avLst/>
                <a:gdLst>
                  <a:gd name="T0" fmla="*/ 155 w 244"/>
                  <a:gd name="T1" fmla="*/ 0 h 629"/>
                  <a:gd name="T2" fmla="*/ 120 w 244"/>
                  <a:gd name="T3" fmla="*/ 28 h 629"/>
                  <a:gd name="T4" fmla="*/ 0 w 244"/>
                  <a:gd name="T5" fmla="*/ 601 h 629"/>
                  <a:gd name="T6" fmla="*/ 0 w 244"/>
                  <a:gd name="T7" fmla="*/ 606 h 629"/>
                  <a:gd name="T8" fmla="*/ 0 w 244"/>
                  <a:gd name="T9" fmla="*/ 607 h 629"/>
                  <a:gd name="T10" fmla="*/ 23 w 244"/>
                  <a:gd name="T11" fmla="*/ 629 h 629"/>
                  <a:gd name="T12" fmla="*/ 145 w 244"/>
                  <a:gd name="T13" fmla="*/ 629 h 629"/>
                  <a:gd name="T14" fmla="*/ 144 w 244"/>
                  <a:gd name="T15" fmla="*/ 629 h 629"/>
                  <a:gd name="T16" fmla="*/ 144 w 244"/>
                  <a:gd name="T17" fmla="*/ 629 h 629"/>
                  <a:gd name="T18" fmla="*/ 143 w 244"/>
                  <a:gd name="T19" fmla="*/ 629 h 629"/>
                  <a:gd name="T20" fmla="*/ 143 w 244"/>
                  <a:gd name="T21" fmla="*/ 629 h 629"/>
                  <a:gd name="T22" fmla="*/ 143 w 244"/>
                  <a:gd name="T23" fmla="*/ 629 h 629"/>
                  <a:gd name="T24" fmla="*/ 142 w 244"/>
                  <a:gd name="T25" fmla="*/ 629 h 629"/>
                  <a:gd name="T26" fmla="*/ 142 w 244"/>
                  <a:gd name="T27" fmla="*/ 629 h 629"/>
                  <a:gd name="T28" fmla="*/ 142 w 244"/>
                  <a:gd name="T29" fmla="*/ 629 h 629"/>
                  <a:gd name="T30" fmla="*/ 141 w 244"/>
                  <a:gd name="T31" fmla="*/ 629 h 629"/>
                  <a:gd name="T32" fmla="*/ 141 w 244"/>
                  <a:gd name="T33" fmla="*/ 629 h 629"/>
                  <a:gd name="T34" fmla="*/ 141 w 244"/>
                  <a:gd name="T35" fmla="*/ 629 h 629"/>
                  <a:gd name="T36" fmla="*/ 141 w 244"/>
                  <a:gd name="T37" fmla="*/ 629 h 629"/>
                  <a:gd name="T38" fmla="*/ 123 w 244"/>
                  <a:gd name="T39" fmla="*/ 615 h 629"/>
                  <a:gd name="T40" fmla="*/ 123 w 244"/>
                  <a:gd name="T41" fmla="*/ 615 h 629"/>
                  <a:gd name="T42" fmla="*/ 123 w 244"/>
                  <a:gd name="T43" fmla="*/ 614 h 629"/>
                  <a:gd name="T44" fmla="*/ 123 w 244"/>
                  <a:gd name="T45" fmla="*/ 614 h 629"/>
                  <a:gd name="T46" fmla="*/ 122 w 244"/>
                  <a:gd name="T47" fmla="*/ 613 h 629"/>
                  <a:gd name="T48" fmla="*/ 122 w 244"/>
                  <a:gd name="T49" fmla="*/ 613 h 629"/>
                  <a:gd name="T50" fmla="*/ 122 w 244"/>
                  <a:gd name="T51" fmla="*/ 613 h 629"/>
                  <a:gd name="T52" fmla="*/ 122 w 244"/>
                  <a:gd name="T53" fmla="*/ 612 h 629"/>
                  <a:gd name="T54" fmla="*/ 122 w 244"/>
                  <a:gd name="T55" fmla="*/ 612 h 629"/>
                  <a:gd name="T56" fmla="*/ 122 w 244"/>
                  <a:gd name="T57" fmla="*/ 612 h 629"/>
                  <a:gd name="T58" fmla="*/ 122 w 244"/>
                  <a:gd name="T59" fmla="*/ 612 h 629"/>
                  <a:gd name="T60" fmla="*/ 122 w 244"/>
                  <a:gd name="T61" fmla="*/ 605 h 629"/>
                  <a:gd name="T62" fmla="*/ 122 w 244"/>
                  <a:gd name="T63" fmla="*/ 605 h 629"/>
                  <a:gd name="T64" fmla="*/ 122 w 244"/>
                  <a:gd name="T65" fmla="*/ 605 h 629"/>
                  <a:gd name="T66" fmla="*/ 122 w 244"/>
                  <a:gd name="T67" fmla="*/ 602 h 629"/>
                  <a:gd name="T68" fmla="*/ 244 w 244"/>
                  <a:gd name="T69" fmla="*/ 0 h 629"/>
                  <a:gd name="T70" fmla="*/ 155 w 244"/>
                  <a:gd name="T71" fmla="*/ 0 h 6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4" h="629">
                    <a:moveTo>
                      <a:pt x="155" y="0"/>
                    </a:moveTo>
                    <a:cubicBezTo>
                      <a:pt x="139" y="0"/>
                      <a:pt x="123" y="13"/>
                      <a:pt x="120" y="28"/>
                    </a:cubicBezTo>
                    <a:cubicBezTo>
                      <a:pt x="0" y="601"/>
                      <a:pt x="0" y="601"/>
                      <a:pt x="0" y="601"/>
                    </a:cubicBezTo>
                    <a:cubicBezTo>
                      <a:pt x="0" y="606"/>
                      <a:pt x="0" y="606"/>
                      <a:pt x="0" y="606"/>
                    </a:cubicBezTo>
                    <a:cubicBezTo>
                      <a:pt x="0" y="607"/>
                      <a:pt x="0" y="607"/>
                      <a:pt x="0" y="607"/>
                    </a:cubicBezTo>
                    <a:cubicBezTo>
                      <a:pt x="0" y="620"/>
                      <a:pt x="10" y="629"/>
                      <a:pt x="23" y="629"/>
                    </a:cubicBezTo>
                    <a:cubicBezTo>
                      <a:pt x="145" y="629"/>
                      <a:pt x="145" y="629"/>
                      <a:pt x="145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32" y="628"/>
                      <a:pt x="126" y="623"/>
                      <a:pt x="123" y="615"/>
                    </a:cubicBezTo>
                    <a:cubicBezTo>
                      <a:pt x="123" y="615"/>
                      <a:pt x="123" y="615"/>
                      <a:pt x="123" y="615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2"/>
                      <a:pt x="122" y="602"/>
                      <a:pt x="122" y="602"/>
                    </a:cubicBezTo>
                    <a:cubicBezTo>
                      <a:pt x="244" y="0"/>
                      <a:pt x="244" y="0"/>
                      <a:pt x="244" y="0"/>
                    </a:cubicBezTo>
                    <a:lnTo>
                      <a:pt x="155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0" name="Freeform 6"/>
              <p:cNvSpPr>
                <a:spLocks noSelect="1"/>
              </p:cNvSpPr>
              <p:nvPr userDrawn="1"/>
            </p:nvSpPr>
            <p:spPr bwMode="gray">
              <a:xfrm>
                <a:off x="1078865" y="478155"/>
                <a:ext cx="218440" cy="186055"/>
              </a:xfrm>
              <a:custGeom>
                <a:avLst/>
                <a:gdLst>
                  <a:gd name="T0" fmla="*/ 0 w 687"/>
                  <a:gd name="T1" fmla="*/ 0 h 587"/>
                  <a:gd name="T2" fmla="*/ 0 w 687"/>
                  <a:gd name="T3" fmla="*/ 115 h 587"/>
                  <a:gd name="T4" fmla="*/ 229 w 687"/>
                  <a:gd name="T5" fmla="*/ 115 h 587"/>
                  <a:gd name="T6" fmla="*/ 272 w 687"/>
                  <a:gd name="T7" fmla="*/ 139 h 587"/>
                  <a:gd name="T8" fmla="*/ 569 w 687"/>
                  <a:gd name="T9" fmla="*/ 587 h 587"/>
                  <a:gd name="T10" fmla="*/ 687 w 687"/>
                  <a:gd name="T11" fmla="*/ 0 h 587"/>
                  <a:gd name="T12" fmla="*/ 0 w 687"/>
                  <a:gd name="T13" fmla="*/ 0 h 5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7" h="587">
                    <a:moveTo>
                      <a:pt x="0" y="0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229" y="115"/>
                      <a:pt x="229" y="115"/>
                      <a:pt x="229" y="115"/>
                    </a:cubicBezTo>
                    <a:cubicBezTo>
                      <a:pt x="244" y="115"/>
                      <a:pt x="264" y="126"/>
                      <a:pt x="272" y="139"/>
                    </a:cubicBezTo>
                    <a:cubicBezTo>
                      <a:pt x="569" y="587"/>
                      <a:pt x="569" y="587"/>
                      <a:pt x="569" y="587"/>
                    </a:cubicBezTo>
                    <a:cubicBezTo>
                      <a:pt x="687" y="0"/>
                      <a:pt x="687" y="0"/>
                      <a:pt x="68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1" name="Freeform 7"/>
              <p:cNvSpPr>
                <a:spLocks noSelect="1"/>
              </p:cNvSpPr>
              <p:nvPr userDrawn="1"/>
            </p:nvSpPr>
            <p:spPr bwMode="gray">
              <a:xfrm>
                <a:off x="902335" y="478155"/>
                <a:ext cx="406400" cy="385445"/>
              </a:xfrm>
              <a:custGeom>
                <a:avLst/>
                <a:gdLst>
                  <a:gd name="T0" fmla="*/ 555 w 1280"/>
                  <a:gd name="T1" fmla="*/ 0 h 1216"/>
                  <a:gd name="T2" fmla="*/ 475 w 1280"/>
                  <a:gd name="T3" fmla="*/ 0 h 1216"/>
                  <a:gd name="T4" fmla="*/ 357 w 1280"/>
                  <a:gd name="T5" fmla="*/ 9 h 1216"/>
                  <a:gd name="T6" fmla="*/ 0 w 1280"/>
                  <a:gd name="T7" fmla="*/ 447 h 1216"/>
                  <a:gd name="T8" fmla="*/ 616 w 1280"/>
                  <a:gd name="T9" fmla="*/ 1181 h 1216"/>
                  <a:gd name="T10" fmla="*/ 867 w 1280"/>
                  <a:gd name="T11" fmla="*/ 1216 h 1216"/>
                  <a:gd name="T12" fmla="*/ 872 w 1280"/>
                  <a:gd name="T13" fmla="*/ 1216 h 1216"/>
                  <a:gd name="T14" fmla="*/ 1280 w 1280"/>
                  <a:gd name="T15" fmla="*/ 1117 h 1216"/>
                  <a:gd name="T16" fmla="*/ 1033 w 1280"/>
                  <a:gd name="T17" fmla="*/ 1153 h 1216"/>
                  <a:gd name="T18" fmla="*/ 1033 w 1280"/>
                  <a:gd name="T19" fmla="*/ 1153 h 1216"/>
                  <a:gd name="T20" fmla="*/ 1033 w 1280"/>
                  <a:gd name="T21" fmla="*/ 1153 h 1216"/>
                  <a:gd name="T22" fmla="*/ 552 w 1280"/>
                  <a:gd name="T23" fmla="*/ 805 h 1216"/>
                  <a:gd name="T24" fmla="*/ 403 w 1280"/>
                  <a:gd name="T25" fmla="*/ 805 h 1216"/>
                  <a:gd name="T26" fmla="*/ 281 w 1280"/>
                  <a:gd name="T27" fmla="*/ 805 h 1216"/>
                  <a:gd name="T28" fmla="*/ 258 w 1280"/>
                  <a:gd name="T29" fmla="*/ 783 h 1216"/>
                  <a:gd name="T30" fmla="*/ 258 w 1280"/>
                  <a:gd name="T31" fmla="*/ 782 h 1216"/>
                  <a:gd name="T32" fmla="*/ 258 w 1280"/>
                  <a:gd name="T33" fmla="*/ 777 h 1216"/>
                  <a:gd name="T34" fmla="*/ 378 w 1280"/>
                  <a:gd name="T35" fmla="*/ 204 h 1216"/>
                  <a:gd name="T36" fmla="*/ 413 w 1280"/>
                  <a:gd name="T37" fmla="*/ 176 h 1216"/>
                  <a:gd name="T38" fmla="*/ 502 w 1280"/>
                  <a:gd name="T39" fmla="*/ 176 h 1216"/>
                  <a:gd name="T40" fmla="*/ 502 w 1280"/>
                  <a:gd name="T41" fmla="*/ 176 h 1216"/>
                  <a:gd name="T42" fmla="*/ 509 w 1280"/>
                  <a:gd name="T43" fmla="*/ 143 h 1216"/>
                  <a:gd name="T44" fmla="*/ 509 w 1280"/>
                  <a:gd name="T45" fmla="*/ 141 h 1216"/>
                  <a:gd name="T46" fmla="*/ 509 w 1280"/>
                  <a:gd name="T47" fmla="*/ 141 h 1216"/>
                  <a:gd name="T48" fmla="*/ 515 w 1280"/>
                  <a:gd name="T49" fmla="*/ 130 h 1216"/>
                  <a:gd name="T50" fmla="*/ 516 w 1280"/>
                  <a:gd name="T51" fmla="*/ 128 h 1216"/>
                  <a:gd name="T52" fmla="*/ 517 w 1280"/>
                  <a:gd name="T53" fmla="*/ 128 h 1216"/>
                  <a:gd name="T54" fmla="*/ 517 w 1280"/>
                  <a:gd name="T55" fmla="*/ 127 h 1216"/>
                  <a:gd name="T56" fmla="*/ 518 w 1280"/>
                  <a:gd name="T57" fmla="*/ 127 h 1216"/>
                  <a:gd name="T58" fmla="*/ 518 w 1280"/>
                  <a:gd name="T59" fmla="*/ 127 h 1216"/>
                  <a:gd name="T60" fmla="*/ 518 w 1280"/>
                  <a:gd name="T61" fmla="*/ 126 h 1216"/>
                  <a:gd name="T62" fmla="*/ 518 w 1280"/>
                  <a:gd name="T63" fmla="*/ 126 h 1216"/>
                  <a:gd name="T64" fmla="*/ 532 w 1280"/>
                  <a:gd name="T65" fmla="*/ 117 h 1216"/>
                  <a:gd name="T66" fmla="*/ 532 w 1280"/>
                  <a:gd name="T67" fmla="*/ 117 h 1216"/>
                  <a:gd name="T68" fmla="*/ 532 w 1280"/>
                  <a:gd name="T69" fmla="*/ 117 h 1216"/>
                  <a:gd name="T70" fmla="*/ 543 w 1280"/>
                  <a:gd name="T71" fmla="*/ 115 h 1216"/>
                  <a:gd name="T72" fmla="*/ 543 w 1280"/>
                  <a:gd name="T73" fmla="*/ 115 h 1216"/>
                  <a:gd name="T74" fmla="*/ 555 w 1280"/>
                  <a:gd name="T75" fmla="*/ 115 h 1216"/>
                  <a:gd name="T76" fmla="*/ 557 w 1280"/>
                  <a:gd name="T77" fmla="*/ 115 h 1216"/>
                  <a:gd name="T78" fmla="*/ 557 w 1280"/>
                  <a:gd name="T79" fmla="*/ 0 h 1216"/>
                  <a:gd name="T80" fmla="*/ 555 w 1280"/>
                  <a:gd name="T81" fmla="*/ 0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280" h="1216">
                    <a:moveTo>
                      <a:pt x="555" y="0"/>
                    </a:moveTo>
                    <a:cubicBezTo>
                      <a:pt x="475" y="0"/>
                      <a:pt x="475" y="0"/>
                      <a:pt x="475" y="0"/>
                    </a:cubicBezTo>
                    <a:cubicBezTo>
                      <a:pt x="435" y="0"/>
                      <a:pt x="395" y="3"/>
                      <a:pt x="357" y="9"/>
                    </a:cubicBezTo>
                    <a:cubicBezTo>
                      <a:pt x="161" y="42"/>
                      <a:pt x="0" y="165"/>
                      <a:pt x="0" y="447"/>
                    </a:cubicBezTo>
                    <a:cubicBezTo>
                      <a:pt x="0" y="730"/>
                      <a:pt x="239" y="1072"/>
                      <a:pt x="616" y="1181"/>
                    </a:cubicBezTo>
                    <a:cubicBezTo>
                      <a:pt x="694" y="1204"/>
                      <a:pt x="778" y="1216"/>
                      <a:pt x="867" y="1216"/>
                    </a:cubicBezTo>
                    <a:cubicBezTo>
                      <a:pt x="872" y="1216"/>
                      <a:pt x="872" y="1216"/>
                      <a:pt x="872" y="1216"/>
                    </a:cubicBezTo>
                    <a:cubicBezTo>
                      <a:pt x="1019" y="1216"/>
                      <a:pt x="1157" y="1180"/>
                      <a:pt x="1280" y="1117"/>
                    </a:cubicBezTo>
                    <a:cubicBezTo>
                      <a:pt x="1190" y="1142"/>
                      <a:pt x="1108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728" y="1153"/>
                      <a:pt x="552" y="970"/>
                      <a:pt x="552" y="805"/>
                    </a:cubicBezTo>
                    <a:cubicBezTo>
                      <a:pt x="403" y="805"/>
                      <a:pt x="403" y="805"/>
                      <a:pt x="403" y="805"/>
                    </a:cubicBezTo>
                    <a:cubicBezTo>
                      <a:pt x="281" y="805"/>
                      <a:pt x="281" y="805"/>
                      <a:pt x="281" y="805"/>
                    </a:cubicBezTo>
                    <a:cubicBezTo>
                      <a:pt x="268" y="805"/>
                      <a:pt x="258" y="796"/>
                      <a:pt x="258" y="783"/>
                    </a:cubicBezTo>
                    <a:cubicBezTo>
                      <a:pt x="258" y="782"/>
                      <a:pt x="258" y="782"/>
                      <a:pt x="258" y="782"/>
                    </a:cubicBezTo>
                    <a:cubicBezTo>
                      <a:pt x="258" y="777"/>
                      <a:pt x="258" y="777"/>
                      <a:pt x="258" y="777"/>
                    </a:cubicBezTo>
                    <a:cubicBezTo>
                      <a:pt x="378" y="204"/>
                      <a:pt x="378" y="204"/>
                      <a:pt x="378" y="204"/>
                    </a:cubicBezTo>
                    <a:cubicBezTo>
                      <a:pt x="381" y="189"/>
                      <a:pt x="397" y="176"/>
                      <a:pt x="413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9" y="143"/>
                      <a:pt x="509" y="143"/>
                      <a:pt x="509" y="143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15" y="130"/>
                      <a:pt x="515" y="130"/>
                      <a:pt x="515" y="130"/>
                    </a:cubicBezTo>
                    <a:cubicBezTo>
                      <a:pt x="516" y="128"/>
                      <a:pt x="516" y="128"/>
                      <a:pt x="516" y="128"/>
                    </a:cubicBezTo>
                    <a:cubicBezTo>
                      <a:pt x="517" y="128"/>
                      <a:pt x="517" y="128"/>
                      <a:pt x="517" y="128"/>
                    </a:cubicBezTo>
                    <a:cubicBezTo>
                      <a:pt x="517" y="127"/>
                      <a:pt x="517" y="127"/>
                      <a:pt x="517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55" y="115"/>
                      <a:pt x="555" y="115"/>
                      <a:pt x="555" y="115"/>
                    </a:cubicBezTo>
                    <a:cubicBezTo>
                      <a:pt x="557" y="115"/>
                      <a:pt x="557" y="115"/>
                      <a:pt x="557" y="115"/>
                    </a:cubicBezTo>
                    <a:cubicBezTo>
                      <a:pt x="557" y="0"/>
                      <a:pt x="557" y="0"/>
                      <a:pt x="557" y="0"/>
                    </a:cubicBezTo>
                    <a:lnTo>
                      <a:pt x="555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3" name="Freeform 8"/>
              <p:cNvSpPr>
                <a:spLocks noSelect="1"/>
              </p:cNvSpPr>
              <p:nvPr userDrawn="1"/>
            </p:nvSpPr>
            <p:spPr bwMode="gray">
              <a:xfrm>
                <a:off x="1077595" y="429895"/>
                <a:ext cx="386715" cy="414020"/>
              </a:xfrm>
              <a:custGeom>
                <a:avLst/>
                <a:gdLst>
                  <a:gd name="T0" fmla="*/ 770 w 1219"/>
                  <a:gd name="T1" fmla="*/ 928 h 1304"/>
                  <a:gd name="T2" fmla="*/ 350 w 1219"/>
                  <a:gd name="T3" fmla="*/ 929 h 1304"/>
                  <a:gd name="T4" fmla="*/ 38 w 1219"/>
                  <a:gd name="T5" fmla="*/ 955 h 1304"/>
                  <a:gd name="T6" fmla="*/ 30 w 1219"/>
                  <a:gd name="T7" fmla="*/ 956 h 1304"/>
                  <a:gd name="T8" fmla="*/ 481 w 1219"/>
                  <a:gd name="T9" fmla="*/ 1304 h 1304"/>
                  <a:gd name="T10" fmla="*/ 734 w 1219"/>
                  <a:gd name="T11" fmla="*/ 1265 h 1304"/>
                  <a:gd name="T12" fmla="*/ 744 w 1219"/>
                  <a:gd name="T13" fmla="*/ 1259 h 1304"/>
                  <a:gd name="T14" fmla="*/ 755 w 1219"/>
                  <a:gd name="T15" fmla="*/ 1253 h 1304"/>
                  <a:gd name="T16" fmla="*/ 765 w 1219"/>
                  <a:gd name="T17" fmla="*/ 1247 h 1304"/>
                  <a:gd name="T18" fmla="*/ 776 w 1219"/>
                  <a:gd name="T19" fmla="*/ 1241 h 1304"/>
                  <a:gd name="T20" fmla="*/ 786 w 1219"/>
                  <a:gd name="T21" fmla="*/ 1235 h 1304"/>
                  <a:gd name="T22" fmla="*/ 797 w 1219"/>
                  <a:gd name="T23" fmla="*/ 1228 h 1304"/>
                  <a:gd name="T24" fmla="*/ 806 w 1219"/>
                  <a:gd name="T25" fmla="*/ 1222 h 1304"/>
                  <a:gd name="T26" fmla="*/ 816 w 1219"/>
                  <a:gd name="T27" fmla="*/ 1215 h 1304"/>
                  <a:gd name="T28" fmla="*/ 826 w 1219"/>
                  <a:gd name="T29" fmla="*/ 1209 h 1304"/>
                  <a:gd name="T30" fmla="*/ 836 w 1219"/>
                  <a:gd name="T31" fmla="*/ 1202 h 1304"/>
                  <a:gd name="T32" fmla="*/ 846 w 1219"/>
                  <a:gd name="T33" fmla="*/ 1195 h 1304"/>
                  <a:gd name="T34" fmla="*/ 856 w 1219"/>
                  <a:gd name="T35" fmla="*/ 1188 h 1304"/>
                  <a:gd name="T36" fmla="*/ 870 w 1219"/>
                  <a:gd name="T37" fmla="*/ 1177 h 1304"/>
                  <a:gd name="T38" fmla="*/ 879 w 1219"/>
                  <a:gd name="T39" fmla="*/ 1169 h 1304"/>
                  <a:gd name="T40" fmla="*/ 898 w 1219"/>
                  <a:gd name="T41" fmla="*/ 1154 h 1304"/>
                  <a:gd name="T42" fmla="*/ 942 w 1219"/>
                  <a:gd name="T43" fmla="*/ 1114 h 1304"/>
                  <a:gd name="T44" fmla="*/ 955 w 1219"/>
                  <a:gd name="T45" fmla="*/ 1101 h 1304"/>
                  <a:gd name="T46" fmla="*/ 964 w 1219"/>
                  <a:gd name="T47" fmla="*/ 1092 h 1304"/>
                  <a:gd name="T48" fmla="*/ 972 w 1219"/>
                  <a:gd name="T49" fmla="*/ 1084 h 1304"/>
                  <a:gd name="T50" fmla="*/ 981 w 1219"/>
                  <a:gd name="T51" fmla="*/ 1075 h 1304"/>
                  <a:gd name="T52" fmla="*/ 990 w 1219"/>
                  <a:gd name="T53" fmla="*/ 1064 h 1304"/>
                  <a:gd name="T54" fmla="*/ 1206 w 1219"/>
                  <a:gd name="T55" fmla="*/ 617 h 1304"/>
                  <a:gd name="T56" fmla="*/ 1207 w 1219"/>
                  <a:gd name="T57" fmla="*/ 609 h 1304"/>
                  <a:gd name="T58" fmla="*/ 1209 w 1219"/>
                  <a:gd name="T59" fmla="*/ 594 h 1304"/>
                  <a:gd name="T60" fmla="*/ 1211 w 1219"/>
                  <a:gd name="T61" fmla="*/ 585 h 1304"/>
                  <a:gd name="T62" fmla="*/ 1212 w 1219"/>
                  <a:gd name="T63" fmla="*/ 570 h 1304"/>
                  <a:gd name="T64" fmla="*/ 1213 w 1219"/>
                  <a:gd name="T65" fmla="*/ 561 h 1304"/>
                  <a:gd name="T66" fmla="*/ 1215 w 1219"/>
                  <a:gd name="T67" fmla="*/ 551 h 1304"/>
                  <a:gd name="T68" fmla="*/ 1215 w 1219"/>
                  <a:gd name="T69" fmla="*/ 542 h 1304"/>
                  <a:gd name="T70" fmla="*/ 1216 w 1219"/>
                  <a:gd name="T71" fmla="*/ 532 h 1304"/>
                  <a:gd name="T72" fmla="*/ 1217 w 1219"/>
                  <a:gd name="T73" fmla="*/ 522 h 1304"/>
                  <a:gd name="T74" fmla="*/ 1217 w 1219"/>
                  <a:gd name="T75" fmla="*/ 513 h 1304"/>
                  <a:gd name="T76" fmla="*/ 1218 w 1219"/>
                  <a:gd name="T77" fmla="*/ 502 h 1304"/>
                  <a:gd name="T78" fmla="*/ 1218 w 1219"/>
                  <a:gd name="T79" fmla="*/ 493 h 1304"/>
                  <a:gd name="T80" fmla="*/ 1218 w 1219"/>
                  <a:gd name="T81" fmla="*/ 483 h 1304"/>
                  <a:gd name="T82" fmla="*/ 1219 w 1219"/>
                  <a:gd name="T83" fmla="*/ 473 h 1304"/>
                  <a:gd name="T84" fmla="*/ 1219 w 1219"/>
                  <a:gd name="T85" fmla="*/ 459 h 1304"/>
                  <a:gd name="T86" fmla="*/ 1218 w 1219"/>
                  <a:gd name="T87" fmla="*/ 447 h 1304"/>
                  <a:gd name="T88" fmla="*/ 1218 w 1219"/>
                  <a:gd name="T89" fmla="*/ 436 h 1304"/>
                  <a:gd name="T90" fmla="*/ 1218 w 1219"/>
                  <a:gd name="T91" fmla="*/ 424 h 1304"/>
                  <a:gd name="T92" fmla="*/ 1217 w 1219"/>
                  <a:gd name="T93" fmla="*/ 413 h 1304"/>
                  <a:gd name="T94" fmla="*/ 1216 w 1219"/>
                  <a:gd name="T95" fmla="*/ 402 h 1304"/>
                  <a:gd name="T96" fmla="*/ 1216 w 1219"/>
                  <a:gd name="T97" fmla="*/ 391 h 1304"/>
                  <a:gd name="T98" fmla="*/ 1215 w 1219"/>
                  <a:gd name="T99" fmla="*/ 380 h 1304"/>
                  <a:gd name="T100" fmla="*/ 1214 w 1219"/>
                  <a:gd name="T101" fmla="*/ 369 h 1304"/>
                  <a:gd name="T102" fmla="*/ 1212 w 1219"/>
                  <a:gd name="T103" fmla="*/ 353 h 1304"/>
                  <a:gd name="T104" fmla="*/ 1210 w 1219"/>
                  <a:gd name="T105" fmla="*/ 342 h 1304"/>
                  <a:gd name="T106" fmla="*/ 1209 w 1219"/>
                  <a:gd name="T107" fmla="*/ 331 h 1304"/>
                  <a:gd name="T108" fmla="*/ 1207 w 1219"/>
                  <a:gd name="T109" fmla="*/ 320 h 1304"/>
                  <a:gd name="T110" fmla="*/ 1193 w 1219"/>
                  <a:gd name="T111" fmla="*/ 248 h 1304"/>
                  <a:gd name="T112" fmla="*/ 1187 w 1219"/>
                  <a:gd name="T113" fmla="*/ 226 h 1304"/>
                  <a:gd name="T114" fmla="*/ 1184 w 1219"/>
                  <a:gd name="T115" fmla="*/ 215 h 1304"/>
                  <a:gd name="T116" fmla="*/ 1181 w 1219"/>
                  <a:gd name="T117" fmla="*/ 204 h 1304"/>
                  <a:gd name="T118" fmla="*/ 1177 w 1219"/>
                  <a:gd name="T119" fmla="*/ 193 h 1304"/>
                  <a:gd name="T120" fmla="*/ 1174 w 1219"/>
                  <a:gd name="T121" fmla="*/ 182 h 1304"/>
                  <a:gd name="T122" fmla="*/ 1090 w 1219"/>
                  <a:gd name="T123" fmla="*/ 0 h 1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219" h="1304">
                    <a:moveTo>
                      <a:pt x="1126" y="206"/>
                    </a:moveTo>
                    <a:cubicBezTo>
                      <a:pt x="1126" y="329"/>
                      <a:pt x="1089" y="447"/>
                      <a:pt x="1016" y="537"/>
                    </a:cubicBezTo>
                    <a:cubicBezTo>
                      <a:pt x="972" y="592"/>
                      <a:pt x="902" y="646"/>
                      <a:pt x="820" y="685"/>
                    </a:cubicBezTo>
                    <a:cubicBezTo>
                      <a:pt x="770" y="928"/>
                      <a:pt x="770" y="928"/>
                      <a:pt x="770" y="928"/>
                    </a:cubicBezTo>
                    <a:cubicBezTo>
                      <a:pt x="767" y="943"/>
                      <a:pt x="751" y="956"/>
                      <a:pt x="736" y="956"/>
                    </a:cubicBezTo>
                    <a:cubicBezTo>
                      <a:pt x="493" y="956"/>
                      <a:pt x="493" y="956"/>
                      <a:pt x="493" y="956"/>
                    </a:cubicBezTo>
                    <a:cubicBezTo>
                      <a:pt x="399" y="956"/>
                      <a:pt x="399" y="956"/>
                      <a:pt x="399" y="956"/>
                    </a:cubicBezTo>
                    <a:cubicBezTo>
                      <a:pt x="381" y="956"/>
                      <a:pt x="359" y="944"/>
                      <a:pt x="350" y="929"/>
                    </a:cubicBezTo>
                    <a:cubicBezTo>
                      <a:pt x="131" y="590"/>
                      <a:pt x="131" y="590"/>
                      <a:pt x="131" y="590"/>
                    </a:cubicBezTo>
                    <a:cubicBezTo>
                      <a:pt x="63" y="929"/>
                      <a:pt x="63" y="929"/>
                      <a:pt x="63" y="929"/>
                    </a:cubicBezTo>
                    <a:cubicBezTo>
                      <a:pt x="60" y="941"/>
                      <a:pt x="50" y="951"/>
                      <a:pt x="38" y="955"/>
                    </a:cubicBezTo>
                    <a:cubicBezTo>
                      <a:pt x="38" y="955"/>
                      <a:pt x="38" y="955"/>
                      <a:pt x="38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0" y="956"/>
                      <a:pt x="30" y="956"/>
                      <a:pt x="30" y="956"/>
                    </a:cubicBezTo>
                    <a:cubicBezTo>
                      <a:pt x="29" y="956"/>
                      <a:pt x="29" y="956"/>
                      <a:pt x="29" y="956"/>
                    </a:cubicBezTo>
                    <a:cubicBezTo>
                      <a:pt x="0" y="956"/>
                      <a:pt x="0" y="956"/>
                      <a:pt x="0" y="956"/>
                    </a:cubicBezTo>
                    <a:cubicBezTo>
                      <a:pt x="0" y="1121"/>
                      <a:pt x="176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556" y="1304"/>
                      <a:pt x="638" y="1293"/>
                      <a:pt x="728" y="1268"/>
                    </a:cubicBezTo>
                    <a:cubicBezTo>
                      <a:pt x="732" y="1265"/>
                      <a:pt x="732" y="1265"/>
                      <a:pt x="732" y="1265"/>
                    </a:cubicBezTo>
                    <a:cubicBezTo>
                      <a:pt x="734" y="1265"/>
                      <a:pt x="734" y="1265"/>
                      <a:pt x="734" y="1265"/>
                    </a:cubicBezTo>
                    <a:cubicBezTo>
                      <a:pt x="738" y="1262"/>
                      <a:pt x="738" y="1262"/>
                      <a:pt x="738" y="1262"/>
                    </a:cubicBezTo>
                    <a:cubicBezTo>
                      <a:pt x="739" y="1262"/>
                      <a:pt x="739" y="1262"/>
                      <a:pt x="739" y="1262"/>
                    </a:cubicBezTo>
                    <a:cubicBezTo>
                      <a:pt x="743" y="1260"/>
                      <a:pt x="743" y="1260"/>
                      <a:pt x="743" y="1260"/>
                    </a:cubicBezTo>
                    <a:cubicBezTo>
                      <a:pt x="744" y="1259"/>
                      <a:pt x="744" y="1259"/>
                      <a:pt x="744" y="1259"/>
                    </a:cubicBezTo>
                    <a:cubicBezTo>
                      <a:pt x="749" y="1257"/>
                      <a:pt x="749" y="1257"/>
                      <a:pt x="749" y="1257"/>
                    </a:cubicBezTo>
                    <a:cubicBezTo>
                      <a:pt x="750" y="1256"/>
                      <a:pt x="750" y="1256"/>
                      <a:pt x="750" y="1256"/>
                    </a:cubicBezTo>
                    <a:cubicBezTo>
                      <a:pt x="754" y="1254"/>
                      <a:pt x="754" y="1254"/>
                      <a:pt x="754" y="1254"/>
                    </a:cubicBezTo>
                    <a:cubicBezTo>
                      <a:pt x="755" y="1253"/>
                      <a:pt x="755" y="1253"/>
                      <a:pt x="755" y="1253"/>
                    </a:cubicBezTo>
                    <a:cubicBezTo>
                      <a:pt x="759" y="1251"/>
                      <a:pt x="759" y="1251"/>
                      <a:pt x="759" y="1251"/>
                    </a:cubicBezTo>
                    <a:cubicBezTo>
                      <a:pt x="760" y="1250"/>
                      <a:pt x="760" y="1250"/>
                      <a:pt x="760" y="1250"/>
                    </a:cubicBezTo>
                    <a:cubicBezTo>
                      <a:pt x="765" y="1248"/>
                      <a:pt x="765" y="1248"/>
                      <a:pt x="765" y="1248"/>
                    </a:cubicBezTo>
                    <a:cubicBezTo>
                      <a:pt x="765" y="1247"/>
                      <a:pt x="765" y="1247"/>
                      <a:pt x="765" y="1247"/>
                    </a:cubicBezTo>
                    <a:cubicBezTo>
                      <a:pt x="769" y="1245"/>
                      <a:pt x="769" y="1245"/>
                      <a:pt x="769" y="1245"/>
                    </a:cubicBezTo>
                    <a:cubicBezTo>
                      <a:pt x="771" y="1244"/>
                      <a:pt x="771" y="1244"/>
                      <a:pt x="771" y="1244"/>
                    </a:cubicBezTo>
                    <a:cubicBezTo>
                      <a:pt x="775" y="1242"/>
                      <a:pt x="775" y="1242"/>
                      <a:pt x="775" y="1242"/>
                    </a:cubicBezTo>
                    <a:cubicBezTo>
                      <a:pt x="776" y="1241"/>
                      <a:pt x="776" y="1241"/>
                      <a:pt x="776" y="1241"/>
                    </a:cubicBezTo>
                    <a:cubicBezTo>
                      <a:pt x="780" y="1239"/>
                      <a:pt x="780" y="1239"/>
                      <a:pt x="780" y="1239"/>
                    </a:cubicBezTo>
                    <a:cubicBezTo>
                      <a:pt x="781" y="1238"/>
                      <a:pt x="781" y="1238"/>
                      <a:pt x="781" y="1238"/>
                    </a:cubicBezTo>
                    <a:cubicBezTo>
                      <a:pt x="785" y="1236"/>
                      <a:pt x="785" y="1236"/>
                      <a:pt x="785" y="1236"/>
                    </a:cubicBezTo>
                    <a:cubicBezTo>
                      <a:pt x="786" y="1235"/>
                      <a:pt x="786" y="1235"/>
                      <a:pt x="786" y="1235"/>
                    </a:cubicBezTo>
                    <a:cubicBezTo>
                      <a:pt x="790" y="1232"/>
                      <a:pt x="790" y="1232"/>
                      <a:pt x="790" y="1232"/>
                    </a:cubicBezTo>
                    <a:cubicBezTo>
                      <a:pt x="791" y="1232"/>
                      <a:pt x="791" y="1232"/>
                      <a:pt x="791" y="1232"/>
                    </a:cubicBezTo>
                    <a:cubicBezTo>
                      <a:pt x="795" y="1229"/>
                      <a:pt x="795" y="1229"/>
                      <a:pt x="795" y="1229"/>
                    </a:cubicBezTo>
                    <a:cubicBezTo>
                      <a:pt x="797" y="1228"/>
                      <a:pt x="797" y="1228"/>
                      <a:pt x="797" y="1228"/>
                    </a:cubicBezTo>
                    <a:cubicBezTo>
                      <a:pt x="801" y="1226"/>
                      <a:pt x="801" y="1226"/>
                      <a:pt x="801" y="1226"/>
                    </a:cubicBezTo>
                    <a:cubicBezTo>
                      <a:pt x="802" y="1225"/>
                      <a:pt x="802" y="1225"/>
                      <a:pt x="802" y="1225"/>
                    </a:cubicBezTo>
                    <a:cubicBezTo>
                      <a:pt x="805" y="1223"/>
                      <a:pt x="805" y="1223"/>
                      <a:pt x="805" y="1223"/>
                    </a:cubicBezTo>
                    <a:cubicBezTo>
                      <a:pt x="806" y="1222"/>
                      <a:pt x="806" y="1222"/>
                      <a:pt x="806" y="1222"/>
                    </a:cubicBezTo>
                    <a:cubicBezTo>
                      <a:pt x="811" y="1219"/>
                      <a:pt x="811" y="1219"/>
                      <a:pt x="811" y="1219"/>
                    </a:cubicBezTo>
                    <a:cubicBezTo>
                      <a:pt x="812" y="1219"/>
                      <a:pt x="812" y="1219"/>
                      <a:pt x="812" y="1219"/>
                    </a:cubicBezTo>
                    <a:cubicBezTo>
                      <a:pt x="815" y="1216"/>
                      <a:pt x="815" y="1216"/>
                      <a:pt x="815" y="1216"/>
                    </a:cubicBezTo>
                    <a:cubicBezTo>
                      <a:pt x="816" y="1215"/>
                      <a:pt x="816" y="1215"/>
                      <a:pt x="816" y="1215"/>
                    </a:cubicBezTo>
                    <a:cubicBezTo>
                      <a:pt x="821" y="1213"/>
                      <a:pt x="821" y="1213"/>
                      <a:pt x="821" y="1213"/>
                    </a:cubicBezTo>
                    <a:cubicBezTo>
                      <a:pt x="822" y="1212"/>
                      <a:pt x="822" y="1212"/>
                      <a:pt x="822" y="1212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31" y="1206"/>
                      <a:pt x="831" y="1206"/>
                      <a:pt x="831" y="1206"/>
                    </a:cubicBezTo>
                    <a:cubicBezTo>
                      <a:pt x="831" y="1205"/>
                      <a:pt x="831" y="1205"/>
                      <a:pt x="831" y="1205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40" y="1199"/>
                      <a:pt x="840" y="1199"/>
                      <a:pt x="840" y="1199"/>
                    </a:cubicBezTo>
                    <a:cubicBezTo>
                      <a:pt x="841" y="1198"/>
                      <a:pt x="841" y="1198"/>
                      <a:pt x="841" y="1198"/>
                    </a:cubicBezTo>
                    <a:cubicBezTo>
                      <a:pt x="845" y="1195"/>
                      <a:pt x="845" y="1195"/>
                      <a:pt x="845" y="1195"/>
                    </a:cubicBezTo>
                    <a:cubicBezTo>
                      <a:pt x="846" y="1195"/>
                      <a:pt x="846" y="1195"/>
                      <a:pt x="846" y="1195"/>
                    </a:cubicBezTo>
                    <a:cubicBezTo>
                      <a:pt x="850" y="1192"/>
                      <a:pt x="850" y="1192"/>
                      <a:pt x="850" y="1192"/>
                    </a:cubicBezTo>
                    <a:cubicBezTo>
                      <a:pt x="851" y="1191"/>
                      <a:pt x="851" y="1191"/>
                      <a:pt x="851" y="1191"/>
                    </a:cubicBezTo>
                    <a:cubicBezTo>
                      <a:pt x="855" y="1188"/>
                      <a:pt x="855" y="1188"/>
                      <a:pt x="855" y="1188"/>
                    </a:cubicBezTo>
                    <a:cubicBezTo>
                      <a:pt x="856" y="1188"/>
                      <a:pt x="856" y="1188"/>
                      <a:pt x="856" y="1188"/>
                    </a:cubicBezTo>
                    <a:cubicBezTo>
                      <a:pt x="865" y="1181"/>
                      <a:pt x="865" y="1181"/>
                      <a:pt x="865" y="1181"/>
                    </a:cubicBezTo>
                    <a:cubicBezTo>
                      <a:pt x="865" y="1180"/>
                      <a:pt x="865" y="1180"/>
                      <a:pt x="865" y="1180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4" y="1173"/>
                      <a:pt x="874" y="1173"/>
                      <a:pt x="874" y="1173"/>
                    </a:cubicBezTo>
                    <a:cubicBezTo>
                      <a:pt x="875" y="1173"/>
                      <a:pt x="875" y="1173"/>
                      <a:pt x="875" y="1173"/>
                    </a:cubicBezTo>
                    <a:cubicBezTo>
                      <a:pt x="879" y="1170"/>
                      <a:pt x="879" y="1170"/>
                      <a:pt x="879" y="1170"/>
                    </a:cubicBezTo>
                    <a:cubicBezTo>
                      <a:pt x="879" y="1169"/>
                      <a:pt x="879" y="1169"/>
                      <a:pt x="879" y="1169"/>
                    </a:cubicBezTo>
                    <a:cubicBezTo>
                      <a:pt x="888" y="1162"/>
                      <a:pt x="888" y="1162"/>
                      <a:pt x="888" y="1162"/>
                    </a:cubicBezTo>
                    <a:cubicBezTo>
                      <a:pt x="889" y="1162"/>
                      <a:pt x="889" y="1162"/>
                      <a:pt x="889" y="1162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911" y="1143"/>
                      <a:pt x="911" y="1143"/>
                      <a:pt x="911" y="1143"/>
                    </a:cubicBezTo>
                    <a:cubicBezTo>
                      <a:pt x="911" y="1142"/>
                      <a:pt x="911" y="1142"/>
                      <a:pt x="911" y="1142"/>
                    </a:cubicBezTo>
                    <a:cubicBezTo>
                      <a:pt x="922" y="1133"/>
                      <a:pt x="932" y="1124"/>
                      <a:pt x="942" y="1114"/>
                    </a:cubicBezTo>
                    <a:cubicBezTo>
                      <a:pt x="942" y="1114"/>
                      <a:pt x="942" y="1114"/>
                      <a:pt x="942" y="1114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9" y="1097"/>
                      <a:pt x="959" y="1097"/>
                      <a:pt x="959" y="1097"/>
                    </a:cubicBezTo>
                    <a:cubicBezTo>
                      <a:pt x="960" y="1097"/>
                      <a:pt x="960" y="1097"/>
                      <a:pt x="960" y="1097"/>
                    </a:cubicBezTo>
                    <a:cubicBezTo>
                      <a:pt x="963" y="1093"/>
                      <a:pt x="963" y="1093"/>
                      <a:pt x="963" y="1093"/>
                    </a:cubicBezTo>
                    <a:cubicBezTo>
                      <a:pt x="964" y="1092"/>
                      <a:pt x="964" y="1092"/>
                      <a:pt x="964" y="1092"/>
                    </a:cubicBezTo>
                    <a:cubicBezTo>
                      <a:pt x="967" y="1089"/>
                      <a:pt x="967" y="1089"/>
                      <a:pt x="967" y="1089"/>
                    </a:cubicBezTo>
                    <a:cubicBezTo>
                      <a:pt x="968" y="1088"/>
                      <a:pt x="968" y="1088"/>
                      <a:pt x="968" y="1088"/>
                    </a:cubicBezTo>
                    <a:cubicBezTo>
                      <a:pt x="971" y="1085"/>
                      <a:pt x="971" y="1085"/>
                      <a:pt x="971" y="1085"/>
                    </a:cubicBezTo>
                    <a:cubicBezTo>
                      <a:pt x="972" y="1084"/>
                      <a:pt x="972" y="1084"/>
                      <a:pt x="972" y="1084"/>
                    </a:cubicBezTo>
                    <a:cubicBezTo>
                      <a:pt x="976" y="1080"/>
                      <a:pt x="976" y="1080"/>
                      <a:pt x="976" y="1080"/>
                    </a:cubicBezTo>
                    <a:cubicBezTo>
                      <a:pt x="977" y="1079"/>
                      <a:pt x="977" y="1079"/>
                      <a:pt x="977" y="1079"/>
                    </a:cubicBezTo>
                    <a:cubicBezTo>
                      <a:pt x="979" y="1076"/>
                      <a:pt x="979" y="1076"/>
                      <a:pt x="979" y="1076"/>
                    </a:cubicBezTo>
                    <a:cubicBezTo>
                      <a:pt x="981" y="1075"/>
                      <a:pt x="981" y="1075"/>
                      <a:pt x="981" y="1075"/>
                    </a:cubicBezTo>
                    <a:cubicBezTo>
                      <a:pt x="984" y="1072"/>
                      <a:pt x="984" y="1072"/>
                      <a:pt x="984" y="1072"/>
                    </a:cubicBezTo>
                    <a:cubicBezTo>
                      <a:pt x="985" y="1070"/>
                      <a:pt x="985" y="1070"/>
                      <a:pt x="985" y="1070"/>
                    </a:cubicBezTo>
                    <a:cubicBezTo>
                      <a:pt x="987" y="1068"/>
                      <a:pt x="987" y="1068"/>
                      <a:pt x="987" y="1068"/>
                    </a:cubicBezTo>
                    <a:cubicBezTo>
                      <a:pt x="990" y="1064"/>
                      <a:pt x="990" y="1064"/>
                      <a:pt x="990" y="1064"/>
                    </a:cubicBezTo>
                    <a:cubicBezTo>
                      <a:pt x="991" y="1063"/>
                      <a:pt x="991" y="1063"/>
                      <a:pt x="991" y="1063"/>
                    </a:cubicBezTo>
                    <a:cubicBezTo>
                      <a:pt x="994" y="1061"/>
                      <a:pt x="994" y="1061"/>
                      <a:pt x="994" y="1061"/>
                    </a:cubicBezTo>
                    <a:cubicBezTo>
                      <a:pt x="994" y="1060"/>
                      <a:pt x="994" y="1060"/>
                      <a:pt x="994" y="1060"/>
                    </a:cubicBezTo>
                    <a:cubicBezTo>
                      <a:pt x="1102" y="937"/>
                      <a:pt x="1177" y="785"/>
                      <a:pt x="1206" y="617"/>
                    </a:cubicBezTo>
                    <a:cubicBezTo>
                      <a:pt x="1206" y="617"/>
                      <a:pt x="1206" y="617"/>
                      <a:pt x="1206" y="617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4"/>
                      <a:pt x="1209" y="594"/>
                      <a:pt x="1209" y="594"/>
                    </a:cubicBezTo>
                    <a:cubicBezTo>
                      <a:pt x="1210" y="593"/>
                      <a:pt x="1210" y="593"/>
                      <a:pt x="1210" y="593"/>
                    </a:cubicBezTo>
                    <a:cubicBezTo>
                      <a:pt x="1210" y="589"/>
                      <a:pt x="1210" y="589"/>
                      <a:pt x="1210" y="589"/>
                    </a:cubicBezTo>
                    <a:cubicBezTo>
                      <a:pt x="1210" y="588"/>
                      <a:pt x="1210" y="588"/>
                      <a:pt x="1210" y="588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2" y="574"/>
                      <a:pt x="1212" y="574"/>
                      <a:pt x="1212" y="574"/>
                    </a:cubicBezTo>
                    <a:cubicBezTo>
                      <a:pt x="1212" y="573"/>
                      <a:pt x="1212" y="573"/>
                      <a:pt x="1212" y="573"/>
                    </a:cubicBezTo>
                    <a:cubicBezTo>
                      <a:pt x="1212" y="570"/>
                      <a:pt x="1212" y="570"/>
                      <a:pt x="1212" y="570"/>
                    </a:cubicBezTo>
                    <a:cubicBezTo>
                      <a:pt x="1213" y="568"/>
                      <a:pt x="1213" y="568"/>
                      <a:pt x="1213" y="568"/>
                    </a:cubicBezTo>
                    <a:cubicBezTo>
                      <a:pt x="1213" y="566"/>
                      <a:pt x="1213" y="566"/>
                      <a:pt x="1213" y="566"/>
                    </a:cubicBezTo>
                    <a:cubicBezTo>
                      <a:pt x="1213" y="564"/>
                      <a:pt x="1213" y="564"/>
                      <a:pt x="1213" y="564"/>
                    </a:cubicBezTo>
                    <a:cubicBezTo>
                      <a:pt x="1213" y="561"/>
                      <a:pt x="1213" y="561"/>
                      <a:pt x="1213" y="561"/>
                    </a:cubicBezTo>
                    <a:cubicBezTo>
                      <a:pt x="1214" y="560"/>
                      <a:pt x="1214" y="560"/>
                      <a:pt x="1214" y="560"/>
                    </a:cubicBezTo>
                    <a:cubicBezTo>
                      <a:pt x="1214" y="555"/>
                      <a:pt x="1214" y="555"/>
                      <a:pt x="1214" y="555"/>
                    </a:cubicBezTo>
                    <a:cubicBezTo>
                      <a:pt x="1214" y="553"/>
                      <a:pt x="1214" y="553"/>
                      <a:pt x="1214" y="553"/>
                    </a:cubicBezTo>
                    <a:cubicBezTo>
                      <a:pt x="1215" y="551"/>
                      <a:pt x="1215" y="551"/>
                      <a:pt x="1215" y="551"/>
                    </a:cubicBezTo>
                    <a:cubicBezTo>
                      <a:pt x="1215" y="549"/>
                      <a:pt x="1215" y="549"/>
                      <a:pt x="1215" y="549"/>
                    </a:cubicBezTo>
                    <a:cubicBezTo>
                      <a:pt x="1215" y="546"/>
                      <a:pt x="1215" y="546"/>
                      <a:pt x="1215" y="546"/>
                    </a:cubicBezTo>
                    <a:cubicBezTo>
                      <a:pt x="1215" y="544"/>
                      <a:pt x="1215" y="544"/>
                      <a:pt x="1215" y="544"/>
                    </a:cubicBezTo>
                    <a:cubicBezTo>
                      <a:pt x="1215" y="542"/>
                      <a:pt x="1215" y="542"/>
                      <a:pt x="1215" y="542"/>
                    </a:cubicBezTo>
                    <a:cubicBezTo>
                      <a:pt x="1215" y="540"/>
                      <a:pt x="1215" y="540"/>
                      <a:pt x="1215" y="540"/>
                    </a:cubicBezTo>
                    <a:cubicBezTo>
                      <a:pt x="1216" y="537"/>
                      <a:pt x="1216" y="537"/>
                      <a:pt x="1216" y="537"/>
                    </a:cubicBezTo>
                    <a:cubicBezTo>
                      <a:pt x="1216" y="534"/>
                      <a:pt x="1216" y="534"/>
                      <a:pt x="1216" y="534"/>
                    </a:cubicBezTo>
                    <a:cubicBezTo>
                      <a:pt x="1216" y="532"/>
                      <a:pt x="1216" y="532"/>
                      <a:pt x="1216" y="532"/>
                    </a:cubicBezTo>
                    <a:cubicBezTo>
                      <a:pt x="1216" y="529"/>
                      <a:pt x="1216" y="529"/>
                      <a:pt x="1216" y="529"/>
                    </a:cubicBezTo>
                    <a:cubicBezTo>
                      <a:pt x="1216" y="527"/>
                      <a:pt x="1216" y="527"/>
                      <a:pt x="1216" y="527"/>
                    </a:cubicBezTo>
                    <a:cubicBezTo>
                      <a:pt x="1217" y="524"/>
                      <a:pt x="1217" y="524"/>
                      <a:pt x="1217" y="524"/>
                    </a:cubicBezTo>
                    <a:cubicBezTo>
                      <a:pt x="1217" y="522"/>
                      <a:pt x="1217" y="522"/>
                      <a:pt x="1217" y="522"/>
                    </a:cubicBezTo>
                    <a:cubicBezTo>
                      <a:pt x="1217" y="520"/>
                      <a:pt x="1217" y="520"/>
                      <a:pt x="1217" y="520"/>
                    </a:cubicBezTo>
                    <a:cubicBezTo>
                      <a:pt x="1217" y="518"/>
                      <a:pt x="1217" y="518"/>
                      <a:pt x="1217" y="518"/>
                    </a:cubicBezTo>
                    <a:cubicBezTo>
                      <a:pt x="1217" y="515"/>
                      <a:pt x="1217" y="515"/>
                      <a:pt x="1217" y="515"/>
                    </a:cubicBezTo>
                    <a:cubicBezTo>
                      <a:pt x="1217" y="513"/>
                      <a:pt x="1217" y="513"/>
                      <a:pt x="1217" y="513"/>
                    </a:cubicBezTo>
                    <a:cubicBezTo>
                      <a:pt x="1218" y="509"/>
                      <a:pt x="1218" y="509"/>
                      <a:pt x="1218" y="509"/>
                    </a:cubicBezTo>
                    <a:cubicBezTo>
                      <a:pt x="1218" y="507"/>
                      <a:pt x="1218" y="507"/>
                      <a:pt x="1218" y="507"/>
                    </a:cubicBezTo>
                    <a:cubicBezTo>
                      <a:pt x="1218" y="504"/>
                      <a:pt x="1218" y="504"/>
                      <a:pt x="1218" y="504"/>
                    </a:cubicBezTo>
                    <a:cubicBezTo>
                      <a:pt x="1218" y="502"/>
                      <a:pt x="1218" y="502"/>
                      <a:pt x="1218" y="502"/>
                    </a:cubicBezTo>
                    <a:cubicBezTo>
                      <a:pt x="1218" y="500"/>
                      <a:pt x="1218" y="500"/>
                      <a:pt x="1218" y="500"/>
                    </a:cubicBezTo>
                    <a:cubicBezTo>
                      <a:pt x="1218" y="498"/>
                      <a:pt x="1218" y="498"/>
                      <a:pt x="1218" y="498"/>
                    </a:cubicBezTo>
                    <a:cubicBezTo>
                      <a:pt x="1218" y="495"/>
                      <a:pt x="1218" y="495"/>
                      <a:pt x="1218" y="495"/>
                    </a:cubicBezTo>
                    <a:cubicBezTo>
                      <a:pt x="1218" y="493"/>
                      <a:pt x="1218" y="493"/>
                      <a:pt x="1218" y="493"/>
                    </a:cubicBezTo>
                    <a:cubicBezTo>
                      <a:pt x="1218" y="490"/>
                      <a:pt x="1218" y="490"/>
                      <a:pt x="1218" y="490"/>
                    </a:cubicBezTo>
                    <a:cubicBezTo>
                      <a:pt x="1218" y="489"/>
                      <a:pt x="1218" y="489"/>
                      <a:pt x="1218" y="489"/>
                    </a:cubicBezTo>
                    <a:cubicBezTo>
                      <a:pt x="1218" y="484"/>
                      <a:pt x="1218" y="484"/>
                      <a:pt x="1218" y="484"/>
                    </a:cubicBezTo>
                    <a:cubicBezTo>
                      <a:pt x="1218" y="483"/>
                      <a:pt x="1218" y="483"/>
                      <a:pt x="1218" y="483"/>
                    </a:cubicBezTo>
                    <a:cubicBezTo>
                      <a:pt x="1218" y="480"/>
                      <a:pt x="1218" y="480"/>
                      <a:pt x="1218" y="480"/>
                    </a:cubicBezTo>
                    <a:cubicBezTo>
                      <a:pt x="1219" y="478"/>
                      <a:pt x="1219" y="478"/>
                      <a:pt x="1219" y="478"/>
                    </a:cubicBezTo>
                    <a:cubicBezTo>
                      <a:pt x="1219" y="475"/>
                      <a:pt x="1219" y="475"/>
                      <a:pt x="1219" y="475"/>
                    </a:cubicBezTo>
                    <a:cubicBezTo>
                      <a:pt x="1219" y="473"/>
                      <a:pt x="1219" y="473"/>
                      <a:pt x="1219" y="473"/>
                    </a:cubicBezTo>
                    <a:cubicBezTo>
                      <a:pt x="1219" y="470"/>
                      <a:pt x="1219" y="470"/>
                      <a:pt x="1219" y="470"/>
                    </a:cubicBezTo>
                    <a:cubicBezTo>
                      <a:pt x="1219" y="469"/>
                      <a:pt x="1219" y="469"/>
                      <a:pt x="1219" y="469"/>
                    </a:cubicBezTo>
                    <a:cubicBezTo>
                      <a:pt x="1219" y="464"/>
                      <a:pt x="1219" y="464"/>
                      <a:pt x="1219" y="464"/>
                    </a:cubicBezTo>
                    <a:cubicBezTo>
                      <a:pt x="1219" y="459"/>
                      <a:pt x="1219" y="459"/>
                      <a:pt x="1219" y="459"/>
                    </a:cubicBezTo>
                    <a:cubicBezTo>
                      <a:pt x="1219" y="458"/>
                      <a:pt x="1219" y="458"/>
                      <a:pt x="1219" y="458"/>
                    </a:cubicBezTo>
                    <a:cubicBezTo>
                      <a:pt x="1219" y="453"/>
                      <a:pt x="1219" y="453"/>
                      <a:pt x="1219" y="453"/>
                    </a:cubicBezTo>
                    <a:cubicBezTo>
                      <a:pt x="1219" y="452"/>
                      <a:pt x="1219" y="452"/>
                      <a:pt x="1219" y="452"/>
                    </a:cubicBezTo>
                    <a:cubicBezTo>
                      <a:pt x="1218" y="447"/>
                      <a:pt x="1218" y="447"/>
                      <a:pt x="1218" y="447"/>
                    </a:cubicBezTo>
                    <a:cubicBezTo>
                      <a:pt x="1218" y="446"/>
                      <a:pt x="1218" y="446"/>
                      <a:pt x="1218" y="446"/>
                    </a:cubicBezTo>
                    <a:cubicBezTo>
                      <a:pt x="1218" y="442"/>
                      <a:pt x="1218" y="442"/>
                      <a:pt x="1218" y="442"/>
                    </a:cubicBezTo>
                    <a:cubicBezTo>
                      <a:pt x="1218" y="441"/>
                      <a:pt x="1218" y="441"/>
                      <a:pt x="1218" y="441"/>
                    </a:cubicBezTo>
                    <a:cubicBezTo>
                      <a:pt x="1218" y="436"/>
                      <a:pt x="1218" y="436"/>
                      <a:pt x="1218" y="436"/>
                    </a:cubicBezTo>
                    <a:cubicBezTo>
                      <a:pt x="1218" y="434"/>
                      <a:pt x="1218" y="434"/>
                      <a:pt x="1218" y="434"/>
                    </a:cubicBezTo>
                    <a:cubicBezTo>
                      <a:pt x="1218" y="430"/>
                      <a:pt x="1218" y="430"/>
                      <a:pt x="1218" y="430"/>
                    </a:cubicBezTo>
                    <a:cubicBezTo>
                      <a:pt x="1218" y="429"/>
                      <a:pt x="1218" y="429"/>
                      <a:pt x="1218" y="429"/>
                    </a:cubicBezTo>
                    <a:cubicBezTo>
                      <a:pt x="1218" y="424"/>
                      <a:pt x="1218" y="424"/>
                      <a:pt x="1218" y="424"/>
                    </a:cubicBezTo>
                    <a:cubicBezTo>
                      <a:pt x="1218" y="423"/>
                      <a:pt x="1218" y="423"/>
                      <a:pt x="1218" y="423"/>
                    </a:cubicBezTo>
                    <a:cubicBezTo>
                      <a:pt x="1217" y="419"/>
                      <a:pt x="1217" y="419"/>
                      <a:pt x="1217" y="419"/>
                    </a:cubicBezTo>
                    <a:cubicBezTo>
                      <a:pt x="1217" y="417"/>
                      <a:pt x="1217" y="417"/>
                      <a:pt x="1217" y="417"/>
                    </a:cubicBezTo>
                    <a:cubicBezTo>
                      <a:pt x="1217" y="413"/>
                      <a:pt x="1217" y="413"/>
                      <a:pt x="1217" y="413"/>
                    </a:cubicBezTo>
                    <a:cubicBezTo>
                      <a:pt x="1217" y="411"/>
                      <a:pt x="1217" y="411"/>
                      <a:pt x="1217" y="411"/>
                    </a:cubicBezTo>
                    <a:cubicBezTo>
                      <a:pt x="1217" y="408"/>
                      <a:pt x="1217" y="408"/>
                      <a:pt x="1217" y="408"/>
                    </a:cubicBezTo>
                    <a:cubicBezTo>
                      <a:pt x="1217" y="406"/>
                      <a:pt x="1217" y="406"/>
                      <a:pt x="1217" y="406"/>
                    </a:cubicBezTo>
                    <a:cubicBezTo>
                      <a:pt x="1216" y="402"/>
                      <a:pt x="1216" y="402"/>
                      <a:pt x="1216" y="402"/>
                    </a:cubicBezTo>
                    <a:cubicBezTo>
                      <a:pt x="1216" y="400"/>
                      <a:pt x="1216" y="400"/>
                      <a:pt x="1216" y="400"/>
                    </a:cubicBezTo>
                    <a:cubicBezTo>
                      <a:pt x="1216" y="396"/>
                      <a:pt x="1216" y="396"/>
                      <a:pt x="1216" y="396"/>
                    </a:cubicBezTo>
                    <a:cubicBezTo>
                      <a:pt x="1216" y="394"/>
                      <a:pt x="1216" y="394"/>
                      <a:pt x="1216" y="394"/>
                    </a:cubicBezTo>
                    <a:cubicBezTo>
                      <a:pt x="1216" y="391"/>
                      <a:pt x="1216" y="391"/>
                      <a:pt x="1216" y="391"/>
                    </a:cubicBezTo>
                    <a:cubicBezTo>
                      <a:pt x="1215" y="388"/>
                      <a:pt x="1215" y="388"/>
                      <a:pt x="1215" y="388"/>
                    </a:cubicBezTo>
                    <a:cubicBezTo>
                      <a:pt x="1215" y="385"/>
                      <a:pt x="1215" y="385"/>
                      <a:pt x="1215" y="385"/>
                    </a:cubicBezTo>
                    <a:cubicBezTo>
                      <a:pt x="1215" y="383"/>
                      <a:pt x="1215" y="383"/>
                      <a:pt x="1215" y="383"/>
                    </a:cubicBezTo>
                    <a:cubicBezTo>
                      <a:pt x="1215" y="380"/>
                      <a:pt x="1215" y="380"/>
                      <a:pt x="1215" y="380"/>
                    </a:cubicBezTo>
                    <a:cubicBezTo>
                      <a:pt x="1214" y="377"/>
                      <a:pt x="1214" y="377"/>
                      <a:pt x="1214" y="377"/>
                    </a:cubicBezTo>
                    <a:cubicBezTo>
                      <a:pt x="1214" y="374"/>
                      <a:pt x="1214" y="374"/>
                      <a:pt x="1214" y="374"/>
                    </a:cubicBezTo>
                    <a:cubicBezTo>
                      <a:pt x="1214" y="371"/>
                      <a:pt x="1214" y="371"/>
                      <a:pt x="1214" y="371"/>
                    </a:cubicBezTo>
                    <a:cubicBezTo>
                      <a:pt x="1214" y="369"/>
                      <a:pt x="1214" y="369"/>
                      <a:pt x="1214" y="369"/>
                    </a:cubicBezTo>
                    <a:cubicBezTo>
                      <a:pt x="1213" y="359"/>
                      <a:pt x="1213" y="359"/>
                      <a:pt x="1213" y="359"/>
                    </a:cubicBezTo>
                    <a:cubicBezTo>
                      <a:pt x="1212" y="358"/>
                      <a:pt x="1212" y="358"/>
                      <a:pt x="1212" y="358"/>
                    </a:cubicBezTo>
                    <a:cubicBezTo>
                      <a:pt x="1212" y="355"/>
                      <a:pt x="1212" y="355"/>
                      <a:pt x="1212" y="355"/>
                    </a:cubicBezTo>
                    <a:cubicBezTo>
                      <a:pt x="1212" y="353"/>
                      <a:pt x="1212" y="353"/>
                      <a:pt x="1212" y="353"/>
                    </a:cubicBezTo>
                    <a:cubicBezTo>
                      <a:pt x="1211" y="348"/>
                      <a:pt x="1211" y="348"/>
                      <a:pt x="1211" y="348"/>
                    </a:cubicBezTo>
                    <a:cubicBezTo>
                      <a:pt x="1211" y="346"/>
                      <a:pt x="1211" y="346"/>
                      <a:pt x="1211" y="346"/>
                    </a:cubicBezTo>
                    <a:cubicBezTo>
                      <a:pt x="1211" y="343"/>
                      <a:pt x="1211" y="343"/>
                      <a:pt x="1211" y="343"/>
                    </a:cubicBezTo>
                    <a:cubicBezTo>
                      <a:pt x="1210" y="342"/>
                      <a:pt x="1210" y="342"/>
                      <a:pt x="1210" y="342"/>
                    </a:cubicBezTo>
                    <a:cubicBezTo>
                      <a:pt x="1210" y="336"/>
                      <a:pt x="1210" y="336"/>
                      <a:pt x="1210" y="336"/>
                    </a:cubicBezTo>
                    <a:cubicBezTo>
                      <a:pt x="1209" y="335"/>
                      <a:pt x="1209" y="335"/>
                      <a:pt x="1209" y="335"/>
                    </a:cubicBezTo>
                    <a:cubicBezTo>
                      <a:pt x="1209" y="332"/>
                      <a:pt x="1209" y="332"/>
                      <a:pt x="1209" y="332"/>
                    </a:cubicBezTo>
                    <a:cubicBezTo>
                      <a:pt x="1209" y="331"/>
                      <a:pt x="1209" y="331"/>
                      <a:pt x="1209" y="331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5" y="309"/>
                      <a:pt x="1205" y="309"/>
                      <a:pt x="1205" y="309"/>
                    </a:cubicBezTo>
                    <a:cubicBezTo>
                      <a:pt x="1205" y="308"/>
                      <a:pt x="1205" y="308"/>
                      <a:pt x="1205" y="308"/>
                    </a:cubicBezTo>
                    <a:cubicBezTo>
                      <a:pt x="1202" y="288"/>
                      <a:pt x="1198" y="269"/>
                      <a:pt x="1193" y="249"/>
                    </a:cubicBezTo>
                    <a:cubicBezTo>
                      <a:pt x="1193" y="248"/>
                      <a:pt x="1193" y="248"/>
                      <a:pt x="1193" y="248"/>
                    </a:cubicBezTo>
                    <a:cubicBezTo>
                      <a:pt x="1190" y="238"/>
                      <a:pt x="1190" y="238"/>
                      <a:pt x="1190" y="238"/>
                    </a:cubicBezTo>
                    <a:cubicBezTo>
                      <a:pt x="1190" y="237"/>
                      <a:pt x="1190" y="237"/>
                      <a:pt x="1190" y="237"/>
                    </a:cubicBezTo>
                    <a:cubicBezTo>
                      <a:pt x="1187" y="228"/>
                      <a:pt x="1187" y="228"/>
                      <a:pt x="1187" y="228"/>
                    </a:cubicBezTo>
                    <a:cubicBezTo>
                      <a:pt x="1187" y="226"/>
                      <a:pt x="1187" y="226"/>
                      <a:pt x="1187" y="226"/>
                    </a:cubicBezTo>
                    <a:cubicBezTo>
                      <a:pt x="1186" y="223"/>
                      <a:pt x="1186" y="223"/>
                      <a:pt x="1186" y="223"/>
                    </a:cubicBezTo>
                    <a:cubicBezTo>
                      <a:pt x="1186" y="221"/>
                      <a:pt x="1186" y="221"/>
                      <a:pt x="1186" y="221"/>
                    </a:cubicBezTo>
                    <a:cubicBezTo>
                      <a:pt x="1184" y="217"/>
                      <a:pt x="1184" y="217"/>
                      <a:pt x="1184" y="217"/>
                    </a:cubicBezTo>
                    <a:cubicBezTo>
                      <a:pt x="1184" y="215"/>
                      <a:pt x="1184" y="215"/>
                      <a:pt x="1184" y="215"/>
                    </a:cubicBezTo>
                    <a:cubicBezTo>
                      <a:pt x="1183" y="213"/>
                      <a:pt x="1183" y="213"/>
                      <a:pt x="1183" y="213"/>
                    </a:cubicBezTo>
                    <a:cubicBezTo>
                      <a:pt x="1182" y="210"/>
                      <a:pt x="1182" y="210"/>
                      <a:pt x="1182" y="210"/>
                    </a:cubicBezTo>
                    <a:cubicBezTo>
                      <a:pt x="1181" y="207"/>
                      <a:pt x="1181" y="207"/>
                      <a:pt x="1181" y="207"/>
                    </a:cubicBezTo>
                    <a:cubicBezTo>
                      <a:pt x="1181" y="204"/>
                      <a:pt x="1181" y="204"/>
                      <a:pt x="1181" y="204"/>
                    </a:cubicBezTo>
                    <a:cubicBezTo>
                      <a:pt x="1180" y="202"/>
                      <a:pt x="1180" y="202"/>
                      <a:pt x="1180" y="202"/>
                    </a:cubicBezTo>
                    <a:cubicBezTo>
                      <a:pt x="1179" y="199"/>
                      <a:pt x="1179" y="199"/>
                      <a:pt x="1179" y="199"/>
                    </a:cubicBezTo>
                    <a:cubicBezTo>
                      <a:pt x="1179" y="198"/>
                      <a:pt x="1179" y="198"/>
                      <a:pt x="1179" y="198"/>
                    </a:cubicBezTo>
                    <a:cubicBezTo>
                      <a:pt x="1177" y="193"/>
                      <a:pt x="1177" y="193"/>
                      <a:pt x="1177" y="193"/>
                    </a:cubicBezTo>
                    <a:cubicBezTo>
                      <a:pt x="1177" y="192"/>
                      <a:pt x="1177" y="192"/>
                      <a:pt x="1177" y="192"/>
                    </a:cubicBezTo>
                    <a:cubicBezTo>
                      <a:pt x="1176" y="188"/>
                      <a:pt x="1176" y="188"/>
                      <a:pt x="1176" y="188"/>
                    </a:cubicBezTo>
                    <a:cubicBezTo>
                      <a:pt x="1175" y="187"/>
                      <a:pt x="1175" y="187"/>
                      <a:pt x="1175" y="187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66" y="160"/>
                      <a:pt x="1158" y="137"/>
                      <a:pt x="1149" y="116"/>
                    </a:cubicBezTo>
                    <a:cubicBezTo>
                      <a:pt x="1144" y="103"/>
                      <a:pt x="1138" y="91"/>
                      <a:pt x="1132" y="79"/>
                    </a:cubicBezTo>
                    <a:cubicBezTo>
                      <a:pt x="1120" y="52"/>
                      <a:pt x="1106" y="26"/>
                      <a:pt x="1090" y="0"/>
                    </a:cubicBezTo>
                    <a:cubicBezTo>
                      <a:pt x="1115" y="67"/>
                      <a:pt x="1126" y="137"/>
                      <a:pt x="1126" y="206"/>
                    </a:cubicBezTo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4" name="Freeform 9"/>
              <p:cNvSpPr>
                <a:spLocks noSelect="1"/>
              </p:cNvSpPr>
              <p:nvPr userDrawn="1"/>
            </p:nvSpPr>
            <p:spPr bwMode="gray">
              <a:xfrm>
                <a:off x="1118870" y="583565"/>
                <a:ext cx="114935" cy="149860"/>
              </a:xfrm>
              <a:custGeom>
                <a:avLst/>
                <a:gdLst>
                  <a:gd name="T0" fmla="*/ 0 w 362"/>
                  <a:gd name="T1" fmla="*/ 106 h 472"/>
                  <a:gd name="T2" fmla="*/ 219 w 362"/>
                  <a:gd name="T3" fmla="*/ 445 h 472"/>
                  <a:gd name="T4" fmla="*/ 268 w 362"/>
                  <a:gd name="T5" fmla="*/ 472 h 472"/>
                  <a:gd name="T6" fmla="*/ 362 w 362"/>
                  <a:gd name="T7" fmla="*/ 472 h 472"/>
                  <a:gd name="T8" fmla="*/ 319 w 362"/>
                  <a:gd name="T9" fmla="*/ 448 h 472"/>
                  <a:gd name="T10" fmla="*/ 22 w 362"/>
                  <a:gd name="T11" fmla="*/ 0 h 472"/>
                  <a:gd name="T12" fmla="*/ 0 w 362"/>
                  <a:gd name="T13" fmla="*/ 106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2" h="472">
                    <a:moveTo>
                      <a:pt x="0" y="106"/>
                    </a:moveTo>
                    <a:cubicBezTo>
                      <a:pt x="219" y="445"/>
                      <a:pt x="219" y="445"/>
                      <a:pt x="219" y="445"/>
                    </a:cubicBezTo>
                    <a:cubicBezTo>
                      <a:pt x="228" y="460"/>
                      <a:pt x="250" y="472"/>
                      <a:pt x="268" y="472"/>
                    </a:cubicBezTo>
                    <a:cubicBezTo>
                      <a:pt x="362" y="472"/>
                      <a:pt x="362" y="472"/>
                      <a:pt x="362" y="472"/>
                    </a:cubicBezTo>
                    <a:cubicBezTo>
                      <a:pt x="347" y="472"/>
                      <a:pt x="327" y="461"/>
                      <a:pt x="319" y="448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0" y="106"/>
                    </a:lnTo>
                    <a:close/>
                  </a:path>
                </a:pathLst>
              </a:cu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5" name="Freeform 10"/>
              <p:cNvSpPr>
                <a:spLocks noSelect="1"/>
              </p:cNvSpPr>
              <p:nvPr userDrawn="1"/>
            </p:nvSpPr>
            <p:spPr bwMode="gray">
              <a:xfrm>
                <a:off x="949325" y="290830"/>
                <a:ext cx="277495" cy="120015"/>
              </a:xfrm>
              <a:custGeom>
                <a:avLst/>
                <a:gdLst>
                  <a:gd name="T0" fmla="*/ 27 w 874"/>
                  <a:gd name="T1" fmla="*/ 323 h 378"/>
                  <a:gd name="T2" fmla="*/ 1 w 874"/>
                  <a:gd name="T3" fmla="*/ 366 h 378"/>
                  <a:gd name="T4" fmla="*/ 1 w 874"/>
                  <a:gd name="T5" fmla="*/ 367 h 378"/>
                  <a:gd name="T6" fmla="*/ 1 w 874"/>
                  <a:gd name="T7" fmla="*/ 367 h 378"/>
                  <a:gd name="T8" fmla="*/ 30 w 874"/>
                  <a:gd name="T9" fmla="*/ 378 h 378"/>
                  <a:gd name="T10" fmla="*/ 410 w 874"/>
                  <a:gd name="T11" fmla="*/ 378 h 378"/>
                  <a:gd name="T12" fmla="*/ 400 w 874"/>
                  <a:gd name="T13" fmla="*/ 293 h 378"/>
                  <a:gd name="T14" fmla="*/ 439 w 874"/>
                  <a:gd name="T15" fmla="*/ 165 h 378"/>
                  <a:gd name="T16" fmla="*/ 471 w 874"/>
                  <a:gd name="T17" fmla="*/ 129 h 378"/>
                  <a:gd name="T18" fmla="*/ 820 w 874"/>
                  <a:gd name="T19" fmla="*/ 11 h 378"/>
                  <a:gd name="T20" fmla="*/ 838 w 874"/>
                  <a:gd name="T21" fmla="*/ 12 h 378"/>
                  <a:gd name="T22" fmla="*/ 874 w 874"/>
                  <a:gd name="T23" fmla="*/ 13 h 378"/>
                  <a:gd name="T24" fmla="*/ 728 w 874"/>
                  <a:gd name="T25" fmla="*/ 0 h 378"/>
                  <a:gd name="T26" fmla="*/ 719 w 874"/>
                  <a:gd name="T27" fmla="*/ 0 h 378"/>
                  <a:gd name="T28" fmla="*/ 27 w 874"/>
                  <a:gd name="T29" fmla="*/ 323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4" h="378">
                    <a:moveTo>
                      <a:pt x="27" y="323"/>
                    </a:moveTo>
                    <a:cubicBezTo>
                      <a:pt x="10" y="343"/>
                      <a:pt x="0" y="357"/>
                      <a:pt x="1" y="366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2" y="375"/>
                      <a:pt x="11" y="378"/>
                      <a:pt x="30" y="378"/>
                    </a:cubicBezTo>
                    <a:cubicBezTo>
                      <a:pt x="410" y="378"/>
                      <a:pt x="410" y="378"/>
                      <a:pt x="410" y="378"/>
                    </a:cubicBezTo>
                    <a:cubicBezTo>
                      <a:pt x="404" y="349"/>
                      <a:pt x="400" y="320"/>
                      <a:pt x="400" y="293"/>
                    </a:cubicBezTo>
                    <a:cubicBezTo>
                      <a:pt x="400" y="244"/>
                      <a:pt x="412" y="200"/>
                      <a:pt x="439" y="165"/>
                    </a:cubicBezTo>
                    <a:cubicBezTo>
                      <a:pt x="449" y="152"/>
                      <a:pt x="460" y="140"/>
                      <a:pt x="471" y="129"/>
                    </a:cubicBezTo>
                    <a:cubicBezTo>
                      <a:pt x="555" y="49"/>
                      <a:pt x="683" y="11"/>
                      <a:pt x="820" y="11"/>
                    </a:cubicBezTo>
                    <a:cubicBezTo>
                      <a:pt x="826" y="11"/>
                      <a:pt x="832" y="11"/>
                      <a:pt x="838" y="12"/>
                    </a:cubicBezTo>
                    <a:cubicBezTo>
                      <a:pt x="850" y="12"/>
                      <a:pt x="862" y="12"/>
                      <a:pt x="874" y="13"/>
                    </a:cubicBezTo>
                    <a:cubicBezTo>
                      <a:pt x="827" y="5"/>
                      <a:pt x="778" y="0"/>
                      <a:pt x="728" y="0"/>
                    </a:cubicBezTo>
                    <a:cubicBezTo>
                      <a:pt x="719" y="0"/>
                      <a:pt x="719" y="0"/>
                      <a:pt x="719" y="0"/>
                    </a:cubicBezTo>
                    <a:cubicBezTo>
                      <a:pt x="441" y="0"/>
                      <a:pt x="192" y="125"/>
                      <a:pt x="27" y="323"/>
                    </a:cubicBezTo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6" name="Freeform 11"/>
              <p:cNvSpPr>
                <a:spLocks noSelect="1"/>
              </p:cNvSpPr>
              <p:nvPr userDrawn="1"/>
            </p:nvSpPr>
            <p:spPr bwMode="gray">
              <a:xfrm>
                <a:off x="1076325" y="294005"/>
                <a:ext cx="358775" cy="353695"/>
              </a:xfrm>
              <a:custGeom>
                <a:avLst/>
                <a:gdLst>
                  <a:gd name="T0" fmla="*/ 0 w 1130"/>
                  <a:gd name="T1" fmla="*/ 282 h 1113"/>
                  <a:gd name="T2" fmla="*/ 738 w 1130"/>
                  <a:gd name="T3" fmla="*/ 375 h 1113"/>
                  <a:gd name="T4" fmla="*/ 910 w 1130"/>
                  <a:gd name="T5" fmla="*/ 637 h 1113"/>
                  <a:gd name="T6" fmla="*/ 913 w 1130"/>
                  <a:gd name="T7" fmla="*/ 645 h 1113"/>
                  <a:gd name="T8" fmla="*/ 824 w 1130"/>
                  <a:gd name="T9" fmla="*/ 1113 h 1113"/>
                  <a:gd name="T10" fmla="*/ 1094 w 1130"/>
                  <a:gd name="T11" fmla="*/ 428 h 1113"/>
                  <a:gd name="T12" fmla="*/ 1044 w 1130"/>
                  <a:gd name="T13" fmla="*/ 353 h 1113"/>
                  <a:gd name="T14" fmla="*/ 1040 w 1130"/>
                  <a:gd name="T15" fmla="*/ 348 h 1113"/>
                  <a:gd name="T16" fmla="*/ 1034 w 1130"/>
                  <a:gd name="T17" fmla="*/ 339 h 1113"/>
                  <a:gd name="T18" fmla="*/ 1030 w 1130"/>
                  <a:gd name="T19" fmla="*/ 334 h 1113"/>
                  <a:gd name="T20" fmla="*/ 1007 w 1130"/>
                  <a:gd name="T21" fmla="*/ 306 h 1113"/>
                  <a:gd name="T22" fmla="*/ 1003 w 1130"/>
                  <a:gd name="T23" fmla="*/ 301 h 1113"/>
                  <a:gd name="T24" fmla="*/ 995 w 1130"/>
                  <a:gd name="T25" fmla="*/ 293 h 1113"/>
                  <a:gd name="T26" fmla="*/ 974 w 1130"/>
                  <a:gd name="T27" fmla="*/ 270 h 1113"/>
                  <a:gd name="T28" fmla="*/ 967 w 1130"/>
                  <a:gd name="T29" fmla="*/ 262 h 1113"/>
                  <a:gd name="T30" fmla="*/ 962 w 1130"/>
                  <a:gd name="T31" fmla="*/ 257 h 1113"/>
                  <a:gd name="T32" fmla="*/ 937 w 1130"/>
                  <a:gd name="T33" fmla="*/ 233 h 1113"/>
                  <a:gd name="T34" fmla="*/ 932 w 1130"/>
                  <a:gd name="T35" fmla="*/ 228 h 1113"/>
                  <a:gd name="T36" fmla="*/ 924 w 1130"/>
                  <a:gd name="T37" fmla="*/ 221 h 1113"/>
                  <a:gd name="T38" fmla="*/ 919 w 1130"/>
                  <a:gd name="T39" fmla="*/ 216 h 1113"/>
                  <a:gd name="T40" fmla="*/ 901 w 1130"/>
                  <a:gd name="T41" fmla="*/ 201 h 1113"/>
                  <a:gd name="T42" fmla="*/ 895 w 1130"/>
                  <a:gd name="T43" fmla="*/ 196 h 1113"/>
                  <a:gd name="T44" fmla="*/ 887 w 1130"/>
                  <a:gd name="T45" fmla="*/ 190 h 1113"/>
                  <a:gd name="T46" fmla="*/ 882 w 1130"/>
                  <a:gd name="T47" fmla="*/ 185 h 1113"/>
                  <a:gd name="T48" fmla="*/ 873 w 1130"/>
                  <a:gd name="T49" fmla="*/ 178 h 1113"/>
                  <a:gd name="T50" fmla="*/ 858 w 1130"/>
                  <a:gd name="T51" fmla="*/ 167 h 1113"/>
                  <a:gd name="T52" fmla="*/ 849 w 1130"/>
                  <a:gd name="T53" fmla="*/ 160 h 1113"/>
                  <a:gd name="T54" fmla="*/ 843 w 1130"/>
                  <a:gd name="T55" fmla="*/ 156 h 1113"/>
                  <a:gd name="T56" fmla="*/ 835 w 1130"/>
                  <a:gd name="T57" fmla="*/ 150 h 1113"/>
                  <a:gd name="T58" fmla="*/ 829 w 1130"/>
                  <a:gd name="T59" fmla="*/ 146 h 1113"/>
                  <a:gd name="T60" fmla="*/ 809 w 1130"/>
                  <a:gd name="T61" fmla="*/ 133 h 1113"/>
                  <a:gd name="T62" fmla="*/ 803 w 1130"/>
                  <a:gd name="T63" fmla="*/ 129 h 1113"/>
                  <a:gd name="T64" fmla="*/ 794 w 1130"/>
                  <a:gd name="T65" fmla="*/ 124 h 1113"/>
                  <a:gd name="T66" fmla="*/ 788 w 1130"/>
                  <a:gd name="T67" fmla="*/ 120 h 1113"/>
                  <a:gd name="T68" fmla="*/ 768 w 1130"/>
                  <a:gd name="T69" fmla="*/ 108 h 1113"/>
                  <a:gd name="T70" fmla="*/ 762 w 1130"/>
                  <a:gd name="T71" fmla="*/ 104 h 1113"/>
                  <a:gd name="T72" fmla="*/ 753 w 1130"/>
                  <a:gd name="T73" fmla="*/ 99 h 1113"/>
                  <a:gd name="T74" fmla="*/ 746 w 1130"/>
                  <a:gd name="T75" fmla="*/ 96 h 1113"/>
                  <a:gd name="T76" fmla="*/ 720 w 1130"/>
                  <a:gd name="T77" fmla="*/ 82 h 1113"/>
                  <a:gd name="T78" fmla="*/ 713 w 1130"/>
                  <a:gd name="T79" fmla="*/ 79 h 1113"/>
                  <a:gd name="T80" fmla="*/ 704 w 1130"/>
                  <a:gd name="T81" fmla="*/ 75 h 1113"/>
                  <a:gd name="T82" fmla="*/ 697 w 1130"/>
                  <a:gd name="T83" fmla="*/ 72 h 1113"/>
                  <a:gd name="T84" fmla="*/ 675 w 1130"/>
                  <a:gd name="T85" fmla="*/ 62 h 1113"/>
                  <a:gd name="T86" fmla="*/ 669 w 1130"/>
                  <a:gd name="T87" fmla="*/ 59 h 1113"/>
                  <a:gd name="T88" fmla="*/ 659 w 1130"/>
                  <a:gd name="T89" fmla="*/ 55 h 1113"/>
                  <a:gd name="T90" fmla="*/ 653 w 1130"/>
                  <a:gd name="T91" fmla="*/ 52 h 1113"/>
                  <a:gd name="T92" fmla="*/ 619 w 1130"/>
                  <a:gd name="T93" fmla="*/ 40 h 1113"/>
                  <a:gd name="T94" fmla="*/ 612 w 1130"/>
                  <a:gd name="T95" fmla="*/ 38 h 1113"/>
                  <a:gd name="T96" fmla="*/ 602 w 1130"/>
                  <a:gd name="T97" fmla="*/ 34 h 1113"/>
                  <a:gd name="T98" fmla="*/ 595 w 1130"/>
                  <a:gd name="T99" fmla="*/ 32 h 1113"/>
                  <a:gd name="T100" fmla="*/ 566 w 1130"/>
                  <a:gd name="T101" fmla="*/ 23 h 1113"/>
                  <a:gd name="T102" fmla="*/ 559 w 1130"/>
                  <a:gd name="T103" fmla="*/ 21 h 1113"/>
                  <a:gd name="T104" fmla="*/ 549 w 1130"/>
                  <a:gd name="T105" fmla="*/ 18 h 1113"/>
                  <a:gd name="T106" fmla="*/ 542 w 1130"/>
                  <a:gd name="T107" fmla="*/ 17 h 1113"/>
                  <a:gd name="T108" fmla="*/ 518 w 1130"/>
                  <a:gd name="T109" fmla="*/ 11 h 1113"/>
                  <a:gd name="T110" fmla="*/ 511 w 1130"/>
                  <a:gd name="T111" fmla="*/ 9 h 1113"/>
                  <a:gd name="T112" fmla="*/ 501 w 1130"/>
                  <a:gd name="T113" fmla="*/ 7 h 1113"/>
                  <a:gd name="T114" fmla="*/ 493 w 1130"/>
                  <a:gd name="T115" fmla="*/ 6 h 1113"/>
                  <a:gd name="T116" fmla="*/ 482 w 1130"/>
                  <a:gd name="T117" fmla="*/ 4 h 1113"/>
                  <a:gd name="T118" fmla="*/ 474 w 1130"/>
                  <a:gd name="T119" fmla="*/ 2 h 1113"/>
                  <a:gd name="T120" fmla="*/ 71 w 1130"/>
                  <a:gd name="T121" fmla="*/ 118 h 1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30" h="1113">
                    <a:moveTo>
                      <a:pt x="71" y="118"/>
                    </a:moveTo>
                    <a:cubicBezTo>
                      <a:pt x="60" y="129"/>
                      <a:pt x="49" y="141"/>
                      <a:pt x="39" y="154"/>
                    </a:cubicBezTo>
                    <a:cubicBezTo>
                      <a:pt x="12" y="189"/>
                      <a:pt x="0" y="233"/>
                      <a:pt x="0" y="282"/>
                    </a:cubicBezTo>
                    <a:cubicBezTo>
                      <a:pt x="0" y="309"/>
                      <a:pt x="4" y="338"/>
                      <a:pt x="10" y="367"/>
                    </a:cubicBezTo>
                    <a:cubicBezTo>
                      <a:pt x="712" y="367"/>
                      <a:pt x="712" y="367"/>
                      <a:pt x="712" y="367"/>
                    </a:cubicBezTo>
                    <a:cubicBezTo>
                      <a:pt x="720" y="367"/>
                      <a:pt x="730" y="370"/>
                      <a:pt x="738" y="375"/>
                    </a:cubicBezTo>
                    <a:cubicBezTo>
                      <a:pt x="745" y="380"/>
                      <a:pt x="752" y="385"/>
                      <a:pt x="756" y="391"/>
                    </a:cubicBezTo>
                    <a:cubicBezTo>
                      <a:pt x="904" y="622"/>
                      <a:pt x="904" y="622"/>
                      <a:pt x="904" y="622"/>
                    </a:cubicBezTo>
                    <a:cubicBezTo>
                      <a:pt x="907" y="626"/>
                      <a:pt x="909" y="632"/>
                      <a:pt x="910" y="637"/>
                    </a:cubicBezTo>
                    <a:cubicBezTo>
                      <a:pt x="912" y="644"/>
                      <a:pt x="912" y="644"/>
                      <a:pt x="912" y="644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4" y="652"/>
                      <a:pt x="915" y="660"/>
                      <a:pt x="914" y="666"/>
                    </a:cubicBezTo>
                    <a:cubicBezTo>
                      <a:pt x="914" y="674"/>
                      <a:pt x="914" y="674"/>
                      <a:pt x="914" y="674"/>
                    </a:cubicBezTo>
                    <a:cubicBezTo>
                      <a:pt x="824" y="1113"/>
                      <a:pt x="824" y="1113"/>
                      <a:pt x="824" y="1113"/>
                    </a:cubicBezTo>
                    <a:cubicBezTo>
                      <a:pt x="906" y="1074"/>
                      <a:pt x="976" y="1020"/>
                      <a:pt x="1020" y="965"/>
                    </a:cubicBezTo>
                    <a:cubicBezTo>
                      <a:pt x="1093" y="875"/>
                      <a:pt x="1130" y="757"/>
                      <a:pt x="1130" y="634"/>
                    </a:cubicBezTo>
                    <a:cubicBezTo>
                      <a:pt x="1130" y="565"/>
                      <a:pt x="1119" y="495"/>
                      <a:pt x="1094" y="428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77" y="399"/>
                      <a:pt x="1061" y="376"/>
                      <a:pt x="1044" y="353"/>
                    </a:cubicBezTo>
                    <a:cubicBezTo>
                      <a:pt x="1044" y="353"/>
                      <a:pt x="1044" y="353"/>
                      <a:pt x="1044" y="353"/>
                    </a:cubicBezTo>
                    <a:cubicBezTo>
                      <a:pt x="1041" y="349"/>
                      <a:pt x="1041" y="349"/>
                      <a:pt x="1041" y="349"/>
                    </a:cubicBezTo>
                    <a:cubicBezTo>
                      <a:pt x="1040" y="348"/>
                      <a:pt x="1040" y="348"/>
                      <a:pt x="1040" y="348"/>
                    </a:cubicBezTo>
                    <a:cubicBezTo>
                      <a:pt x="1037" y="344"/>
                      <a:pt x="1037" y="344"/>
                      <a:pt x="1037" y="344"/>
                    </a:cubicBezTo>
                    <a:cubicBezTo>
                      <a:pt x="1037" y="343"/>
                      <a:pt x="1037" y="343"/>
                      <a:pt x="1037" y="343"/>
                    </a:cubicBezTo>
                    <a:cubicBezTo>
                      <a:pt x="1034" y="339"/>
                      <a:pt x="1034" y="339"/>
                      <a:pt x="1034" y="339"/>
                    </a:cubicBezTo>
                    <a:cubicBezTo>
                      <a:pt x="1033" y="338"/>
                      <a:pt x="1033" y="338"/>
                      <a:pt x="1033" y="338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23" y="326"/>
                      <a:pt x="1017" y="318"/>
                      <a:pt x="1011" y="311"/>
                    </a:cubicBezTo>
                    <a:cubicBezTo>
                      <a:pt x="1011" y="311"/>
                      <a:pt x="1011" y="311"/>
                      <a:pt x="1011" y="311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3" y="302"/>
                      <a:pt x="1003" y="302"/>
                      <a:pt x="1003" y="302"/>
                    </a:cubicBezTo>
                    <a:cubicBezTo>
                      <a:pt x="1003" y="301"/>
                      <a:pt x="1003" y="301"/>
                      <a:pt x="1003" y="301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88" y="285"/>
                      <a:pt x="982" y="278"/>
                      <a:pt x="975" y="271"/>
                    </a:cubicBezTo>
                    <a:cubicBezTo>
                      <a:pt x="974" y="270"/>
                      <a:pt x="974" y="270"/>
                      <a:pt x="974" y="270"/>
                    </a:cubicBezTo>
                    <a:cubicBezTo>
                      <a:pt x="971" y="266"/>
                      <a:pt x="971" y="266"/>
                      <a:pt x="971" y="266"/>
                    </a:cubicBezTo>
                    <a:cubicBezTo>
                      <a:pt x="970" y="266"/>
                      <a:pt x="970" y="266"/>
                      <a:pt x="970" y="266"/>
                    </a:cubicBezTo>
                    <a:cubicBezTo>
                      <a:pt x="967" y="262"/>
                      <a:pt x="967" y="262"/>
                      <a:pt x="967" y="262"/>
                    </a:cubicBezTo>
                    <a:cubicBezTo>
                      <a:pt x="966" y="262"/>
                      <a:pt x="966" y="262"/>
                      <a:pt x="966" y="262"/>
                    </a:cubicBezTo>
                    <a:cubicBezTo>
                      <a:pt x="963" y="258"/>
                      <a:pt x="963" y="258"/>
                      <a:pt x="963" y="258"/>
                    </a:cubicBezTo>
                    <a:cubicBezTo>
                      <a:pt x="962" y="257"/>
                      <a:pt x="962" y="257"/>
                      <a:pt x="962" y="257"/>
                    </a:cubicBezTo>
                    <a:cubicBezTo>
                      <a:pt x="958" y="254"/>
                      <a:pt x="958" y="254"/>
                      <a:pt x="958" y="254"/>
                    </a:cubicBezTo>
                    <a:cubicBezTo>
                      <a:pt x="958" y="253"/>
                      <a:pt x="958" y="253"/>
                      <a:pt x="958" y="253"/>
                    </a:cubicBezTo>
                    <a:cubicBezTo>
                      <a:pt x="951" y="246"/>
                      <a:pt x="944" y="239"/>
                      <a:pt x="937" y="233"/>
                    </a:cubicBezTo>
                    <a:cubicBezTo>
                      <a:pt x="936" y="232"/>
                      <a:pt x="936" y="232"/>
                      <a:pt x="936" y="232"/>
                    </a:cubicBezTo>
                    <a:cubicBezTo>
                      <a:pt x="932" y="229"/>
                      <a:pt x="932" y="229"/>
                      <a:pt x="932" y="229"/>
                    </a:cubicBezTo>
                    <a:cubicBezTo>
                      <a:pt x="932" y="228"/>
                      <a:pt x="932" y="228"/>
                      <a:pt x="932" y="228"/>
                    </a:cubicBezTo>
                    <a:cubicBezTo>
                      <a:pt x="928" y="225"/>
                      <a:pt x="928" y="225"/>
                      <a:pt x="928" y="225"/>
                    </a:cubicBezTo>
                    <a:cubicBezTo>
                      <a:pt x="927" y="224"/>
                      <a:pt x="927" y="224"/>
                      <a:pt x="927" y="224"/>
                    </a:cubicBezTo>
                    <a:cubicBezTo>
                      <a:pt x="924" y="221"/>
                      <a:pt x="924" y="221"/>
                      <a:pt x="924" y="221"/>
                    </a:cubicBezTo>
                    <a:cubicBezTo>
                      <a:pt x="923" y="220"/>
                      <a:pt x="923" y="220"/>
                      <a:pt x="923" y="220"/>
                    </a:cubicBezTo>
                    <a:cubicBezTo>
                      <a:pt x="919" y="217"/>
                      <a:pt x="919" y="217"/>
                      <a:pt x="919" y="217"/>
                    </a:cubicBezTo>
                    <a:cubicBezTo>
                      <a:pt x="919" y="216"/>
                      <a:pt x="919" y="216"/>
                      <a:pt x="919" y="216"/>
                    </a:cubicBezTo>
                    <a:cubicBezTo>
                      <a:pt x="914" y="213"/>
                      <a:pt x="914" y="213"/>
                      <a:pt x="914" y="213"/>
                    </a:cubicBezTo>
                    <a:cubicBezTo>
                      <a:pt x="914" y="212"/>
                      <a:pt x="914" y="212"/>
                      <a:pt x="914" y="212"/>
                    </a:cubicBezTo>
                    <a:cubicBezTo>
                      <a:pt x="901" y="201"/>
                      <a:pt x="901" y="201"/>
                      <a:pt x="901" y="201"/>
                    </a:cubicBezTo>
                    <a:cubicBezTo>
                      <a:pt x="900" y="200"/>
                      <a:pt x="900" y="200"/>
                      <a:pt x="900" y="200"/>
                    </a:cubicBezTo>
                    <a:cubicBezTo>
                      <a:pt x="896" y="197"/>
                      <a:pt x="896" y="197"/>
                      <a:pt x="896" y="197"/>
                    </a:cubicBezTo>
                    <a:cubicBezTo>
                      <a:pt x="895" y="196"/>
                      <a:pt x="895" y="196"/>
                      <a:pt x="895" y="196"/>
                    </a:cubicBezTo>
                    <a:cubicBezTo>
                      <a:pt x="892" y="193"/>
                      <a:pt x="892" y="193"/>
                      <a:pt x="892" y="193"/>
                    </a:cubicBezTo>
                    <a:cubicBezTo>
                      <a:pt x="891" y="193"/>
                      <a:pt x="891" y="193"/>
                      <a:pt x="891" y="193"/>
                    </a:cubicBezTo>
                    <a:cubicBezTo>
                      <a:pt x="887" y="190"/>
                      <a:pt x="887" y="190"/>
                      <a:pt x="887" y="190"/>
                    </a:cubicBezTo>
                    <a:cubicBezTo>
                      <a:pt x="886" y="189"/>
                      <a:pt x="886" y="189"/>
                      <a:pt x="886" y="189"/>
                    </a:cubicBezTo>
                    <a:cubicBezTo>
                      <a:pt x="883" y="186"/>
                      <a:pt x="883" y="186"/>
                      <a:pt x="883" y="186"/>
                    </a:cubicBezTo>
                    <a:cubicBezTo>
                      <a:pt x="882" y="185"/>
                      <a:pt x="882" y="185"/>
                      <a:pt x="882" y="185"/>
                    </a:cubicBezTo>
                    <a:cubicBezTo>
                      <a:pt x="878" y="182"/>
                      <a:pt x="878" y="182"/>
                      <a:pt x="878" y="182"/>
                    </a:cubicBezTo>
                    <a:cubicBezTo>
                      <a:pt x="877" y="182"/>
                      <a:pt x="877" y="182"/>
                      <a:pt x="877" y="182"/>
                    </a:cubicBezTo>
                    <a:cubicBezTo>
                      <a:pt x="873" y="178"/>
                      <a:pt x="873" y="178"/>
                      <a:pt x="873" y="178"/>
                    </a:cubicBezTo>
                    <a:cubicBezTo>
                      <a:pt x="872" y="178"/>
                      <a:pt x="872" y="178"/>
                      <a:pt x="872" y="178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4" y="164"/>
                      <a:pt x="854" y="164"/>
                      <a:pt x="854" y="164"/>
                    </a:cubicBezTo>
                    <a:cubicBezTo>
                      <a:pt x="853" y="163"/>
                      <a:pt x="853" y="163"/>
                      <a:pt x="853" y="163"/>
                    </a:cubicBezTo>
                    <a:cubicBezTo>
                      <a:pt x="849" y="160"/>
                      <a:pt x="849" y="160"/>
                      <a:pt x="849" y="160"/>
                    </a:cubicBezTo>
                    <a:cubicBezTo>
                      <a:pt x="848" y="160"/>
                      <a:pt x="848" y="160"/>
                      <a:pt x="848" y="160"/>
                    </a:cubicBezTo>
                    <a:cubicBezTo>
                      <a:pt x="844" y="157"/>
                      <a:pt x="844" y="157"/>
                      <a:pt x="844" y="157"/>
                    </a:cubicBezTo>
                    <a:cubicBezTo>
                      <a:pt x="843" y="156"/>
                      <a:pt x="843" y="156"/>
                      <a:pt x="843" y="156"/>
                    </a:cubicBezTo>
                    <a:cubicBezTo>
                      <a:pt x="839" y="154"/>
                      <a:pt x="839" y="154"/>
                      <a:pt x="839" y="154"/>
                    </a:cubicBezTo>
                    <a:cubicBezTo>
                      <a:pt x="838" y="153"/>
                      <a:pt x="838" y="153"/>
                      <a:pt x="838" y="153"/>
                    </a:cubicBezTo>
                    <a:cubicBezTo>
                      <a:pt x="835" y="150"/>
                      <a:pt x="835" y="150"/>
                      <a:pt x="835" y="150"/>
                    </a:cubicBezTo>
                    <a:cubicBezTo>
                      <a:pt x="833" y="149"/>
                      <a:pt x="833" y="149"/>
                      <a:pt x="833" y="149"/>
                    </a:cubicBezTo>
                    <a:cubicBezTo>
                      <a:pt x="829" y="147"/>
                      <a:pt x="829" y="147"/>
                      <a:pt x="829" y="147"/>
                    </a:cubicBezTo>
                    <a:cubicBezTo>
                      <a:pt x="829" y="146"/>
                      <a:pt x="829" y="146"/>
                      <a:pt x="829" y="146"/>
                    </a:cubicBezTo>
                    <a:cubicBezTo>
                      <a:pt x="814" y="136"/>
                      <a:pt x="814" y="136"/>
                      <a:pt x="814" y="136"/>
                    </a:cubicBezTo>
                    <a:cubicBezTo>
                      <a:pt x="813" y="136"/>
                      <a:pt x="813" y="136"/>
                      <a:pt x="813" y="136"/>
                    </a:cubicBezTo>
                    <a:cubicBezTo>
                      <a:pt x="809" y="133"/>
                      <a:pt x="809" y="133"/>
                      <a:pt x="809" y="133"/>
                    </a:cubicBezTo>
                    <a:cubicBezTo>
                      <a:pt x="808" y="132"/>
                      <a:pt x="808" y="132"/>
                      <a:pt x="808" y="132"/>
                    </a:cubicBezTo>
                    <a:cubicBezTo>
                      <a:pt x="804" y="130"/>
                      <a:pt x="804" y="130"/>
                      <a:pt x="804" y="130"/>
                    </a:cubicBezTo>
                    <a:cubicBezTo>
                      <a:pt x="803" y="129"/>
                      <a:pt x="803" y="129"/>
                      <a:pt x="803" y="129"/>
                    </a:cubicBezTo>
                    <a:cubicBezTo>
                      <a:pt x="799" y="127"/>
                      <a:pt x="799" y="127"/>
                      <a:pt x="799" y="127"/>
                    </a:cubicBezTo>
                    <a:cubicBezTo>
                      <a:pt x="798" y="126"/>
                      <a:pt x="798" y="126"/>
                      <a:pt x="798" y="126"/>
                    </a:cubicBezTo>
                    <a:cubicBezTo>
                      <a:pt x="794" y="124"/>
                      <a:pt x="794" y="124"/>
                      <a:pt x="794" y="124"/>
                    </a:cubicBezTo>
                    <a:cubicBezTo>
                      <a:pt x="793" y="123"/>
                      <a:pt x="793" y="123"/>
                      <a:pt x="793" y="123"/>
                    </a:cubicBezTo>
                    <a:cubicBezTo>
                      <a:pt x="789" y="121"/>
                      <a:pt x="789" y="121"/>
                      <a:pt x="789" y="121"/>
                    </a:cubicBezTo>
                    <a:cubicBezTo>
                      <a:pt x="788" y="120"/>
                      <a:pt x="788" y="120"/>
                      <a:pt x="788" y="120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68" y="108"/>
                      <a:pt x="768" y="108"/>
                      <a:pt x="768" y="108"/>
                    </a:cubicBezTo>
                    <a:cubicBezTo>
                      <a:pt x="767" y="108"/>
                      <a:pt x="767" y="108"/>
                      <a:pt x="767" y="108"/>
                    </a:cubicBezTo>
                    <a:cubicBezTo>
                      <a:pt x="763" y="105"/>
                      <a:pt x="763" y="105"/>
                      <a:pt x="763" y="105"/>
                    </a:cubicBezTo>
                    <a:cubicBezTo>
                      <a:pt x="762" y="104"/>
                      <a:pt x="762" y="104"/>
                      <a:pt x="762" y="104"/>
                    </a:cubicBezTo>
                    <a:cubicBezTo>
                      <a:pt x="758" y="102"/>
                      <a:pt x="758" y="102"/>
                      <a:pt x="758" y="102"/>
                    </a:cubicBezTo>
                    <a:cubicBezTo>
                      <a:pt x="756" y="102"/>
                      <a:pt x="756" y="102"/>
                      <a:pt x="756" y="102"/>
                    </a:cubicBezTo>
                    <a:cubicBezTo>
                      <a:pt x="753" y="99"/>
                      <a:pt x="753" y="99"/>
                      <a:pt x="753" y="99"/>
                    </a:cubicBezTo>
                    <a:cubicBezTo>
                      <a:pt x="751" y="99"/>
                      <a:pt x="751" y="99"/>
                      <a:pt x="751" y="99"/>
                    </a:cubicBezTo>
                    <a:cubicBezTo>
                      <a:pt x="747" y="97"/>
                      <a:pt x="747" y="97"/>
                      <a:pt x="747" y="97"/>
                    </a:cubicBezTo>
                    <a:cubicBezTo>
                      <a:pt x="746" y="96"/>
                      <a:pt x="746" y="96"/>
                      <a:pt x="746" y="96"/>
                    </a:cubicBezTo>
                    <a:cubicBezTo>
                      <a:pt x="742" y="94"/>
                      <a:pt x="742" y="94"/>
                      <a:pt x="742" y="94"/>
                    </a:cubicBezTo>
                    <a:cubicBezTo>
                      <a:pt x="741" y="93"/>
                      <a:pt x="741" y="93"/>
                      <a:pt x="741" y="93"/>
                    </a:cubicBezTo>
                    <a:cubicBezTo>
                      <a:pt x="734" y="90"/>
                      <a:pt x="727" y="86"/>
                      <a:pt x="720" y="82"/>
                    </a:cubicBezTo>
                    <a:cubicBezTo>
                      <a:pt x="719" y="82"/>
                      <a:pt x="719" y="82"/>
                      <a:pt x="719" y="82"/>
                    </a:cubicBezTo>
                    <a:cubicBezTo>
                      <a:pt x="714" y="80"/>
                      <a:pt x="714" y="80"/>
                      <a:pt x="714" y="80"/>
                    </a:cubicBezTo>
                    <a:cubicBezTo>
                      <a:pt x="713" y="79"/>
                      <a:pt x="713" y="79"/>
                      <a:pt x="713" y="79"/>
                    </a:cubicBezTo>
                    <a:cubicBezTo>
                      <a:pt x="709" y="77"/>
                      <a:pt x="709" y="77"/>
                      <a:pt x="709" y="77"/>
                    </a:cubicBezTo>
                    <a:cubicBezTo>
                      <a:pt x="708" y="77"/>
                      <a:pt x="708" y="77"/>
                      <a:pt x="708" y="77"/>
                    </a:cubicBezTo>
                    <a:cubicBezTo>
                      <a:pt x="704" y="75"/>
                      <a:pt x="704" y="75"/>
                      <a:pt x="704" y="75"/>
                    </a:cubicBezTo>
                    <a:cubicBezTo>
                      <a:pt x="703" y="74"/>
                      <a:pt x="703" y="74"/>
                      <a:pt x="703" y="74"/>
                    </a:cubicBezTo>
                    <a:cubicBezTo>
                      <a:pt x="698" y="72"/>
                      <a:pt x="698" y="72"/>
                      <a:pt x="698" y="72"/>
                    </a:cubicBezTo>
                    <a:cubicBezTo>
                      <a:pt x="697" y="72"/>
                      <a:pt x="697" y="72"/>
                      <a:pt x="697" y="72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87" y="67"/>
                      <a:pt x="681" y="64"/>
                      <a:pt x="675" y="62"/>
                    </a:cubicBezTo>
                    <a:cubicBezTo>
                      <a:pt x="675" y="62"/>
                      <a:pt x="675" y="62"/>
                      <a:pt x="675" y="62"/>
                    </a:cubicBezTo>
                    <a:cubicBezTo>
                      <a:pt x="670" y="60"/>
                      <a:pt x="670" y="60"/>
                      <a:pt x="670" y="60"/>
                    </a:cubicBezTo>
                    <a:cubicBezTo>
                      <a:pt x="669" y="59"/>
                      <a:pt x="669" y="59"/>
                      <a:pt x="669" y="59"/>
                    </a:cubicBezTo>
                    <a:cubicBezTo>
                      <a:pt x="665" y="57"/>
                      <a:pt x="665" y="57"/>
                      <a:pt x="665" y="57"/>
                    </a:cubicBezTo>
                    <a:cubicBezTo>
                      <a:pt x="664" y="57"/>
                      <a:pt x="664" y="57"/>
                      <a:pt x="664" y="57"/>
                    </a:cubicBezTo>
                    <a:cubicBezTo>
                      <a:pt x="659" y="55"/>
                      <a:pt x="659" y="55"/>
                      <a:pt x="659" y="55"/>
                    </a:cubicBezTo>
                    <a:cubicBezTo>
                      <a:pt x="658" y="55"/>
                      <a:pt x="658" y="55"/>
                      <a:pt x="658" y="55"/>
                    </a:cubicBezTo>
                    <a:cubicBezTo>
                      <a:pt x="654" y="53"/>
                      <a:pt x="654" y="53"/>
                      <a:pt x="654" y="53"/>
                    </a:cubicBezTo>
                    <a:cubicBezTo>
                      <a:pt x="653" y="52"/>
                      <a:pt x="653" y="52"/>
                      <a:pt x="653" y="52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38" y="47"/>
                      <a:pt x="628" y="43"/>
                      <a:pt x="619" y="40"/>
                    </a:cubicBezTo>
                    <a:cubicBezTo>
                      <a:pt x="618" y="40"/>
                      <a:pt x="618" y="40"/>
                      <a:pt x="618" y="40"/>
                    </a:cubicBezTo>
                    <a:cubicBezTo>
                      <a:pt x="613" y="38"/>
                      <a:pt x="613" y="38"/>
                      <a:pt x="613" y="38"/>
                    </a:cubicBezTo>
                    <a:cubicBezTo>
                      <a:pt x="612" y="38"/>
                      <a:pt x="612" y="38"/>
                      <a:pt x="612" y="38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2" y="34"/>
                      <a:pt x="602" y="34"/>
                      <a:pt x="602" y="34"/>
                    </a:cubicBezTo>
                    <a:cubicBezTo>
                      <a:pt x="601" y="34"/>
                      <a:pt x="601" y="34"/>
                      <a:pt x="601" y="34"/>
                    </a:cubicBezTo>
                    <a:cubicBezTo>
                      <a:pt x="596" y="32"/>
                      <a:pt x="596" y="32"/>
                      <a:pt x="596" y="32"/>
                    </a:cubicBezTo>
                    <a:cubicBezTo>
                      <a:pt x="595" y="32"/>
                      <a:pt x="595" y="32"/>
                      <a:pt x="595" y="32"/>
                    </a:cubicBezTo>
                    <a:cubicBezTo>
                      <a:pt x="587" y="29"/>
                      <a:pt x="580" y="27"/>
                      <a:pt x="572" y="25"/>
                    </a:cubicBezTo>
                    <a:cubicBezTo>
                      <a:pt x="571" y="25"/>
                      <a:pt x="571" y="25"/>
                      <a:pt x="571" y="25"/>
                    </a:cubicBezTo>
                    <a:cubicBezTo>
                      <a:pt x="566" y="23"/>
                      <a:pt x="566" y="23"/>
                      <a:pt x="566" y="23"/>
                    </a:cubicBezTo>
                    <a:cubicBezTo>
                      <a:pt x="565" y="23"/>
                      <a:pt x="565" y="23"/>
                      <a:pt x="565" y="23"/>
                    </a:cubicBezTo>
                    <a:cubicBezTo>
                      <a:pt x="560" y="22"/>
                      <a:pt x="560" y="22"/>
                      <a:pt x="560" y="22"/>
                    </a:cubicBezTo>
                    <a:cubicBezTo>
                      <a:pt x="559" y="21"/>
                      <a:pt x="559" y="21"/>
                      <a:pt x="559" y="21"/>
                    </a:cubicBezTo>
                    <a:cubicBezTo>
                      <a:pt x="555" y="20"/>
                      <a:pt x="555" y="20"/>
                      <a:pt x="555" y="20"/>
                    </a:cubicBezTo>
                    <a:cubicBezTo>
                      <a:pt x="553" y="20"/>
                      <a:pt x="553" y="20"/>
                      <a:pt x="553" y="20"/>
                    </a:cubicBezTo>
                    <a:cubicBezTo>
                      <a:pt x="549" y="18"/>
                      <a:pt x="549" y="18"/>
                      <a:pt x="549" y="18"/>
                    </a:cubicBezTo>
                    <a:cubicBezTo>
                      <a:pt x="548" y="18"/>
                      <a:pt x="548" y="18"/>
                      <a:pt x="548" y="18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0" y="14"/>
                      <a:pt x="524" y="12"/>
                      <a:pt x="518" y="11"/>
                    </a:cubicBezTo>
                    <a:cubicBezTo>
                      <a:pt x="517" y="11"/>
                      <a:pt x="517" y="11"/>
                      <a:pt x="517" y="11"/>
                    </a:cubicBezTo>
                    <a:cubicBezTo>
                      <a:pt x="512" y="10"/>
                      <a:pt x="512" y="10"/>
                      <a:pt x="512" y="10"/>
                    </a:cubicBezTo>
                    <a:cubicBezTo>
                      <a:pt x="511" y="9"/>
                      <a:pt x="511" y="9"/>
                      <a:pt x="511" y="9"/>
                    </a:cubicBezTo>
                    <a:cubicBezTo>
                      <a:pt x="506" y="8"/>
                      <a:pt x="506" y="8"/>
                      <a:pt x="506" y="8"/>
                    </a:cubicBezTo>
                    <a:cubicBezTo>
                      <a:pt x="505" y="8"/>
                      <a:pt x="505" y="8"/>
                      <a:pt x="505" y="8"/>
                    </a:cubicBezTo>
                    <a:cubicBezTo>
                      <a:pt x="501" y="7"/>
                      <a:pt x="501" y="7"/>
                      <a:pt x="501" y="7"/>
                    </a:cubicBezTo>
                    <a:cubicBezTo>
                      <a:pt x="499" y="7"/>
                      <a:pt x="499" y="7"/>
                      <a:pt x="499" y="7"/>
                    </a:cubicBezTo>
                    <a:cubicBezTo>
                      <a:pt x="495" y="6"/>
                      <a:pt x="495" y="6"/>
                      <a:pt x="495" y="6"/>
                    </a:cubicBezTo>
                    <a:cubicBezTo>
                      <a:pt x="493" y="6"/>
                      <a:pt x="493" y="6"/>
                      <a:pt x="493" y="6"/>
                    </a:cubicBezTo>
                    <a:cubicBezTo>
                      <a:pt x="489" y="5"/>
                      <a:pt x="489" y="5"/>
                      <a:pt x="489" y="5"/>
                    </a:cubicBezTo>
                    <a:cubicBezTo>
                      <a:pt x="487" y="4"/>
                      <a:pt x="487" y="4"/>
                      <a:pt x="487" y="4"/>
                    </a:cubicBezTo>
                    <a:cubicBezTo>
                      <a:pt x="482" y="4"/>
                      <a:pt x="482" y="4"/>
                      <a:pt x="482" y="4"/>
                    </a:cubicBezTo>
                    <a:cubicBezTo>
                      <a:pt x="481" y="3"/>
                      <a:pt x="481" y="3"/>
                      <a:pt x="481" y="3"/>
                    </a:cubicBezTo>
                    <a:cubicBezTo>
                      <a:pt x="475" y="2"/>
                      <a:pt x="475" y="2"/>
                      <a:pt x="475" y="2"/>
                    </a:cubicBezTo>
                    <a:cubicBezTo>
                      <a:pt x="474" y="2"/>
                      <a:pt x="474" y="2"/>
                      <a:pt x="474" y="2"/>
                    </a:cubicBezTo>
                    <a:cubicBezTo>
                      <a:pt x="462" y="1"/>
                      <a:pt x="450" y="1"/>
                      <a:pt x="438" y="1"/>
                    </a:cubicBezTo>
                    <a:cubicBezTo>
                      <a:pt x="432" y="0"/>
                      <a:pt x="426" y="0"/>
                      <a:pt x="420" y="0"/>
                    </a:cubicBezTo>
                    <a:cubicBezTo>
                      <a:pt x="283" y="0"/>
                      <a:pt x="155" y="38"/>
                      <a:pt x="71" y="118"/>
                    </a:cubicBezTo>
                  </a:path>
                </a:pathLst>
              </a:cu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56303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Select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noProof="1"/>
              <a:t>Title</a:t>
            </a:r>
            <a:br>
              <a:rPr lang="en-GB" noProof="1"/>
            </a:br>
            <a:endParaRPr lang="en-GB" noProof="1"/>
          </a:p>
        </p:txBody>
      </p:sp>
      <p:sp>
        <p:nvSpPr>
          <p:cNvPr id="3" name="Tijdelijke aanduiding voor inhoud 2"/>
          <p:cNvSpPr>
            <a:spLocks noGrp="1" noSelect="1"/>
          </p:cNvSpPr>
          <p:nvPr>
            <p:ph idx="1" hasCustomPrompt="1"/>
          </p:nvPr>
        </p:nvSpPr>
        <p:spPr bwMode="gray"/>
        <p:txBody>
          <a:bodyPr/>
          <a:lstStyle/>
          <a:p>
            <a:pPr lvl="0"/>
            <a:r>
              <a:rPr lang="en-GB" noProof="1"/>
              <a:t>Klik om de modelstijlen te bewerken</a:t>
            </a:r>
          </a:p>
          <a:p>
            <a:pPr lvl="1"/>
            <a:r>
              <a:rPr lang="en-GB" noProof="1"/>
              <a:t>Tweede niveau</a:t>
            </a:r>
          </a:p>
          <a:p>
            <a:pPr lvl="2"/>
            <a:r>
              <a:rPr lang="en-GB" noProof="1"/>
              <a:t>Derde niveau</a:t>
            </a:r>
          </a:p>
          <a:p>
            <a:pPr lvl="3"/>
            <a:r>
              <a:rPr lang="en-GB" noProof="1"/>
              <a:t>Vierde niveau</a:t>
            </a:r>
          </a:p>
          <a:p>
            <a:pPr lvl="4"/>
            <a:r>
              <a:rPr lang="en-GB" noProof="1"/>
              <a:t>Vijfde niveau</a:t>
            </a:r>
          </a:p>
        </p:txBody>
      </p:sp>
      <p:sp>
        <p:nvSpPr>
          <p:cNvPr id="8" name="Tijdelijke aanduiding voor dianummer 7"/>
          <p:cNvSpPr>
            <a:spLocks noGrp="1" noSelect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1336C48C-F87C-4E4B-81EF-5027B17D1F61}" type="slidenum">
              <a:rPr lang="en-GB" noProof="1" smtClean="0"/>
              <a:pPr/>
              <a:t>‹Nº›</a:t>
            </a:fld>
            <a:endParaRPr lang="en-GB" noProof="1"/>
          </a:p>
        </p:txBody>
      </p:sp>
      <p:grpSp>
        <p:nvGrpSpPr>
          <p:cNvPr id="21" name="Group 4"/>
          <p:cNvGrpSpPr>
            <a:grpSpLocks noSelect="1" noChangeAspect="1"/>
          </p:cNvGrpSpPr>
          <p:nvPr userDrawn="1"/>
        </p:nvGrpSpPr>
        <p:grpSpPr bwMode="gray">
          <a:xfrm>
            <a:off x="380952" y="5843380"/>
            <a:ext cx="11424279" cy="12703"/>
            <a:chOff x="180" y="2760"/>
            <a:chExt cx="5398" cy="6"/>
          </a:xfrm>
        </p:grpSpPr>
        <p:sp>
          <p:nvSpPr>
            <p:cNvPr id="22" name="Freeform 6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3" name="Rectangle 9"/>
            <p:cNvSpPr>
              <a:spLocks noSelect="1" noChangeArrowheads="1"/>
            </p:cNvSpPr>
            <p:nvPr/>
          </p:nvSpPr>
          <p:spPr bwMode="gray">
            <a:xfrm>
              <a:off x="180" y="2760"/>
              <a:ext cx="5398" cy="6"/>
            </a:xfrm>
            <a:prstGeom prst="rect">
              <a:avLst/>
            </a:prstGeom>
            <a:solidFill>
              <a:srgbClr val="EA650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4" name="Freeform 10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grpSp>
        <p:nvGrpSpPr>
          <p:cNvPr id="25" name="Group 4"/>
          <p:cNvGrpSpPr>
            <a:grpSpLocks noSelect="1" noChangeAspect="1"/>
          </p:cNvGrpSpPr>
          <p:nvPr userDrawn="1"/>
        </p:nvGrpSpPr>
        <p:grpSpPr bwMode="gray">
          <a:xfrm>
            <a:off x="985838" y="6148406"/>
            <a:ext cx="1103313" cy="336551"/>
            <a:chOff x="621" y="3873"/>
            <a:chExt cx="695" cy="212"/>
          </a:xfrm>
        </p:grpSpPr>
        <p:sp>
          <p:nvSpPr>
            <p:cNvPr id="26" name="Freeform 5"/>
            <p:cNvSpPr>
              <a:spLocks noSelect="1"/>
            </p:cNvSpPr>
            <p:nvPr userDrawn="1"/>
          </p:nvSpPr>
          <p:spPr bwMode="gray">
            <a:xfrm>
              <a:off x="621" y="3873"/>
              <a:ext cx="515" cy="93"/>
            </a:xfrm>
            <a:custGeom>
              <a:avLst/>
              <a:gdLst/>
              <a:ahLst/>
              <a:cxnLst>
                <a:cxn ang="0">
                  <a:pos x="1955" y="422"/>
                </a:cxn>
                <a:cxn ang="0">
                  <a:pos x="1849" y="422"/>
                </a:cxn>
                <a:cxn ang="0">
                  <a:pos x="1738" y="576"/>
                </a:cxn>
                <a:cxn ang="0">
                  <a:pos x="103" y="639"/>
                </a:cxn>
                <a:cxn ang="0">
                  <a:pos x="287" y="374"/>
                </a:cxn>
                <a:cxn ang="0">
                  <a:pos x="377" y="653"/>
                </a:cxn>
                <a:cxn ang="0">
                  <a:pos x="234" y="182"/>
                </a:cxn>
                <a:cxn ang="0">
                  <a:pos x="79" y="193"/>
                </a:cxn>
                <a:cxn ang="0">
                  <a:pos x="0" y="639"/>
                </a:cxn>
                <a:cxn ang="0">
                  <a:pos x="2133" y="653"/>
                </a:cxn>
                <a:cxn ang="0">
                  <a:pos x="2249" y="276"/>
                </a:cxn>
                <a:cxn ang="0">
                  <a:pos x="2344" y="653"/>
                </a:cxn>
                <a:cxn ang="0">
                  <a:pos x="2434" y="359"/>
                </a:cxn>
                <a:cxn ang="0">
                  <a:pos x="2136" y="206"/>
                </a:cxn>
                <a:cxn ang="0">
                  <a:pos x="2044" y="206"/>
                </a:cxn>
                <a:cxn ang="0">
                  <a:pos x="2133" y="653"/>
                </a:cxn>
                <a:cxn ang="0">
                  <a:pos x="786" y="427"/>
                </a:cxn>
                <a:cxn ang="0">
                  <a:pos x="688" y="269"/>
                </a:cxn>
                <a:cxn ang="0">
                  <a:pos x="668" y="664"/>
                </a:cxn>
                <a:cxn ang="0">
                  <a:pos x="812" y="652"/>
                </a:cxn>
                <a:cxn ang="0">
                  <a:pos x="889" y="206"/>
                </a:cxn>
                <a:cxn ang="0">
                  <a:pos x="803" y="206"/>
                </a:cxn>
                <a:cxn ang="0">
                  <a:pos x="2733" y="269"/>
                </a:cxn>
                <a:cxn ang="0">
                  <a:pos x="2734" y="576"/>
                </a:cxn>
                <a:cxn ang="0">
                  <a:pos x="2713" y="182"/>
                </a:cxn>
                <a:cxn ang="0">
                  <a:pos x="2836" y="593"/>
                </a:cxn>
                <a:cxn ang="0">
                  <a:pos x="2921" y="652"/>
                </a:cxn>
                <a:cxn ang="0">
                  <a:pos x="2921" y="193"/>
                </a:cxn>
                <a:cxn ang="0">
                  <a:pos x="2842" y="247"/>
                </a:cxn>
                <a:cxn ang="0">
                  <a:pos x="1324" y="214"/>
                </a:cxn>
                <a:cxn ang="0">
                  <a:pos x="1414" y="653"/>
                </a:cxn>
                <a:cxn ang="0">
                  <a:pos x="1414" y="193"/>
                </a:cxn>
                <a:cxn ang="0">
                  <a:pos x="3045" y="22"/>
                </a:cxn>
                <a:cxn ang="0">
                  <a:pos x="3135" y="653"/>
                </a:cxn>
                <a:cxn ang="0">
                  <a:pos x="3135" y="2"/>
                </a:cxn>
                <a:cxn ang="0">
                  <a:pos x="1375" y="12"/>
                </a:cxn>
                <a:cxn ang="0">
                  <a:pos x="1436" y="73"/>
                </a:cxn>
                <a:cxn ang="0">
                  <a:pos x="1154" y="578"/>
                </a:cxn>
                <a:cxn ang="0">
                  <a:pos x="1207" y="276"/>
                </a:cxn>
                <a:cxn ang="0">
                  <a:pos x="1207" y="193"/>
                </a:cxn>
                <a:cxn ang="0">
                  <a:pos x="1097" y="57"/>
                </a:cxn>
                <a:cxn ang="0">
                  <a:pos x="1007" y="535"/>
                </a:cxn>
                <a:cxn ang="0">
                  <a:pos x="1227" y="635"/>
                </a:cxn>
                <a:cxn ang="0">
                  <a:pos x="3450" y="267"/>
                </a:cxn>
                <a:cxn ang="0">
                  <a:pos x="3458" y="664"/>
                </a:cxn>
                <a:cxn ang="0">
                  <a:pos x="3603" y="555"/>
                </a:cxn>
                <a:cxn ang="0">
                  <a:pos x="3346" y="460"/>
                </a:cxn>
                <a:cxn ang="0">
                  <a:pos x="3657" y="420"/>
                </a:cxn>
                <a:cxn ang="0">
                  <a:pos x="3458" y="664"/>
                </a:cxn>
              </a:cxnLst>
              <a:rect l="0" t="0" r="r" b="b"/>
              <a:pathLst>
                <a:path w="3657" h="664">
                  <a:moveTo>
                    <a:pt x="1517" y="422"/>
                  </a:moveTo>
                  <a:cubicBezTo>
                    <a:pt x="1517" y="287"/>
                    <a:pt x="1600" y="182"/>
                    <a:pt x="1736" y="182"/>
                  </a:cubicBezTo>
                  <a:cubicBezTo>
                    <a:pt x="1874" y="182"/>
                    <a:pt x="1955" y="286"/>
                    <a:pt x="1955" y="422"/>
                  </a:cubicBezTo>
                  <a:cubicBezTo>
                    <a:pt x="1955" y="564"/>
                    <a:pt x="1867" y="664"/>
                    <a:pt x="1735" y="664"/>
                  </a:cubicBezTo>
                  <a:cubicBezTo>
                    <a:pt x="1603" y="664"/>
                    <a:pt x="1517" y="564"/>
                    <a:pt x="1517" y="422"/>
                  </a:cubicBezTo>
                  <a:moveTo>
                    <a:pt x="1849" y="422"/>
                  </a:moveTo>
                  <a:cubicBezTo>
                    <a:pt x="1849" y="331"/>
                    <a:pt x="1804" y="270"/>
                    <a:pt x="1736" y="269"/>
                  </a:cubicBezTo>
                  <a:cubicBezTo>
                    <a:pt x="1666" y="270"/>
                    <a:pt x="1624" y="333"/>
                    <a:pt x="1624" y="422"/>
                  </a:cubicBezTo>
                  <a:cubicBezTo>
                    <a:pt x="1624" y="503"/>
                    <a:pt x="1661" y="576"/>
                    <a:pt x="1738" y="576"/>
                  </a:cubicBezTo>
                  <a:cubicBezTo>
                    <a:pt x="1806" y="576"/>
                    <a:pt x="1849" y="513"/>
                    <a:pt x="1849" y="422"/>
                  </a:cubicBezTo>
                  <a:moveTo>
                    <a:pt x="90" y="653"/>
                  </a:moveTo>
                  <a:cubicBezTo>
                    <a:pt x="97" y="653"/>
                    <a:pt x="103" y="647"/>
                    <a:pt x="103" y="639"/>
                  </a:cubicBezTo>
                  <a:cubicBezTo>
                    <a:pt x="103" y="410"/>
                    <a:pt x="103" y="410"/>
                    <a:pt x="103" y="410"/>
                  </a:cubicBezTo>
                  <a:cubicBezTo>
                    <a:pt x="103" y="322"/>
                    <a:pt x="152" y="276"/>
                    <a:pt x="206" y="276"/>
                  </a:cubicBezTo>
                  <a:cubicBezTo>
                    <a:pt x="247" y="276"/>
                    <a:pt x="287" y="299"/>
                    <a:pt x="287" y="374"/>
                  </a:cubicBezTo>
                  <a:cubicBezTo>
                    <a:pt x="287" y="639"/>
                    <a:pt x="287" y="639"/>
                    <a:pt x="287" y="639"/>
                  </a:cubicBezTo>
                  <a:cubicBezTo>
                    <a:pt x="287" y="647"/>
                    <a:pt x="293" y="653"/>
                    <a:pt x="300" y="653"/>
                  </a:cubicBezTo>
                  <a:cubicBezTo>
                    <a:pt x="377" y="653"/>
                    <a:pt x="377" y="653"/>
                    <a:pt x="377" y="653"/>
                  </a:cubicBezTo>
                  <a:cubicBezTo>
                    <a:pt x="384" y="653"/>
                    <a:pt x="390" y="647"/>
                    <a:pt x="390" y="639"/>
                  </a:cubicBezTo>
                  <a:cubicBezTo>
                    <a:pt x="390" y="359"/>
                    <a:pt x="390" y="359"/>
                    <a:pt x="390" y="359"/>
                  </a:cubicBezTo>
                  <a:cubicBezTo>
                    <a:pt x="390" y="234"/>
                    <a:pt x="321" y="182"/>
                    <a:pt x="234" y="182"/>
                  </a:cubicBezTo>
                  <a:cubicBezTo>
                    <a:pt x="178" y="182"/>
                    <a:pt x="127" y="215"/>
                    <a:pt x="96" y="252"/>
                  </a:cubicBezTo>
                  <a:cubicBezTo>
                    <a:pt x="92" y="206"/>
                    <a:pt x="92" y="206"/>
                    <a:pt x="92" y="206"/>
                  </a:cubicBezTo>
                  <a:cubicBezTo>
                    <a:pt x="91" y="199"/>
                    <a:pt x="85" y="193"/>
                    <a:pt x="79" y="193"/>
                  </a:cubicBezTo>
                  <a:cubicBezTo>
                    <a:pt x="13" y="193"/>
                    <a:pt x="13" y="193"/>
                    <a:pt x="13" y="193"/>
                  </a:cubicBezTo>
                  <a:cubicBezTo>
                    <a:pt x="6" y="193"/>
                    <a:pt x="0" y="199"/>
                    <a:pt x="0" y="206"/>
                  </a:cubicBezTo>
                  <a:cubicBezTo>
                    <a:pt x="0" y="639"/>
                    <a:pt x="0" y="639"/>
                    <a:pt x="0" y="639"/>
                  </a:cubicBezTo>
                  <a:cubicBezTo>
                    <a:pt x="0" y="647"/>
                    <a:pt x="6" y="653"/>
                    <a:pt x="13" y="653"/>
                  </a:cubicBezTo>
                  <a:lnTo>
                    <a:pt x="90" y="653"/>
                  </a:lnTo>
                  <a:close/>
                  <a:moveTo>
                    <a:pt x="2133" y="653"/>
                  </a:moveTo>
                  <a:cubicBezTo>
                    <a:pt x="2141" y="653"/>
                    <a:pt x="2147" y="647"/>
                    <a:pt x="2147" y="639"/>
                  </a:cubicBezTo>
                  <a:cubicBezTo>
                    <a:pt x="2147" y="410"/>
                    <a:pt x="2147" y="410"/>
                    <a:pt x="2147" y="410"/>
                  </a:cubicBezTo>
                  <a:cubicBezTo>
                    <a:pt x="2147" y="322"/>
                    <a:pt x="2196" y="276"/>
                    <a:pt x="2249" y="276"/>
                  </a:cubicBezTo>
                  <a:cubicBezTo>
                    <a:pt x="2291" y="276"/>
                    <a:pt x="2331" y="299"/>
                    <a:pt x="2331" y="374"/>
                  </a:cubicBezTo>
                  <a:cubicBezTo>
                    <a:pt x="2331" y="639"/>
                    <a:pt x="2331" y="639"/>
                    <a:pt x="2331" y="639"/>
                  </a:cubicBezTo>
                  <a:cubicBezTo>
                    <a:pt x="2331" y="647"/>
                    <a:pt x="2337" y="653"/>
                    <a:pt x="2344" y="653"/>
                  </a:cubicBezTo>
                  <a:cubicBezTo>
                    <a:pt x="2420" y="653"/>
                    <a:pt x="2420" y="653"/>
                    <a:pt x="2420" y="653"/>
                  </a:cubicBezTo>
                  <a:cubicBezTo>
                    <a:pt x="2428" y="653"/>
                    <a:pt x="2434" y="647"/>
                    <a:pt x="2434" y="639"/>
                  </a:cubicBezTo>
                  <a:cubicBezTo>
                    <a:pt x="2434" y="359"/>
                    <a:pt x="2434" y="359"/>
                    <a:pt x="2434" y="359"/>
                  </a:cubicBezTo>
                  <a:cubicBezTo>
                    <a:pt x="2434" y="234"/>
                    <a:pt x="2365" y="182"/>
                    <a:pt x="2278" y="182"/>
                  </a:cubicBezTo>
                  <a:cubicBezTo>
                    <a:pt x="2222" y="182"/>
                    <a:pt x="2170" y="215"/>
                    <a:pt x="2140" y="252"/>
                  </a:cubicBezTo>
                  <a:cubicBezTo>
                    <a:pt x="2136" y="206"/>
                    <a:pt x="2136" y="206"/>
                    <a:pt x="2136" y="206"/>
                  </a:cubicBezTo>
                  <a:cubicBezTo>
                    <a:pt x="2135" y="199"/>
                    <a:pt x="2129" y="193"/>
                    <a:pt x="2123" y="193"/>
                  </a:cubicBezTo>
                  <a:cubicBezTo>
                    <a:pt x="2057" y="193"/>
                    <a:pt x="2057" y="193"/>
                    <a:pt x="2057" y="193"/>
                  </a:cubicBezTo>
                  <a:cubicBezTo>
                    <a:pt x="2050" y="193"/>
                    <a:pt x="2044" y="199"/>
                    <a:pt x="2044" y="206"/>
                  </a:cubicBezTo>
                  <a:cubicBezTo>
                    <a:pt x="2044" y="639"/>
                    <a:pt x="2044" y="639"/>
                    <a:pt x="2044" y="639"/>
                  </a:cubicBezTo>
                  <a:cubicBezTo>
                    <a:pt x="2044" y="647"/>
                    <a:pt x="2050" y="653"/>
                    <a:pt x="2057" y="653"/>
                  </a:cubicBezTo>
                  <a:lnTo>
                    <a:pt x="2133" y="653"/>
                  </a:lnTo>
                  <a:close/>
                  <a:moveTo>
                    <a:pt x="688" y="269"/>
                  </a:moveTo>
                  <a:cubicBezTo>
                    <a:pt x="736" y="269"/>
                    <a:pt x="786" y="304"/>
                    <a:pt x="786" y="406"/>
                  </a:cubicBezTo>
                  <a:cubicBezTo>
                    <a:pt x="786" y="427"/>
                    <a:pt x="786" y="427"/>
                    <a:pt x="786" y="427"/>
                  </a:cubicBezTo>
                  <a:cubicBezTo>
                    <a:pt x="786" y="547"/>
                    <a:pt x="729" y="576"/>
                    <a:pt x="690" y="576"/>
                  </a:cubicBezTo>
                  <a:cubicBezTo>
                    <a:pt x="621" y="576"/>
                    <a:pt x="582" y="502"/>
                    <a:pt x="582" y="421"/>
                  </a:cubicBezTo>
                  <a:cubicBezTo>
                    <a:pt x="582" y="329"/>
                    <a:pt x="626" y="269"/>
                    <a:pt x="688" y="269"/>
                  </a:cubicBezTo>
                  <a:moveTo>
                    <a:pt x="669" y="182"/>
                  </a:moveTo>
                  <a:cubicBezTo>
                    <a:pt x="570" y="182"/>
                    <a:pt x="476" y="261"/>
                    <a:pt x="476" y="422"/>
                  </a:cubicBezTo>
                  <a:cubicBezTo>
                    <a:pt x="476" y="554"/>
                    <a:pt x="547" y="664"/>
                    <a:pt x="668" y="664"/>
                  </a:cubicBezTo>
                  <a:cubicBezTo>
                    <a:pt x="722" y="664"/>
                    <a:pt x="768" y="631"/>
                    <a:pt x="791" y="593"/>
                  </a:cubicBezTo>
                  <a:cubicBezTo>
                    <a:pt x="798" y="639"/>
                    <a:pt x="798" y="639"/>
                    <a:pt x="798" y="639"/>
                  </a:cubicBezTo>
                  <a:cubicBezTo>
                    <a:pt x="799" y="646"/>
                    <a:pt x="805" y="652"/>
                    <a:pt x="812" y="652"/>
                  </a:cubicBezTo>
                  <a:cubicBezTo>
                    <a:pt x="876" y="652"/>
                    <a:pt x="876" y="652"/>
                    <a:pt x="876" y="652"/>
                  </a:cubicBezTo>
                  <a:cubicBezTo>
                    <a:pt x="883" y="652"/>
                    <a:pt x="889" y="647"/>
                    <a:pt x="889" y="639"/>
                  </a:cubicBezTo>
                  <a:cubicBezTo>
                    <a:pt x="889" y="206"/>
                    <a:pt x="889" y="206"/>
                    <a:pt x="889" y="206"/>
                  </a:cubicBezTo>
                  <a:cubicBezTo>
                    <a:pt x="889" y="199"/>
                    <a:pt x="883" y="193"/>
                    <a:pt x="876" y="193"/>
                  </a:cubicBezTo>
                  <a:cubicBezTo>
                    <a:pt x="817" y="193"/>
                    <a:pt x="817" y="193"/>
                    <a:pt x="817" y="193"/>
                  </a:cubicBezTo>
                  <a:cubicBezTo>
                    <a:pt x="810" y="193"/>
                    <a:pt x="804" y="199"/>
                    <a:pt x="803" y="206"/>
                  </a:cubicBezTo>
                  <a:cubicBezTo>
                    <a:pt x="798" y="247"/>
                    <a:pt x="798" y="247"/>
                    <a:pt x="798" y="247"/>
                  </a:cubicBezTo>
                  <a:cubicBezTo>
                    <a:pt x="768" y="210"/>
                    <a:pt x="727" y="182"/>
                    <a:pt x="669" y="182"/>
                  </a:cubicBezTo>
                  <a:moveTo>
                    <a:pt x="2733" y="269"/>
                  </a:moveTo>
                  <a:cubicBezTo>
                    <a:pt x="2780" y="269"/>
                    <a:pt x="2830" y="304"/>
                    <a:pt x="2830" y="406"/>
                  </a:cubicBezTo>
                  <a:cubicBezTo>
                    <a:pt x="2830" y="427"/>
                    <a:pt x="2830" y="427"/>
                    <a:pt x="2830" y="427"/>
                  </a:cubicBezTo>
                  <a:cubicBezTo>
                    <a:pt x="2830" y="547"/>
                    <a:pt x="2773" y="576"/>
                    <a:pt x="2734" y="576"/>
                  </a:cubicBezTo>
                  <a:cubicBezTo>
                    <a:pt x="2665" y="576"/>
                    <a:pt x="2627" y="502"/>
                    <a:pt x="2627" y="421"/>
                  </a:cubicBezTo>
                  <a:cubicBezTo>
                    <a:pt x="2627" y="329"/>
                    <a:pt x="2670" y="269"/>
                    <a:pt x="2733" y="269"/>
                  </a:cubicBezTo>
                  <a:moveTo>
                    <a:pt x="2713" y="182"/>
                  </a:moveTo>
                  <a:cubicBezTo>
                    <a:pt x="2614" y="182"/>
                    <a:pt x="2520" y="261"/>
                    <a:pt x="2520" y="422"/>
                  </a:cubicBezTo>
                  <a:cubicBezTo>
                    <a:pt x="2520" y="554"/>
                    <a:pt x="2591" y="664"/>
                    <a:pt x="2713" y="664"/>
                  </a:cubicBezTo>
                  <a:cubicBezTo>
                    <a:pt x="2766" y="664"/>
                    <a:pt x="2813" y="631"/>
                    <a:pt x="2836" y="593"/>
                  </a:cubicBezTo>
                  <a:cubicBezTo>
                    <a:pt x="2843" y="639"/>
                    <a:pt x="2843" y="639"/>
                    <a:pt x="2843" y="639"/>
                  </a:cubicBezTo>
                  <a:cubicBezTo>
                    <a:pt x="2844" y="646"/>
                    <a:pt x="2850" y="652"/>
                    <a:pt x="2856" y="652"/>
                  </a:cubicBezTo>
                  <a:cubicBezTo>
                    <a:pt x="2921" y="652"/>
                    <a:pt x="2921" y="652"/>
                    <a:pt x="2921" y="652"/>
                  </a:cubicBezTo>
                  <a:cubicBezTo>
                    <a:pt x="2928" y="652"/>
                    <a:pt x="2934" y="647"/>
                    <a:pt x="2934" y="639"/>
                  </a:cubicBezTo>
                  <a:cubicBezTo>
                    <a:pt x="2934" y="206"/>
                    <a:pt x="2934" y="206"/>
                    <a:pt x="2934" y="206"/>
                  </a:cubicBezTo>
                  <a:cubicBezTo>
                    <a:pt x="2934" y="199"/>
                    <a:pt x="2928" y="193"/>
                    <a:pt x="2921" y="193"/>
                  </a:cubicBezTo>
                  <a:cubicBezTo>
                    <a:pt x="2861" y="193"/>
                    <a:pt x="2861" y="193"/>
                    <a:pt x="2861" y="193"/>
                  </a:cubicBezTo>
                  <a:cubicBezTo>
                    <a:pt x="2855" y="193"/>
                    <a:pt x="2849" y="199"/>
                    <a:pt x="2848" y="206"/>
                  </a:cubicBezTo>
                  <a:cubicBezTo>
                    <a:pt x="2842" y="247"/>
                    <a:pt x="2842" y="247"/>
                    <a:pt x="2842" y="247"/>
                  </a:cubicBezTo>
                  <a:cubicBezTo>
                    <a:pt x="2813" y="210"/>
                    <a:pt x="2771" y="182"/>
                    <a:pt x="2713" y="182"/>
                  </a:cubicBezTo>
                  <a:moveTo>
                    <a:pt x="1337" y="200"/>
                  </a:moveTo>
                  <a:cubicBezTo>
                    <a:pt x="1330" y="201"/>
                    <a:pt x="1324" y="206"/>
                    <a:pt x="1324" y="214"/>
                  </a:cubicBezTo>
                  <a:cubicBezTo>
                    <a:pt x="1324" y="639"/>
                    <a:pt x="1324" y="639"/>
                    <a:pt x="1324" y="639"/>
                  </a:cubicBezTo>
                  <a:cubicBezTo>
                    <a:pt x="1324" y="647"/>
                    <a:pt x="1330" y="653"/>
                    <a:pt x="1337" y="653"/>
                  </a:cubicBezTo>
                  <a:cubicBezTo>
                    <a:pt x="1414" y="653"/>
                    <a:pt x="1414" y="653"/>
                    <a:pt x="1414" y="653"/>
                  </a:cubicBezTo>
                  <a:cubicBezTo>
                    <a:pt x="1421" y="653"/>
                    <a:pt x="1427" y="647"/>
                    <a:pt x="1427" y="639"/>
                  </a:cubicBezTo>
                  <a:cubicBezTo>
                    <a:pt x="1427" y="206"/>
                    <a:pt x="1427" y="206"/>
                    <a:pt x="1427" y="206"/>
                  </a:cubicBezTo>
                  <a:cubicBezTo>
                    <a:pt x="1427" y="199"/>
                    <a:pt x="1421" y="192"/>
                    <a:pt x="1414" y="193"/>
                  </a:cubicBezTo>
                  <a:lnTo>
                    <a:pt x="1337" y="200"/>
                  </a:lnTo>
                  <a:close/>
                  <a:moveTo>
                    <a:pt x="3058" y="9"/>
                  </a:moveTo>
                  <a:cubicBezTo>
                    <a:pt x="3051" y="10"/>
                    <a:pt x="3045" y="15"/>
                    <a:pt x="3045" y="22"/>
                  </a:cubicBezTo>
                  <a:cubicBezTo>
                    <a:pt x="3045" y="639"/>
                    <a:pt x="3045" y="639"/>
                    <a:pt x="3045" y="639"/>
                  </a:cubicBezTo>
                  <a:cubicBezTo>
                    <a:pt x="3045" y="647"/>
                    <a:pt x="3051" y="653"/>
                    <a:pt x="3058" y="653"/>
                  </a:cubicBezTo>
                  <a:cubicBezTo>
                    <a:pt x="3135" y="653"/>
                    <a:pt x="3135" y="653"/>
                    <a:pt x="3135" y="653"/>
                  </a:cubicBezTo>
                  <a:cubicBezTo>
                    <a:pt x="3142" y="653"/>
                    <a:pt x="3148" y="647"/>
                    <a:pt x="3148" y="639"/>
                  </a:cubicBezTo>
                  <a:cubicBezTo>
                    <a:pt x="3148" y="15"/>
                    <a:pt x="3148" y="15"/>
                    <a:pt x="3148" y="15"/>
                  </a:cubicBezTo>
                  <a:cubicBezTo>
                    <a:pt x="3148" y="7"/>
                    <a:pt x="3142" y="0"/>
                    <a:pt x="3135" y="2"/>
                  </a:cubicBezTo>
                  <a:lnTo>
                    <a:pt x="3058" y="9"/>
                  </a:lnTo>
                  <a:close/>
                  <a:moveTo>
                    <a:pt x="1436" y="73"/>
                  </a:moveTo>
                  <a:cubicBezTo>
                    <a:pt x="1436" y="39"/>
                    <a:pt x="1409" y="12"/>
                    <a:pt x="1375" y="12"/>
                  </a:cubicBezTo>
                  <a:cubicBezTo>
                    <a:pt x="1342" y="12"/>
                    <a:pt x="1315" y="39"/>
                    <a:pt x="1315" y="73"/>
                  </a:cubicBezTo>
                  <a:cubicBezTo>
                    <a:pt x="1315" y="106"/>
                    <a:pt x="1342" y="133"/>
                    <a:pt x="1375" y="133"/>
                  </a:cubicBezTo>
                  <a:cubicBezTo>
                    <a:pt x="1409" y="133"/>
                    <a:pt x="1436" y="106"/>
                    <a:pt x="1436" y="73"/>
                  </a:cubicBezTo>
                  <a:moveTo>
                    <a:pt x="1219" y="578"/>
                  </a:moveTo>
                  <a:cubicBezTo>
                    <a:pt x="1217" y="568"/>
                    <a:pt x="1211" y="565"/>
                    <a:pt x="1199" y="570"/>
                  </a:cubicBezTo>
                  <a:cubicBezTo>
                    <a:pt x="1192" y="572"/>
                    <a:pt x="1169" y="578"/>
                    <a:pt x="1154" y="578"/>
                  </a:cubicBezTo>
                  <a:cubicBezTo>
                    <a:pt x="1124" y="578"/>
                    <a:pt x="1111" y="567"/>
                    <a:pt x="1110" y="524"/>
                  </a:cubicBezTo>
                  <a:cubicBezTo>
                    <a:pt x="1110" y="276"/>
                    <a:pt x="1110" y="276"/>
                    <a:pt x="1110" y="276"/>
                  </a:cubicBezTo>
                  <a:cubicBezTo>
                    <a:pt x="1207" y="276"/>
                    <a:pt x="1207" y="276"/>
                    <a:pt x="1207" y="276"/>
                  </a:cubicBezTo>
                  <a:cubicBezTo>
                    <a:pt x="1214" y="276"/>
                    <a:pt x="1220" y="270"/>
                    <a:pt x="1220" y="263"/>
                  </a:cubicBezTo>
                  <a:cubicBezTo>
                    <a:pt x="1220" y="206"/>
                    <a:pt x="1220" y="206"/>
                    <a:pt x="1220" y="206"/>
                  </a:cubicBezTo>
                  <a:cubicBezTo>
                    <a:pt x="1220" y="199"/>
                    <a:pt x="1214" y="193"/>
                    <a:pt x="1207" y="193"/>
                  </a:cubicBezTo>
                  <a:cubicBezTo>
                    <a:pt x="1110" y="193"/>
                    <a:pt x="1110" y="193"/>
                    <a:pt x="1110" y="193"/>
                  </a:cubicBezTo>
                  <a:cubicBezTo>
                    <a:pt x="1110" y="70"/>
                    <a:pt x="1110" y="70"/>
                    <a:pt x="1110" y="70"/>
                  </a:cubicBezTo>
                  <a:cubicBezTo>
                    <a:pt x="1110" y="62"/>
                    <a:pt x="1104" y="56"/>
                    <a:pt x="1097" y="57"/>
                  </a:cubicBezTo>
                  <a:cubicBezTo>
                    <a:pt x="1021" y="64"/>
                    <a:pt x="1021" y="64"/>
                    <a:pt x="1021" y="64"/>
                  </a:cubicBezTo>
                  <a:cubicBezTo>
                    <a:pt x="1013" y="65"/>
                    <a:pt x="1007" y="70"/>
                    <a:pt x="1007" y="77"/>
                  </a:cubicBezTo>
                  <a:cubicBezTo>
                    <a:pt x="1007" y="535"/>
                    <a:pt x="1007" y="535"/>
                    <a:pt x="1007" y="535"/>
                  </a:cubicBezTo>
                  <a:cubicBezTo>
                    <a:pt x="1007" y="610"/>
                    <a:pt x="1041" y="664"/>
                    <a:pt x="1132" y="664"/>
                  </a:cubicBezTo>
                  <a:cubicBezTo>
                    <a:pt x="1159" y="664"/>
                    <a:pt x="1193" y="659"/>
                    <a:pt x="1219" y="647"/>
                  </a:cubicBezTo>
                  <a:cubicBezTo>
                    <a:pt x="1224" y="645"/>
                    <a:pt x="1228" y="643"/>
                    <a:pt x="1227" y="635"/>
                  </a:cubicBezTo>
                  <a:lnTo>
                    <a:pt x="1219" y="578"/>
                  </a:lnTo>
                  <a:close/>
                  <a:moveTo>
                    <a:pt x="3346" y="384"/>
                  </a:moveTo>
                  <a:cubicBezTo>
                    <a:pt x="3354" y="331"/>
                    <a:pt x="3379" y="267"/>
                    <a:pt x="3450" y="267"/>
                  </a:cubicBezTo>
                  <a:cubicBezTo>
                    <a:pt x="3524" y="267"/>
                    <a:pt x="3549" y="326"/>
                    <a:pt x="3552" y="384"/>
                  </a:cubicBezTo>
                  <a:lnTo>
                    <a:pt x="3346" y="384"/>
                  </a:lnTo>
                  <a:close/>
                  <a:moveTo>
                    <a:pt x="3458" y="664"/>
                  </a:moveTo>
                  <a:cubicBezTo>
                    <a:pt x="3524" y="664"/>
                    <a:pt x="3577" y="647"/>
                    <a:pt x="3617" y="625"/>
                  </a:cubicBezTo>
                  <a:cubicBezTo>
                    <a:pt x="3624" y="621"/>
                    <a:pt x="3627" y="614"/>
                    <a:pt x="3624" y="607"/>
                  </a:cubicBezTo>
                  <a:cubicBezTo>
                    <a:pt x="3603" y="555"/>
                    <a:pt x="3603" y="555"/>
                    <a:pt x="3603" y="555"/>
                  </a:cubicBezTo>
                  <a:cubicBezTo>
                    <a:pt x="3600" y="548"/>
                    <a:pt x="3592" y="545"/>
                    <a:pt x="3585" y="548"/>
                  </a:cubicBezTo>
                  <a:cubicBezTo>
                    <a:pt x="3548" y="566"/>
                    <a:pt x="3509" y="576"/>
                    <a:pt x="3464" y="576"/>
                  </a:cubicBezTo>
                  <a:cubicBezTo>
                    <a:pt x="3388" y="576"/>
                    <a:pt x="3352" y="521"/>
                    <a:pt x="3346" y="460"/>
                  </a:cubicBezTo>
                  <a:cubicBezTo>
                    <a:pt x="3644" y="460"/>
                    <a:pt x="3644" y="460"/>
                    <a:pt x="3644" y="460"/>
                  </a:cubicBezTo>
                  <a:cubicBezTo>
                    <a:pt x="3651" y="460"/>
                    <a:pt x="3656" y="454"/>
                    <a:pt x="3657" y="446"/>
                  </a:cubicBezTo>
                  <a:cubicBezTo>
                    <a:pt x="3657" y="436"/>
                    <a:pt x="3657" y="429"/>
                    <a:pt x="3657" y="420"/>
                  </a:cubicBezTo>
                  <a:cubicBezTo>
                    <a:pt x="3657" y="306"/>
                    <a:pt x="3599" y="182"/>
                    <a:pt x="3451" y="182"/>
                  </a:cubicBezTo>
                  <a:cubicBezTo>
                    <a:pt x="3318" y="182"/>
                    <a:pt x="3238" y="285"/>
                    <a:pt x="3238" y="425"/>
                  </a:cubicBezTo>
                  <a:cubicBezTo>
                    <a:pt x="3238" y="569"/>
                    <a:pt x="3324" y="664"/>
                    <a:pt x="3458" y="664"/>
                  </a:cubicBezTo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7" name="Freeform 6"/>
            <p:cNvSpPr>
              <a:spLocks noSelect="1"/>
            </p:cNvSpPr>
            <p:nvPr/>
          </p:nvSpPr>
          <p:spPr bwMode="gray">
            <a:xfrm>
              <a:off x="621" y="3992"/>
              <a:ext cx="695" cy="93"/>
            </a:xfrm>
            <a:custGeom>
              <a:avLst/>
              <a:gdLst/>
              <a:ahLst/>
              <a:cxnLst>
                <a:cxn ang="0">
                  <a:pos x="13" y="193"/>
                </a:cxn>
                <a:cxn ang="0">
                  <a:pos x="234" y="182"/>
                </a:cxn>
                <a:cxn ang="0">
                  <a:pos x="300" y="653"/>
                </a:cxn>
                <a:cxn ang="0">
                  <a:pos x="103" y="410"/>
                </a:cxn>
                <a:cxn ang="0">
                  <a:pos x="2735" y="269"/>
                </a:cxn>
                <a:cxn ang="0">
                  <a:pos x="2832" y="406"/>
                </a:cxn>
                <a:cxn ang="0">
                  <a:pos x="2849" y="206"/>
                </a:cxn>
                <a:cxn ang="0">
                  <a:pos x="2935" y="640"/>
                </a:cxn>
                <a:cxn ang="0">
                  <a:pos x="2837" y="593"/>
                </a:cxn>
                <a:cxn ang="0">
                  <a:pos x="4643" y="653"/>
                </a:cxn>
                <a:cxn ang="0">
                  <a:pos x="4840" y="374"/>
                </a:cxn>
                <a:cxn ang="0">
                  <a:pos x="4943" y="640"/>
                </a:cxn>
                <a:cxn ang="0">
                  <a:pos x="4645" y="206"/>
                </a:cxn>
                <a:cxn ang="0">
                  <a:pos x="4553" y="640"/>
                </a:cxn>
                <a:cxn ang="0">
                  <a:pos x="3156" y="640"/>
                </a:cxn>
                <a:cxn ang="0">
                  <a:pos x="3341" y="640"/>
                </a:cxn>
                <a:cxn ang="0">
                  <a:pos x="3443" y="359"/>
                </a:cxn>
                <a:cxn ang="0">
                  <a:pos x="3132" y="193"/>
                </a:cxn>
                <a:cxn ang="0">
                  <a:pos x="3067" y="653"/>
                </a:cxn>
                <a:cxn ang="0">
                  <a:pos x="2331" y="640"/>
                </a:cxn>
                <a:cxn ang="0">
                  <a:pos x="2434" y="15"/>
                </a:cxn>
                <a:cxn ang="0">
                  <a:pos x="691" y="267"/>
                </a:cxn>
                <a:cxn ang="0">
                  <a:pos x="479" y="425"/>
                </a:cxn>
                <a:cxn ang="0">
                  <a:pos x="884" y="460"/>
                </a:cxn>
                <a:cxn ang="0">
                  <a:pos x="843" y="555"/>
                </a:cxn>
                <a:cxn ang="0">
                  <a:pos x="1803" y="384"/>
                </a:cxn>
                <a:cxn ang="0">
                  <a:pos x="1709" y="664"/>
                </a:cxn>
                <a:cxn ang="0">
                  <a:pos x="1907" y="447"/>
                </a:cxn>
                <a:cxn ang="0">
                  <a:pos x="1836" y="548"/>
                </a:cxn>
                <a:cxn ang="0">
                  <a:pos x="1709" y="664"/>
                </a:cxn>
                <a:cxn ang="0">
                  <a:pos x="1380" y="653"/>
                </a:cxn>
                <a:cxn ang="0">
                  <a:pos x="1164" y="664"/>
                </a:cxn>
                <a:cxn ang="0">
                  <a:pos x="1291" y="23"/>
                </a:cxn>
                <a:cxn ang="0">
                  <a:pos x="1184" y="269"/>
                </a:cxn>
                <a:cxn ang="0">
                  <a:pos x="1291" y="406"/>
                </a:cxn>
                <a:cxn ang="0">
                  <a:pos x="4359" y="384"/>
                </a:cxn>
                <a:cxn ang="0">
                  <a:pos x="4464" y="420"/>
                </a:cxn>
                <a:cxn ang="0">
                  <a:pos x="4271" y="576"/>
                </a:cxn>
                <a:cxn ang="0">
                  <a:pos x="4425" y="625"/>
                </a:cxn>
                <a:cxn ang="0">
                  <a:pos x="3955" y="640"/>
                </a:cxn>
                <a:cxn ang="0">
                  <a:pos x="3858" y="593"/>
                </a:cxn>
                <a:cxn ang="0">
                  <a:pos x="3852" y="233"/>
                </a:cxn>
                <a:cxn ang="0">
                  <a:pos x="3853" y="406"/>
                </a:cxn>
                <a:cxn ang="0">
                  <a:pos x="3853" y="427"/>
                </a:cxn>
                <a:cxn ang="0">
                  <a:pos x="2094" y="252"/>
                </a:cxn>
                <a:cxn ang="0">
                  <a:pos x="1998" y="206"/>
                </a:cxn>
                <a:cxn ang="0">
                  <a:pos x="2101" y="640"/>
                </a:cxn>
                <a:cxn ang="0">
                  <a:pos x="2248" y="276"/>
                </a:cxn>
              </a:cxnLst>
              <a:rect l="0" t="0" r="r" b="b"/>
              <a:pathLst>
                <a:path w="4943" h="664">
                  <a:moveTo>
                    <a:pt x="13" y="653"/>
                  </a:moveTo>
                  <a:cubicBezTo>
                    <a:pt x="6" y="653"/>
                    <a:pt x="0" y="647"/>
                    <a:pt x="0" y="64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0" y="199"/>
                    <a:pt x="6" y="193"/>
                    <a:pt x="13" y="193"/>
                  </a:cubicBezTo>
                  <a:cubicBezTo>
                    <a:pt x="79" y="193"/>
                    <a:pt x="79" y="193"/>
                    <a:pt x="79" y="193"/>
                  </a:cubicBezTo>
                  <a:cubicBezTo>
                    <a:pt x="85" y="193"/>
                    <a:pt x="91" y="199"/>
                    <a:pt x="92" y="206"/>
                  </a:cubicBezTo>
                  <a:cubicBezTo>
                    <a:pt x="96" y="252"/>
                    <a:pt x="96" y="252"/>
                    <a:pt x="96" y="252"/>
                  </a:cubicBezTo>
                  <a:cubicBezTo>
                    <a:pt x="127" y="215"/>
                    <a:pt x="178" y="182"/>
                    <a:pt x="234" y="182"/>
                  </a:cubicBezTo>
                  <a:cubicBezTo>
                    <a:pt x="321" y="182"/>
                    <a:pt x="390" y="234"/>
                    <a:pt x="390" y="359"/>
                  </a:cubicBezTo>
                  <a:cubicBezTo>
                    <a:pt x="390" y="640"/>
                    <a:pt x="390" y="640"/>
                    <a:pt x="390" y="640"/>
                  </a:cubicBezTo>
                  <a:cubicBezTo>
                    <a:pt x="390" y="647"/>
                    <a:pt x="384" y="653"/>
                    <a:pt x="377" y="653"/>
                  </a:cubicBezTo>
                  <a:cubicBezTo>
                    <a:pt x="300" y="653"/>
                    <a:pt x="300" y="653"/>
                    <a:pt x="300" y="653"/>
                  </a:cubicBezTo>
                  <a:cubicBezTo>
                    <a:pt x="293" y="653"/>
                    <a:pt x="287" y="647"/>
                    <a:pt x="287" y="640"/>
                  </a:cubicBezTo>
                  <a:cubicBezTo>
                    <a:pt x="287" y="374"/>
                    <a:pt x="287" y="374"/>
                    <a:pt x="287" y="374"/>
                  </a:cubicBezTo>
                  <a:cubicBezTo>
                    <a:pt x="287" y="299"/>
                    <a:pt x="247" y="276"/>
                    <a:pt x="206" y="276"/>
                  </a:cubicBezTo>
                  <a:cubicBezTo>
                    <a:pt x="152" y="276"/>
                    <a:pt x="103" y="323"/>
                    <a:pt x="103" y="410"/>
                  </a:cubicBezTo>
                  <a:cubicBezTo>
                    <a:pt x="103" y="640"/>
                    <a:pt x="103" y="640"/>
                    <a:pt x="103" y="640"/>
                  </a:cubicBezTo>
                  <a:cubicBezTo>
                    <a:pt x="103" y="647"/>
                    <a:pt x="97" y="653"/>
                    <a:pt x="90" y="653"/>
                  </a:cubicBezTo>
                  <a:lnTo>
                    <a:pt x="13" y="653"/>
                  </a:lnTo>
                  <a:close/>
                  <a:moveTo>
                    <a:pt x="2735" y="269"/>
                  </a:moveTo>
                  <a:cubicBezTo>
                    <a:pt x="2672" y="269"/>
                    <a:pt x="2629" y="330"/>
                    <a:pt x="2629" y="421"/>
                  </a:cubicBezTo>
                  <a:cubicBezTo>
                    <a:pt x="2629" y="503"/>
                    <a:pt x="2667" y="576"/>
                    <a:pt x="2736" y="576"/>
                  </a:cubicBezTo>
                  <a:cubicBezTo>
                    <a:pt x="2775" y="576"/>
                    <a:pt x="2832" y="547"/>
                    <a:pt x="2832" y="428"/>
                  </a:cubicBezTo>
                  <a:cubicBezTo>
                    <a:pt x="2832" y="406"/>
                    <a:pt x="2832" y="406"/>
                    <a:pt x="2832" y="406"/>
                  </a:cubicBezTo>
                  <a:cubicBezTo>
                    <a:pt x="2832" y="304"/>
                    <a:pt x="2782" y="269"/>
                    <a:pt x="2735" y="269"/>
                  </a:cubicBezTo>
                  <a:moveTo>
                    <a:pt x="2715" y="182"/>
                  </a:moveTo>
                  <a:cubicBezTo>
                    <a:pt x="2773" y="182"/>
                    <a:pt x="2815" y="210"/>
                    <a:pt x="2844" y="247"/>
                  </a:cubicBezTo>
                  <a:cubicBezTo>
                    <a:pt x="2849" y="206"/>
                    <a:pt x="2849" y="206"/>
                    <a:pt x="2849" y="206"/>
                  </a:cubicBezTo>
                  <a:cubicBezTo>
                    <a:pt x="2850" y="200"/>
                    <a:pt x="2856" y="193"/>
                    <a:pt x="2863" y="193"/>
                  </a:cubicBezTo>
                  <a:cubicBezTo>
                    <a:pt x="2922" y="193"/>
                    <a:pt x="2922" y="193"/>
                    <a:pt x="2922" y="193"/>
                  </a:cubicBezTo>
                  <a:cubicBezTo>
                    <a:pt x="2930" y="193"/>
                    <a:pt x="2935" y="199"/>
                    <a:pt x="2935" y="206"/>
                  </a:cubicBezTo>
                  <a:cubicBezTo>
                    <a:pt x="2935" y="640"/>
                    <a:pt x="2935" y="640"/>
                    <a:pt x="2935" y="640"/>
                  </a:cubicBezTo>
                  <a:cubicBezTo>
                    <a:pt x="2935" y="647"/>
                    <a:pt x="2930" y="653"/>
                    <a:pt x="2922" y="653"/>
                  </a:cubicBezTo>
                  <a:cubicBezTo>
                    <a:pt x="2858" y="653"/>
                    <a:pt x="2858" y="653"/>
                    <a:pt x="2858" y="653"/>
                  </a:cubicBezTo>
                  <a:cubicBezTo>
                    <a:pt x="2851" y="653"/>
                    <a:pt x="2845" y="646"/>
                    <a:pt x="2844" y="640"/>
                  </a:cubicBezTo>
                  <a:cubicBezTo>
                    <a:pt x="2837" y="593"/>
                    <a:pt x="2837" y="593"/>
                    <a:pt x="2837" y="593"/>
                  </a:cubicBezTo>
                  <a:cubicBezTo>
                    <a:pt x="2815" y="631"/>
                    <a:pt x="2768" y="664"/>
                    <a:pt x="2714" y="664"/>
                  </a:cubicBezTo>
                  <a:cubicBezTo>
                    <a:pt x="2593" y="664"/>
                    <a:pt x="2522" y="555"/>
                    <a:pt x="2522" y="422"/>
                  </a:cubicBezTo>
                  <a:cubicBezTo>
                    <a:pt x="2522" y="261"/>
                    <a:pt x="2616" y="182"/>
                    <a:pt x="2715" y="182"/>
                  </a:cubicBezTo>
                  <a:moveTo>
                    <a:pt x="4643" y="653"/>
                  </a:moveTo>
                  <a:cubicBezTo>
                    <a:pt x="4650" y="653"/>
                    <a:pt x="4656" y="647"/>
                    <a:pt x="4656" y="640"/>
                  </a:cubicBezTo>
                  <a:cubicBezTo>
                    <a:pt x="4656" y="410"/>
                    <a:pt x="4656" y="410"/>
                    <a:pt x="4656" y="410"/>
                  </a:cubicBezTo>
                  <a:cubicBezTo>
                    <a:pt x="4656" y="323"/>
                    <a:pt x="4705" y="276"/>
                    <a:pt x="4759" y="276"/>
                  </a:cubicBezTo>
                  <a:cubicBezTo>
                    <a:pt x="4800" y="276"/>
                    <a:pt x="4840" y="299"/>
                    <a:pt x="4840" y="374"/>
                  </a:cubicBezTo>
                  <a:cubicBezTo>
                    <a:pt x="4840" y="640"/>
                    <a:pt x="4840" y="640"/>
                    <a:pt x="4840" y="640"/>
                  </a:cubicBezTo>
                  <a:cubicBezTo>
                    <a:pt x="4840" y="647"/>
                    <a:pt x="4846" y="653"/>
                    <a:pt x="4853" y="653"/>
                  </a:cubicBezTo>
                  <a:cubicBezTo>
                    <a:pt x="4930" y="653"/>
                    <a:pt x="4930" y="653"/>
                    <a:pt x="4930" y="653"/>
                  </a:cubicBezTo>
                  <a:cubicBezTo>
                    <a:pt x="4937" y="653"/>
                    <a:pt x="4943" y="647"/>
                    <a:pt x="4943" y="640"/>
                  </a:cubicBezTo>
                  <a:cubicBezTo>
                    <a:pt x="4943" y="359"/>
                    <a:pt x="4943" y="359"/>
                    <a:pt x="4943" y="359"/>
                  </a:cubicBezTo>
                  <a:cubicBezTo>
                    <a:pt x="4943" y="234"/>
                    <a:pt x="4874" y="182"/>
                    <a:pt x="4787" y="182"/>
                  </a:cubicBezTo>
                  <a:cubicBezTo>
                    <a:pt x="4731" y="182"/>
                    <a:pt x="4680" y="215"/>
                    <a:pt x="4649" y="252"/>
                  </a:cubicBezTo>
                  <a:cubicBezTo>
                    <a:pt x="4645" y="206"/>
                    <a:pt x="4645" y="206"/>
                    <a:pt x="4645" y="206"/>
                  </a:cubicBezTo>
                  <a:cubicBezTo>
                    <a:pt x="4644" y="199"/>
                    <a:pt x="4638" y="193"/>
                    <a:pt x="4632" y="193"/>
                  </a:cubicBezTo>
                  <a:cubicBezTo>
                    <a:pt x="4566" y="193"/>
                    <a:pt x="4566" y="193"/>
                    <a:pt x="4566" y="193"/>
                  </a:cubicBezTo>
                  <a:cubicBezTo>
                    <a:pt x="4559" y="193"/>
                    <a:pt x="4553" y="199"/>
                    <a:pt x="4553" y="206"/>
                  </a:cubicBezTo>
                  <a:cubicBezTo>
                    <a:pt x="4553" y="640"/>
                    <a:pt x="4553" y="640"/>
                    <a:pt x="4553" y="640"/>
                  </a:cubicBezTo>
                  <a:cubicBezTo>
                    <a:pt x="4553" y="647"/>
                    <a:pt x="4559" y="653"/>
                    <a:pt x="4566" y="653"/>
                  </a:cubicBezTo>
                  <a:lnTo>
                    <a:pt x="4643" y="653"/>
                  </a:lnTo>
                  <a:close/>
                  <a:moveTo>
                    <a:pt x="3143" y="653"/>
                  </a:moveTo>
                  <a:cubicBezTo>
                    <a:pt x="3151" y="653"/>
                    <a:pt x="3156" y="647"/>
                    <a:pt x="3156" y="640"/>
                  </a:cubicBezTo>
                  <a:cubicBezTo>
                    <a:pt x="3156" y="410"/>
                    <a:pt x="3156" y="410"/>
                    <a:pt x="3156" y="410"/>
                  </a:cubicBezTo>
                  <a:cubicBezTo>
                    <a:pt x="3156" y="323"/>
                    <a:pt x="3206" y="276"/>
                    <a:pt x="3259" y="276"/>
                  </a:cubicBezTo>
                  <a:cubicBezTo>
                    <a:pt x="3301" y="276"/>
                    <a:pt x="3340" y="299"/>
                    <a:pt x="3341" y="374"/>
                  </a:cubicBezTo>
                  <a:cubicBezTo>
                    <a:pt x="3341" y="640"/>
                    <a:pt x="3341" y="640"/>
                    <a:pt x="3341" y="640"/>
                  </a:cubicBezTo>
                  <a:cubicBezTo>
                    <a:pt x="3341" y="647"/>
                    <a:pt x="3346" y="653"/>
                    <a:pt x="3354" y="653"/>
                  </a:cubicBezTo>
                  <a:cubicBezTo>
                    <a:pt x="3430" y="653"/>
                    <a:pt x="3430" y="653"/>
                    <a:pt x="3430" y="653"/>
                  </a:cubicBezTo>
                  <a:cubicBezTo>
                    <a:pt x="3437" y="653"/>
                    <a:pt x="3443" y="647"/>
                    <a:pt x="3443" y="640"/>
                  </a:cubicBezTo>
                  <a:cubicBezTo>
                    <a:pt x="3443" y="359"/>
                    <a:pt x="3443" y="359"/>
                    <a:pt x="3443" y="359"/>
                  </a:cubicBezTo>
                  <a:cubicBezTo>
                    <a:pt x="3443" y="234"/>
                    <a:pt x="3375" y="182"/>
                    <a:pt x="3287" y="182"/>
                  </a:cubicBezTo>
                  <a:cubicBezTo>
                    <a:pt x="3231" y="182"/>
                    <a:pt x="3180" y="215"/>
                    <a:pt x="3150" y="252"/>
                  </a:cubicBezTo>
                  <a:cubicBezTo>
                    <a:pt x="3146" y="206"/>
                    <a:pt x="3146" y="206"/>
                    <a:pt x="3146" y="206"/>
                  </a:cubicBezTo>
                  <a:cubicBezTo>
                    <a:pt x="3145" y="199"/>
                    <a:pt x="3139" y="193"/>
                    <a:pt x="3132" y="193"/>
                  </a:cubicBezTo>
                  <a:cubicBezTo>
                    <a:pt x="3067" y="193"/>
                    <a:pt x="3067" y="193"/>
                    <a:pt x="3067" y="193"/>
                  </a:cubicBezTo>
                  <a:cubicBezTo>
                    <a:pt x="3059" y="193"/>
                    <a:pt x="3054" y="199"/>
                    <a:pt x="3054" y="206"/>
                  </a:cubicBezTo>
                  <a:cubicBezTo>
                    <a:pt x="3054" y="640"/>
                    <a:pt x="3054" y="640"/>
                    <a:pt x="3054" y="640"/>
                  </a:cubicBezTo>
                  <a:cubicBezTo>
                    <a:pt x="3054" y="647"/>
                    <a:pt x="3059" y="653"/>
                    <a:pt x="3067" y="653"/>
                  </a:cubicBezTo>
                  <a:lnTo>
                    <a:pt x="3143" y="653"/>
                  </a:lnTo>
                  <a:close/>
                  <a:moveTo>
                    <a:pt x="2344" y="9"/>
                  </a:moveTo>
                  <a:cubicBezTo>
                    <a:pt x="2336" y="10"/>
                    <a:pt x="2331" y="15"/>
                    <a:pt x="2331" y="22"/>
                  </a:cubicBezTo>
                  <a:cubicBezTo>
                    <a:pt x="2331" y="640"/>
                    <a:pt x="2331" y="640"/>
                    <a:pt x="2331" y="640"/>
                  </a:cubicBezTo>
                  <a:cubicBezTo>
                    <a:pt x="2331" y="647"/>
                    <a:pt x="2337" y="653"/>
                    <a:pt x="2344" y="653"/>
                  </a:cubicBezTo>
                  <a:cubicBezTo>
                    <a:pt x="2421" y="653"/>
                    <a:pt x="2421" y="653"/>
                    <a:pt x="2421" y="653"/>
                  </a:cubicBezTo>
                  <a:cubicBezTo>
                    <a:pt x="2428" y="653"/>
                    <a:pt x="2434" y="647"/>
                    <a:pt x="2434" y="640"/>
                  </a:cubicBezTo>
                  <a:cubicBezTo>
                    <a:pt x="2434" y="15"/>
                    <a:pt x="2434" y="15"/>
                    <a:pt x="2434" y="15"/>
                  </a:cubicBezTo>
                  <a:cubicBezTo>
                    <a:pt x="2434" y="8"/>
                    <a:pt x="2428" y="0"/>
                    <a:pt x="2421" y="2"/>
                  </a:cubicBezTo>
                  <a:lnTo>
                    <a:pt x="2344" y="9"/>
                  </a:lnTo>
                  <a:close/>
                  <a:moveTo>
                    <a:pt x="793" y="384"/>
                  </a:moveTo>
                  <a:cubicBezTo>
                    <a:pt x="789" y="326"/>
                    <a:pt x="764" y="267"/>
                    <a:pt x="691" y="267"/>
                  </a:cubicBezTo>
                  <a:cubicBezTo>
                    <a:pt x="619" y="267"/>
                    <a:pt x="594" y="331"/>
                    <a:pt x="587" y="384"/>
                  </a:cubicBezTo>
                  <a:lnTo>
                    <a:pt x="793" y="384"/>
                  </a:lnTo>
                  <a:close/>
                  <a:moveTo>
                    <a:pt x="698" y="664"/>
                  </a:moveTo>
                  <a:cubicBezTo>
                    <a:pt x="565" y="664"/>
                    <a:pt x="479" y="569"/>
                    <a:pt x="479" y="425"/>
                  </a:cubicBezTo>
                  <a:cubicBezTo>
                    <a:pt x="479" y="286"/>
                    <a:pt x="558" y="182"/>
                    <a:pt x="692" y="182"/>
                  </a:cubicBezTo>
                  <a:cubicBezTo>
                    <a:pt x="840" y="182"/>
                    <a:pt x="897" y="307"/>
                    <a:pt x="897" y="420"/>
                  </a:cubicBezTo>
                  <a:cubicBezTo>
                    <a:pt x="897" y="429"/>
                    <a:pt x="898" y="436"/>
                    <a:pt x="897" y="447"/>
                  </a:cubicBezTo>
                  <a:cubicBezTo>
                    <a:pt x="897" y="454"/>
                    <a:pt x="891" y="460"/>
                    <a:pt x="884" y="460"/>
                  </a:cubicBezTo>
                  <a:cubicBezTo>
                    <a:pt x="587" y="460"/>
                    <a:pt x="587" y="460"/>
                    <a:pt x="587" y="460"/>
                  </a:cubicBezTo>
                  <a:cubicBezTo>
                    <a:pt x="593" y="522"/>
                    <a:pt x="628" y="576"/>
                    <a:pt x="704" y="576"/>
                  </a:cubicBezTo>
                  <a:cubicBezTo>
                    <a:pt x="750" y="576"/>
                    <a:pt x="788" y="566"/>
                    <a:pt x="826" y="548"/>
                  </a:cubicBezTo>
                  <a:cubicBezTo>
                    <a:pt x="833" y="545"/>
                    <a:pt x="840" y="548"/>
                    <a:pt x="843" y="555"/>
                  </a:cubicBezTo>
                  <a:cubicBezTo>
                    <a:pt x="865" y="607"/>
                    <a:pt x="865" y="607"/>
                    <a:pt x="865" y="607"/>
                  </a:cubicBezTo>
                  <a:cubicBezTo>
                    <a:pt x="868" y="614"/>
                    <a:pt x="864" y="621"/>
                    <a:pt x="858" y="625"/>
                  </a:cubicBezTo>
                  <a:cubicBezTo>
                    <a:pt x="817" y="647"/>
                    <a:pt x="765" y="664"/>
                    <a:pt x="698" y="664"/>
                  </a:cubicBezTo>
                  <a:moveTo>
                    <a:pt x="1803" y="384"/>
                  </a:moveTo>
                  <a:cubicBezTo>
                    <a:pt x="1800" y="326"/>
                    <a:pt x="1775" y="267"/>
                    <a:pt x="1701" y="267"/>
                  </a:cubicBezTo>
                  <a:cubicBezTo>
                    <a:pt x="1629" y="267"/>
                    <a:pt x="1604" y="331"/>
                    <a:pt x="1597" y="384"/>
                  </a:cubicBezTo>
                  <a:lnTo>
                    <a:pt x="1803" y="384"/>
                  </a:lnTo>
                  <a:close/>
                  <a:moveTo>
                    <a:pt x="1709" y="664"/>
                  </a:moveTo>
                  <a:cubicBezTo>
                    <a:pt x="1575" y="664"/>
                    <a:pt x="1489" y="569"/>
                    <a:pt x="1489" y="425"/>
                  </a:cubicBezTo>
                  <a:cubicBezTo>
                    <a:pt x="1489" y="286"/>
                    <a:pt x="1569" y="182"/>
                    <a:pt x="1702" y="182"/>
                  </a:cubicBezTo>
                  <a:cubicBezTo>
                    <a:pt x="1850" y="182"/>
                    <a:pt x="1907" y="307"/>
                    <a:pt x="1907" y="420"/>
                  </a:cubicBezTo>
                  <a:cubicBezTo>
                    <a:pt x="1907" y="429"/>
                    <a:pt x="1908" y="436"/>
                    <a:pt x="1907" y="447"/>
                  </a:cubicBezTo>
                  <a:cubicBezTo>
                    <a:pt x="1907" y="454"/>
                    <a:pt x="1902" y="460"/>
                    <a:pt x="1894" y="460"/>
                  </a:cubicBezTo>
                  <a:cubicBezTo>
                    <a:pt x="1597" y="460"/>
                    <a:pt x="1597" y="460"/>
                    <a:pt x="1597" y="460"/>
                  </a:cubicBezTo>
                  <a:cubicBezTo>
                    <a:pt x="1603" y="522"/>
                    <a:pt x="1638" y="576"/>
                    <a:pt x="1714" y="576"/>
                  </a:cubicBezTo>
                  <a:cubicBezTo>
                    <a:pt x="1760" y="576"/>
                    <a:pt x="1798" y="566"/>
                    <a:pt x="1836" y="548"/>
                  </a:cubicBezTo>
                  <a:cubicBezTo>
                    <a:pt x="1843" y="545"/>
                    <a:pt x="1851" y="548"/>
                    <a:pt x="1854" y="555"/>
                  </a:cubicBezTo>
                  <a:cubicBezTo>
                    <a:pt x="1875" y="607"/>
                    <a:pt x="1875" y="607"/>
                    <a:pt x="1875" y="607"/>
                  </a:cubicBezTo>
                  <a:cubicBezTo>
                    <a:pt x="1878" y="614"/>
                    <a:pt x="1875" y="621"/>
                    <a:pt x="1868" y="625"/>
                  </a:cubicBezTo>
                  <a:cubicBezTo>
                    <a:pt x="1828" y="647"/>
                    <a:pt x="1775" y="664"/>
                    <a:pt x="1709" y="664"/>
                  </a:cubicBezTo>
                  <a:moveTo>
                    <a:pt x="1380" y="2"/>
                  </a:moveTo>
                  <a:cubicBezTo>
                    <a:pt x="1388" y="0"/>
                    <a:pt x="1393" y="8"/>
                    <a:pt x="1393" y="15"/>
                  </a:cubicBezTo>
                  <a:cubicBezTo>
                    <a:pt x="1393" y="640"/>
                    <a:pt x="1393" y="640"/>
                    <a:pt x="1393" y="640"/>
                  </a:cubicBezTo>
                  <a:cubicBezTo>
                    <a:pt x="1393" y="647"/>
                    <a:pt x="1388" y="653"/>
                    <a:pt x="1380" y="653"/>
                  </a:cubicBezTo>
                  <a:cubicBezTo>
                    <a:pt x="1317" y="653"/>
                    <a:pt x="1317" y="653"/>
                    <a:pt x="1317" y="653"/>
                  </a:cubicBezTo>
                  <a:cubicBezTo>
                    <a:pt x="1310" y="653"/>
                    <a:pt x="1305" y="646"/>
                    <a:pt x="1304" y="640"/>
                  </a:cubicBezTo>
                  <a:cubicBezTo>
                    <a:pt x="1297" y="593"/>
                    <a:pt x="1297" y="593"/>
                    <a:pt x="1297" y="593"/>
                  </a:cubicBezTo>
                  <a:cubicBezTo>
                    <a:pt x="1274" y="631"/>
                    <a:pt x="1217" y="664"/>
                    <a:pt x="1164" y="664"/>
                  </a:cubicBezTo>
                  <a:cubicBezTo>
                    <a:pt x="1042" y="664"/>
                    <a:pt x="971" y="555"/>
                    <a:pt x="971" y="422"/>
                  </a:cubicBezTo>
                  <a:cubicBezTo>
                    <a:pt x="971" y="261"/>
                    <a:pt x="1065" y="182"/>
                    <a:pt x="1164" y="182"/>
                  </a:cubicBezTo>
                  <a:cubicBezTo>
                    <a:pt x="1215" y="182"/>
                    <a:pt x="1260" y="203"/>
                    <a:pt x="1291" y="233"/>
                  </a:cubicBezTo>
                  <a:cubicBezTo>
                    <a:pt x="1291" y="23"/>
                    <a:pt x="1291" y="23"/>
                    <a:pt x="1291" y="23"/>
                  </a:cubicBezTo>
                  <a:cubicBezTo>
                    <a:pt x="1291" y="15"/>
                    <a:pt x="1296" y="10"/>
                    <a:pt x="1304" y="9"/>
                  </a:cubicBezTo>
                  <a:cubicBezTo>
                    <a:pt x="1380" y="2"/>
                    <a:pt x="1380" y="2"/>
                    <a:pt x="1380" y="2"/>
                  </a:cubicBezTo>
                  <a:moveTo>
                    <a:pt x="1291" y="406"/>
                  </a:moveTo>
                  <a:cubicBezTo>
                    <a:pt x="1291" y="304"/>
                    <a:pt x="1231" y="269"/>
                    <a:pt x="1184" y="269"/>
                  </a:cubicBezTo>
                  <a:cubicBezTo>
                    <a:pt x="1122" y="269"/>
                    <a:pt x="1078" y="330"/>
                    <a:pt x="1078" y="421"/>
                  </a:cubicBezTo>
                  <a:cubicBezTo>
                    <a:pt x="1078" y="503"/>
                    <a:pt x="1116" y="576"/>
                    <a:pt x="1186" y="576"/>
                  </a:cubicBezTo>
                  <a:cubicBezTo>
                    <a:pt x="1224" y="576"/>
                    <a:pt x="1291" y="547"/>
                    <a:pt x="1291" y="427"/>
                  </a:cubicBezTo>
                  <a:lnTo>
                    <a:pt x="1291" y="406"/>
                  </a:lnTo>
                  <a:close/>
                  <a:moveTo>
                    <a:pt x="4359" y="384"/>
                  </a:moveTo>
                  <a:cubicBezTo>
                    <a:pt x="4356" y="326"/>
                    <a:pt x="4331" y="267"/>
                    <a:pt x="4258" y="267"/>
                  </a:cubicBezTo>
                  <a:cubicBezTo>
                    <a:pt x="4186" y="267"/>
                    <a:pt x="4161" y="331"/>
                    <a:pt x="4154" y="384"/>
                  </a:cubicBezTo>
                  <a:lnTo>
                    <a:pt x="4359" y="384"/>
                  </a:lnTo>
                  <a:close/>
                  <a:moveTo>
                    <a:pt x="4265" y="664"/>
                  </a:moveTo>
                  <a:cubicBezTo>
                    <a:pt x="4131" y="664"/>
                    <a:pt x="4045" y="569"/>
                    <a:pt x="4045" y="425"/>
                  </a:cubicBezTo>
                  <a:cubicBezTo>
                    <a:pt x="4045" y="286"/>
                    <a:pt x="4125" y="182"/>
                    <a:pt x="4259" y="182"/>
                  </a:cubicBezTo>
                  <a:cubicBezTo>
                    <a:pt x="4406" y="182"/>
                    <a:pt x="4464" y="307"/>
                    <a:pt x="4464" y="420"/>
                  </a:cubicBezTo>
                  <a:cubicBezTo>
                    <a:pt x="4464" y="429"/>
                    <a:pt x="4464" y="436"/>
                    <a:pt x="4464" y="447"/>
                  </a:cubicBezTo>
                  <a:cubicBezTo>
                    <a:pt x="4464" y="454"/>
                    <a:pt x="4458" y="460"/>
                    <a:pt x="4451" y="460"/>
                  </a:cubicBezTo>
                  <a:cubicBezTo>
                    <a:pt x="4154" y="460"/>
                    <a:pt x="4154" y="460"/>
                    <a:pt x="4154" y="460"/>
                  </a:cubicBezTo>
                  <a:cubicBezTo>
                    <a:pt x="4159" y="522"/>
                    <a:pt x="4195" y="576"/>
                    <a:pt x="4271" y="576"/>
                  </a:cubicBezTo>
                  <a:cubicBezTo>
                    <a:pt x="4317" y="576"/>
                    <a:pt x="4355" y="566"/>
                    <a:pt x="4393" y="548"/>
                  </a:cubicBezTo>
                  <a:cubicBezTo>
                    <a:pt x="4399" y="545"/>
                    <a:pt x="4407" y="548"/>
                    <a:pt x="4410" y="555"/>
                  </a:cubicBezTo>
                  <a:cubicBezTo>
                    <a:pt x="4432" y="607"/>
                    <a:pt x="4432" y="607"/>
                    <a:pt x="4432" y="607"/>
                  </a:cubicBezTo>
                  <a:cubicBezTo>
                    <a:pt x="4434" y="614"/>
                    <a:pt x="4431" y="621"/>
                    <a:pt x="4425" y="625"/>
                  </a:cubicBezTo>
                  <a:cubicBezTo>
                    <a:pt x="4384" y="647"/>
                    <a:pt x="4332" y="664"/>
                    <a:pt x="4265" y="664"/>
                  </a:cubicBezTo>
                  <a:moveTo>
                    <a:pt x="3942" y="2"/>
                  </a:moveTo>
                  <a:cubicBezTo>
                    <a:pt x="3949" y="0"/>
                    <a:pt x="3955" y="8"/>
                    <a:pt x="3955" y="15"/>
                  </a:cubicBezTo>
                  <a:cubicBezTo>
                    <a:pt x="3955" y="640"/>
                    <a:pt x="3955" y="640"/>
                    <a:pt x="3955" y="640"/>
                  </a:cubicBezTo>
                  <a:cubicBezTo>
                    <a:pt x="3955" y="647"/>
                    <a:pt x="3949" y="653"/>
                    <a:pt x="3942" y="653"/>
                  </a:cubicBezTo>
                  <a:cubicBezTo>
                    <a:pt x="3879" y="653"/>
                    <a:pt x="3879" y="653"/>
                    <a:pt x="3879" y="653"/>
                  </a:cubicBezTo>
                  <a:cubicBezTo>
                    <a:pt x="3872" y="653"/>
                    <a:pt x="3866" y="646"/>
                    <a:pt x="3865" y="640"/>
                  </a:cubicBezTo>
                  <a:cubicBezTo>
                    <a:pt x="3858" y="593"/>
                    <a:pt x="3858" y="593"/>
                    <a:pt x="3858" y="593"/>
                  </a:cubicBezTo>
                  <a:cubicBezTo>
                    <a:pt x="3835" y="631"/>
                    <a:pt x="3779" y="664"/>
                    <a:pt x="3726" y="664"/>
                  </a:cubicBezTo>
                  <a:cubicBezTo>
                    <a:pt x="3604" y="664"/>
                    <a:pt x="3533" y="555"/>
                    <a:pt x="3533" y="422"/>
                  </a:cubicBezTo>
                  <a:cubicBezTo>
                    <a:pt x="3533" y="261"/>
                    <a:pt x="3627" y="182"/>
                    <a:pt x="3726" y="182"/>
                  </a:cubicBezTo>
                  <a:cubicBezTo>
                    <a:pt x="3777" y="182"/>
                    <a:pt x="3822" y="203"/>
                    <a:pt x="3852" y="233"/>
                  </a:cubicBezTo>
                  <a:cubicBezTo>
                    <a:pt x="3852" y="23"/>
                    <a:pt x="3852" y="23"/>
                    <a:pt x="3852" y="23"/>
                  </a:cubicBezTo>
                  <a:cubicBezTo>
                    <a:pt x="3852" y="15"/>
                    <a:pt x="3858" y="10"/>
                    <a:pt x="3866" y="9"/>
                  </a:cubicBezTo>
                  <a:cubicBezTo>
                    <a:pt x="3942" y="2"/>
                    <a:pt x="3942" y="2"/>
                    <a:pt x="3942" y="2"/>
                  </a:cubicBezTo>
                  <a:moveTo>
                    <a:pt x="3853" y="406"/>
                  </a:moveTo>
                  <a:cubicBezTo>
                    <a:pt x="3853" y="304"/>
                    <a:pt x="3793" y="269"/>
                    <a:pt x="3746" y="269"/>
                  </a:cubicBezTo>
                  <a:cubicBezTo>
                    <a:pt x="3683" y="269"/>
                    <a:pt x="3640" y="330"/>
                    <a:pt x="3640" y="421"/>
                  </a:cubicBezTo>
                  <a:cubicBezTo>
                    <a:pt x="3640" y="503"/>
                    <a:pt x="3677" y="576"/>
                    <a:pt x="3747" y="576"/>
                  </a:cubicBezTo>
                  <a:cubicBezTo>
                    <a:pt x="3786" y="576"/>
                    <a:pt x="3853" y="547"/>
                    <a:pt x="3853" y="427"/>
                  </a:cubicBezTo>
                  <a:lnTo>
                    <a:pt x="3853" y="406"/>
                  </a:lnTo>
                  <a:close/>
                  <a:moveTo>
                    <a:pt x="2248" y="195"/>
                  </a:moveTo>
                  <a:cubicBezTo>
                    <a:pt x="2248" y="188"/>
                    <a:pt x="2242" y="182"/>
                    <a:pt x="2235" y="182"/>
                  </a:cubicBezTo>
                  <a:cubicBezTo>
                    <a:pt x="2179" y="182"/>
                    <a:pt x="2125" y="215"/>
                    <a:pt x="2094" y="252"/>
                  </a:cubicBezTo>
                  <a:cubicBezTo>
                    <a:pt x="2090" y="206"/>
                    <a:pt x="2090" y="206"/>
                    <a:pt x="2090" y="206"/>
                  </a:cubicBezTo>
                  <a:cubicBezTo>
                    <a:pt x="2089" y="199"/>
                    <a:pt x="2083" y="193"/>
                    <a:pt x="2077" y="193"/>
                  </a:cubicBezTo>
                  <a:cubicBezTo>
                    <a:pt x="2011" y="193"/>
                    <a:pt x="2011" y="193"/>
                    <a:pt x="2011" y="193"/>
                  </a:cubicBezTo>
                  <a:cubicBezTo>
                    <a:pt x="2004" y="193"/>
                    <a:pt x="1998" y="199"/>
                    <a:pt x="1998" y="206"/>
                  </a:cubicBezTo>
                  <a:cubicBezTo>
                    <a:pt x="1998" y="640"/>
                    <a:pt x="1998" y="640"/>
                    <a:pt x="1998" y="640"/>
                  </a:cubicBezTo>
                  <a:cubicBezTo>
                    <a:pt x="1998" y="647"/>
                    <a:pt x="2004" y="653"/>
                    <a:pt x="2011" y="653"/>
                  </a:cubicBezTo>
                  <a:cubicBezTo>
                    <a:pt x="2088" y="653"/>
                    <a:pt x="2088" y="653"/>
                    <a:pt x="2088" y="653"/>
                  </a:cubicBezTo>
                  <a:cubicBezTo>
                    <a:pt x="2095" y="653"/>
                    <a:pt x="2101" y="647"/>
                    <a:pt x="2101" y="640"/>
                  </a:cubicBezTo>
                  <a:cubicBezTo>
                    <a:pt x="2101" y="415"/>
                    <a:pt x="2101" y="415"/>
                    <a:pt x="2101" y="415"/>
                  </a:cubicBezTo>
                  <a:cubicBezTo>
                    <a:pt x="2101" y="322"/>
                    <a:pt x="2158" y="286"/>
                    <a:pt x="2210" y="286"/>
                  </a:cubicBezTo>
                  <a:cubicBezTo>
                    <a:pt x="2218" y="286"/>
                    <a:pt x="2225" y="288"/>
                    <a:pt x="2230" y="288"/>
                  </a:cubicBezTo>
                  <a:cubicBezTo>
                    <a:pt x="2241" y="290"/>
                    <a:pt x="2248" y="284"/>
                    <a:pt x="2248" y="276"/>
                  </a:cubicBezTo>
                  <a:lnTo>
                    <a:pt x="2248" y="19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grpSp>
        <p:nvGrpSpPr>
          <p:cNvPr id="28" name="HR logo"/>
          <p:cNvGrpSpPr>
            <a:grpSpLocks noSelect="1"/>
          </p:cNvGrpSpPr>
          <p:nvPr userDrawn="1"/>
        </p:nvGrpSpPr>
        <p:grpSpPr bwMode="gray">
          <a:xfrm>
            <a:off x="374400" y="6076800"/>
            <a:ext cx="504000" cy="514800"/>
            <a:chOff x="0" y="0"/>
            <a:chExt cx="562610" cy="574675"/>
          </a:xfrm>
        </p:grpSpPr>
        <p:sp>
          <p:nvSpPr>
            <p:cNvPr id="29" name="Freeform 35"/>
            <p:cNvSpPr>
              <a:spLocks noSelect="1"/>
            </p:cNvSpPr>
            <p:nvPr userDrawn="1"/>
          </p:nvSpPr>
          <p:spPr bwMode="gray">
            <a:xfrm>
              <a:off x="0" y="0"/>
              <a:ext cx="562610" cy="574675"/>
            </a:xfrm>
            <a:custGeom>
              <a:avLst/>
              <a:gdLst>
                <a:gd name="T0" fmla="*/ 1771 w 1771"/>
                <a:gd name="T1" fmla="*/ 874 h 1807"/>
                <a:gd name="T2" fmla="*/ 1770 w 1771"/>
                <a:gd name="T3" fmla="*/ 851 h 1807"/>
                <a:gd name="T4" fmla="*/ 1768 w 1771"/>
                <a:gd name="T5" fmla="*/ 828 h 1807"/>
                <a:gd name="T6" fmla="*/ 1765 w 1771"/>
                <a:gd name="T7" fmla="*/ 799 h 1807"/>
                <a:gd name="T8" fmla="*/ 1762 w 1771"/>
                <a:gd name="T9" fmla="*/ 775 h 1807"/>
                <a:gd name="T10" fmla="*/ 1758 w 1771"/>
                <a:gd name="T11" fmla="*/ 748 h 1807"/>
                <a:gd name="T12" fmla="*/ 1739 w 1771"/>
                <a:gd name="T13" fmla="*/ 663 h 1807"/>
                <a:gd name="T14" fmla="*/ 1732 w 1771"/>
                <a:gd name="T15" fmla="*/ 642 h 1807"/>
                <a:gd name="T16" fmla="*/ 1726 w 1771"/>
                <a:gd name="T17" fmla="*/ 622 h 1807"/>
                <a:gd name="T18" fmla="*/ 1589 w 1771"/>
                <a:gd name="T19" fmla="*/ 360 h 1807"/>
                <a:gd name="T20" fmla="*/ 1559 w 1771"/>
                <a:gd name="T21" fmla="*/ 322 h 1807"/>
                <a:gd name="T22" fmla="*/ 1544 w 1771"/>
                <a:gd name="T23" fmla="*/ 304 h 1807"/>
                <a:gd name="T24" fmla="*/ 1511 w 1771"/>
                <a:gd name="T25" fmla="*/ 269 h 1807"/>
                <a:gd name="T26" fmla="*/ 1477 w 1771"/>
                <a:gd name="T27" fmla="*/ 236 h 1807"/>
                <a:gd name="T28" fmla="*/ 1449 w 1771"/>
                <a:gd name="T29" fmla="*/ 212 h 1807"/>
                <a:gd name="T30" fmla="*/ 1431 w 1771"/>
                <a:gd name="T31" fmla="*/ 197 h 1807"/>
                <a:gd name="T32" fmla="*/ 1402 w 1771"/>
                <a:gd name="T33" fmla="*/ 175 h 1807"/>
                <a:gd name="T34" fmla="*/ 1383 w 1771"/>
                <a:gd name="T35" fmla="*/ 162 h 1807"/>
                <a:gd name="T36" fmla="*/ 1353 w 1771"/>
                <a:gd name="T37" fmla="*/ 141 h 1807"/>
                <a:gd name="T38" fmla="*/ 1321 w 1771"/>
                <a:gd name="T39" fmla="*/ 122 h 1807"/>
                <a:gd name="T40" fmla="*/ 1301 w 1771"/>
                <a:gd name="T41" fmla="*/ 111 h 1807"/>
                <a:gd name="T42" fmla="*/ 1263 w 1771"/>
                <a:gd name="T43" fmla="*/ 91 h 1807"/>
                <a:gd name="T44" fmla="*/ 1241 w 1771"/>
                <a:gd name="T45" fmla="*/ 81 h 1807"/>
                <a:gd name="T46" fmla="*/ 1208 w 1771"/>
                <a:gd name="T47" fmla="*/ 66 h 1807"/>
                <a:gd name="T48" fmla="*/ 1162 w 1771"/>
                <a:gd name="T49" fmla="*/ 49 h 1807"/>
                <a:gd name="T50" fmla="*/ 1120 w 1771"/>
                <a:gd name="T51" fmla="*/ 36 h 1807"/>
                <a:gd name="T52" fmla="*/ 1097 w 1771"/>
                <a:gd name="T53" fmla="*/ 30 h 1807"/>
                <a:gd name="T54" fmla="*/ 1061 w 1771"/>
                <a:gd name="T55" fmla="*/ 21 h 1807"/>
                <a:gd name="T56" fmla="*/ 1037 w 1771"/>
                <a:gd name="T57" fmla="*/ 16 h 1807"/>
                <a:gd name="T58" fmla="*/ 175 w 1771"/>
                <a:gd name="T59" fmla="*/ 323 h 1807"/>
                <a:gd name="T60" fmla="*/ 1304 w 1771"/>
                <a:gd name="T61" fmla="*/ 402 h 1807"/>
                <a:gd name="T62" fmla="*/ 1372 w 1771"/>
                <a:gd name="T63" fmla="*/ 1125 h 1807"/>
                <a:gd name="T64" fmla="*/ 590 w 1771"/>
                <a:gd name="T65" fmla="*/ 1394 h 1807"/>
                <a:gd name="T66" fmla="*/ 403 w 1771"/>
                <a:gd name="T67" fmla="*/ 1396 h 1807"/>
                <a:gd name="T68" fmla="*/ 400 w 1771"/>
                <a:gd name="T69" fmla="*/ 1396 h 1807"/>
                <a:gd name="T70" fmla="*/ 381 w 1771"/>
                <a:gd name="T71" fmla="*/ 1380 h 1807"/>
                <a:gd name="T72" fmla="*/ 380 w 1771"/>
                <a:gd name="T73" fmla="*/ 1371 h 1807"/>
                <a:gd name="T74" fmla="*/ 510 w 1771"/>
                <a:gd name="T75" fmla="*/ 732 h 1807"/>
                <a:gd name="T76" fmla="*/ 519 w 1771"/>
                <a:gd name="T77" fmla="*/ 716 h 1807"/>
                <a:gd name="T78" fmla="*/ 786 w 1771"/>
                <a:gd name="T79" fmla="*/ 705 h 1807"/>
                <a:gd name="T80" fmla="*/ 0 w 1771"/>
                <a:gd name="T81" fmla="*/ 1037 h 1807"/>
                <a:gd name="T82" fmla="*/ 1292 w 1771"/>
                <a:gd name="T83" fmla="*/ 1701 h 1807"/>
                <a:gd name="T84" fmla="*/ 1313 w 1771"/>
                <a:gd name="T85" fmla="*/ 1689 h 1807"/>
                <a:gd name="T86" fmla="*/ 1333 w 1771"/>
                <a:gd name="T87" fmla="*/ 1677 h 1807"/>
                <a:gd name="T88" fmla="*/ 1354 w 1771"/>
                <a:gd name="T89" fmla="*/ 1665 h 1807"/>
                <a:gd name="T90" fmla="*/ 1374 w 1771"/>
                <a:gd name="T91" fmla="*/ 1651 h 1807"/>
                <a:gd name="T92" fmla="*/ 1394 w 1771"/>
                <a:gd name="T93" fmla="*/ 1638 h 1807"/>
                <a:gd name="T94" fmla="*/ 1418 w 1771"/>
                <a:gd name="T95" fmla="*/ 1620 h 1807"/>
                <a:gd name="T96" fmla="*/ 1441 w 1771"/>
                <a:gd name="T97" fmla="*/ 1601 h 1807"/>
                <a:gd name="T98" fmla="*/ 1504 w 1771"/>
                <a:gd name="T99" fmla="*/ 1545 h 1807"/>
                <a:gd name="T100" fmla="*/ 1520 w 1771"/>
                <a:gd name="T101" fmla="*/ 1528 h 1807"/>
                <a:gd name="T102" fmla="*/ 1538 w 1771"/>
                <a:gd name="T103" fmla="*/ 1509 h 1807"/>
                <a:gd name="T104" fmla="*/ 1759 w 1771"/>
                <a:gd name="T105" fmla="*/ 1052 h 1807"/>
                <a:gd name="T106" fmla="*/ 1762 w 1771"/>
                <a:gd name="T107" fmla="*/ 1029 h 1807"/>
                <a:gd name="T108" fmla="*/ 1765 w 1771"/>
                <a:gd name="T109" fmla="*/ 1005 h 1807"/>
                <a:gd name="T110" fmla="*/ 1767 w 1771"/>
                <a:gd name="T111" fmla="*/ 986 h 1807"/>
                <a:gd name="T112" fmla="*/ 1769 w 1771"/>
                <a:gd name="T113" fmla="*/ 966 h 1807"/>
                <a:gd name="T114" fmla="*/ 1770 w 1771"/>
                <a:gd name="T115" fmla="*/ 947 h 1807"/>
                <a:gd name="T116" fmla="*/ 1771 w 1771"/>
                <a:gd name="T117" fmla="*/ 928 h 1807"/>
                <a:gd name="T118" fmla="*/ 1771 w 1771"/>
                <a:gd name="T119" fmla="*/ 908 h 1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71" h="1807">
                  <a:moveTo>
                    <a:pt x="1771" y="893"/>
                  </a:moveTo>
                  <a:cubicBezTo>
                    <a:pt x="1771" y="892"/>
                    <a:pt x="1771" y="892"/>
                    <a:pt x="1771" y="892"/>
                  </a:cubicBezTo>
                  <a:cubicBezTo>
                    <a:pt x="1771" y="887"/>
                    <a:pt x="1771" y="887"/>
                    <a:pt x="1771" y="887"/>
                  </a:cubicBezTo>
                  <a:cubicBezTo>
                    <a:pt x="1771" y="885"/>
                    <a:pt x="1771" y="885"/>
                    <a:pt x="1771" y="885"/>
                  </a:cubicBezTo>
                  <a:cubicBezTo>
                    <a:pt x="1771" y="881"/>
                    <a:pt x="1771" y="881"/>
                    <a:pt x="1771" y="881"/>
                  </a:cubicBezTo>
                  <a:cubicBezTo>
                    <a:pt x="1771" y="880"/>
                    <a:pt x="1771" y="880"/>
                    <a:pt x="1771" y="880"/>
                  </a:cubicBezTo>
                  <a:cubicBezTo>
                    <a:pt x="1771" y="875"/>
                    <a:pt x="1771" y="875"/>
                    <a:pt x="1771" y="875"/>
                  </a:cubicBezTo>
                  <a:cubicBezTo>
                    <a:pt x="1771" y="874"/>
                    <a:pt x="1771" y="874"/>
                    <a:pt x="1771" y="874"/>
                  </a:cubicBezTo>
                  <a:cubicBezTo>
                    <a:pt x="1771" y="870"/>
                    <a:pt x="1771" y="870"/>
                    <a:pt x="1771" y="870"/>
                  </a:cubicBezTo>
                  <a:cubicBezTo>
                    <a:pt x="1770" y="868"/>
                    <a:pt x="1770" y="868"/>
                    <a:pt x="1770" y="868"/>
                  </a:cubicBezTo>
                  <a:cubicBezTo>
                    <a:pt x="1770" y="864"/>
                    <a:pt x="1770" y="864"/>
                    <a:pt x="1770" y="864"/>
                  </a:cubicBezTo>
                  <a:cubicBezTo>
                    <a:pt x="1770" y="862"/>
                    <a:pt x="1770" y="862"/>
                    <a:pt x="1770" y="862"/>
                  </a:cubicBezTo>
                  <a:cubicBezTo>
                    <a:pt x="1770" y="859"/>
                    <a:pt x="1770" y="859"/>
                    <a:pt x="1770" y="859"/>
                  </a:cubicBezTo>
                  <a:cubicBezTo>
                    <a:pt x="1770" y="857"/>
                    <a:pt x="1770" y="857"/>
                    <a:pt x="1770" y="857"/>
                  </a:cubicBezTo>
                  <a:cubicBezTo>
                    <a:pt x="1770" y="852"/>
                    <a:pt x="1770" y="852"/>
                    <a:pt x="1770" y="852"/>
                  </a:cubicBezTo>
                  <a:cubicBezTo>
                    <a:pt x="1770" y="851"/>
                    <a:pt x="1770" y="851"/>
                    <a:pt x="1770" y="851"/>
                  </a:cubicBezTo>
                  <a:cubicBezTo>
                    <a:pt x="1769" y="847"/>
                    <a:pt x="1769" y="847"/>
                    <a:pt x="1769" y="847"/>
                  </a:cubicBezTo>
                  <a:cubicBezTo>
                    <a:pt x="1769" y="845"/>
                    <a:pt x="1769" y="845"/>
                    <a:pt x="1769" y="845"/>
                  </a:cubicBezTo>
                  <a:cubicBezTo>
                    <a:pt x="1769" y="841"/>
                    <a:pt x="1769" y="841"/>
                    <a:pt x="1769" y="841"/>
                  </a:cubicBezTo>
                  <a:cubicBezTo>
                    <a:pt x="1769" y="839"/>
                    <a:pt x="1769" y="839"/>
                    <a:pt x="1769" y="839"/>
                  </a:cubicBezTo>
                  <a:cubicBezTo>
                    <a:pt x="1769" y="836"/>
                    <a:pt x="1769" y="836"/>
                    <a:pt x="1769" y="836"/>
                  </a:cubicBezTo>
                  <a:cubicBezTo>
                    <a:pt x="1768" y="834"/>
                    <a:pt x="1768" y="834"/>
                    <a:pt x="1768" y="834"/>
                  </a:cubicBezTo>
                  <a:cubicBezTo>
                    <a:pt x="1768" y="830"/>
                    <a:pt x="1768" y="830"/>
                    <a:pt x="1768" y="830"/>
                  </a:cubicBezTo>
                  <a:cubicBezTo>
                    <a:pt x="1768" y="828"/>
                    <a:pt x="1768" y="828"/>
                    <a:pt x="1768" y="828"/>
                  </a:cubicBezTo>
                  <a:cubicBezTo>
                    <a:pt x="1768" y="824"/>
                    <a:pt x="1768" y="824"/>
                    <a:pt x="1768" y="824"/>
                  </a:cubicBezTo>
                  <a:cubicBezTo>
                    <a:pt x="1768" y="822"/>
                    <a:pt x="1768" y="822"/>
                    <a:pt x="1768" y="822"/>
                  </a:cubicBezTo>
                  <a:cubicBezTo>
                    <a:pt x="1767" y="819"/>
                    <a:pt x="1767" y="819"/>
                    <a:pt x="1767" y="819"/>
                  </a:cubicBezTo>
                  <a:cubicBezTo>
                    <a:pt x="1767" y="816"/>
                    <a:pt x="1767" y="816"/>
                    <a:pt x="1767" y="816"/>
                  </a:cubicBezTo>
                  <a:cubicBezTo>
                    <a:pt x="1767" y="813"/>
                    <a:pt x="1767" y="813"/>
                    <a:pt x="1767" y="813"/>
                  </a:cubicBezTo>
                  <a:cubicBezTo>
                    <a:pt x="1766" y="810"/>
                    <a:pt x="1766" y="810"/>
                    <a:pt x="1766" y="810"/>
                  </a:cubicBezTo>
                  <a:cubicBezTo>
                    <a:pt x="1766" y="808"/>
                    <a:pt x="1766" y="808"/>
                    <a:pt x="1766" y="808"/>
                  </a:cubicBezTo>
                  <a:cubicBezTo>
                    <a:pt x="1765" y="799"/>
                    <a:pt x="1765" y="799"/>
                    <a:pt x="1765" y="799"/>
                  </a:cubicBezTo>
                  <a:cubicBezTo>
                    <a:pt x="1765" y="797"/>
                    <a:pt x="1765" y="797"/>
                    <a:pt x="1765" y="797"/>
                  </a:cubicBezTo>
                  <a:cubicBezTo>
                    <a:pt x="1765" y="794"/>
                    <a:pt x="1765" y="794"/>
                    <a:pt x="1765" y="794"/>
                  </a:cubicBezTo>
                  <a:cubicBezTo>
                    <a:pt x="1764" y="793"/>
                    <a:pt x="1764" y="793"/>
                    <a:pt x="1764" y="793"/>
                  </a:cubicBezTo>
                  <a:cubicBezTo>
                    <a:pt x="1764" y="787"/>
                    <a:pt x="1764" y="787"/>
                    <a:pt x="1764" y="787"/>
                  </a:cubicBezTo>
                  <a:cubicBezTo>
                    <a:pt x="1763" y="786"/>
                    <a:pt x="1763" y="786"/>
                    <a:pt x="1763" y="786"/>
                  </a:cubicBezTo>
                  <a:cubicBezTo>
                    <a:pt x="1763" y="783"/>
                    <a:pt x="1763" y="783"/>
                    <a:pt x="1763" y="783"/>
                  </a:cubicBezTo>
                  <a:cubicBezTo>
                    <a:pt x="1763" y="782"/>
                    <a:pt x="1763" y="782"/>
                    <a:pt x="1763" y="782"/>
                  </a:cubicBezTo>
                  <a:cubicBezTo>
                    <a:pt x="1762" y="775"/>
                    <a:pt x="1762" y="775"/>
                    <a:pt x="1762" y="775"/>
                  </a:cubicBezTo>
                  <a:cubicBezTo>
                    <a:pt x="1762" y="774"/>
                    <a:pt x="1762" y="774"/>
                    <a:pt x="1762" y="774"/>
                  </a:cubicBezTo>
                  <a:cubicBezTo>
                    <a:pt x="1761" y="771"/>
                    <a:pt x="1761" y="771"/>
                    <a:pt x="1761" y="771"/>
                  </a:cubicBezTo>
                  <a:cubicBezTo>
                    <a:pt x="1761" y="770"/>
                    <a:pt x="1761" y="770"/>
                    <a:pt x="1761" y="770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0"/>
                    <a:pt x="1760" y="760"/>
                    <a:pt x="1760" y="760"/>
                  </a:cubicBezTo>
                  <a:cubicBezTo>
                    <a:pt x="1760" y="759"/>
                    <a:pt x="1760" y="759"/>
                    <a:pt x="1760" y="759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4" y="728"/>
                    <a:pt x="1750" y="708"/>
                    <a:pt x="1745" y="688"/>
                  </a:cubicBezTo>
                  <a:cubicBezTo>
                    <a:pt x="1745" y="688"/>
                    <a:pt x="1745" y="688"/>
                    <a:pt x="1745" y="688"/>
                  </a:cubicBezTo>
                  <a:cubicBezTo>
                    <a:pt x="1743" y="677"/>
                    <a:pt x="1743" y="677"/>
                    <a:pt x="1743" y="677"/>
                  </a:cubicBezTo>
                  <a:cubicBezTo>
                    <a:pt x="1742" y="677"/>
                    <a:pt x="1742" y="677"/>
                    <a:pt x="1742" y="677"/>
                  </a:cubicBezTo>
                  <a:cubicBezTo>
                    <a:pt x="1740" y="667"/>
                    <a:pt x="1740" y="667"/>
                    <a:pt x="1740" y="667"/>
                  </a:cubicBezTo>
                  <a:cubicBezTo>
                    <a:pt x="1739" y="665"/>
                    <a:pt x="1739" y="665"/>
                    <a:pt x="1739" y="665"/>
                  </a:cubicBezTo>
                  <a:cubicBezTo>
                    <a:pt x="1739" y="663"/>
                    <a:pt x="1739" y="663"/>
                    <a:pt x="1739" y="663"/>
                  </a:cubicBezTo>
                  <a:cubicBezTo>
                    <a:pt x="1738" y="661"/>
                    <a:pt x="1738" y="661"/>
                    <a:pt x="1738" y="661"/>
                  </a:cubicBezTo>
                  <a:cubicBezTo>
                    <a:pt x="1737" y="657"/>
                    <a:pt x="1737" y="657"/>
                    <a:pt x="1737" y="657"/>
                  </a:cubicBezTo>
                  <a:cubicBezTo>
                    <a:pt x="1736" y="654"/>
                    <a:pt x="1736" y="654"/>
                    <a:pt x="1736" y="654"/>
                  </a:cubicBezTo>
                  <a:cubicBezTo>
                    <a:pt x="1736" y="652"/>
                    <a:pt x="1736" y="652"/>
                    <a:pt x="1736" y="652"/>
                  </a:cubicBezTo>
                  <a:cubicBezTo>
                    <a:pt x="1735" y="650"/>
                    <a:pt x="1735" y="650"/>
                    <a:pt x="1735" y="650"/>
                  </a:cubicBezTo>
                  <a:cubicBezTo>
                    <a:pt x="1734" y="646"/>
                    <a:pt x="1734" y="646"/>
                    <a:pt x="1734" y="646"/>
                  </a:cubicBezTo>
                  <a:cubicBezTo>
                    <a:pt x="1733" y="643"/>
                    <a:pt x="1733" y="643"/>
                    <a:pt x="1733" y="643"/>
                  </a:cubicBezTo>
                  <a:cubicBezTo>
                    <a:pt x="1732" y="642"/>
                    <a:pt x="1732" y="642"/>
                    <a:pt x="1732" y="642"/>
                  </a:cubicBezTo>
                  <a:cubicBezTo>
                    <a:pt x="1732" y="638"/>
                    <a:pt x="1732" y="638"/>
                    <a:pt x="1732" y="638"/>
                  </a:cubicBezTo>
                  <a:cubicBezTo>
                    <a:pt x="1731" y="637"/>
                    <a:pt x="1731" y="637"/>
                    <a:pt x="1731" y="637"/>
                  </a:cubicBezTo>
                  <a:cubicBezTo>
                    <a:pt x="1730" y="633"/>
                    <a:pt x="1730" y="633"/>
                    <a:pt x="1730" y="633"/>
                  </a:cubicBezTo>
                  <a:cubicBezTo>
                    <a:pt x="1729" y="631"/>
                    <a:pt x="1729" y="631"/>
                    <a:pt x="1729" y="631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19" y="599"/>
                    <a:pt x="1710" y="577"/>
                    <a:pt x="1701" y="555"/>
                  </a:cubicBezTo>
                  <a:cubicBezTo>
                    <a:pt x="1696" y="543"/>
                    <a:pt x="1691" y="530"/>
                    <a:pt x="1685" y="518"/>
                  </a:cubicBezTo>
                  <a:cubicBezTo>
                    <a:pt x="1672" y="491"/>
                    <a:pt x="1658" y="465"/>
                    <a:pt x="1643" y="440"/>
                  </a:cubicBezTo>
                  <a:cubicBezTo>
                    <a:pt x="1640" y="435"/>
                    <a:pt x="1640" y="435"/>
                    <a:pt x="1640" y="435"/>
                  </a:cubicBezTo>
                  <a:cubicBezTo>
                    <a:pt x="1640" y="434"/>
                    <a:pt x="1640" y="434"/>
                    <a:pt x="1640" y="434"/>
                  </a:cubicBezTo>
                  <a:cubicBezTo>
                    <a:pt x="1625" y="410"/>
                    <a:pt x="1609" y="387"/>
                    <a:pt x="1593" y="365"/>
                  </a:cubicBezTo>
                  <a:cubicBezTo>
                    <a:pt x="1593" y="364"/>
                    <a:pt x="1593" y="364"/>
                    <a:pt x="1593" y="364"/>
                  </a:cubicBezTo>
                  <a:cubicBezTo>
                    <a:pt x="1589" y="360"/>
                    <a:pt x="1589" y="360"/>
                    <a:pt x="1589" y="360"/>
                  </a:cubicBezTo>
                  <a:cubicBezTo>
                    <a:pt x="1589" y="359"/>
                    <a:pt x="1589" y="359"/>
                    <a:pt x="1589" y="359"/>
                  </a:cubicBezTo>
                  <a:cubicBezTo>
                    <a:pt x="1586" y="355"/>
                    <a:pt x="1586" y="355"/>
                    <a:pt x="1586" y="355"/>
                  </a:cubicBezTo>
                  <a:cubicBezTo>
                    <a:pt x="1585" y="355"/>
                    <a:pt x="1585" y="355"/>
                    <a:pt x="1585" y="355"/>
                  </a:cubicBezTo>
                  <a:cubicBezTo>
                    <a:pt x="1582" y="351"/>
                    <a:pt x="1582" y="351"/>
                    <a:pt x="1582" y="351"/>
                  </a:cubicBezTo>
                  <a:cubicBezTo>
                    <a:pt x="1582" y="350"/>
                    <a:pt x="1582" y="350"/>
                    <a:pt x="1582" y="350"/>
                  </a:cubicBezTo>
                  <a:cubicBezTo>
                    <a:pt x="1578" y="346"/>
                    <a:pt x="1578" y="346"/>
                    <a:pt x="1578" y="346"/>
                  </a:cubicBezTo>
                  <a:cubicBezTo>
                    <a:pt x="1578" y="345"/>
                    <a:pt x="1578" y="345"/>
                    <a:pt x="1578" y="345"/>
                  </a:cubicBezTo>
                  <a:cubicBezTo>
                    <a:pt x="1572" y="338"/>
                    <a:pt x="1566" y="330"/>
                    <a:pt x="1559" y="322"/>
                  </a:cubicBezTo>
                  <a:cubicBezTo>
                    <a:pt x="1559" y="322"/>
                    <a:pt x="1559" y="322"/>
                    <a:pt x="1559" y="322"/>
                  </a:cubicBezTo>
                  <a:cubicBezTo>
                    <a:pt x="1555" y="318"/>
                    <a:pt x="1555" y="318"/>
                    <a:pt x="1555" y="318"/>
                  </a:cubicBezTo>
                  <a:cubicBezTo>
                    <a:pt x="1555" y="317"/>
                    <a:pt x="1555" y="317"/>
                    <a:pt x="1555" y="317"/>
                  </a:cubicBezTo>
                  <a:cubicBezTo>
                    <a:pt x="1552" y="313"/>
                    <a:pt x="1552" y="313"/>
                    <a:pt x="1552" y="313"/>
                  </a:cubicBezTo>
                  <a:cubicBezTo>
                    <a:pt x="1551" y="313"/>
                    <a:pt x="1551" y="313"/>
                    <a:pt x="1551" y="313"/>
                  </a:cubicBezTo>
                  <a:cubicBezTo>
                    <a:pt x="1548" y="309"/>
                    <a:pt x="1548" y="309"/>
                    <a:pt x="1548" y="309"/>
                  </a:cubicBezTo>
                  <a:cubicBezTo>
                    <a:pt x="1547" y="308"/>
                    <a:pt x="1547" y="308"/>
                    <a:pt x="1547" y="308"/>
                  </a:cubicBezTo>
                  <a:cubicBezTo>
                    <a:pt x="1544" y="304"/>
                    <a:pt x="1544" y="304"/>
                    <a:pt x="1544" y="304"/>
                  </a:cubicBezTo>
                  <a:cubicBezTo>
                    <a:pt x="1543" y="304"/>
                    <a:pt x="1543" y="304"/>
                    <a:pt x="1543" y="304"/>
                  </a:cubicBezTo>
                  <a:cubicBezTo>
                    <a:pt x="1537" y="297"/>
                    <a:pt x="1530" y="289"/>
                    <a:pt x="1523" y="282"/>
                  </a:cubicBezTo>
                  <a:cubicBezTo>
                    <a:pt x="1523" y="282"/>
                    <a:pt x="1523" y="282"/>
                    <a:pt x="1523" y="282"/>
                  </a:cubicBezTo>
                  <a:cubicBezTo>
                    <a:pt x="1519" y="278"/>
                    <a:pt x="1519" y="278"/>
                    <a:pt x="1519" y="278"/>
                  </a:cubicBezTo>
                  <a:cubicBezTo>
                    <a:pt x="1519" y="277"/>
                    <a:pt x="1519" y="277"/>
                    <a:pt x="1519" y="277"/>
                  </a:cubicBezTo>
                  <a:cubicBezTo>
                    <a:pt x="1515" y="274"/>
                    <a:pt x="1515" y="274"/>
                    <a:pt x="1515" y="274"/>
                  </a:cubicBezTo>
                  <a:cubicBezTo>
                    <a:pt x="1515" y="273"/>
                    <a:pt x="1515" y="273"/>
                    <a:pt x="1515" y="273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510" y="269"/>
                    <a:pt x="1510" y="269"/>
                    <a:pt x="1510" y="269"/>
                  </a:cubicBezTo>
                  <a:cubicBezTo>
                    <a:pt x="1507" y="265"/>
                    <a:pt x="1507" y="265"/>
                    <a:pt x="1507" y="265"/>
                  </a:cubicBezTo>
                  <a:cubicBezTo>
                    <a:pt x="1506" y="265"/>
                    <a:pt x="1506" y="265"/>
                    <a:pt x="1506" y="265"/>
                  </a:cubicBezTo>
                  <a:cubicBezTo>
                    <a:pt x="1499" y="258"/>
                    <a:pt x="1492" y="251"/>
                    <a:pt x="1485" y="244"/>
                  </a:cubicBezTo>
                  <a:cubicBezTo>
                    <a:pt x="1485" y="244"/>
                    <a:pt x="1485" y="244"/>
                    <a:pt x="1485" y="244"/>
                  </a:cubicBezTo>
                  <a:cubicBezTo>
                    <a:pt x="1481" y="240"/>
                    <a:pt x="1481" y="240"/>
                    <a:pt x="1481" y="240"/>
                  </a:cubicBezTo>
                  <a:cubicBezTo>
                    <a:pt x="1480" y="239"/>
                    <a:pt x="1480" y="239"/>
                    <a:pt x="1480" y="239"/>
                  </a:cubicBezTo>
                  <a:cubicBezTo>
                    <a:pt x="1477" y="236"/>
                    <a:pt x="1477" y="236"/>
                    <a:pt x="1477" y="236"/>
                  </a:cubicBezTo>
                  <a:cubicBezTo>
                    <a:pt x="1476" y="235"/>
                    <a:pt x="1476" y="235"/>
                    <a:pt x="1476" y="235"/>
                  </a:cubicBezTo>
                  <a:cubicBezTo>
                    <a:pt x="1472" y="232"/>
                    <a:pt x="1472" y="232"/>
                    <a:pt x="1472" y="232"/>
                  </a:cubicBezTo>
                  <a:cubicBezTo>
                    <a:pt x="1471" y="232"/>
                    <a:pt x="1471" y="232"/>
                    <a:pt x="1471" y="232"/>
                  </a:cubicBezTo>
                  <a:cubicBezTo>
                    <a:pt x="1468" y="228"/>
                    <a:pt x="1468" y="228"/>
                    <a:pt x="1468" y="228"/>
                  </a:cubicBezTo>
                  <a:cubicBezTo>
                    <a:pt x="1467" y="228"/>
                    <a:pt x="1467" y="228"/>
                    <a:pt x="1467" y="228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5" y="209"/>
                    <a:pt x="1445" y="209"/>
                    <a:pt x="1445" y="209"/>
                  </a:cubicBezTo>
                  <a:cubicBezTo>
                    <a:pt x="1444" y="208"/>
                    <a:pt x="1444" y="208"/>
                    <a:pt x="1444" y="208"/>
                  </a:cubicBezTo>
                  <a:cubicBezTo>
                    <a:pt x="1440" y="205"/>
                    <a:pt x="1440" y="205"/>
                    <a:pt x="1440" y="205"/>
                  </a:cubicBezTo>
                  <a:cubicBezTo>
                    <a:pt x="1439" y="204"/>
                    <a:pt x="1439" y="204"/>
                    <a:pt x="1439" y="204"/>
                  </a:cubicBezTo>
                  <a:cubicBezTo>
                    <a:pt x="1436" y="201"/>
                    <a:pt x="1436" y="201"/>
                    <a:pt x="1436" y="201"/>
                  </a:cubicBezTo>
                  <a:cubicBezTo>
                    <a:pt x="1435" y="200"/>
                    <a:pt x="1435" y="200"/>
                    <a:pt x="1435" y="200"/>
                  </a:cubicBezTo>
                  <a:cubicBezTo>
                    <a:pt x="1431" y="197"/>
                    <a:pt x="1431" y="197"/>
                    <a:pt x="1431" y="197"/>
                  </a:cubicBezTo>
                  <a:cubicBezTo>
                    <a:pt x="1430" y="197"/>
                    <a:pt x="1430" y="197"/>
                    <a:pt x="1430" y="197"/>
                  </a:cubicBezTo>
                  <a:cubicBezTo>
                    <a:pt x="1426" y="194"/>
                    <a:pt x="1426" y="194"/>
                    <a:pt x="1426" y="194"/>
                  </a:cubicBezTo>
                  <a:cubicBezTo>
                    <a:pt x="1425" y="193"/>
                    <a:pt x="1425" y="193"/>
                    <a:pt x="1425" y="193"/>
                  </a:cubicBezTo>
                  <a:cubicBezTo>
                    <a:pt x="1421" y="190"/>
                    <a:pt x="1421" y="190"/>
                    <a:pt x="1421" y="190"/>
                  </a:cubicBezTo>
                  <a:cubicBezTo>
                    <a:pt x="1421" y="189"/>
                    <a:pt x="1421" y="189"/>
                    <a:pt x="1421" y="189"/>
                  </a:cubicBezTo>
                  <a:cubicBezTo>
                    <a:pt x="1407" y="179"/>
                    <a:pt x="1407" y="179"/>
                    <a:pt x="1407" y="179"/>
                  </a:cubicBezTo>
                  <a:cubicBezTo>
                    <a:pt x="1406" y="178"/>
                    <a:pt x="1406" y="178"/>
                    <a:pt x="1406" y="178"/>
                  </a:cubicBezTo>
                  <a:cubicBezTo>
                    <a:pt x="1402" y="175"/>
                    <a:pt x="1402" y="175"/>
                    <a:pt x="1402" y="175"/>
                  </a:cubicBezTo>
                  <a:cubicBezTo>
                    <a:pt x="1401" y="174"/>
                    <a:pt x="1401" y="174"/>
                    <a:pt x="1401" y="174"/>
                  </a:cubicBezTo>
                  <a:cubicBezTo>
                    <a:pt x="1398" y="172"/>
                    <a:pt x="1398" y="172"/>
                    <a:pt x="1398" y="172"/>
                  </a:cubicBezTo>
                  <a:cubicBezTo>
                    <a:pt x="1396" y="171"/>
                    <a:pt x="1396" y="171"/>
                    <a:pt x="1396" y="171"/>
                  </a:cubicBezTo>
                  <a:cubicBezTo>
                    <a:pt x="1393" y="169"/>
                    <a:pt x="1393" y="169"/>
                    <a:pt x="1393" y="169"/>
                  </a:cubicBezTo>
                  <a:cubicBezTo>
                    <a:pt x="1391" y="167"/>
                    <a:pt x="1391" y="167"/>
                    <a:pt x="1391" y="167"/>
                  </a:cubicBezTo>
                  <a:cubicBezTo>
                    <a:pt x="1388" y="165"/>
                    <a:pt x="1388" y="165"/>
                    <a:pt x="1388" y="165"/>
                  </a:cubicBezTo>
                  <a:cubicBezTo>
                    <a:pt x="1387" y="164"/>
                    <a:pt x="1387" y="164"/>
                    <a:pt x="1387" y="164"/>
                  </a:cubicBezTo>
                  <a:cubicBezTo>
                    <a:pt x="1383" y="162"/>
                    <a:pt x="1383" y="162"/>
                    <a:pt x="1383" y="162"/>
                  </a:cubicBezTo>
                  <a:cubicBezTo>
                    <a:pt x="1382" y="161"/>
                    <a:pt x="1382" y="161"/>
                    <a:pt x="1382" y="161"/>
                  </a:cubicBezTo>
                  <a:cubicBezTo>
                    <a:pt x="1378" y="158"/>
                    <a:pt x="1378" y="158"/>
                    <a:pt x="1378" y="158"/>
                  </a:cubicBezTo>
                  <a:cubicBezTo>
                    <a:pt x="1377" y="158"/>
                    <a:pt x="1377" y="158"/>
                    <a:pt x="1377" y="158"/>
                  </a:cubicBezTo>
                  <a:cubicBezTo>
                    <a:pt x="1363" y="148"/>
                    <a:pt x="1363" y="148"/>
                    <a:pt x="1363" y="148"/>
                  </a:cubicBezTo>
                  <a:cubicBezTo>
                    <a:pt x="1362" y="147"/>
                    <a:pt x="1362" y="147"/>
                    <a:pt x="1362" y="147"/>
                  </a:cubicBezTo>
                  <a:cubicBezTo>
                    <a:pt x="1358" y="145"/>
                    <a:pt x="1358" y="145"/>
                    <a:pt x="1358" y="145"/>
                  </a:cubicBezTo>
                  <a:cubicBezTo>
                    <a:pt x="1356" y="144"/>
                    <a:pt x="1356" y="144"/>
                    <a:pt x="1356" y="144"/>
                  </a:cubicBezTo>
                  <a:cubicBezTo>
                    <a:pt x="1353" y="141"/>
                    <a:pt x="1353" y="141"/>
                    <a:pt x="1353" y="141"/>
                  </a:cubicBezTo>
                  <a:cubicBezTo>
                    <a:pt x="1352" y="141"/>
                    <a:pt x="1352" y="141"/>
                    <a:pt x="1352" y="141"/>
                  </a:cubicBezTo>
                  <a:cubicBezTo>
                    <a:pt x="1348" y="138"/>
                    <a:pt x="1348" y="138"/>
                    <a:pt x="1348" y="138"/>
                  </a:cubicBezTo>
                  <a:cubicBezTo>
                    <a:pt x="1347" y="138"/>
                    <a:pt x="1347" y="138"/>
                    <a:pt x="1347" y="138"/>
                  </a:cubicBezTo>
                  <a:cubicBezTo>
                    <a:pt x="1343" y="135"/>
                    <a:pt x="1343" y="135"/>
                    <a:pt x="1343" y="135"/>
                  </a:cubicBezTo>
                  <a:cubicBezTo>
                    <a:pt x="1342" y="134"/>
                    <a:pt x="1342" y="134"/>
                    <a:pt x="1342" y="134"/>
                  </a:cubicBezTo>
                  <a:cubicBezTo>
                    <a:pt x="1338" y="132"/>
                    <a:pt x="1338" y="132"/>
                    <a:pt x="1338" y="132"/>
                  </a:cubicBezTo>
                  <a:cubicBezTo>
                    <a:pt x="1337" y="131"/>
                    <a:pt x="1337" y="131"/>
                    <a:pt x="1337" y="131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16" y="119"/>
                    <a:pt x="1316" y="119"/>
                    <a:pt x="1316" y="119"/>
                  </a:cubicBezTo>
                  <a:cubicBezTo>
                    <a:pt x="1315" y="119"/>
                    <a:pt x="1315" y="119"/>
                    <a:pt x="1315" y="119"/>
                  </a:cubicBezTo>
                  <a:cubicBezTo>
                    <a:pt x="1311" y="116"/>
                    <a:pt x="1311" y="116"/>
                    <a:pt x="1311" y="116"/>
                  </a:cubicBezTo>
                  <a:cubicBezTo>
                    <a:pt x="1310" y="116"/>
                    <a:pt x="1310" y="116"/>
                    <a:pt x="1310" y="116"/>
                  </a:cubicBezTo>
                  <a:cubicBezTo>
                    <a:pt x="1306" y="114"/>
                    <a:pt x="1306" y="114"/>
                    <a:pt x="1306" y="114"/>
                  </a:cubicBezTo>
                  <a:cubicBezTo>
                    <a:pt x="1305" y="113"/>
                    <a:pt x="1305" y="113"/>
                    <a:pt x="1305" y="113"/>
                  </a:cubicBezTo>
                  <a:cubicBezTo>
                    <a:pt x="1301" y="111"/>
                    <a:pt x="1301" y="111"/>
                    <a:pt x="1301" y="111"/>
                  </a:cubicBezTo>
                  <a:cubicBezTo>
                    <a:pt x="1300" y="110"/>
                    <a:pt x="1300" y="110"/>
                    <a:pt x="1300" y="110"/>
                  </a:cubicBezTo>
                  <a:cubicBezTo>
                    <a:pt x="1296" y="108"/>
                    <a:pt x="1296" y="108"/>
                    <a:pt x="1296" y="108"/>
                  </a:cubicBezTo>
                  <a:cubicBezTo>
                    <a:pt x="1295" y="107"/>
                    <a:pt x="1295" y="107"/>
                    <a:pt x="1295" y="107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89" y="105"/>
                    <a:pt x="1289" y="105"/>
                    <a:pt x="1289" y="105"/>
                  </a:cubicBezTo>
                  <a:cubicBezTo>
                    <a:pt x="1282" y="101"/>
                    <a:pt x="1275" y="97"/>
                    <a:pt x="1268" y="94"/>
                  </a:cubicBezTo>
                  <a:cubicBezTo>
                    <a:pt x="1267" y="93"/>
                    <a:pt x="1267" y="93"/>
                    <a:pt x="1267" y="93"/>
                  </a:cubicBezTo>
                  <a:cubicBezTo>
                    <a:pt x="1263" y="91"/>
                    <a:pt x="1263" y="91"/>
                    <a:pt x="1263" y="91"/>
                  </a:cubicBezTo>
                  <a:cubicBezTo>
                    <a:pt x="1262" y="91"/>
                    <a:pt x="1262" y="91"/>
                    <a:pt x="1262" y="91"/>
                  </a:cubicBezTo>
                  <a:cubicBezTo>
                    <a:pt x="1258" y="89"/>
                    <a:pt x="1258" y="89"/>
                    <a:pt x="1258" y="89"/>
                  </a:cubicBezTo>
                  <a:cubicBezTo>
                    <a:pt x="1256" y="88"/>
                    <a:pt x="1256" y="88"/>
                    <a:pt x="1256" y="88"/>
                  </a:cubicBezTo>
                  <a:cubicBezTo>
                    <a:pt x="1252" y="86"/>
                    <a:pt x="1252" y="86"/>
                    <a:pt x="1252" y="86"/>
                  </a:cubicBezTo>
                  <a:cubicBezTo>
                    <a:pt x="1251" y="86"/>
                    <a:pt x="1251" y="86"/>
                    <a:pt x="1251" y="86"/>
                  </a:cubicBezTo>
                  <a:cubicBezTo>
                    <a:pt x="1247" y="83"/>
                    <a:pt x="1247" y="83"/>
                    <a:pt x="1247" y="83"/>
                  </a:cubicBezTo>
                  <a:cubicBezTo>
                    <a:pt x="1246" y="83"/>
                    <a:pt x="1246" y="83"/>
                    <a:pt x="1246" y="83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35" y="78"/>
                    <a:pt x="1229" y="76"/>
                    <a:pt x="1224" y="73"/>
                  </a:cubicBezTo>
                  <a:cubicBezTo>
                    <a:pt x="1224" y="73"/>
                    <a:pt x="1224" y="73"/>
                    <a:pt x="1224" y="73"/>
                  </a:cubicBezTo>
                  <a:cubicBezTo>
                    <a:pt x="1219" y="71"/>
                    <a:pt x="1219" y="71"/>
                    <a:pt x="1219" y="71"/>
                  </a:cubicBezTo>
                  <a:cubicBezTo>
                    <a:pt x="1218" y="71"/>
                    <a:pt x="1218" y="71"/>
                    <a:pt x="1218" y="71"/>
                  </a:cubicBezTo>
                  <a:cubicBezTo>
                    <a:pt x="1213" y="69"/>
                    <a:pt x="1213" y="69"/>
                    <a:pt x="1213" y="69"/>
                  </a:cubicBezTo>
                  <a:cubicBezTo>
                    <a:pt x="1212" y="68"/>
                    <a:pt x="1212" y="68"/>
                    <a:pt x="1212" y="68"/>
                  </a:cubicBezTo>
                  <a:cubicBezTo>
                    <a:pt x="1208" y="66"/>
                    <a:pt x="1208" y="66"/>
                    <a:pt x="1208" y="66"/>
                  </a:cubicBezTo>
                  <a:cubicBezTo>
                    <a:pt x="1207" y="66"/>
                    <a:pt x="1207" y="66"/>
                    <a:pt x="1207" y="66"/>
                  </a:cubicBezTo>
                  <a:cubicBezTo>
                    <a:pt x="1202" y="64"/>
                    <a:pt x="1202" y="64"/>
                    <a:pt x="1202" y="64"/>
                  </a:cubicBezTo>
                  <a:cubicBezTo>
                    <a:pt x="1201" y="64"/>
                    <a:pt x="1201" y="64"/>
                    <a:pt x="1201" y="64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86" y="58"/>
                    <a:pt x="1177" y="55"/>
                    <a:pt x="1167" y="51"/>
                  </a:cubicBezTo>
                  <a:cubicBezTo>
                    <a:pt x="1166" y="51"/>
                    <a:pt x="1166" y="51"/>
                    <a:pt x="1166" y="51"/>
                  </a:cubicBezTo>
                  <a:cubicBezTo>
                    <a:pt x="1162" y="49"/>
                    <a:pt x="1162" y="49"/>
                    <a:pt x="1162" y="49"/>
                  </a:cubicBezTo>
                  <a:cubicBezTo>
                    <a:pt x="1161" y="49"/>
                    <a:pt x="1161" y="49"/>
                    <a:pt x="1161" y="49"/>
                  </a:cubicBezTo>
                  <a:cubicBezTo>
                    <a:pt x="1156" y="47"/>
                    <a:pt x="1156" y="47"/>
                    <a:pt x="1156" y="47"/>
                  </a:cubicBezTo>
                  <a:cubicBezTo>
                    <a:pt x="1155" y="47"/>
                    <a:pt x="1155" y="47"/>
                    <a:pt x="1155" y="47"/>
                  </a:cubicBezTo>
                  <a:cubicBezTo>
                    <a:pt x="1150" y="45"/>
                    <a:pt x="1150" y="45"/>
                    <a:pt x="1150" y="45"/>
                  </a:cubicBezTo>
                  <a:cubicBezTo>
                    <a:pt x="1149" y="45"/>
                    <a:pt x="1149" y="45"/>
                    <a:pt x="1149" y="45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36" y="41"/>
                    <a:pt x="1128" y="38"/>
                    <a:pt x="1120" y="36"/>
                  </a:cubicBezTo>
                  <a:cubicBezTo>
                    <a:pt x="1120" y="36"/>
                    <a:pt x="1120" y="36"/>
                    <a:pt x="1120" y="36"/>
                  </a:cubicBezTo>
                  <a:cubicBezTo>
                    <a:pt x="1115" y="35"/>
                    <a:pt x="1115" y="35"/>
                    <a:pt x="1115" y="35"/>
                  </a:cubicBezTo>
                  <a:cubicBezTo>
                    <a:pt x="1114" y="34"/>
                    <a:pt x="1114" y="34"/>
                    <a:pt x="1114" y="34"/>
                  </a:cubicBezTo>
                  <a:cubicBezTo>
                    <a:pt x="1109" y="33"/>
                    <a:pt x="1109" y="33"/>
                    <a:pt x="1109" y="33"/>
                  </a:cubicBezTo>
                  <a:cubicBezTo>
                    <a:pt x="1108" y="33"/>
                    <a:pt x="1108" y="33"/>
                    <a:pt x="1108" y="33"/>
                  </a:cubicBezTo>
                  <a:cubicBezTo>
                    <a:pt x="1103" y="31"/>
                    <a:pt x="1103" y="31"/>
                    <a:pt x="1103" y="31"/>
                  </a:cubicBezTo>
                  <a:cubicBezTo>
                    <a:pt x="1102" y="31"/>
                    <a:pt x="1102" y="31"/>
                    <a:pt x="1102" y="31"/>
                  </a:cubicBezTo>
                  <a:cubicBezTo>
                    <a:pt x="1097" y="30"/>
                    <a:pt x="1097" y="30"/>
                    <a:pt x="1097" y="30"/>
                  </a:cubicBezTo>
                  <a:cubicBezTo>
                    <a:pt x="1096" y="29"/>
                    <a:pt x="1096" y="29"/>
                    <a:pt x="1096" y="29"/>
                  </a:cubicBezTo>
                  <a:cubicBezTo>
                    <a:pt x="1091" y="28"/>
                    <a:pt x="1091" y="28"/>
                    <a:pt x="1091" y="28"/>
                  </a:cubicBezTo>
                  <a:cubicBezTo>
                    <a:pt x="1090" y="28"/>
                    <a:pt x="1090" y="28"/>
                    <a:pt x="1090" y="28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79" y="25"/>
                    <a:pt x="1073" y="24"/>
                    <a:pt x="1067" y="22"/>
                  </a:cubicBezTo>
                  <a:cubicBezTo>
                    <a:pt x="1066" y="22"/>
                    <a:pt x="1066" y="22"/>
                    <a:pt x="1066" y="22"/>
                  </a:cubicBezTo>
                  <a:cubicBezTo>
                    <a:pt x="1061" y="21"/>
                    <a:pt x="1061" y="21"/>
                    <a:pt x="1061" y="21"/>
                  </a:cubicBezTo>
                  <a:cubicBezTo>
                    <a:pt x="1059" y="21"/>
                    <a:pt x="1059" y="21"/>
                    <a:pt x="1059" y="21"/>
                  </a:cubicBezTo>
                  <a:cubicBezTo>
                    <a:pt x="1055" y="20"/>
                    <a:pt x="1055" y="20"/>
                    <a:pt x="1055" y="20"/>
                  </a:cubicBezTo>
                  <a:cubicBezTo>
                    <a:pt x="1053" y="19"/>
                    <a:pt x="1053" y="19"/>
                    <a:pt x="1053" y="19"/>
                  </a:cubicBezTo>
                  <a:cubicBezTo>
                    <a:pt x="1049" y="19"/>
                    <a:pt x="1049" y="19"/>
                    <a:pt x="1049" y="19"/>
                  </a:cubicBezTo>
                  <a:cubicBezTo>
                    <a:pt x="1047" y="18"/>
                    <a:pt x="1047" y="18"/>
                    <a:pt x="1047" y="18"/>
                  </a:cubicBezTo>
                  <a:cubicBezTo>
                    <a:pt x="1043" y="17"/>
                    <a:pt x="1043" y="17"/>
                    <a:pt x="1043" y="17"/>
                  </a:cubicBezTo>
                  <a:cubicBezTo>
                    <a:pt x="1041" y="17"/>
                    <a:pt x="1041" y="17"/>
                    <a:pt x="1041" y="17"/>
                  </a:cubicBezTo>
                  <a:cubicBezTo>
                    <a:pt x="1037" y="16"/>
                    <a:pt x="1037" y="16"/>
                    <a:pt x="1037" y="16"/>
                  </a:cubicBezTo>
                  <a:cubicBezTo>
                    <a:pt x="1035" y="16"/>
                    <a:pt x="1035" y="16"/>
                    <a:pt x="1035" y="16"/>
                  </a:cubicBezTo>
                  <a:cubicBezTo>
                    <a:pt x="1031" y="15"/>
                    <a:pt x="1031" y="15"/>
                    <a:pt x="1031" y="15"/>
                  </a:cubicBezTo>
                  <a:cubicBezTo>
                    <a:pt x="1030" y="15"/>
                    <a:pt x="1030" y="15"/>
                    <a:pt x="1030" y="15"/>
                  </a:cubicBezTo>
                  <a:cubicBezTo>
                    <a:pt x="1024" y="14"/>
                    <a:pt x="1024" y="14"/>
                    <a:pt x="1024" y="14"/>
                  </a:cubicBezTo>
                  <a:cubicBezTo>
                    <a:pt x="1023" y="14"/>
                    <a:pt x="1023" y="14"/>
                    <a:pt x="1023" y="14"/>
                  </a:cubicBezTo>
                  <a:cubicBezTo>
                    <a:pt x="975" y="5"/>
                    <a:pt x="926" y="1"/>
                    <a:pt x="876" y="0"/>
                  </a:cubicBezTo>
                  <a:cubicBezTo>
                    <a:pt x="868" y="0"/>
                    <a:pt x="868" y="0"/>
                    <a:pt x="868" y="0"/>
                  </a:cubicBezTo>
                  <a:cubicBezTo>
                    <a:pt x="590" y="0"/>
                    <a:pt x="341" y="126"/>
                    <a:pt x="175" y="323"/>
                  </a:cubicBezTo>
                  <a:cubicBezTo>
                    <a:pt x="158" y="344"/>
                    <a:pt x="149" y="358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50" y="375"/>
                    <a:pt x="159" y="379"/>
                    <a:pt x="178" y="379"/>
                  </a:cubicBezTo>
                  <a:cubicBezTo>
                    <a:pt x="559" y="379"/>
                    <a:pt x="559" y="379"/>
                    <a:pt x="559" y="379"/>
                  </a:cubicBezTo>
                  <a:cubicBezTo>
                    <a:pt x="1261" y="379"/>
                    <a:pt x="1261" y="379"/>
                    <a:pt x="1261" y="379"/>
                  </a:cubicBezTo>
                  <a:cubicBezTo>
                    <a:pt x="1269" y="379"/>
                    <a:pt x="1278" y="382"/>
                    <a:pt x="1287" y="387"/>
                  </a:cubicBezTo>
                  <a:cubicBezTo>
                    <a:pt x="1294" y="391"/>
                    <a:pt x="1300" y="396"/>
                    <a:pt x="1304" y="402"/>
                  </a:cubicBezTo>
                  <a:cubicBezTo>
                    <a:pt x="1452" y="634"/>
                    <a:pt x="1452" y="634"/>
                    <a:pt x="1452" y="634"/>
                  </a:cubicBezTo>
                  <a:cubicBezTo>
                    <a:pt x="1455" y="638"/>
                    <a:pt x="1457" y="643"/>
                    <a:pt x="1459" y="648"/>
                  </a:cubicBezTo>
                  <a:cubicBezTo>
                    <a:pt x="1461" y="655"/>
                    <a:pt x="1461" y="655"/>
                    <a:pt x="1461" y="655"/>
                  </a:cubicBezTo>
                  <a:cubicBezTo>
                    <a:pt x="1461" y="656"/>
                    <a:pt x="1461" y="656"/>
                    <a:pt x="1461" y="656"/>
                  </a:cubicBezTo>
                  <a:cubicBezTo>
                    <a:pt x="1461" y="657"/>
                    <a:pt x="1461" y="657"/>
                    <a:pt x="1461" y="657"/>
                  </a:cubicBezTo>
                  <a:cubicBezTo>
                    <a:pt x="1463" y="664"/>
                    <a:pt x="1463" y="671"/>
                    <a:pt x="1463" y="677"/>
                  </a:cubicBezTo>
                  <a:cubicBezTo>
                    <a:pt x="1462" y="685"/>
                    <a:pt x="1462" y="685"/>
                    <a:pt x="1462" y="685"/>
                  </a:cubicBezTo>
                  <a:cubicBezTo>
                    <a:pt x="1372" y="1125"/>
                    <a:pt x="1372" y="1125"/>
                    <a:pt x="1372" y="1125"/>
                  </a:cubicBezTo>
                  <a:cubicBezTo>
                    <a:pt x="1322" y="1367"/>
                    <a:pt x="1322" y="1367"/>
                    <a:pt x="1322" y="1367"/>
                  </a:cubicBezTo>
                  <a:cubicBezTo>
                    <a:pt x="1319" y="1383"/>
                    <a:pt x="1304" y="1395"/>
                    <a:pt x="1289" y="1395"/>
                  </a:cubicBezTo>
                  <a:cubicBezTo>
                    <a:pt x="1046" y="1395"/>
                    <a:pt x="1046" y="1395"/>
                    <a:pt x="1046" y="1395"/>
                  </a:cubicBezTo>
                  <a:cubicBezTo>
                    <a:pt x="1030" y="1395"/>
                    <a:pt x="1011" y="1384"/>
                    <a:pt x="1002" y="1371"/>
                  </a:cubicBezTo>
                  <a:cubicBezTo>
                    <a:pt x="705" y="923"/>
                    <a:pt x="705" y="923"/>
                    <a:pt x="705" y="923"/>
                  </a:cubicBezTo>
                  <a:cubicBezTo>
                    <a:pt x="684" y="1030"/>
                    <a:pt x="684" y="1030"/>
                    <a:pt x="684" y="1030"/>
                  </a:cubicBezTo>
                  <a:cubicBezTo>
                    <a:pt x="615" y="1368"/>
                    <a:pt x="615" y="1368"/>
                    <a:pt x="615" y="1368"/>
                  </a:cubicBezTo>
                  <a:cubicBezTo>
                    <a:pt x="613" y="1380"/>
                    <a:pt x="602" y="1391"/>
                    <a:pt x="590" y="1394"/>
                  </a:cubicBezTo>
                  <a:cubicBezTo>
                    <a:pt x="590" y="1394"/>
                    <a:pt x="590" y="1394"/>
                    <a:pt x="590" y="1394"/>
                  </a:cubicBezTo>
                  <a:cubicBezTo>
                    <a:pt x="590" y="1395"/>
                    <a:pt x="590" y="1395"/>
                    <a:pt x="590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2" y="1396"/>
                    <a:pt x="582" y="1396"/>
                    <a:pt x="582" y="1396"/>
                  </a:cubicBezTo>
                  <a:cubicBezTo>
                    <a:pt x="581" y="1396"/>
                    <a:pt x="581" y="1396"/>
                    <a:pt x="581" y="1396"/>
                  </a:cubicBezTo>
                  <a:cubicBezTo>
                    <a:pt x="553" y="1396"/>
                    <a:pt x="553" y="1396"/>
                    <a:pt x="553" y="1396"/>
                  </a:cubicBezTo>
                  <a:cubicBezTo>
                    <a:pt x="403" y="1396"/>
                    <a:pt x="403" y="1396"/>
                    <a:pt x="403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1" y="1394"/>
                    <a:pt x="384" y="1389"/>
                    <a:pt x="382" y="1382"/>
                  </a:cubicBezTo>
                  <a:cubicBezTo>
                    <a:pt x="382" y="1382"/>
                    <a:pt x="382" y="1382"/>
                    <a:pt x="382" y="1382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1" y="1368"/>
                    <a:pt x="381" y="1368"/>
                    <a:pt x="381" y="1368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10" y="733"/>
                    <a:pt x="510" y="733"/>
                    <a:pt x="510" y="733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6" y="720"/>
                    <a:pt x="516" y="720"/>
                    <a:pt x="516" y="720"/>
                  </a:cubicBezTo>
                  <a:cubicBezTo>
                    <a:pt x="517" y="719"/>
                    <a:pt x="517" y="719"/>
                    <a:pt x="517" y="719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43" y="705"/>
                    <a:pt x="543" y="705"/>
                    <a:pt x="543" y="705"/>
                  </a:cubicBezTo>
                  <a:cubicBezTo>
                    <a:pt x="544" y="705"/>
                    <a:pt x="544" y="705"/>
                    <a:pt x="544" y="705"/>
                  </a:cubicBezTo>
                  <a:cubicBezTo>
                    <a:pt x="555" y="705"/>
                    <a:pt x="555" y="705"/>
                    <a:pt x="555" y="705"/>
                  </a:cubicBezTo>
                  <a:cubicBezTo>
                    <a:pt x="557" y="705"/>
                    <a:pt x="557" y="705"/>
                    <a:pt x="557" y="705"/>
                  </a:cubicBezTo>
                  <a:cubicBezTo>
                    <a:pt x="786" y="705"/>
                    <a:pt x="786" y="705"/>
                    <a:pt x="786" y="705"/>
                  </a:cubicBezTo>
                  <a:cubicBezTo>
                    <a:pt x="802" y="705"/>
                    <a:pt x="821" y="716"/>
                    <a:pt x="829" y="729"/>
                  </a:cubicBezTo>
                  <a:cubicBezTo>
                    <a:pt x="1127" y="1178"/>
                    <a:pt x="1127" y="1178"/>
                    <a:pt x="1127" y="1178"/>
                  </a:cubicBezTo>
                  <a:cubicBezTo>
                    <a:pt x="1244" y="590"/>
                    <a:pt x="1244" y="590"/>
                    <a:pt x="1244" y="590"/>
                  </a:cubicBezTo>
                  <a:cubicBezTo>
                    <a:pt x="557" y="590"/>
                    <a:pt x="557" y="590"/>
                    <a:pt x="557" y="590"/>
                  </a:cubicBezTo>
                  <a:cubicBezTo>
                    <a:pt x="555" y="590"/>
                    <a:pt x="555" y="590"/>
                    <a:pt x="555" y="590"/>
                  </a:cubicBezTo>
                  <a:cubicBezTo>
                    <a:pt x="475" y="590"/>
                    <a:pt x="475" y="590"/>
                    <a:pt x="475" y="590"/>
                  </a:cubicBezTo>
                  <a:cubicBezTo>
                    <a:pt x="435" y="590"/>
                    <a:pt x="395" y="593"/>
                    <a:pt x="357" y="600"/>
                  </a:cubicBezTo>
                  <a:cubicBezTo>
                    <a:pt x="162" y="632"/>
                    <a:pt x="0" y="756"/>
                    <a:pt x="0" y="1037"/>
                  </a:cubicBezTo>
                  <a:cubicBezTo>
                    <a:pt x="0" y="1321"/>
                    <a:pt x="239" y="1662"/>
                    <a:pt x="616" y="1772"/>
                  </a:cubicBezTo>
                  <a:cubicBezTo>
                    <a:pt x="694" y="1794"/>
                    <a:pt x="779" y="1807"/>
                    <a:pt x="868" y="1807"/>
                  </a:cubicBezTo>
                  <a:cubicBezTo>
                    <a:pt x="873" y="1807"/>
                    <a:pt x="873" y="1807"/>
                    <a:pt x="873" y="1807"/>
                  </a:cubicBezTo>
                  <a:cubicBezTo>
                    <a:pt x="1020" y="1806"/>
                    <a:pt x="1158" y="1770"/>
                    <a:pt x="1280" y="1707"/>
                  </a:cubicBezTo>
                  <a:cubicBezTo>
                    <a:pt x="1285" y="1705"/>
                    <a:pt x="1285" y="1705"/>
                    <a:pt x="1285" y="1705"/>
                  </a:cubicBezTo>
                  <a:cubicBezTo>
                    <a:pt x="1286" y="1704"/>
                    <a:pt x="1286" y="1704"/>
                    <a:pt x="1286" y="1704"/>
                  </a:cubicBezTo>
                  <a:cubicBezTo>
                    <a:pt x="1291" y="1702"/>
                    <a:pt x="1291" y="1702"/>
                    <a:pt x="1291" y="1702"/>
                  </a:cubicBezTo>
                  <a:cubicBezTo>
                    <a:pt x="1292" y="1701"/>
                    <a:pt x="1292" y="1701"/>
                    <a:pt x="1292" y="1701"/>
                  </a:cubicBezTo>
                  <a:cubicBezTo>
                    <a:pt x="1295" y="1699"/>
                    <a:pt x="1295" y="1699"/>
                    <a:pt x="1295" y="1699"/>
                  </a:cubicBezTo>
                  <a:cubicBezTo>
                    <a:pt x="1297" y="1698"/>
                    <a:pt x="1297" y="1698"/>
                    <a:pt x="1297" y="1698"/>
                  </a:cubicBezTo>
                  <a:cubicBezTo>
                    <a:pt x="1301" y="1696"/>
                    <a:pt x="1301" y="1696"/>
                    <a:pt x="1301" y="1696"/>
                  </a:cubicBezTo>
                  <a:cubicBezTo>
                    <a:pt x="1302" y="1695"/>
                    <a:pt x="1302" y="1695"/>
                    <a:pt x="1302" y="1695"/>
                  </a:cubicBezTo>
                  <a:cubicBezTo>
                    <a:pt x="1306" y="1693"/>
                    <a:pt x="1306" y="1693"/>
                    <a:pt x="1306" y="1693"/>
                  </a:cubicBezTo>
                  <a:cubicBezTo>
                    <a:pt x="1307" y="1693"/>
                    <a:pt x="1307" y="1693"/>
                    <a:pt x="1307" y="1693"/>
                  </a:cubicBezTo>
                  <a:cubicBezTo>
                    <a:pt x="1311" y="1690"/>
                    <a:pt x="1311" y="1690"/>
                    <a:pt x="1311" y="1690"/>
                  </a:cubicBezTo>
                  <a:cubicBezTo>
                    <a:pt x="1313" y="1689"/>
                    <a:pt x="1313" y="1689"/>
                    <a:pt x="1313" y="1689"/>
                  </a:cubicBezTo>
                  <a:cubicBezTo>
                    <a:pt x="1317" y="1687"/>
                    <a:pt x="1317" y="1687"/>
                    <a:pt x="1317" y="1687"/>
                  </a:cubicBezTo>
                  <a:cubicBezTo>
                    <a:pt x="1318" y="1687"/>
                    <a:pt x="1318" y="1687"/>
                    <a:pt x="1318" y="1687"/>
                  </a:cubicBezTo>
                  <a:cubicBezTo>
                    <a:pt x="1322" y="1684"/>
                    <a:pt x="1322" y="1684"/>
                    <a:pt x="1322" y="1684"/>
                  </a:cubicBezTo>
                  <a:cubicBezTo>
                    <a:pt x="1323" y="1684"/>
                    <a:pt x="1323" y="1684"/>
                    <a:pt x="1323" y="1684"/>
                  </a:cubicBezTo>
                  <a:cubicBezTo>
                    <a:pt x="1327" y="1681"/>
                    <a:pt x="1327" y="1681"/>
                    <a:pt x="1327" y="1681"/>
                  </a:cubicBezTo>
                  <a:cubicBezTo>
                    <a:pt x="1329" y="1680"/>
                    <a:pt x="1329" y="1680"/>
                    <a:pt x="1329" y="1680"/>
                  </a:cubicBezTo>
                  <a:cubicBezTo>
                    <a:pt x="1332" y="1678"/>
                    <a:pt x="1332" y="1678"/>
                    <a:pt x="1332" y="1678"/>
                  </a:cubicBezTo>
                  <a:cubicBezTo>
                    <a:pt x="1333" y="1677"/>
                    <a:pt x="1333" y="1677"/>
                    <a:pt x="1333" y="1677"/>
                  </a:cubicBezTo>
                  <a:cubicBezTo>
                    <a:pt x="1338" y="1675"/>
                    <a:pt x="1338" y="1675"/>
                    <a:pt x="1338" y="1675"/>
                  </a:cubicBezTo>
                  <a:cubicBezTo>
                    <a:pt x="1339" y="1674"/>
                    <a:pt x="1339" y="1674"/>
                    <a:pt x="1339" y="1674"/>
                  </a:cubicBezTo>
                  <a:cubicBezTo>
                    <a:pt x="1343" y="1672"/>
                    <a:pt x="1343" y="1672"/>
                    <a:pt x="1343" y="1672"/>
                  </a:cubicBezTo>
                  <a:cubicBezTo>
                    <a:pt x="1343" y="1671"/>
                    <a:pt x="1343" y="1671"/>
                    <a:pt x="1343" y="1671"/>
                  </a:cubicBezTo>
                  <a:cubicBezTo>
                    <a:pt x="1348" y="1669"/>
                    <a:pt x="1348" y="1669"/>
                    <a:pt x="1348" y="1669"/>
                  </a:cubicBezTo>
                  <a:cubicBezTo>
                    <a:pt x="1349" y="1668"/>
                    <a:pt x="1349" y="1668"/>
                    <a:pt x="1349" y="1668"/>
                  </a:cubicBezTo>
                  <a:cubicBezTo>
                    <a:pt x="1353" y="1665"/>
                    <a:pt x="1353" y="1665"/>
                    <a:pt x="1353" y="1665"/>
                  </a:cubicBezTo>
                  <a:cubicBezTo>
                    <a:pt x="1354" y="1665"/>
                    <a:pt x="1354" y="1665"/>
                    <a:pt x="1354" y="1665"/>
                  </a:cubicBezTo>
                  <a:cubicBezTo>
                    <a:pt x="1358" y="1662"/>
                    <a:pt x="1358" y="1662"/>
                    <a:pt x="1358" y="1662"/>
                  </a:cubicBezTo>
                  <a:cubicBezTo>
                    <a:pt x="1359" y="1661"/>
                    <a:pt x="1359" y="1661"/>
                    <a:pt x="1359" y="1661"/>
                  </a:cubicBezTo>
                  <a:cubicBezTo>
                    <a:pt x="1363" y="1659"/>
                    <a:pt x="1363" y="1659"/>
                    <a:pt x="1363" y="1659"/>
                  </a:cubicBezTo>
                  <a:cubicBezTo>
                    <a:pt x="1364" y="1658"/>
                    <a:pt x="1364" y="1658"/>
                    <a:pt x="1364" y="1658"/>
                  </a:cubicBezTo>
                  <a:cubicBezTo>
                    <a:pt x="1368" y="1655"/>
                    <a:pt x="1368" y="1655"/>
                    <a:pt x="1368" y="1655"/>
                  </a:cubicBezTo>
                  <a:cubicBezTo>
                    <a:pt x="1369" y="1655"/>
                    <a:pt x="1369" y="1655"/>
                    <a:pt x="1369" y="1655"/>
                  </a:cubicBezTo>
                  <a:cubicBezTo>
                    <a:pt x="1373" y="1652"/>
                    <a:pt x="1373" y="1652"/>
                    <a:pt x="1373" y="1652"/>
                  </a:cubicBezTo>
                  <a:cubicBezTo>
                    <a:pt x="1374" y="1651"/>
                    <a:pt x="1374" y="1651"/>
                    <a:pt x="1374" y="1651"/>
                  </a:cubicBezTo>
                  <a:cubicBezTo>
                    <a:pt x="1378" y="1648"/>
                    <a:pt x="1378" y="1648"/>
                    <a:pt x="1378" y="1648"/>
                  </a:cubicBezTo>
                  <a:cubicBezTo>
                    <a:pt x="1379" y="1648"/>
                    <a:pt x="1379" y="1648"/>
                    <a:pt x="1379" y="1648"/>
                  </a:cubicBezTo>
                  <a:cubicBezTo>
                    <a:pt x="1383" y="1645"/>
                    <a:pt x="1383" y="1645"/>
                    <a:pt x="1383" y="1645"/>
                  </a:cubicBezTo>
                  <a:cubicBezTo>
                    <a:pt x="1384" y="1645"/>
                    <a:pt x="1384" y="1645"/>
                    <a:pt x="1384" y="1645"/>
                  </a:cubicBezTo>
                  <a:cubicBezTo>
                    <a:pt x="1388" y="1642"/>
                    <a:pt x="1388" y="1642"/>
                    <a:pt x="1388" y="1642"/>
                  </a:cubicBezTo>
                  <a:cubicBezTo>
                    <a:pt x="1389" y="1641"/>
                    <a:pt x="1389" y="1641"/>
                    <a:pt x="1389" y="1641"/>
                  </a:cubicBezTo>
                  <a:cubicBezTo>
                    <a:pt x="1393" y="1638"/>
                    <a:pt x="1393" y="1638"/>
                    <a:pt x="1393" y="1638"/>
                  </a:cubicBezTo>
                  <a:cubicBezTo>
                    <a:pt x="1394" y="1638"/>
                    <a:pt x="1394" y="1638"/>
                    <a:pt x="1394" y="1638"/>
                  </a:cubicBezTo>
                  <a:cubicBezTo>
                    <a:pt x="1398" y="1635"/>
                    <a:pt x="1398" y="1635"/>
                    <a:pt x="1398" y="1635"/>
                  </a:cubicBezTo>
                  <a:cubicBezTo>
                    <a:pt x="1399" y="1634"/>
                    <a:pt x="1399" y="1634"/>
                    <a:pt x="1399" y="1634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8" y="1628"/>
                    <a:pt x="1408" y="1628"/>
                    <a:pt x="1408" y="1628"/>
                  </a:cubicBezTo>
                  <a:cubicBezTo>
                    <a:pt x="1408" y="1627"/>
                    <a:pt x="1408" y="1627"/>
                    <a:pt x="1408" y="1627"/>
                  </a:cubicBezTo>
                  <a:cubicBezTo>
                    <a:pt x="1417" y="1620"/>
                    <a:pt x="1417" y="1620"/>
                    <a:pt x="1417" y="1620"/>
                  </a:cubicBezTo>
                  <a:cubicBezTo>
                    <a:pt x="1418" y="1620"/>
                    <a:pt x="1418" y="1620"/>
                    <a:pt x="1418" y="1620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74" y="1573"/>
                    <a:pt x="1485" y="1563"/>
                    <a:pt x="1495" y="1554"/>
                  </a:cubicBezTo>
                  <a:cubicBezTo>
                    <a:pt x="1495" y="1553"/>
                    <a:pt x="1495" y="1553"/>
                    <a:pt x="1495" y="1553"/>
                  </a:cubicBezTo>
                  <a:cubicBezTo>
                    <a:pt x="1503" y="1545"/>
                    <a:pt x="1503" y="1545"/>
                    <a:pt x="1503" y="1545"/>
                  </a:cubicBezTo>
                  <a:cubicBezTo>
                    <a:pt x="1504" y="1545"/>
                    <a:pt x="1504" y="1545"/>
                    <a:pt x="1504" y="1545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12" y="1537"/>
                    <a:pt x="1512" y="1537"/>
                    <a:pt x="1512" y="1537"/>
                  </a:cubicBezTo>
                  <a:cubicBezTo>
                    <a:pt x="1512" y="1536"/>
                    <a:pt x="1512" y="1536"/>
                    <a:pt x="1512" y="1536"/>
                  </a:cubicBezTo>
                  <a:cubicBezTo>
                    <a:pt x="1516" y="1533"/>
                    <a:pt x="1516" y="1533"/>
                    <a:pt x="1516" y="1533"/>
                  </a:cubicBezTo>
                  <a:cubicBezTo>
                    <a:pt x="1516" y="1532"/>
                    <a:pt x="1516" y="1532"/>
                    <a:pt x="1516" y="1532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4" y="1524"/>
                    <a:pt x="1524" y="1524"/>
                    <a:pt x="1524" y="1524"/>
                  </a:cubicBezTo>
                  <a:cubicBezTo>
                    <a:pt x="1525" y="1523"/>
                    <a:pt x="1525" y="1523"/>
                    <a:pt x="1525" y="1523"/>
                  </a:cubicBezTo>
                  <a:cubicBezTo>
                    <a:pt x="1528" y="1519"/>
                    <a:pt x="1528" y="1519"/>
                    <a:pt x="1528" y="1519"/>
                  </a:cubicBezTo>
                  <a:cubicBezTo>
                    <a:pt x="1529" y="1519"/>
                    <a:pt x="1529" y="1519"/>
                    <a:pt x="1529" y="1519"/>
                  </a:cubicBezTo>
                  <a:cubicBezTo>
                    <a:pt x="1532" y="1516"/>
                    <a:pt x="1532" y="1516"/>
                    <a:pt x="1532" y="1516"/>
                  </a:cubicBezTo>
                  <a:cubicBezTo>
                    <a:pt x="1533" y="1514"/>
                    <a:pt x="1533" y="1514"/>
                    <a:pt x="1533" y="1514"/>
                  </a:cubicBezTo>
                  <a:cubicBezTo>
                    <a:pt x="1536" y="1511"/>
                    <a:pt x="1536" y="1511"/>
                    <a:pt x="1536" y="1511"/>
                  </a:cubicBezTo>
                  <a:cubicBezTo>
                    <a:pt x="1538" y="1509"/>
                    <a:pt x="1538" y="1509"/>
                    <a:pt x="1538" y="1509"/>
                  </a:cubicBezTo>
                  <a:cubicBezTo>
                    <a:pt x="1539" y="1507"/>
                    <a:pt x="1539" y="1507"/>
                    <a:pt x="1539" y="1507"/>
                  </a:cubicBezTo>
                  <a:cubicBezTo>
                    <a:pt x="1543" y="1504"/>
                    <a:pt x="1543" y="1504"/>
                    <a:pt x="1543" y="1504"/>
                  </a:cubicBezTo>
                  <a:cubicBezTo>
                    <a:pt x="1544" y="1502"/>
                    <a:pt x="1544" y="1502"/>
                    <a:pt x="1544" y="1502"/>
                  </a:cubicBezTo>
                  <a:cubicBezTo>
                    <a:pt x="1546" y="1500"/>
                    <a:pt x="1546" y="1500"/>
                    <a:pt x="1546" y="1500"/>
                  </a:cubicBezTo>
                  <a:cubicBezTo>
                    <a:pt x="1547" y="1499"/>
                    <a:pt x="1547" y="1499"/>
                    <a:pt x="1547" y="1499"/>
                  </a:cubicBezTo>
                  <a:cubicBezTo>
                    <a:pt x="1655" y="1376"/>
                    <a:pt x="1730" y="1224"/>
                    <a:pt x="1758" y="1056"/>
                  </a:cubicBezTo>
                  <a:cubicBezTo>
                    <a:pt x="1758" y="1056"/>
                    <a:pt x="1758" y="1056"/>
                    <a:pt x="1758" y="1056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1" y="1037"/>
                    <a:pt x="1761" y="1037"/>
                    <a:pt x="1761" y="1037"/>
                  </a:cubicBezTo>
                  <a:cubicBezTo>
                    <a:pt x="1761" y="1036"/>
                    <a:pt x="1761" y="1036"/>
                    <a:pt x="1761" y="1036"/>
                  </a:cubicBezTo>
                  <a:cubicBezTo>
                    <a:pt x="1762" y="1033"/>
                    <a:pt x="1762" y="1033"/>
                    <a:pt x="1762" y="1033"/>
                  </a:cubicBezTo>
                  <a:cubicBezTo>
                    <a:pt x="1762" y="1032"/>
                    <a:pt x="1762" y="1032"/>
                    <a:pt x="1762" y="1032"/>
                  </a:cubicBezTo>
                  <a:cubicBezTo>
                    <a:pt x="1762" y="1029"/>
                    <a:pt x="1762" y="1029"/>
                    <a:pt x="1762" y="1029"/>
                  </a:cubicBezTo>
                  <a:cubicBezTo>
                    <a:pt x="1763" y="1028"/>
                    <a:pt x="1763" y="1028"/>
                    <a:pt x="1763" y="1028"/>
                  </a:cubicBezTo>
                  <a:cubicBezTo>
                    <a:pt x="1763" y="1025"/>
                    <a:pt x="1763" y="1025"/>
                    <a:pt x="1763" y="1025"/>
                  </a:cubicBezTo>
                  <a:cubicBezTo>
                    <a:pt x="1763" y="1024"/>
                    <a:pt x="1763" y="1024"/>
                    <a:pt x="1763" y="1024"/>
                  </a:cubicBezTo>
                  <a:cubicBezTo>
                    <a:pt x="1764" y="1014"/>
                    <a:pt x="1764" y="1014"/>
                    <a:pt x="1764" y="1014"/>
                  </a:cubicBezTo>
                  <a:cubicBezTo>
                    <a:pt x="1765" y="1012"/>
                    <a:pt x="1765" y="1012"/>
                    <a:pt x="1765" y="1012"/>
                  </a:cubicBezTo>
                  <a:cubicBezTo>
                    <a:pt x="1765" y="1010"/>
                    <a:pt x="1765" y="1010"/>
                    <a:pt x="1765" y="1010"/>
                  </a:cubicBezTo>
                  <a:cubicBezTo>
                    <a:pt x="1765" y="1008"/>
                    <a:pt x="1765" y="1008"/>
                    <a:pt x="1765" y="1008"/>
                  </a:cubicBezTo>
                  <a:cubicBezTo>
                    <a:pt x="1765" y="1005"/>
                    <a:pt x="1765" y="1005"/>
                    <a:pt x="1765" y="1005"/>
                  </a:cubicBezTo>
                  <a:cubicBezTo>
                    <a:pt x="1766" y="1004"/>
                    <a:pt x="1766" y="1004"/>
                    <a:pt x="1766" y="1004"/>
                  </a:cubicBezTo>
                  <a:cubicBezTo>
                    <a:pt x="1766" y="1001"/>
                    <a:pt x="1766" y="1001"/>
                    <a:pt x="1766" y="1001"/>
                  </a:cubicBezTo>
                  <a:cubicBezTo>
                    <a:pt x="1766" y="999"/>
                    <a:pt x="1766" y="999"/>
                    <a:pt x="1766" y="999"/>
                  </a:cubicBezTo>
                  <a:cubicBezTo>
                    <a:pt x="1767" y="994"/>
                    <a:pt x="1767" y="994"/>
                    <a:pt x="1767" y="994"/>
                  </a:cubicBezTo>
                  <a:cubicBezTo>
                    <a:pt x="1767" y="993"/>
                    <a:pt x="1767" y="993"/>
                    <a:pt x="1767" y="993"/>
                  </a:cubicBezTo>
                  <a:cubicBezTo>
                    <a:pt x="1767" y="990"/>
                    <a:pt x="1767" y="990"/>
                    <a:pt x="1767" y="990"/>
                  </a:cubicBezTo>
                  <a:cubicBezTo>
                    <a:pt x="1767" y="988"/>
                    <a:pt x="1767" y="988"/>
                    <a:pt x="1767" y="988"/>
                  </a:cubicBezTo>
                  <a:cubicBezTo>
                    <a:pt x="1767" y="986"/>
                    <a:pt x="1767" y="986"/>
                    <a:pt x="1767" y="986"/>
                  </a:cubicBezTo>
                  <a:cubicBezTo>
                    <a:pt x="1768" y="984"/>
                    <a:pt x="1768" y="984"/>
                    <a:pt x="1768" y="984"/>
                  </a:cubicBezTo>
                  <a:cubicBezTo>
                    <a:pt x="1768" y="981"/>
                    <a:pt x="1768" y="981"/>
                    <a:pt x="1768" y="981"/>
                  </a:cubicBezTo>
                  <a:cubicBezTo>
                    <a:pt x="1768" y="979"/>
                    <a:pt x="1768" y="979"/>
                    <a:pt x="1768" y="979"/>
                  </a:cubicBezTo>
                  <a:cubicBezTo>
                    <a:pt x="1768" y="977"/>
                    <a:pt x="1768" y="977"/>
                    <a:pt x="1768" y="977"/>
                  </a:cubicBezTo>
                  <a:cubicBezTo>
                    <a:pt x="1768" y="974"/>
                    <a:pt x="1768" y="974"/>
                    <a:pt x="1768" y="974"/>
                  </a:cubicBezTo>
                  <a:cubicBezTo>
                    <a:pt x="1769" y="971"/>
                    <a:pt x="1769" y="971"/>
                    <a:pt x="1769" y="971"/>
                  </a:cubicBezTo>
                  <a:cubicBezTo>
                    <a:pt x="1769" y="968"/>
                    <a:pt x="1769" y="968"/>
                    <a:pt x="1769" y="968"/>
                  </a:cubicBezTo>
                  <a:cubicBezTo>
                    <a:pt x="1769" y="966"/>
                    <a:pt x="1769" y="966"/>
                    <a:pt x="1769" y="966"/>
                  </a:cubicBezTo>
                  <a:cubicBezTo>
                    <a:pt x="1769" y="964"/>
                    <a:pt x="1769" y="964"/>
                    <a:pt x="1769" y="964"/>
                  </a:cubicBezTo>
                  <a:cubicBezTo>
                    <a:pt x="1769" y="962"/>
                    <a:pt x="1769" y="962"/>
                    <a:pt x="1769" y="962"/>
                  </a:cubicBezTo>
                  <a:cubicBezTo>
                    <a:pt x="1769" y="959"/>
                    <a:pt x="1769" y="959"/>
                    <a:pt x="1769" y="959"/>
                  </a:cubicBezTo>
                  <a:cubicBezTo>
                    <a:pt x="1769" y="957"/>
                    <a:pt x="1769" y="957"/>
                    <a:pt x="1769" y="957"/>
                  </a:cubicBezTo>
                  <a:cubicBezTo>
                    <a:pt x="1770" y="954"/>
                    <a:pt x="1770" y="954"/>
                    <a:pt x="1770" y="954"/>
                  </a:cubicBezTo>
                  <a:cubicBezTo>
                    <a:pt x="1770" y="953"/>
                    <a:pt x="1770" y="953"/>
                    <a:pt x="1770" y="953"/>
                  </a:cubicBezTo>
                  <a:cubicBezTo>
                    <a:pt x="1770" y="948"/>
                    <a:pt x="1770" y="948"/>
                    <a:pt x="1770" y="948"/>
                  </a:cubicBezTo>
                  <a:cubicBezTo>
                    <a:pt x="1770" y="947"/>
                    <a:pt x="1770" y="947"/>
                    <a:pt x="1770" y="947"/>
                  </a:cubicBezTo>
                  <a:cubicBezTo>
                    <a:pt x="1770" y="944"/>
                    <a:pt x="1770" y="944"/>
                    <a:pt x="1770" y="944"/>
                  </a:cubicBezTo>
                  <a:cubicBezTo>
                    <a:pt x="1770" y="942"/>
                    <a:pt x="1770" y="942"/>
                    <a:pt x="1770" y="942"/>
                  </a:cubicBezTo>
                  <a:cubicBezTo>
                    <a:pt x="1770" y="939"/>
                    <a:pt x="1770" y="939"/>
                    <a:pt x="1770" y="939"/>
                  </a:cubicBezTo>
                  <a:cubicBezTo>
                    <a:pt x="1771" y="937"/>
                    <a:pt x="1771" y="937"/>
                    <a:pt x="1771" y="937"/>
                  </a:cubicBezTo>
                  <a:cubicBezTo>
                    <a:pt x="1771" y="934"/>
                    <a:pt x="1771" y="934"/>
                    <a:pt x="1771" y="934"/>
                  </a:cubicBezTo>
                  <a:cubicBezTo>
                    <a:pt x="1771" y="933"/>
                    <a:pt x="1771" y="933"/>
                    <a:pt x="1771" y="933"/>
                  </a:cubicBezTo>
                  <a:cubicBezTo>
                    <a:pt x="1771" y="929"/>
                    <a:pt x="1771" y="929"/>
                    <a:pt x="1771" y="929"/>
                  </a:cubicBezTo>
                  <a:cubicBezTo>
                    <a:pt x="1771" y="928"/>
                    <a:pt x="1771" y="928"/>
                    <a:pt x="1771" y="928"/>
                  </a:cubicBezTo>
                  <a:cubicBezTo>
                    <a:pt x="1771" y="924"/>
                    <a:pt x="1771" y="924"/>
                    <a:pt x="1771" y="924"/>
                  </a:cubicBezTo>
                  <a:cubicBezTo>
                    <a:pt x="1771" y="922"/>
                    <a:pt x="1771" y="922"/>
                    <a:pt x="1771" y="922"/>
                  </a:cubicBezTo>
                  <a:cubicBezTo>
                    <a:pt x="1771" y="919"/>
                    <a:pt x="1771" y="919"/>
                    <a:pt x="1771" y="919"/>
                  </a:cubicBezTo>
                  <a:cubicBezTo>
                    <a:pt x="1771" y="917"/>
                    <a:pt x="1771" y="917"/>
                    <a:pt x="1771" y="917"/>
                  </a:cubicBezTo>
                  <a:cubicBezTo>
                    <a:pt x="1771" y="914"/>
                    <a:pt x="1771" y="914"/>
                    <a:pt x="1771" y="914"/>
                  </a:cubicBezTo>
                  <a:cubicBezTo>
                    <a:pt x="1771" y="913"/>
                    <a:pt x="1771" y="913"/>
                    <a:pt x="1771" y="913"/>
                  </a:cubicBezTo>
                  <a:cubicBezTo>
                    <a:pt x="1771" y="910"/>
                    <a:pt x="1771" y="910"/>
                    <a:pt x="1771" y="910"/>
                  </a:cubicBezTo>
                  <a:cubicBezTo>
                    <a:pt x="1771" y="908"/>
                    <a:pt x="1771" y="908"/>
                    <a:pt x="1771" y="908"/>
                  </a:cubicBezTo>
                  <a:cubicBezTo>
                    <a:pt x="1771" y="898"/>
                    <a:pt x="1771" y="898"/>
                    <a:pt x="1771" y="898"/>
                  </a:cubicBezTo>
                  <a:cubicBezTo>
                    <a:pt x="1771" y="897"/>
                    <a:pt x="1771" y="897"/>
                    <a:pt x="1771" y="897"/>
                  </a:cubicBezTo>
                  <a:lnTo>
                    <a:pt x="1771" y="893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 dirty="0"/>
            </a:p>
          </p:txBody>
        </p:sp>
        <p:grpSp>
          <p:nvGrpSpPr>
            <p:cNvPr id="30" name="Groep 29"/>
            <p:cNvGrpSpPr>
              <a:grpSpLocks noSelect="1"/>
            </p:cNvGrpSpPr>
            <p:nvPr userDrawn="1"/>
          </p:nvGrpSpPr>
          <p:grpSpPr bwMode="gray">
            <a:xfrm>
              <a:off x="0" y="0"/>
              <a:ext cx="561975" cy="572770"/>
              <a:chOff x="902335" y="290830"/>
              <a:chExt cx="561975" cy="572770"/>
            </a:xfrm>
          </p:grpSpPr>
          <p:sp>
            <p:nvSpPr>
              <p:cNvPr id="31" name="Freeform 5"/>
              <p:cNvSpPr>
                <a:spLocks noSelect="1"/>
              </p:cNvSpPr>
              <p:nvPr userDrawn="1"/>
            </p:nvSpPr>
            <p:spPr bwMode="gray">
              <a:xfrm>
                <a:off x="984250" y="534035"/>
                <a:ext cx="77470" cy="199390"/>
              </a:xfrm>
              <a:custGeom>
                <a:avLst/>
                <a:gdLst>
                  <a:gd name="T0" fmla="*/ 155 w 244"/>
                  <a:gd name="T1" fmla="*/ 0 h 629"/>
                  <a:gd name="T2" fmla="*/ 120 w 244"/>
                  <a:gd name="T3" fmla="*/ 28 h 629"/>
                  <a:gd name="T4" fmla="*/ 0 w 244"/>
                  <a:gd name="T5" fmla="*/ 601 h 629"/>
                  <a:gd name="T6" fmla="*/ 0 w 244"/>
                  <a:gd name="T7" fmla="*/ 606 h 629"/>
                  <a:gd name="T8" fmla="*/ 0 w 244"/>
                  <a:gd name="T9" fmla="*/ 607 h 629"/>
                  <a:gd name="T10" fmla="*/ 23 w 244"/>
                  <a:gd name="T11" fmla="*/ 629 h 629"/>
                  <a:gd name="T12" fmla="*/ 145 w 244"/>
                  <a:gd name="T13" fmla="*/ 629 h 629"/>
                  <a:gd name="T14" fmla="*/ 144 w 244"/>
                  <a:gd name="T15" fmla="*/ 629 h 629"/>
                  <a:gd name="T16" fmla="*/ 144 w 244"/>
                  <a:gd name="T17" fmla="*/ 629 h 629"/>
                  <a:gd name="T18" fmla="*/ 143 w 244"/>
                  <a:gd name="T19" fmla="*/ 629 h 629"/>
                  <a:gd name="T20" fmla="*/ 143 w 244"/>
                  <a:gd name="T21" fmla="*/ 629 h 629"/>
                  <a:gd name="T22" fmla="*/ 143 w 244"/>
                  <a:gd name="T23" fmla="*/ 629 h 629"/>
                  <a:gd name="T24" fmla="*/ 142 w 244"/>
                  <a:gd name="T25" fmla="*/ 629 h 629"/>
                  <a:gd name="T26" fmla="*/ 142 w 244"/>
                  <a:gd name="T27" fmla="*/ 629 h 629"/>
                  <a:gd name="T28" fmla="*/ 142 w 244"/>
                  <a:gd name="T29" fmla="*/ 629 h 629"/>
                  <a:gd name="T30" fmla="*/ 141 w 244"/>
                  <a:gd name="T31" fmla="*/ 629 h 629"/>
                  <a:gd name="T32" fmla="*/ 141 w 244"/>
                  <a:gd name="T33" fmla="*/ 629 h 629"/>
                  <a:gd name="T34" fmla="*/ 141 w 244"/>
                  <a:gd name="T35" fmla="*/ 629 h 629"/>
                  <a:gd name="T36" fmla="*/ 141 w 244"/>
                  <a:gd name="T37" fmla="*/ 629 h 629"/>
                  <a:gd name="T38" fmla="*/ 123 w 244"/>
                  <a:gd name="T39" fmla="*/ 615 h 629"/>
                  <a:gd name="T40" fmla="*/ 123 w 244"/>
                  <a:gd name="T41" fmla="*/ 615 h 629"/>
                  <a:gd name="T42" fmla="*/ 123 w 244"/>
                  <a:gd name="T43" fmla="*/ 614 h 629"/>
                  <a:gd name="T44" fmla="*/ 123 w 244"/>
                  <a:gd name="T45" fmla="*/ 614 h 629"/>
                  <a:gd name="T46" fmla="*/ 122 w 244"/>
                  <a:gd name="T47" fmla="*/ 613 h 629"/>
                  <a:gd name="T48" fmla="*/ 122 w 244"/>
                  <a:gd name="T49" fmla="*/ 613 h 629"/>
                  <a:gd name="T50" fmla="*/ 122 w 244"/>
                  <a:gd name="T51" fmla="*/ 613 h 629"/>
                  <a:gd name="T52" fmla="*/ 122 w 244"/>
                  <a:gd name="T53" fmla="*/ 612 h 629"/>
                  <a:gd name="T54" fmla="*/ 122 w 244"/>
                  <a:gd name="T55" fmla="*/ 612 h 629"/>
                  <a:gd name="T56" fmla="*/ 122 w 244"/>
                  <a:gd name="T57" fmla="*/ 612 h 629"/>
                  <a:gd name="T58" fmla="*/ 122 w 244"/>
                  <a:gd name="T59" fmla="*/ 612 h 629"/>
                  <a:gd name="T60" fmla="*/ 122 w 244"/>
                  <a:gd name="T61" fmla="*/ 605 h 629"/>
                  <a:gd name="T62" fmla="*/ 122 w 244"/>
                  <a:gd name="T63" fmla="*/ 605 h 629"/>
                  <a:gd name="T64" fmla="*/ 122 w 244"/>
                  <a:gd name="T65" fmla="*/ 605 h 629"/>
                  <a:gd name="T66" fmla="*/ 122 w 244"/>
                  <a:gd name="T67" fmla="*/ 602 h 629"/>
                  <a:gd name="T68" fmla="*/ 244 w 244"/>
                  <a:gd name="T69" fmla="*/ 0 h 629"/>
                  <a:gd name="T70" fmla="*/ 155 w 244"/>
                  <a:gd name="T71" fmla="*/ 0 h 6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4" h="629">
                    <a:moveTo>
                      <a:pt x="155" y="0"/>
                    </a:moveTo>
                    <a:cubicBezTo>
                      <a:pt x="139" y="0"/>
                      <a:pt x="123" y="13"/>
                      <a:pt x="120" y="28"/>
                    </a:cubicBezTo>
                    <a:cubicBezTo>
                      <a:pt x="0" y="601"/>
                      <a:pt x="0" y="601"/>
                      <a:pt x="0" y="601"/>
                    </a:cubicBezTo>
                    <a:cubicBezTo>
                      <a:pt x="0" y="606"/>
                      <a:pt x="0" y="606"/>
                      <a:pt x="0" y="606"/>
                    </a:cubicBezTo>
                    <a:cubicBezTo>
                      <a:pt x="0" y="607"/>
                      <a:pt x="0" y="607"/>
                      <a:pt x="0" y="607"/>
                    </a:cubicBezTo>
                    <a:cubicBezTo>
                      <a:pt x="0" y="620"/>
                      <a:pt x="10" y="629"/>
                      <a:pt x="23" y="629"/>
                    </a:cubicBezTo>
                    <a:cubicBezTo>
                      <a:pt x="145" y="629"/>
                      <a:pt x="145" y="629"/>
                      <a:pt x="145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32" y="628"/>
                      <a:pt x="126" y="623"/>
                      <a:pt x="123" y="615"/>
                    </a:cubicBezTo>
                    <a:cubicBezTo>
                      <a:pt x="123" y="615"/>
                      <a:pt x="123" y="615"/>
                      <a:pt x="123" y="615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2"/>
                      <a:pt x="122" y="602"/>
                      <a:pt x="122" y="602"/>
                    </a:cubicBezTo>
                    <a:cubicBezTo>
                      <a:pt x="244" y="0"/>
                      <a:pt x="244" y="0"/>
                      <a:pt x="244" y="0"/>
                    </a:cubicBezTo>
                    <a:lnTo>
                      <a:pt x="155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2" name="Freeform 6"/>
              <p:cNvSpPr>
                <a:spLocks noSelect="1"/>
              </p:cNvSpPr>
              <p:nvPr userDrawn="1"/>
            </p:nvSpPr>
            <p:spPr bwMode="gray">
              <a:xfrm>
                <a:off x="1078865" y="478155"/>
                <a:ext cx="218440" cy="186055"/>
              </a:xfrm>
              <a:custGeom>
                <a:avLst/>
                <a:gdLst>
                  <a:gd name="T0" fmla="*/ 0 w 687"/>
                  <a:gd name="T1" fmla="*/ 0 h 587"/>
                  <a:gd name="T2" fmla="*/ 0 w 687"/>
                  <a:gd name="T3" fmla="*/ 115 h 587"/>
                  <a:gd name="T4" fmla="*/ 229 w 687"/>
                  <a:gd name="T5" fmla="*/ 115 h 587"/>
                  <a:gd name="T6" fmla="*/ 272 w 687"/>
                  <a:gd name="T7" fmla="*/ 139 h 587"/>
                  <a:gd name="T8" fmla="*/ 569 w 687"/>
                  <a:gd name="T9" fmla="*/ 587 h 587"/>
                  <a:gd name="T10" fmla="*/ 687 w 687"/>
                  <a:gd name="T11" fmla="*/ 0 h 587"/>
                  <a:gd name="T12" fmla="*/ 0 w 687"/>
                  <a:gd name="T13" fmla="*/ 0 h 5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7" h="587">
                    <a:moveTo>
                      <a:pt x="0" y="0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229" y="115"/>
                      <a:pt x="229" y="115"/>
                      <a:pt x="229" y="115"/>
                    </a:cubicBezTo>
                    <a:cubicBezTo>
                      <a:pt x="244" y="115"/>
                      <a:pt x="264" y="126"/>
                      <a:pt x="272" y="139"/>
                    </a:cubicBezTo>
                    <a:cubicBezTo>
                      <a:pt x="569" y="587"/>
                      <a:pt x="569" y="587"/>
                      <a:pt x="569" y="587"/>
                    </a:cubicBezTo>
                    <a:cubicBezTo>
                      <a:pt x="687" y="0"/>
                      <a:pt x="687" y="0"/>
                      <a:pt x="68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3" name="Freeform 7"/>
              <p:cNvSpPr>
                <a:spLocks noSelect="1"/>
              </p:cNvSpPr>
              <p:nvPr userDrawn="1"/>
            </p:nvSpPr>
            <p:spPr bwMode="gray">
              <a:xfrm>
                <a:off x="902335" y="478155"/>
                <a:ext cx="406400" cy="385445"/>
              </a:xfrm>
              <a:custGeom>
                <a:avLst/>
                <a:gdLst>
                  <a:gd name="T0" fmla="*/ 555 w 1280"/>
                  <a:gd name="T1" fmla="*/ 0 h 1216"/>
                  <a:gd name="T2" fmla="*/ 475 w 1280"/>
                  <a:gd name="T3" fmla="*/ 0 h 1216"/>
                  <a:gd name="T4" fmla="*/ 357 w 1280"/>
                  <a:gd name="T5" fmla="*/ 9 h 1216"/>
                  <a:gd name="T6" fmla="*/ 0 w 1280"/>
                  <a:gd name="T7" fmla="*/ 447 h 1216"/>
                  <a:gd name="T8" fmla="*/ 616 w 1280"/>
                  <a:gd name="T9" fmla="*/ 1181 h 1216"/>
                  <a:gd name="T10" fmla="*/ 867 w 1280"/>
                  <a:gd name="T11" fmla="*/ 1216 h 1216"/>
                  <a:gd name="T12" fmla="*/ 872 w 1280"/>
                  <a:gd name="T13" fmla="*/ 1216 h 1216"/>
                  <a:gd name="T14" fmla="*/ 1280 w 1280"/>
                  <a:gd name="T15" fmla="*/ 1117 h 1216"/>
                  <a:gd name="T16" fmla="*/ 1033 w 1280"/>
                  <a:gd name="T17" fmla="*/ 1153 h 1216"/>
                  <a:gd name="T18" fmla="*/ 1033 w 1280"/>
                  <a:gd name="T19" fmla="*/ 1153 h 1216"/>
                  <a:gd name="T20" fmla="*/ 1033 w 1280"/>
                  <a:gd name="T21" fmla="*/ 1153 h 1216"/>
                  <a:gd name="T22" fmla="*/ 552 w 1280"/>
                  <a:gd name="T23" fmla="*/ 805 h 1216"/>
                  <a:gd name="T24" fmla="*/ 403 w 1280"/>
                  <a:gd name="T25" fmla="*/ 805 h 1216"/>
                  <a:gd name="T26" fmla="*/ 281 w 1280"/>
                  <a:gd name="T27" fmla="*/ 805 h 1216"/>
                  <a:gd name="T28" fmla="*/ 258 w 1280"/>
                  <a:gd name="T29" fmla="*/ 783 h 1216"/>
                  <a:gd name="T30" fmla="*/ 258 w 1280"/>
                  <a:gd name="T31" fmla="*/ 782 h 1216"/>
                  <a:gd name="T32" fmla="*/ 258 w 1280"/>
                  <a:gd name="T33" fmla="*/ 777 h 1216"/>
                  <a:gd name="T34" fmla="*/ 378 w 1280"/>
                  <a:gd name="T35" fmla="*/ 204 h 1216"/>
                  <a:gd name="T36" fmla="*/ 413 w 1280"/>
                  <a:gd name="T37" fmla="*/ 176 h 1216"/>
                  <a:gd name="T38" fmla="*/ 502 w 1280"/>
                  <a:gd name="T39" fmla="*/ 176 h 1216"/>
                  <a:gd name="T40" fmla="*/ 502 w 1280"/>
                  <a:gd name="T41" fmla="*/ 176 h 1216"/>
                  <a:gd name="T42" fmla="*/ 509 w 1280"/>
                  <a:gd name="T43" fmla="*/ 143 h 1216"/>
                  <a:gd name="T44" fmla="*/ 509 w 1280"/>
                  <a:gd name="T45" fmla="*/ 141 h 1216"/>
                  <a:gd name="T46" fmla="*/ 509 w 1280"/>
                  <a:gd name="T47" fmla="*/ 141 h 1216"/>
                  <a:gd name="T48" fmla="*/ 515 w 1280"/>
                  <a:gd name="T49" fmla="*/ 130 h 1216"/>
                  <a:gd name="T50" fmla="*/ 516 w 1280"/>
                  <a:gd name="T51" fmla="*/ 128 h 1216"/>
                  <a:gd name="T52" fmla="*/ 517 w 1280"/>
                  <a:gd name="T53" fmla="*/ 128 h 1216"/>
                  <a:gd name="T54" fmla="*/ 517 w 1280"/>
                  <a:gd name="T55" fmla="*/ 127 h 1216"/>
                  <a:gd name="T56" fmla="*/ 518 w 1280"/>
                  <a:gd name="T57" fmla="*/ 127 h 1216"/>
                  <a:gd name="T58" fmla="*/ 518 w 1280"/>
                  <a:gd name="T59" fmla="*/ 127 h 1216"/>
                  <a:gd name="T60" fmla="*/ 518 w 1280"/>
                  <a:gd name="T61" fmla="*/ 126 h 1216"/>
                  <a:gd name="T62" fmla="*/ 518 w 1280"/>
                  <a:gd name="T63" fmla="*/ 126 h 1216"/>
                  <a:gd name="T64" fmla="*/ 532 w 1280"/>
                  <a:gd name="T65" fmla="*/ 117 h 1216"/>
                  <a:gd name="T66" fmla="*/ 532 w 1280"/>
                  <a:gd name="T67" fmla="*/ 117 h 1216"/>
                  <a:gd name="T68" fmla="*/ 532 w 1280"/>
                  <a:gd name="T69" fmla="*/ 117 h 1216"/>
                  <a:gd name="T70" fmla="*/ 543 w 1280"/>
                  <a:gd name="T71" fmla="*/ 115 h 1216"/>
                  <a:gd name="T72" fmla="*/ 543 w 1280"/>
                  <a:gd name="T73" fmla="*/ 115 h 1216"/>
                  <a:gd name="T74" fmla="*/ 555 w 1280"/>
                  <a:gd name="T75" fmla="*/ 115 h 1216"/>
                  <a:gd name="T76" fmla="*/ 557 w 1280"/>
                  <a:gd name="T77" fmla="*/ 115 h 1216"/>
                  <a:gd name="T78" fmla="*/ 557 w 1280"/>
                  <a:gd name="T79" fmla="*/ 0 h 1216"/>
                  <a:gd name="T80" fmla="*/ 555 w 1280"/>
                  <a:gd name="T81" fmla="*/ 0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280" h="1216">
                    <a:moveTo>
                      <a:pt x="555" y="0"/>
                    </a:moveTo>
                    <a:cubicBezTo>
                      <a:pt x="475" y="0"/>
                      <a:pt x="475" y="0"/>
                      <a:pt x="475" y="0"/>
                    </a:cubicBezTo>
                    <a:cubicBezTo>
                      <a:pt x="435" y="0"/>
                      <a:pt x="395" y="3"/>
                      <a:pt x="357" y="9"/>
                    </a:cubicBezTo>
                    <a:cubicBezTo>
                      <a:pt x="161" y="42"/>
                      <a:pt x="0" y="165"/>
                      <a:pt x="0" y="447"/>
                    </a:cubicBezTo>
                    <a:cubicBezTo>
                      <a:pt x="0" y="730"/>
                      <a:pt x="239" y="1072"/>
                      <a:pt x="616" y="1181"/>
                    </a:cubicBezTo>
                    <a:cubicBezTo>
                      <a:pt x="694" y="1204"/>
                      <a:pt x="778" y="1216"/>
                      <a:pt x="867" y="1216"/>
                    </a:cubicBezTo>
                    <a:cubicBezTo>
                      <a:pt x="872" y="1216"/>
                      <a:pt x="872" y="1216"/>
                      <a:pt x="872" y="1216"/>
                    </a:cubicBezTo>
                    <a:cubicBezTo>
                      <a:pt x="1019" y="1216"/>
                      <a:pt x="1157" y="1180"/>
                      <a:pt x="1280" y="1117"/>
                    </a:cubicBezTo>
                    <a:cubicBezTo>
                      <a:pt x="1190" y="1142"/>
                      <a:pt x="1108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728" y="1153"/>
                      <a:pt x="552" y="970"/>
                      <a:pt x="552" y="805"/>
                    </a:cubicBezTo>
                    <a:cubicBezTo>
                      <a:pt x="403" y="805"/>
                      <a:pt x="403" y="805"/>
                      <a:pt x="403" y="805"/>
                    </a:cubicBezTo>
                    <a:cubicBezTo>
                      <a:pt x="281" y="805"/>
                      <a:pt x="281" y="805"/>
                      <a:pt x="281" y="805"/>
                    </a:cubicBezTo>
                    <a:cubicBezTo>
                      <a:pt x="268" y="805"/>
                      <a:pt x="258" y="796"/>
                      <a:pt x="258" y="783"/>
                    </a:cubicBezTo>
                    <a:cubicBezTo>
                      <a:pt x="258" y="782"/>
                      <a:pt x="258" y="782"/>
                      <a:pt x="258" y="782"/>
                    </a:cubicBezTo>
                    <a:cubicBezTo>
                      <a:pt x="258" y="777"/>
                      <a:pt x="258" y="777"/>
                      <a:pt x="258" y="777"/>
                    </a:cubicBezTo>
                    <a:cubicBezTo>
                      <a:pt x="378" y="204"/>
                      <a:pt x="378" y="204"/>
                      <a:pt x="378" y="204"/>
                    </a:cubicBezTo>
                    <a:cubicBezTo>
                      <a:pt x="381" y="189"/>
                      <a:pt x="397" y="176"/>
                      <a:pt x="413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9" y="143"/>
                      <a:pt x="509" y="143"/>
                      <a:pt x="509" y="143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15" y="130"/>
                      <a:pt x="515" y="130"/>
                      <a:pt x="515" y="130"/>
                    </a:cubicBezTo>
                    <a:cubicBezTo>
                      <a:pt x="516" y="128"/>
                      <a:pt x="516" y="128"/>
                      <a:pt x="516" y="128"/>
                    </a:cubicBezTo>
                    <a:cubicBezTo>
                      <a:pt x="517" y="128"/>
                      <a:pt x="517" y="128"/>
                      <a:pt x="517" y="128"/>
                    </a:cubicBezTo>
                    <a:cubicBezTo>
                      <a:pt x="517" y="127"/>
                      <a:pt x="517" y="127"/>
                      <a:pt x="517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55" y="115"/>
                      <a:pt x="555" y="115"/>
                      <a:pt x="555" y="115"/>
                    </a:cubicBezTo>
                    <a:cubicBezTo>
                      <a:pt x="557" y="115"/>
                      <a:pt x="557" y="115"/>
                      <a:pt x="557" y="115"/>
                    </a:cubicBezTo>
                    <a:cubicBezTo>
                      <a:pt x="557" y="0"/>
                      <a:pt x="557" y="0"/>
                      <a:pt x="557" y="0"/>
                    </a:cubicBezTo>
                    <a:lnTo>
                      <a:pt x="555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4" name="Freeform 8"/>
              <p:cNvSpPr>
                <a:spLocks noSelect="1"/>
              </p:cNvSpPr>
              <p:nvPr userDrawn="1"/>
            </p:nvSpPr>
            <p:spPr bwMode="gray">
              <a:xfrm>
                <a:off x="1077595" y="429895"/>
                <a:ext cx="386715" cy="414020"/>
              </a:xfrm>
              <a:custGeom>
                <a:avLst/>
                <a:gdLst>
                  <a:gd name="T0" fmla="*/ 770 w 1219"/>
                  <a:gd name="T1" fmla="*/ 928 h 1304"/>
                  <a:gd name="T2" fmla="*/ 350 w 1219"/>
                  <a:gd name="T3" fmla="*/ 929 h 1304"/>
                  <a:gd name="T4" fmla="*/ 38 w 1219"/>
                  <a:gd name="T5" fmla="*/ 955 h 1304"/>
                  <a:gd name="T6" fmla="*/ 30 w 1219"/>
                  <a:gd name="T7" fmla="*/ 956 h 1304"/>
                  <a:gd name="T8" fmla="*/ 481 w 1219"/>
                  <a:gd name="T9" fmla="*/ 1304 h 1304"/>
                  <a:gd name="T10" fmla="*/ 734 w 1219"/>
                  <a:gd name="T11" fmla="*/ 1265 h 1304"/>
                  <a:gd name="T12" fmla="*/ 744 w 1219"/>
                  <a:gd name="T13" fmla="*/ 1259 h 1304"/>
                  <a:gd name="T14" fmla="*/ 755 w 1219"/>
                  <a:gd name="T15" fmla="*/ 1253 h 1304"/>
                  <a:gd name="T16" fmla="*/ 765 w 1219"/>
                  <a:gd name="T17" fmla="*/ 1247 h 1304"/>
                  <a:gd name="T18" fmla="*/ 776 w 1219"/>
                  <a:gd name="T19" fmla="*/ 1241 h 1304"/>
                  <a:gd name="T20" fmla="*/ 786 w 1219"/>
                  <a:gd name="T21" fmla="*/ 1235 h 1304"/>
                  <a:gd name="T22" fmla="*/ 797 w 1219"/>
                  <a:gd name="T23" fmla="*/ 1228 h 1304"/>
                  <a:gd name="T24" fmla="*/ 806 w 1219"/>
                  <a:gd name="T25" fmla="*/ 1222 h 1304"/>
                  <a:gd name="T26" fmla="*/ 816 w 1219"/>
                  <a:gd name="T27" fmla="*/ 1215 h 1304"/>
                  <a:gd name="T28" fmla="*/ 826 w 1219"/>
                  <a:gd name="T29" fmla="*/ 1209 h 1304"/>
                  <a:gd name="T30" fmla="*/ 836 w 1219"/>
                  <a:gd name="T31" fmla="*/ 1202 h 1304"/>
                  <a:gd name="T32" fmla="*/ 846 w 1219"/>
                  <a:gd name="T33" fmla="*/ 1195 h 1304"/>
                  <a:gd name="T34" fmla="*/ 856 w 1219"/>
                  <a:gd name="T35" fmla="*/ 1188 h 1304"/>
                  <a:gd name="T36" fmla="*/ 870 w 1219"/>
                  <a:gd name="T37" fmla="*/ 1177 h 1304"/>
                  <a:gd name="T38" fmla="*/ 879 w 1219"/>
                  <a:gd name="T39" fmla="*/ 1169 h 1304"/>
                  <a:gd name="T40" fmla="*/ 898 w 1219"/>
                  <a:gd name="T41" fmla="*/ 1154 h 1304"/>
                  <a:gd name="T42" fmla="*/ 942 w 1219"/>
                  <a:gd name="T43" fmla="*/ 1114 h 1304"/>
                  <a:gd name="T44" fmla="*/ 955 w 1219"/>
                  <a:gd name="T45" fmla="*/ 1101 h 1304"/>
                  <a:gd name="T46" fmla="*/ 964 w 1219"/>
                  <a:gd name="T47" fmla="*/ 1092 h 1304"/>
                  <a:gd name="T48" fmla="*/ 972 w 1219"/>
                  <a:gd name="T49" fmla="*/ 1084 h 1304"/>
                  <a:gd name="T50" fmla="*/ 981 w 1219"/>
                  <a:gd name="T51" fmla="*/ 1075 h 1304"/>
                  <a:gd name="T52" fmla="*/ 990 w 1219"/>
                  <a:gd name="T53" fmla="*/ 1064 h 1304"/>
                  <a:gd name="T54" fmla="*/ 1206 w 1219"/>
                  <a:gd name="T55" fmla="*/ 617 h 1304"/>
                  <a:gd name="T56" fmla="*/ 1207 w 1219"/>
                  <a:gd name="T57" fmla="*/ 609 h 1304"/>
                  <a:gd name="T58" fmla="*/ 1209 w 1219"/>
                  <a:gd name="T59" fmla="*/ 594 h 1304"/>
                  <a:gd name="T60" fmla="*/ 1211 w 1219"/>
                  <a:gd name="T61" fmla="*/ 585 h 1304"/>
                  <a:gd name="T62" fmla="*/ 1212 w 1219"/>
                  <a:gd name="T63" fmla="*/ 570 h 1304"/>
                  <a:gd name="T64" fmla="*/ 1213 w 1219"/>
                  <a:gd name="T65" fmla="*/ 561 h 1304"/>
                  <a:gd name="T66" fmla="*/ 1215 w 1219"/>
                  <a:gd name="T67" fmla="*/ 551 h 1304"/>
                  <a:gd name="T68" fmla="*/ 1215 w 1219"/>
                  <a:gd name="T69" fmla="*/ 542 h 1304"/>
                  <a:gd name="T70" fmla="*/ 1216 w 1219"/>
                  <a:gd name="T71" fmla="*/ 532 h 1304"/>
                  <a:gd name="T72" fmla="*/ 1217 w 1219"/>
                  <a:gd name="T73" fmla="*/ 522 h 1304"/>
                  <a:gd name="T74" fmla="*/ 1217 w 1219"/>
                  <a:gd name="T75" fmla="*/ 513 h 1304"/>
                  <a:gd name="T76" fmla="*/ 1218 w 1219"/>
                  <a:gd name="T77" fmla="*/ 502 h 1304"/>
                  <a:gd name="T78" fmla="*/ 1218 w 1219"/>
                  <a:gd name="T79" fmla="*/ 493 h 1304"/>
                  <a:gd name="T80" fmla="*/ 1218 w 1219"/>
                  <a:gd name="T81" fmla="*/ 483 h 1304"/>
                  <a:gd name="T82" fmla="*/ 1219 w 1219"/>
                  <a:gd name="T83" fmla="*/ 473 h 1304"/>
                  <a:gd name="T84" fmla="*/ 1219 w 1219"/>
                  <a:gd name="T85" fmla="*/ 459 h 1304"/>
                  <a:gd name="T86" fmla="*/ 1218 w 1219"/>
                  <a:gd name="T87" fmla="*/ 447 h 1304"/>
                  <a:gd name="T88" fmla="*/ 1218 w 1219"/>
                  <a:gd name="T89" fmla="*/ 436 h 1304"/>
                  <a:gd name="T90" fmla="*/ 1218 w 1219"/>
                  <a:gd name="T91" fmla="*/ 424 h 1304"/>
                  <a:gd name="T92" fmla="*/ 1217 w 1219"/>
                  <a:gd name="T93" fmla="*/ 413 h 1304"/>
                  <a:gd name="T94" fmla="*/ 1216 w 1219"/>
                  <a:gd name="T95" fmla="*/ 402 h 1304"/>
                  <a:gd name="T96" fmla="*/ 1216 w 1219"/>
                  <a:gd name="T97" fmla="*/ 391 h 1304"/>
                  <a:gd name="T98" fmla="*/ 1215 w 1219"/>
                  <a:gd name="T99" fmla="*/ 380 h 1304"/>
                  <a:gd name="T100" fmla="*/ 1214 w 1219"/>
                  <a:gd name="T101" fmla="*/ 369 h 1304"/>
                  <a:gd name="T102" fmla="*/ 1212 w 1219"/>
                  <a:gd name="T103" fmla="*/ 353 h 1304"/>
                  <a:gd name="T104" fmla="*/ 1210 w 1219"/>
                  <a:gd name="T105" fmla="*/ 342 h 1304"/>
                  <a:gd name="T106" fmla="*/ 1209 w 1219"/>
                  <a:gd name="T107" fmla="*/ 331 h 1304"/>
                  <a:gd name="T108" fmla="*/ 1207 w 1219"/>
                  <a:gd name="T109" fmla="*/ 320 h 1304"/>
                  <a:gd name="T110" fmla="*/ 1193 w 1219"/>
                  <a:gd name="T111" fmla="*/ 248 h 1304"/>
                  <a:gd name="T112" fmla="*/ 1187 w 1219"/>
                  <a:gd name="T113" fmla="*/ 226 h 1304"/>
                  <a:gd name="T114" fmla="*/ 1184 w 1219"/>
                  <a:gd name="T115" fmla="*/ 215 h 1304"/>
                  <a:gd name="T116" fmla="*/ 1181 w 1219"/>
                  <a:gd name="T117" fmla="*/ 204 h 1304"/>
                  <a:gd name="T118" fmla="*/ 1177 w 1219"/>
                  <a:gd name="T119" fmla="*/ 193 h 1304"/>
                  <a:gd name="T120" fmla="*/ 1174 w 1219"/>
                  <a:gd name="T121" fmla="*/ 182 h 1304"/>
                  <a:gd name="T122" fmla="*/ 1090 w 1219"/>
                  <a:gd name="T123" fmla="*/ 0 h 1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219" h="1304">
                    <a:moveTo>
                      <a:pt x="1126" y="206"/>
                    </a:moveTo>
                    <a:cubicBezTo>
                      <a:pt x="1126" y="329"/>
                      <a:pt x="1089" y="447"/>
                      <a:pt x="1016" y="537"/>
                    </a:cubicBezTo>
                    <a:cubicBezTo>
                      <a:pt x="972" y="592"/>
                      <a:pt x="902" y="646"/>
                      <a:pt x="820" y="685"/>
                    </a:cubicBezTo>
                    <a:cubicBezTo>
                      <a:pt x="770" y="928"/>
                      <a:pt x="770" y="928"/>
                      <a:pt x="770" y="928"/>
                    </a:cubicBezTo>
                    <a:cubicBezTo>
                      <a:pt x="767" y="943"/>
                      <a:pt x="751" y="956"/>
                      <a:pt x="736" y="956"/>
                    </a:cubicBezTo>
                    <a:cubicBezTo>
                      <a:pt x="493" y="956"/>
                      <a:pt x="493" y="956"/>
                      <a:pt x="493" y="956"/>
                    </a:cubicBezTo>
                    <a:cubicBezTo>
                      <a:pt x="399" y="956"/>
                      <a:pt x="399" y="956"/>
                      <a:pt x="399" y="956"/>
                    </a:cubicBezTo>
                    <a:cubicBezTo>
                      <a:pt x="381" y="956"/>
                      <a:pt x="359" y="944"/>
                      <a:pt x="350" y="929"/>
                    </a:cubicBezTo>
                    <a:cubicBezTo>
                      <a:pt x="131" y="590"/>
                      <a:pt x="131" y="590"/>
                      <a:pt x="131" y="590"/>
                    </a:cubicBezTo>
                    <a:cubicBezTo>
                      <a:pt x="63" y="929"/>
                      <a:pt x="63" y="929"/>
                      <a:pt x="63" y="929"/>
                    </a:cubicBezTo>
                    <a:cubicBezTo>
                      <a:pt x="60" y="941"/>
                      <a:pt x="50" y="951"/>
                      <a:pt x="38" y="955"/>
                    </a:cubicBezTo>
                    <a:cubicBezTo>
                      <a:pt x="38" y="955"/>
                      <a:pt x="38" y="955"/>
                      <a:pt x="38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0" y="956"/>
                      <a:pt x="30" y="956"/>
                      <a:pt x="30" y="956"/>
                    </a:cubicBezTo>
                    <a:cubicBezTo>
                      <a:pt x="29" y="956"/>
                      <a:pt x="29" y="956"/>
                      <a:pt x="29" y="956"/>
                    </a:cubicBezTo>
                    <a:cubicBezTo>
                      <a:pt x="0" y="956"/>
                      <a:pt x="0" y="956"/>
                      <a:pt x="0" y="956"/>
                    </a:cubicBezTo>
                    <a:cubicBezTo>
                      <a:pt x="0" y="1121"/>
                      <a:pt x="176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556" y="1304"/>
                      <a:pt x="638" y="1293"/>
                      <a:pt x="728" y="1268"/>
                    </a:cubicBezTo>
                    <a:cubicBezTo>
                      <a:pt x="732" y="1265"/>
                      <a:pt x="732" y="1265"/>
                      <a:pt x="732" y="1265"/>
                    </a:cubicBezTo>
                    <a:cubicBezTo>
                      <a:pt x="734" y="1265"/>
                      <a:pt x="734" y="1265"/>
                      <a:pt x="734" y="1265"/>
                    </a:cubicBezTo>
                    <a:cubicBezTo>
                      <a:pt x="738" y="1262"/>
                      <a:pt x="738" y="1262"/>
                      <a:pt x="738" y="1262"/>
                    </a:cubicBezTo>
                    <a:cubicBezTo>
                      <a:pt x="739" y="1262"/>
                      <a:pt x="739" y="1262"/>
                      <a:pt x="739" y="1262"/>
                    </a:cubicBezTo>
                    <a:cubicBezTo>
                      <a:pt x="743" y="1260"/>
                      <a:pt x="743" y="1260"/>
                      <a:pt x="743" y="1260"/>
                    </a:cubicBezTo>
                    <a:cubicBezTo>
                      <a:pt x="744" y="1259"/>
                      <a:pt x="744" y="1259"/>
                      <a:pt x="744" y="1259"/>
                    </a:cubicBezTo>
                    <a:cubicBezTo>
                      <a:pt x="749" y="1257"/>
                      <a:pt x="749" y="1257"/>
                      <a:pt x="749" y="1257"/>
                    </a:cubicBezTo>
                    <a:cubicBezTo>
                      <a:pt x="750" y="1256"/>
                      <a:pt x="750" y="1256"/>
                      <a:pt x="750" y="1256"/>
                    </a:cubicBezTo>
                    <a:cubicBezTo>
                      <a:pt x="754" y="1254"/>
                      <a:pt x="754" y="1254"/>
                      <a:pt x="754" y="1254"/>
                    </a:cubicBezTo>
                    <a:cubicBezTo>
                      <a:pt x="755" y="1253"/>
                      <a:pt x="755" y="1253"/>
                      <a:pt x="755" y="1253"/>
                    </a:cubicBezTo>
                    <a:cubicBezTo>
                      <a:pt x="759" y="1251"/>
                      <a:pt x="759" y="1251"/>
                      <a:pt x="759" y="1251"/>
                    </a:cubicBezTo>
                    <a:cubicBezTo>
                      <a:pt x="760" y="1250"/>
                      <a:pt x="760" y="1250"/>
                      <a:pt x="760" y="1250"/>
                    </a:cubicBezTo>
                    <a:cubicBezTo>
                      <a:pt x="765" y="1248"/>
                      <a:pt x="765" y="1248"/>
                      <a:pt x="765" y="1248"/>
                    </a:cubicBezTo>
                    <a:cubicBezTo>
                      <a:pt x="765" y="1247"/>
                      <a:pt x="765" y="1247"/>
                      <a:pt x="765" y="1247"/>
                    </a:cubicBezTo>
                    <a:cubicBezTo>
                      <a:pt x="769" y="1245"/>
                      <a:pt x="769" y="1245"/>
                      <a:pt x="769" y="1245"/>
                    </a:cubicBezTo>
                    <a:cubicBezTo>
                      <a:pt x="771" y="1244"/>
                      <a:pt x="771" y="1244"/>
                      <a:pt x="771" y="1244"/>
                    </a:cubicBezTo>
                    <a:cubicBezTo>
                      <a:pt x="775" y="1242"/>
                      <a:pt x="775" y="1242"/>
                      <a:pt x="775" y="1242"/>
                    </a:cubicBezTo>
                    <a:cubicBezTo>
                      <a:pt x="776" y="1241"/>
                      <a:pt x="776" y="1241"/>
                      <a:pt x="776" y="1241"/>
                    </a:cubicBezTo>
                    <a:cubicBezTo>
                      <a:pt x="780" y="1239"/>
                      <a:pt x="780" y="1239"/>
                      <a:pt x="780" y="1239"/>
                    </a:cubicBezTo>
                    <a:cubicBezTo>
                      <a:pt x="781" y="1238"/>
                      <a:pt x="781" y="1238"/>
                      <a:pt x="781" y="1238"/>
                    </a:cubicBezTo>
                    <a:cubicBezTo>
                      <a:pt x="785" y="1236"/>
                      <a:pt x="785" y="1236"/>
                      <a:pt x="785" y="1236"/>
                    </a:cubicBezTo>
                    <a:cubicBezTo>
                      <a:pt x="786" y="1235"/>
                      <a:pt x="786" y="1235"/>
                      <a:pt x="786" y="1235"/>
                    </a:cubicBezTo>
                    <a:cubicBezTo>
                      <a:pt x="790" y="1232"/>
                      <a:pt x="790" y="1232"/>
                      <a:pt x="790" y="1232"/>
                    </a:cubicBezTo>
                    <a:cubicBezTo>
                      <a:pt x="791" y="1232"/>
                      <a:pt x="791" y="1232"/>
                      <a:pt x="791" y="1232"/>
                    </a:cubicBezTo>
                    <a:cubicBezTo>
                      <a:pt x="795" y="1229"/>
                      <a:pt x="795" y="1229"/>
                      <a:pt x="795" y="1229"/>
                    </a:cubicBezTo>
                    <a:cubicBezTo>
                      <a:pt x="797" y="1228"/>
                      <a:pt x="797" y="1228"/>
                      <a:pt x="797" y="1228"/>
                    </a:cubicBezTo>
                    <a:cubicBezTo>
                      <a:pt x="801" y="1226"/>
                      <a:pt x="801" y="1226"/>
                      <a:pt x="801" y="1226"/>
                    </a:cubicBezTo>
                    <a:cubicBezTo>
                      <a:pt x="802" y="1225"/>
                      <a:pt x="802" y="1225"/>
                      <a:pt x="802" y="1225"/>
                    </a:cubicBezTo>
                    <a:cubicBezTo>
                      <a:pt x="805" y="1223"/>
                      <a:pt x="805" y="1223"/>
                      <a:pt x="805" y="1223"/>
                    </a:cubicBezTo>
                    <a:cubicBezTo>
                      <a:pt x="806" y="1222"/>
                      <a:pt x="806" y="1222"/>
                      <a:pt x="806" y="1222"/>
                    </a:cubicBezTo>
                    <a:cubicBezTo>
                      <a:pt x="811" y="1219"/>
                      <a:pt x="811" y="1219"/>
                      <a:pt x="811" y="1219"/>
                    </a:cubicBezTo>
                    <a:cubicBezTo>
                      <a:pt x="812" y="1219"/>
                      <a:pt x="812" y="1219"/>
                      <a:pt x="812" y="1219"/>
                    </a:cubicBezTo>
                    <a:cubicBezTo>
                      <a:pt x="815" y="1216"/>
                      <a:pt x="815" y="1216"/>
                      <a:pt x="815" y="1216"/>
                    </a:cubicBezTo>
                    <a:cubicBezTo>
                      <a:pt x="816" y="1215"/>
                      <a:pt x="816" y="1215"/>
                      <a:pt x="816" y="1215"/>
                    </a:cubicBezTo>
                    <a:cubicBezTo>
                      <a:pt x="821" y="1213"/>
                      <a:pt x="821" y="1213"/>
                      <a:pt x="821" y="1213"/>
                    </a:cubicBezTo>
                    <a:cubicBezTo>
                      <a:pt x="822" y="1212"/>
                      <a:pt x="822" y="1212"/>
                      <a:pt x="822" y="1212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31" y="1206"/>
                      <a:pt x="831" y="1206"/>
                      <a:pt x="831" y="1206"/>
                    </a:cubicBezTo>
                    <a:cubicBezTo>
                      <a:pt x="831" y="1205"/>
                      <a:pt x="831" y="1205"/>
                      <a:pt x="831" y="1205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40" y="1199"/>
                      <a:pt x="840" y="1199"/>
                      <a:pt x="840" y="1199"/>
                    </a:cubicBezTo>
                    <a:cubicBezTo>
                      <a:pt x="841" y="1198"/>
                      <a:pt x="841" y="1198"/>
                      <a:pt x="841" y="1198"/>
                    </a:cubicBezTo>
                    <a:cubicBezTo>
                      <a:pt x="845" y="1195"/>
                      <a:pt x="845" y="1195"/>
                      <a:pt x="845" y="1195"/>
                    </a:cubicBezTo>
                    <a:cubicBezTo>
                      <a:pt x="846" y="1195"/>
                      <a:pt x="846" y="1195"/>
                      <a:pt x="846" y="1195"/>
                    </a:cubicBezTo>
                    <a:cubicBezTo>
                      <a:pt x="850" y="1192"/>
                      <a:pt x="850" y="1192"/>
                      <a:pt x="850" y="1192"/>
                    </a:cubicBezTo>
                    <a:cubicBezTo>
                      <a:pt x="851" y="1191"/>
                      <a:pt x="851" y="1191"/>
                      <a:pt x="851" y="1191"/>
                    </a:cubicBezTo>
                    <a:cubicBezTo>
                      <a:pt x="855" y="1188"/>
                      <a:pt x="855" y="1188"/>
                      <a:pt x="855" y="1188"/>
                    </a:cubicBezTo>
                    <a:cubicBezTo>
                      <a:pt x="856" y="1188"/>
                      <a:pt x="856" y="1188"/>
                      <a:pt x="856" y="1188"/>
                    </a:cubicBezTo>
                    <a:cubicBezTo>
                      <a:pt x="865" y="1181"/>
                      <a:pt x="865" y="1181"/>
                      <a:pt x="865" y="1181"/>
                    </a:cubicBezTo>
                    <a:cubicBezTo>
                      <a:pt x="865" y="1180"/>
                      <a:pt x="865" y="1180"/>
                      <a:pt x="865" y="1180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4" y="1173"/>
                      <a:pt x="874" y="1173"/>
                      <a:pt x="874" y="1173"/>
                    </a:cubicBezTo>
                    <a:cubicBezTo>
                      <a:pt x="875" y="1173"/>
                      <a:pt x="875" y="1173"/>
                      <a:pt x="875" y="1173"/>
                    </a:cubicBezTo>
                    <a:cubicBezTo>
                      <a:pt x="879" y="1170"/>
                      <a:pt x="879" y="1170"/>
                      <a:pt x="879" y="1170"/>
                    </a:cubicBezTo>
                    <a:cubicBezTo>
                      <a:pt x="879" y="1169"/>
                      <a:pt x="879" y="1169"/>
                      <a:pt x="879" y="1169"/>
                    </a:cubicBezTo>
                    <a:cubicBezTo>
                      <a:pt x="888" y="1162"/>
                      <a:pt x="888" y="1162"/>
                      <a:pt x="888" y="1162"/>
                    </a:cubicBezTo>
                    <a:cubicBezTo>
                      <a:pt x="889" y="1162"/>
                      <a:pt x="889" y="1162"/>
                      <a:pt x="889" y="1162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911" y="1143"/>
                      <a:pt x="911" y="1143"/>
                      <a:pt x="911" y="1143"/>
                    </a:cubicBezTo>
                    <a:cubicBezTo>
                      <a:pt x="911" y="1142"/>
                      <a:pt x="911" y="1142"/>
                      <a:pt x="911" y="1142"/>
                    </a:cubicBezTo>
                    <a:cubicBezTo>
                      <a:pt x="922" y="1133"/>
                      <a:pt x="932" y="1124"/>
                      <a:pt x="942" y="1114"/>
                    </a:cubicBezTo>
                    <a:cubicBezTo>
                      <a:pt x="942" y="1114"/>
                      <a:pt x="942" y="1114"/>
                      <a:pt x="942" y="1114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9" y="1097"/>
                      <a:pt x="959" y="1097"/>
                      <a:pt x="959" y="1097"/>
                    </a:cubicBezTo>
                    <a:cubicBezTo>
                      <a:pt x="960" y="1097"/>
                      <a:pt x="960" y="1097"/>
                      <a:pt x="960" y="1097"/>
                    </a:cubicBezTo>
                    <a:cubicBezTo>
                      <a:pt x="963" y="1093"/>
                      <a:pt x="963" y="1093"/>
                      <a:pt x="963" y="1093"/>
                    </a:cubicBezTo>
                    <a:cubicBezTo>
                      <a:pt x="964" y="1092"/>
                      <a:pt x="964" y="1092"/>
                      <a:pt x="964" y="1092"/>
                    </a:cubicBezTo>
                    <a:cubicBezTo>
                      <a:pt x="967" y="1089"/>
                      <a:pt x="967" y="1089"/>
                      <a:pt x="967" y="1089"/>
                    </a:cubicBezTo>
                    <a:cubicBezTo>
                      <a:pt x="968" y="1088"/>
                      <a:pt x="968" y="1088"/>
                      <a:pt x="968" y="1088"/>
                    </a:cubicBezTo>
                    <a:cubicBezTo>
                      <a:pt x="971" y="1085"/>
                      <a:pt x="971" y="1085"/>
                      <a:pt x="971" y="1085"/>
                    </a:cubicBezTo>
                    <a:cubicBezTo>
                      <a:pt x="972" y="1084"/>
                      <a:pt x="972" y="1084"/>
                      <a:pt x="972" y="1084"/>
                    </a:cubicBezTo>
                    <a:cubicBezTo>
                      <a:pt x="976" y="1080"/>
                      <a:pt x="976" y="1080"/>
                      <a:pt x="976" y="1080"/>
                    </a:cubicBezTo>
                    <a:cubicBezTo>
                      <a:pt x="977" y="1079"/>
                      <a:pt x="977" y="1079"/>
                      <a:pt x="977" y="1079"/>
                    </a:cubicBezTo>
                    <a:cubicBezTo>
                      <a:pt x="979" y="1076"/>
                      <a:pt x="979" y="1076"/>
                      <a:pt x="979" y="1076"/>
                    </a:cubicBezTo>
                    <a:cubicBezTo>
                      <a:pt x="981" y="1075"/>
                      <a:pt x="981" y="1075"/>
                      <a:pt x="981" y="1075"/>
                    </a:cubicBezTo>
                    <a:cubicBezTo>
                      <a:pt x="984" y="1072"/>
                      <a:pt x="984" y="1072"/>
                      <a:pt x="984" y="1072"/>
                    </a:cubicBezTo>
                    <a:cubicBezTo>
                      <a:pt x="985" y="1070"/>
                      <a:pt x="985" y="1070"/>
                      <a:pt x="985" y="1070"/>
                    </a:cubicBezTo>
                    <a:cubicBezTo>
                      <a:pt x="987" y="1068"/>
                      <a:pt x="987" y="1068"/>
                      <a:pt x="987" y="1068"/>
                    </a:cubicBezTo>
                    <a:cubicBezTo>
                      <a:pt x="990" y="1064"/>
                      <a:pt x="990" y="1064"/>
                      <a:pt x="990" y="1064"/>
                    </a:cubicBezTo>
                    <a:cubicBezTo>
                      <a:pt x="991" y="1063"/>
                      <a:pt x="991" y="1063"/>
                      <a:pt x="991" y="1063"/>
                    </a:cubicBezTo>
                    <a:cubicBezTo>
                      <a:pt x="994" y="1061"/>
                      <a:pt x="994" y="1061"/>
                      <a:pt x="994" y="1061"/>
                    </a:cubicBezTo>
                    <a:cubicBezTo>
                      <a:pt x="994" y="1060"/>
                      <a:pt x="994" y="1060"/>
                      <a:pt x="994" y="1060"/>
                    </a:cubicBezTo>
                    <a:cubicBezTo>
                      <a:pt x="1102" y="937"/>
                      <a:pt x="1177" y="785"/>
                      <a:pt x="1206" y="617"/>
                    </a:cubicBezTo>
                    <a:cubicBezTo>
                      <a:pt x="1206" y="617"/>
                      <a:pt x="1206" y="617"/>
                      <a:pt x="1206" y="617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4"/>
                      <a:pt x="1209" y="594"/>
                      <a:pt x="1209" y="594"/>
                    </a:cubicBezTo>
                    <a:cubicBezTo>
                      <a:pt x="1210" y="593"/>
                      <a:pt x="1210" y="593"/>
                      <a:pt x="1210" y="593"/>
                    </a:cubicBezTo>
                    <a:cubicBezTo>
                      <a:pt x="1210" y="589"/>
                      <a:pt x="1210" y="589"/>
                      <a:pt x="1210" y="589"/>
                    </a:cubicBezTo>
                    <a:cubicBezTo>
                      <a:pt x="1210" y="588"/>
                      <a:pt x="1210" y="588"/>
                      <a:pt x="1210" y="588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2" y="574"/>
                      <a:pt x="1212" y="574"/>
                      <a:pt x="1212" y="574"/>
                    </a:cubicBezTo>
                    <a:cubicBezTo>
                      <a:pt x="1212" y="573"/>
                      <a:pt x="1212" y="573"/>
                      <a:pt x="1212" y="573"/>
                    </a:cubicBezTo>
                    <a:cubicBezTo>
                      <a:pt x="1212" y="570"/>
                      <a:pt x="1212" y="570"/>
                      <a:pt x="1212" y="570"/>
                    </a:cubicBezTo>
                    <a:cubicBezTo>
                      <a:pt x="1213" y="568"/>
                      <a:pt x="1213" y="568"/>
                      <a:pt x="1213" y="568"/>
                    </a:cubicBezTo>
                    <a:cubicBezTo>
                      <a:pt x="1213" y="566"/>
                      <a:pt x="1213" y="566"/>
                      <a:pt x="1213" y="566"/>
                    </a:cubicBezTo>
                    <a:cubicBezTo>
                      <a:pt x="1213" y="564"/>
                      <a:pt x="1213" y="564"/>
                      <a:pt x="1213" y="564"/>
                    </a:cubicBezTo>
                    <a:cubicBezTo>
                      <a:pt x="1213" y="561"/>
                      <a:pt x="1213" y="561"/>
                      <a:pt x="1213" y="561"/>
                    </a:cubicBezTo>
                    <a:cubicBezTo>
                      <a:pt x="1214" y="560"/>
                      <a:pt x="1214" y="560"/>
                      <a:pt x="1214" y="560"/>
                    </a:cubicBezTo>
                    <a:cubicBezTo>
                      <a:pt x="1214" y="555"/>
                      <a:pt x="1214" y="555"/>
                      <a:pt x="1214" y="555"/>
                    </a:cubicBezTo>
                    <a:cubicBezTo>
                      <a:pt x="1214" y="553"/>
                      <a:pt x="1214" y="553"/>
                      <a:pt x="1214" y="553"/>
                    </a:cubicBezTo>
                    <a:cubicBezTo>
                      <a:pt x="1215" y="551"/>
                      <a:pt x="1215" y="551"/>
                      <a:pt x="1215" y="551"/>
                    </a:cubicBezTo>
                    <a:cubicBezTo>
                      <a:pt x="1215" y="549"/>
                      <a:pt x="1215" y="549"/>
                      <a:pt x="1215" y="549"/>
                    </a:cubicBezTo>
                    <a:cubicBezTo>
                      <a:pt x="1215" y="546"/>
                      <a:pt x="1215" y="546"/>
                      <a:pt x="1215" y="546"/>
                    </a:cubicBezTo>
                    <a:cubicBezTo>
                      <a:pt x="1215" y="544"/>
                      <a:pt x="1215" y="544"/>
                      <a:pt x="1215" y="544"/>
                    </a:cubicBezTo>
                    <a:cubicBezTo>
                      <a:pt x="1215" y="542"/>
                      <a:pt x="1215" y="542"/>
                      <a:pt x="1215" y="542"/>
                    </a:cubicBezTo>
                    <a:cubicBezTo>
                      <a:pt x="1215" y="540"/>
                      <a:pt x="1215" y="540"/>
                      <a:pt x="1215" y="540"/>
                    </a:cubicBezTo>
                    <a:cubicBezTo>
                      <a:pt x="1216" y="537"/>
                      <a:pt x="1216" y="537"/>
                      <a:pt x="1216" y="537"/>
                    </a:cubicBezTo>
                    <a:cubicBezTo>
                      <a:pt x="1216" y="534"/>
                      <a:pt x="1216" y="534"/>
                      <a:pt x="1216" y="534"/>
                    </a:cubicBezTo>
                    <a:cubicBezTo>
                      <a:pt x="1216" y="532"/>
                      <a:pt x="1216" y="532"/>
                      <a:pt x="1216" y="532"/>
                    </a:cubicBezTo>
                    <a:cubicBezTo>
                      <a:pt x="1216" y="529"/>
                      <a:pt x="1216" y="529"/>
                      <a:pt x="1216" y="529"/>
                    </a:cubicBezTo>
                    <a:cubicBezTo>
                      <a:pt x="1216" y="527"/>
                      <a:pt x="1216" y="527"/>
                      <a:pt x="1216" y="527"/>
                    </a:cubicBezTo>
                    <a:cubicBezTo>
                      <a:pt x="1217" y="524"/>
                      <a:pt x="1217" y="524"/>
                      <a:pt x="1217" y="524"/>
                    </a:cubicBezTo>
                    <a:cubicBezTo>
                      <a:pt x="1217" y="522"/>
                      <a:pt x="1217" y="522"/>
                      <a:pt x="1217" y="522"/>
                    </a:cubicBezTo>
                    <a:cubicBezTo>
                      <a:pt x="1217" y="520"/>
                      <a:pt x="1217" y="520"/>
                      <a:pt x="1217" y="520"/>
                    </a:cubicBezTo>
                    <a:cubicBezTo>
                      <a:pt x="1217" y="518"/>
                      <a:pt x="1217" y="518"/>
                      <a:pt x="1217" y="518"/>
                    </a:cubicBezTo>
                    <a:cubicBezTo>
                      <a:pt x="1217" y="515"/>
                      <a:pt x="1217" y="515"/>
                      <a:pt x="1217" y="515"/>
                    </a:cubicBezTo>
                    <a:cubicBezTo>
                      <a:pt x="1217" y="513"/>
                      <a:pt x="1217" y="513"/>
                      <a:pt x="1217" y="513"/>
                    </a:cubicBezTo>
                    <a:cubicBezTo>
                      <a:pt x="1218" y="509"/>
                      <a:pt x="1218" y="509"/>
                      <a:pt x="1218" y="509"/>
                    </a:cubicBezTo>
                    <a:cubicBezTo>
                      <a:pt x="1218" y="507"/>
                      <a:pt x="1218" y="507"/>
                      <a:pt x="1218" y="507"/>
                    </a:cubicBezTo>
                    <a:cubicBezTo>
                      <a:pt x="1218" y="504"/>
                      <a:pt x="1218" y="504"/>
                      <a:pt x="1218" y="504"/>
                    </a:cubicBezTo>
                    <a:cubicBezTo>
                      <a:pt x="1218" y="502"/>
                      <a:pt x="1218" y="502"/>
                      <a:pt x="1218" y="502"/>
                    </a:cubicBezTo>
                    <a:cubicBezTo>
                      <a:pt x="1218" y="500"/>
                      <a:pt x="1218" y="500"/>
                      <a:pt x="1218" y="500"/>
                    </a:cubicBezTo>
                    <a:cubicBezTo>
                      <a:pt x="1218" y="498"/>
                      <a:pt x="1218" y="498"/>
                      <a:pt x="1218" y="498"/>
                    </a:cubicBezTo>
                    <a:cubicBezTo>
                      <a:pt x="1218" y="495"/>
                      <a:pt x="1218" y="495"/>
                      <a:pt x="1218" y="495"/>
                    </a:cubicBezTo>
                    <a:cubicBezTo>
                      <a:pt x="1218" y="493"/>
                      <a:pt x="1218" y="493"/>
                      <a:pt x="1218" y="493"/>
                    </a:cubicBezTo>
                    <a:cubicBezTo>
                      <a:pt x="1218" y="490"/>
                      <a:pt x="1218" y="490"/>
                      <a:pt x="1218" y="490"/>
                    </a:cubicBezTo>
                    <a:cubicBezTo>
                      <a:pt x="1218" y="489"/>
                      <a:pt x="1218" y="489"/>
                      <a:pt x="1218" y="489"/>
                    </a:cubicBezTo>
                    <a:cubicBezTo>
                      <a:pt x="1218" y="484"/>
                      <a:pt x="1218" y="484"/>
                      <a:pt x="1218" y="484"/>
                    </a:cubicBezTo>
                    <a:cubicBezTo>
                      <a:pt x="1218" y="483"/>
                      <a:pt x="1218" y="483"/>
                      <a:pt x="1218" y="483"/>
                    </a:cubicBezTo>
                    <a:cubicBezTo>
                      <a:pt x="1218" y="480"/>
                      <a:pt x="1218" y="480"/>
                      <a:pt x="1218" y="480"/>
                    </a:cubicBezTo>
                    <a:cubicBezTo>
                      <a:pt x="1219" y="478"/>
                      <a:pt x="1219" y="478"/>
                      <a:pt x="1219" y="478"/>
                    </a:cubicBezTo>
                    <a:cubicBezTo>
                      <a:pt x="1219" y="475"/>
                      <a:pt x="1219" y="475"/>
                      <a:pt x="1219" y="475"/>
                    </a:cubicBezTo>
                    <a:cubicBezTo>
                      <a:pt x="1219" y="473"/>
                      <a:pt x="1219" y="473"/>
                      <a:pt x="1219" y="473"/>
                    </a:cubicBezTo>
                    <a:cubicBezTo>
                      <a:pt x="1219" y="470"/>
                      <a:pt x="1219" y="470"/>
                      <a:pt x="1219" y="470"/>
                    </a:cubicBezTo>
                    <a:cubicBezTo>
                      <a:pt x="1219" y="469"/>
                      <a:pt x="1219" y="469"/>
                      <a:pt x="1219" y="469"/>
                    </a:cubicBezTo>
                    <a:cubicBezTo>
                      <a:pt x="1219" y="464"/>
                      <a:pt x="1219" y="464"/>
                      <a:pt x="1219" y="464"/>
                    </a:cubicBezTo>
                    <a:cubicBezTo>
                      <a:pt x="1219" y="459"/>
                      <a:pt x="1219" y="459"/>
                      <a:pt x="1219" y="459"/>
                    </a:cubicBezTo>
                    <a:cubicBezTo>
                      <a:pt x="1219" y="458"/>
                      <a:pt x="1219" y="458"/>
                      <a:pt x="1219" y="458"/>
                    </a:cubicBezTo>
                    <a:cubicBezTo>
                      <a:pt x="1219" y="453"/>
                      <a:pt x="1219" y="453"/>
                      <a:pt x="1219" y="453"/>
                    </a:cubicBezTo>
                    <a:cubicBezTo>
                      <a:pt x="1219" y="452"/>
                      <a:pt x="1219" y="452"/>
                      <a:pt x="1219" y="452"/>
                    </a:cubicBezTo>
                    <a:cubicBezTo>
                      <a:pt x="1218" y="447"/>
                      <a:pt x="1218" y="447"/>
                      <a:pt x="1218" y="447"/>
                    </a:cubicBezTo>
                    <a:cubicBezTo>
                      <a:pt x="1218" y="446"/>
                      <a:pt x="1218" y="446"/>
                      <a:pt x="1218" y="446"/>
                    </a:cubicBezTo>
                    <a:cubicBezTo>
                      <a:pt x="1218" y="442"/>
                      <a:pt x="1218" y="442"/>
                      <a:pt x="1218" y="442"/>
                    </a:cubicBezTo>
                    <a:cubicBezTo>
                      <a:pt x="1218" y="441"/>
                      <a:pt x="1218" y="441"/>
                      <a:pt x="1218" y="441"/>
                    </a:cubicBezTo>
                    <a:cubicBezTo>
                      <a:pt x="1218" y="436"/>
                      <a:pt x="1218" y="436"/>
                      <a:pt x="1218" y="436"/>
                    </a:cubicBezTo>
                    <a:cubicBezTo>
                      <a:pt x="1218" y="434"/>
                      <a:pt x="1218" y="434"/>
                      <a:pt x="1218" y="434"/>
                    </a:cubicBezTo>
                    <a:cubicBezTo>
                      <a:pt x="1218" y="430"/>
                      <a:pt x="1218" y="430"/>
                      <a:pt x="1218" y="430"/>
                    </a:cubicBezTo>
                    <a:cubicBezTo>
                      <a:pt x="1218" y="429"/>
                      <a:pt x="1218" y="429"/>
                      <a:pt x="1218" y="429"/>
                    </a:cubicBezTo>
                    <a:cubicBezTo>
                      <a:pt x="1218" y="424"/>
                      <a:pt x="1218" y="424"/>
                      <a:pt x="1218" y="424"/>
                    </a:cubicBezTo>
                    <a:cubicBezTo>
                      <a:pt x="1218" y="423"/>
                      <a:pt x="1218" y="423"/>
                      <a:pt x="1218" y="423"/>
                    </a:cubicBezTo>
                    <a:cubicBezTo>
                      <a:pt x="1217" y="419"/>
                      <a:pt x="1217" y="419"/>
                      <a:pt x="1217" y="419"/>
                    </a:cubicBezTo>
                    <a:cubicBezTo>
                      <a:pt x="1217" y="417"/>
                      <a:pt x="1217" y="417"/>
                      <a:pt x="1217" y="417"/>
                    </a:cubicBezTo>
                    <a:cubicBezTo>
                      <a:pt x="1217" y="413"/>
                      <a:pt x="1217" y="413"/>
                      <a:pt x="1217" y="413"/>
                    </a:cubicBezTo>
                    <a:cubicBezTo>
                      <a:pt x="1217" y="411"/>
                      <a:pt x="1217" y="411"/>
                      <a:pt x="1217" y="411"/>
                    </a:cubicBezTo>
                    <a:cubicBezTo>
                      <a:pt x="1217" y="408"/>
                      <a:pt x="1217" y="408"/>
                      <a:pt x="1217" y="408"/>
                    </a:cubicBezTo>
                    <a:cubicBezTo>
                      <a:pt x="1217" y="406"/>
                      <a:pt x="1217" y="406"/>
                      <a:pt x="1217" y="406"/>
                    </a:cubicBezTo>
                    <a:cubicBezTo>
                      <a:pt x="1216" y="402"/>
                      <a:pt x="1216" y="402"/>
                      <a:pt x="1216" y="402"/>
                    </a:cubicBezTo>
                    <a:cubicBezTo>
                      <a:pt x="1216" y="400"/>
                      <a:pt x="1216" y="400"/>
                      <a:pt x="1216" y="400"/>
                    </a:cubicBezTo>
                    <a:cubicBezTo>
                      <a:pt x="1216" y="396"/>
                      <a:pt x="1216" y="396"/>
                      <a:pt x="1216" y="396"/>
                    </a:cubicBezTo>
                    <a:cubicBezTo>
                      <a:pt x="1216" y="394"/>
                      <a:pt x="1216" y="394"/>
                      <a:pt x="1216" y="394"/>
                    </a:cubicBezTo>
                    <a:cubicBezTo>
                      <a:pt x="1216" y="391"/>
                      <a:pt x="1216" y="391"/>
                      <a:pt x="1216" y="391"/>
                    </a:cubicBezTo>
                    <a:cubicBezTo>
                      <a:pt x="1215" y="388"/>
                      <a:pt x="1215" y="388"/>
                      <a:pt x="1215" y="388"/>
                    </a:cubicBezTo>
                    <a:cubicBezTo>
                      <a:pt x="1215" y="385"/>
                      <a:pt x="1215" y="385"/>
                      <a:pt x="1215" y="385"/>
                    </a:cubicBezTo>
                    <a:cubicBezTo>
                      <a:pt x="1215" y="383"/>
                      <a:pt x="1215" y="383"/>
                      <a:pt x="1215" y="383"/>
                    </a:cubicBezTo>
                    <a:cubicBezTo>
                      <a:pt x="1215" y="380"/>
                      <a:pt x="1215" y="380"/>
                      <a:pt x="1215" y="380"/>
                    </a:cubicBezTo>
                    <a:cubicBezTo>
                      <a:pt x="1214" y="377"/>
                      <a:pt x="1214" y="377"/>
                      <a:pt x="1214" y="377"/>
                    </a:cubicBezTo>
                    <a:cubicBezTo>
                      <a:pt x="1214" y="374"/>
                      <a:pt x="1214" y="374"/>
                      <a:pt x="1214" y="374"/>
                    </a:cubicBezTo>
                    <a:cubicBezTo>
                      <a:pt x="1214" y="371"/>
                      <a:pt x="1214" y="371"/>
                      <a:pt x="1214" y="371"/>
                    </a:cubicBezTo>
                    <a:cubicBezTo>
                      <a:pt x="1214" y="369"/>
                      <a:pt x="1214" y="369"/>
                      <a:pt x="1214" y="369"/>
                    </a:cubicBezTo>
                    <a:cubicBezTo>
                      <a:pt x="1213" y="359"/>
                      <a:pt x="1213" y="359"/>
                      <a:pt x="1213" y="359"/>
                    </a:cubicBezTo>
                    <a:cubicBezTo>
                      <a:pt x="1212" y="358"/>
                      <a:pt x="1212" y="358"/>
                      <a:pt x="1212" y="358"/>
                    </a:cubicBezTo>
                    <a:cubicBezTo>
                      <a:pt x="1212" y="355"/>
                      <a:pt x="1212" y="355"/>
                      <a:pt x="1212" y="355"/>
                    </a:cubicBezTo>
                    <a:cubicBezTo>
                      <a:pt x="1212" y="353"/>
                      <a:pt x="1212" y="353"/>
                      <a:pt x="1212" y="353"/>
                    </a:cubicBezTo>
                    <a:cubicBezTo>
                      <a:pt x="1211" y="348"/>
                      <a:pt x="1211" y="348"/>
                      <a:pt x="1211" y="348"/>
                    </a:cubicBezTo>
                    <a:cubicBezTo>
                      <a:pt x="1211" y="346"/>
                      <a:pt x="1211" y="346"/>
                      <a:pt x="1211" y="346"/>
                    </a:cubicBezTo>
                    <a:cubicBezTo>
                      <a:pt x="1211" y="343"/>
                      <a:pt x="1211" y="343"/>
                      <a:pt x="1211" y="343"/>
                    </a:cubicBezTo>
                    <a:cubicBezTo>
                      <a:pt x="1210" y="342"/>
                      <a:pt x="1210" y="342"/>
                      <a:pt x="1210" y="342"/>
                    </a:cubicBezTo>
                    <a:cubicBezTo>
                      <a:pt x="1210" y="336"/>
                      <a:pt x="1210" y="336"/>
                      <a:pt x="1210" y="336"/>
                    </a:cubicBezTo>
                    <a:cubicBezTo>
                      <a:pt x="1209" y="335"/>
                      <a:pt x="1209" y="335"/>
                      <a:pt x="1209" y="335"/>
                    </a:cubicBezTo>
                    <a:cubicBezTo>
                      <a:pt x="1209" y="332"/>
                      <a:pt x="1209" y="332"/>
                      <a:pt x="1209" y="332"/>
                    </a:cubicBezTo>
                    <a:cubicBezTo>
                      <a:pt x="1209" y="331"/>
                      <a:pt x="1209" y="331"/>
                      <a:pt x="1209" y="331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5" y="309"/>
                      <a:pt x="1205" y="309"/>
                      <a:pt x="1205" y="309"/>
                    </a:cubicBezTo>
                    <a:cubicBezTo>
                      <a:pt x="1205" y="308"/>
                      <a:pt x="1205" y="308"/>
                      <a:pt x="1205" y="308"/>
                    </a:cubicBezTo>
                    <a:cubicBezTo>
                      <a:pt x="1202" y="288"/>
                      <a:pt x="1198" y="269"/>
                      <a:pt x="1193" y="249"/>
                    </a:cubicBezTo>
                    <a:cubicBezTo>
                      <a:pt x="1193" y="248"/>
                      <a:pt x="1193" y="248"/>
                      <a:pt x="1193" y="248"/>
                    </a:cubicBezTo>
                    <a:cubicBezTo>
                      <a:pt x="1190" y="238"/>
                      <a:pt x="1190" y="238"/>
                      <a:pt x="1190" y="238"/>
                    </a:cubicBezTo>
                    <a:cubicBezTo>
                      <a:pt x="1190" y="237"/>
                      <a:pt x="1190" y="237"/>
                      <a:pt x="1190" y="237"/>
                    </a:cubicBezTo>
                    <a:cubicBezTo>
                      <a:pt x="1187" y="228"/>
                      <a:pt x="1187" y="228"/>
                      <a:pt x="1187" y="228"/>
                    </a:cubicBezTo>
                    <a:cubicBezTo>
                      <a:pt x="1187" y="226"/>
                      <a:pt x="1187" y="226"/>
                      <a:pt x="1187" y="226"/>
                    </a:cubicBezTo>
                    <a:cubicBezTo>
                      <a:pt x="1186" y="223"/>
                      <a:pt x="1186" y="223"/>
                      <a:pt x="1186" y="223"/>
                    </a:cubicBezTo>
                    <a:cubicBezTo>
                      <a:pt x="1186" y="221"/>
                      <a:pt x="1186" y="221"/>
                      <a:pt x="1186" y="221"/>
                    </a:cubicBezTo>
                    <a:cubicBezTo>
                      <a:pt x="1184" y="217"/>
                      <a:pt x="1184" y="217"/>
                      <a:pt x="1184" y="217"/>
                    </a:cubicBezTo>
                    <a:cubicBezTo>
                      <a:pt x="1184" y="215"/>
                      <a:pt x="1184" y="215"/>
                      <a:pt x="1184" y="215"/>
                    </a:cubicBezTo>
                    <a:cubicBezTo>
                      <a:pt x="1183" y="213"/>
                      <a:pt x="1183" y="213"/>
                      <a:pt x="1183" y="213"/>
                    </a:cubicBezTo>
                    <a:cubicBezTo>
                      <a:pt x="1182" y="210"/>
                      <a:pt x="1182" y="210"/>
                      <a:pt x="1182" y="210"/>
                    </a:cubicBezTo>
                    <a:cubicBezTo>
                      <a:pt x="1181" y="207"/>
                      <a:pt x="1181" y="207"/>
                      <a:pt x="1181" y="207"/>
                    </a:cubicBezTo>
                    <a:cubicBezTo>
                      <a:pt x="1181" y="204"/>
                      <a:pt x="1181" y="204"/>
                      <a:pt x="1181" y="204"/>
                    </a:cubicBezTo>
                    <a:cubicBezTo>
                      <a:pt x="1180" y="202"/>
                      <a:pt x="1180" y="202"/>
                      <a:pt x="1180" y="202"/>
                    </a:cubicBezTo>
                    <a:cubicBezTo>
                      <a:pt x="1179" y="199"/>
                      <a:pt x="1179" y="199"/>
                      <a:pt x="1179" y="199"/>
                    </a:cubicBezTo>
                    <a:cubicBezTo>
                      <a:pt x="1179" y="198"/>
                      <a:pt x="1179" y="198"/>
                      <a:pt x="1179" y="198"/>
                    </a:cubicBezTo>
                    <a:cubicBezTo>
                      <a:pt x="1177" y="193"/>
                      <a:pt x="1177" y="193"/>
                      <a:pt x="1177" y="193"/>
                    </a:cubicBezTo>
                    <a:cubicBezTo>
                      <a:pt x="1177" y="192"/>
                      <a:pt x="1177" y="192"/>
                      <a:pt x="1177" y="192"/>
                    </a:cubicBezTo>
                    <a:cubicBezTo>
                      <a:pt x="1176" y="188"/>
                      <a:pt x="1176" y="188"/>
                      <a:pt x="1176" y="188"/>
                    </a:cubicBezTo>
                    <a:cubicBezTo>
                      <a:pt x="1175" y="187"/>
                      <a:pt x="1175" y="187"/>
                      <a:pt x="1175" y="187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66" y="160"/>
                      <a:pt x="1158" y="137"/>
                      <a:pt x="1149" y="116"/>
                    </a:cubicBezTo>
                    <a:cubicBezTo>
                      <a:pt x="1144" y="103"/>
                      <a:pt x="1138" y="91"/>
                      <a:pt x="1132" y="79"/>
                    </a:cubicBezTo>
                    <a:cubicBezTo>
                      <a:pt x="1120" y="52"/>
                      <a:pt x="1106" y="26"/>
                      <a:pt x="1090" y="0"/>
                    </a:cubicBezTo>
                    <a:cubicBezTo>
                      <a:pt x="1115" y="67"/>
                      <a:pt x="1126" y="137"/>
                      <a:pt x="1126" y="206"/>
                    </a:cubicBezTo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5" name="Freeform 9"/>
              <p:cNvSpPr>
                <a:spLocks noSelect="1"/>
              </p:cNvSpPr>
              <p:nvPr userDrawn="1"/>
            </p:nvSpPr>
            <p:spPr bwMode="gray">
              <a:xfrm>
                <a:off x="1118870" y="583565"/>
                <a:ext cx="114935" cy="149860"/>
              </a:xfrm>
              <a:custGeom>
                <a:avLst/>
                <a:gdLst>
                  <a:gd name="T0" fmla="*/ 0 w 362"/>
                  <a:gd name="T1" fmla="*/ 106 h 472"/>
                  <a:gd name="T2" fmla="*/ 219 w 362"/>
                  <a:gd name="T3" fmla="*/ 445 h 472"/>
                  <a:gd name="T4" fmla="*/ 268 w 362"/>
                  <a:gd name="T5" fmla="*/ 472 h 472"/>
                  <a:gd name="T6" fmla="*/ 362 w 362"/>
                  <a:gd name="T7" fmla="*/ 472 h 472"/>
                  <a:gd name="T8" fmla="*/ 319 w 362"/>
                  <a:gd name="T9" fmla="*/ 448 h 472"/>
                  <a:gd name="T10" fmla="*/ 22 w 362"/>
                  <a:gd name="T11" fmla="*/ 0 h 472"/>
                  <a:gd name="T12" fmla="*/ 0 w 362"/>
                  <a:gd name="T13" fmla="*/ 106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2" h="472">
                    <a:moveTo>
                      <a:pt x="0" y="106"/>
                    </a:moveTo>
                    <a:cubicBezTo>
                      <a:pt x="219" y="445"/>
                      <a:pt x="219" y="445"/>
                      <a:pt x="219" y="445"/>
                    </a:cubicBezTo>
                    <a:cubicBezTo>
                      <a:pt x="228" y="460"/>
                      <a:pt x="250" y="472"/>
                      <a:pt x="268" y="472"/>
                    </a:cubicBezTo>
                    <a:cubicBezTo>
                      <a:pt x="362" y="472"/>
                      <a:pt x="362" y="472"/>
                      <a:pt x="362" y="472"/>
                    </a:cubicBezTo>
                    <a:cubicBezTo>
                      <a:pt x="347" y="472"/>
                      <a:pt x="327" y="461"/>
                      <a:pt x="319" y="448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0" y="106"/>
                    </a:lnTo>
                    <a:close/>
                  </a:path>
                </a:pathLst>
              </a:cu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6" name="Freeform 10"/>
              <p:cNvSpPr>
                <a:spLocks noSelect="1"/>
              </p:cNvSpPr>
              <p:nvPr userDrawn="1"/>
            </p:nvSpPr>
            <p:spPr bwMode="gray">
              <a:xfrm>
                <a:off x="949325" y="290830"/>
                <a:ext cx="277495" cy="120015"/>
              </a:xfrm>
              <a:custGeom>
                <a:avLst/>
                <a:gdLst>
                  <a:gd name="T0" fmla="*/ 27 w 874"/>
                  <a:gd name="T1" fmla="*/ 323 h 378"/>
                  <a:gd name="T2" fmla="*/ 1 w 874"/>
                  <a:gd name="T3" fmla="*/ 366 h 378"/>
                  <a:gd name="T4" fmla="*/ 1 w 874"/>
                  <a:gd name="T5" fmla="*/ 367 h 378"/>
                  <a:gd name="T6" fmla="*/ 1 w 874"/>
                  <a:gd name="T7" fmla="*/ 367 h 378"/>
                  <a:gd name="T8" fmla="*/ 30 w 874"/>
                  <a:gd name="T9" fmla="*/ 378 h 378"/>
                  <a:gd name="T10" fmla="*/ 410 w 874"/>
                  <a:gd name="T11" fmla="*/ 378 h 378"/>
                  <a:gd name="T12" fmla="*/ 400 w 874"/>
                  <a:gd name="T13" fmla="*/ 293 h 378"/>
                  <a:gd name="T14" fmla="*/ 439 w 874"/>
                  <a:gd name="T15" fmla="*/ 165 h 378"/>
                  <a:gd name="T16" fmla="*/ 471 w 874"/>
                  <a:gd name="T17" fmla="*/ 129 h 378"/>
                  <a:gd name="T18" fmla="*/ 820 w 874"/>
                  <a:gd name="T19" fmla="*/ 11 h 378"/>
                  <a:gd name="T20" fmla="*/ 838 w 874"/>
                  <a:gd name="T21" fmla="*/ 12 h 378"/>
                  <a:gd name="T22" fmla="*/ 874 w 874"/>
                  <a:gd name="T23" fmla="*/ 13 h 378"/>
                  <a:gd name="T24" fmla="*/ 728 w 874"/>
                  <a:gd name="T25" fmla="*/ 0 h 378"/>
                  <a:gd name="T26" fmla="*/ 719 w 874"/>
                  <a:gd name="T27" fmla="*/ 0 h 378"/>
                  <a:gd name="T28" fmla="*/ 27 w 874"/>
                  <a:gd name="T29" fmla="*/ 323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4" h="378">
                    <a:moveTo>
                      <a:pt x="27" y="323"/>
                    </a:moveTo>
                    <a:cubicBezTo>
                      <a:pt x="10" y="343"/>
                      <a:pt x="0" y="357"/>
                      <a:pt x="1" y="366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2" y="375"/>
                      <a:pt x="11" y="378"/>
                      <a:pt x="30" y="378"/>
                    </a:cubicBezTo>
                    <a:cubicBezTo>
                      <a:pt x="410" y="378"/>
                      <a:pt x="410" y="378"/>
                      <a:pt x="410" y="378"/>
                    </a:cubicBezTo>
                    <a:cubicBezTo>
                      <a:pt x="404" y="349"/>
                      <a:pt x="400" y="320"/>
                      <a:pt x="400" y="293"/>
                    </a:cubicBezTo>
                    <a:cubicBezTo>
                      <a:pt x="400" y="244"/>
                      <a:pt x="412" y="200"/>
                      <a:pt x="439" y="165"/>
                    </a:cubicBezTo>
                    <a:cubicBezTo>
                      <a:pt x="449" y="152"/>
                      <a:pt x="460" y="140"/>
                      <a:pt x="471" y="129"/>
                    </a:cubicBezTo>
                    <a:cubicBezTo>
                      <a:pt x="555" y="49"/>
                      <a:pt x="683" y="11"/>
                      <a:pt x="820" y="11"/>
                    </a:cubicBezTo>
                    <a:cubicBezTo>
                      <a:pt x="826" y="11"/>
                      <a:pt x="832" y="11"/>
                      <a:pt x="838" y="12"/>
                    </a:cubicBezTo>
                    <a:cubicBezTo>
                      <a:pt x="850" y="12"/>
                      <a:pt x="862" y="12"/>
                      <a:pt x="874" y="13"/>
                    </a:cubicBezTo>
                    <a:cubicBezTo>
                      <a:pt x="827" y="5"/>
                      <a:pt x="778" y="0"/>
                      <a:pt x="728" y="0"/>
                    </a:cubicBezTo>
                    <a:cubicBezTo>
                      <a:pt x="719" y="0"/>
                      <a:pt x="719" y="0"/>
                      <a:pt x="719" y="0"/>
                    </a:cubicBezTo>
                    <a:cubicBezTo>
                      <a:pt x="441" y="0"/>
                      <a:pt x="192" y="125"/>
                      <a:pt x="27" y="323"/>
                    </a:cubicBezTo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7" name="Freeform 11"/>
              <p:cNvSpPr>
                <a:spLocks noSelect="1"/>
              </p:cNvSpPr>
              <p:nvPr userDrawn="1"/>
            </p:nvSpPr>
            <p:spPr bwMode="gray">
              <a:xfrm>
                <a:off x="1076325" y="294005"/>
                <a:ext cx="358775" cy="353695"/>
              </a:xfrm>
              <a:custGeom>
                <a:avLst/>
                <a:gdLst>
                  <a:gd name="T0" fmla="*/ 0 w 1130"/>
                  <a:gd name="T1" fmla="*/ 282 h 1113"/>
                  <a:gd name="T2" fmla="*/ 738 w 1130"/>
                  <a:gd name="T3" fmla="*/ 375 h 1113"/>
                  <a:gd name="T4" fmla="*/ 910 w 1130"/>
                  <a:gd name="T5" fmla="*/ 637 h 1113"/>
                  <a:gd name="T6" fmla="*/ 913 w 1130"/>
                  <a:gd name="T7" fmla="*/ 645 h 1113"/>
                  <a:gd name="T8" fmla="*/ 824 w 1130"/>
                  <a:gd name="T9" fmla="*/ 1113 h 1113"/>
                  <a:gd name="T10" fmla="*/ 1094 w 1130"/>
                  <a:gd name="T11" fmla="*/ 428 h 1113"/>
                  <a:gd name="T12" fmla="*/ 1044 w 1130"/>
                  <a:gd name="T13" fmla="*/ 353 h 1113"/>
                  <a:gd name="T14" fmla="*/ 1040 w 1130"/>
                  <a:gd name="T15" fmla="*/ 348 h 1113"/>
                  <a:gd name="T16" fmla="*/ 1034 w 1130"/>
                  <a:gd name="T17" fmla="*/ 339 h 1113"/>
                  <a:gd name="T18" fmla="*/ 1030 w 1130"/>
                  <a:gd name="T19" fmla="*/ 334 h 1113"/>
                  <a:gd name="T20" fmla="*/ 1007 w 1130"/>
                  <a:gd name="T21" fmla="*/ 306 h 1113"/>
                  <a:gd name="T22" fmla="*/ 1003 w 1130"/>
                  <a:gd name="T23" fmla="*/ 301 h 1113"/>
                  <a:gd name="T24" fmla="*/ 995 w 1130"/>
                  <a:gd name="T25" fmla="*/ 293 h 1113"/>
                  <a:gd name="T26" fmla="*/ 974 w 1130"/>
                  <a:gd name="T27" fmla="*/ 270 h 1113"/>
                  <a:gd name="T28" fmla="*/ 967 w 1130"/>
                  <a:gd name="T29" fmla="*/ 262 h 1113"/>
                  <a:gd name="T30" fmla="*/ 962 w 1130"/>
                  <a:gd name="T31" fmla="*/ 257 h 1113"/>
                  <a:gd name="T32" fmla="*/ 937 w 1130"/>
                  <a:gd name="T33" fmla="*/ 233 h 1113"/>
                  <a:gd name="T34" fmla="*/ 932 w 1130"/>
                  <a:gd name="T35" fmla="*/ 228 h 1113"/>
                  <a:gd name="T36" fmla="*/ 924 w 1130"/>
                  <a:gd name="T37" fmla="*/ 221 h 1113"/>
                  <a:gd name="T38" fmla="*/ 919 w 1130"/>
                  <a:gd name="T39" fmla="*/ 216 h 1113"/>
                  <a:gd name="T40" fmla="*/ 901 w 1130"/>
                  <a:gd name="T41" fmla="*/ 201 h 1113"/>
                  <a:gd name="T42" fmla="*/ 895 w 1130"/>
                  <a:gd name="T43" fmla="*/ 196 h 1113"/>
                  <a:gd name="T44" fmla="*/ 887 w 1130"/>
                  <a:gd name="T45" fmla="*/ 190 h 1113"/>
                  <a:gd name="T46" fmla="*/ 882 w 1130"/>
                  <a:gd name="T47" fmla="*/ 185 h 1113"/>
                  <a:gd name="T48" fmla="*/ 873 w 1130"/>
                  <a:gd name="T49" fmla="*/ 178 h 1113"/>
                  <a:gd name="T50" fmla="*/ 858 w 1130"/>
                  <a:gd name="T51" fmla="*/ 167 h 1113"/>
                  <a:gd name="T52" fmla="*/ 849 w 1130"/>
                  <a:gd name="T53" fmla="*/ 160 h 1113"/>
                  <a:gd name="T54" fmla="*/ 843 w 1130"/>
                  <a:gd name="T55" fmla="*/ 156 h 1113"/>
                  <a:gd name="T56" fmla="*/ 835 w 1130"/>
                  <a:gd name="T57" fmla="*/ 150 h 1113"/>
                  <a:gd name="T58" fmla="*/ 829 w 1130"/>
                  <a:gd name="T59" fmla="*/ 146 h 1113"/>
                  <a:gd name="T60" fmla="*/ 809 w 1130"/>
                  <a:gd name="T61" fmla="*/ 133 h 1113"/>
                  <a:gd name="T62" fmla="*/ 803 w 1130"/>
                  <a:gd name="T63" fmla="*/ 129 h 1113"/>
                  <a:gd name="T64" fmla="*/ 794 w 1130"/>
                  <a:gd name="T65" fmla="*/ 124 h 1113"/>
                  <a:gd name="T66" fmla="*/ 788 w 1130"/>
                  <a:gd name="T67" fmla="*/ 120 h 1113"/>
                  <a:gd name="T68" fmla="*/ 768 w 1130"/>
                  <a:gd name="T69" fmla="*/ 108 h 1113"/>
                  <a:gd name="T70" fmla="*/ 762 w 1130"/>
                  <a:gd name="T71" fmla="*/ 104 h 1113"/>
                  <a:gd name="T72" fmla="*/ 753 w 1130"/>
                  <a:gd name="T73" fmla="*/ 99 h 1113"/>
                  <a:gd name="T74" fmla="*/ 746 w 1130"/>
                  <a:gd name="T75" fmla="*/ 96 h 1113"/>
                  <a:gd name="T76" fmla="*/ 720 w 1130"/>
                  <a:gd name="T77" fmla="*/ 82 h 1113"/>
                  <a:gd name="T78" fmla="*/ 713 w 1130"/>
                  <a:gd name="T79" fmla="*/ 79 h 1113"/>
                  <a:gd name="T80" fmla="*/ 704 w 1130"/>
                  <a:gd name="T81" fmla="*/ 75 h 1113"/>
                  <a:gd name="T82" fmla="*/ 697 w 1130"/>
                  <a:gd name="T83" fmla="*/ 72 h 1113"/>
                  <a:gd name="T84" fmla="*/ 675 w 1130"/>
                  <a:gd name="T85" fmla="*/ 62 h 1113"/>
                  <a:gd name="T86" fmla="*/ 669 w 1130"/>
                  <a:gd name="T87" fmla="*/ 59 h 1113"/>
                  <a:gd name="T88" fmla="*/ 659 w 1130"/>
                  <a:gd name="T89" fmla="*/ 55 h 1113"/>
                  <a:gd name="T90" fmla="*/ 653 w 1130"/>
                  <a:gd name="T91" fmla="*/ 52 h 1113"/>
                  <a:gd name="T92" fmla="*/ 619 w 1130"/>
                  <a:gd name="T93" fmla="*/ 40 h 1113"/>
                  <a:gd name="T94" fmla="*/ 612 w 1130"/>
                  <a:gd name="T95" fmla="*/ 38 h 1113"/>
                  <a:gd name="T96" fmla="*/ 602 w 1130"/>
                  <a:gd name="T97" fmla="*/ 34 h 1113"/>
                  <a:gd name="T98" fmla="*/ 595 w 1130"/>
                  <a:gd name="T99" fmla="*/ 32 h 1113"/>
                  <a:gd name="T100" fmla="*/ 566 w 1130"/>
                  <a:gd name="T101" fmla="*/ 23 h 1113"/>
                  <a:gd name="T102" fmla="*/ 559 w 1130"/>
                  <a:gd name="T103" fmla="*/ 21 h 1113"/>
                  <a:gd name="T104" fmla="*/ 549 w 1130"/>
                  <a:gd name="T105" fmla="*/ 18 h 1113"/>
                  <a:gd name="T106" fmla="*/ 542 w 1130"/>
                  <a:gd name="T107" fmla="*/ 17 h 1113"/>
                  <a:gd name="T108" fmla="*/ 518 w 1130"/>
                  <a:gd name="T109" fmla="*/ 11 h 1113"/>
                  <a:gd name="T110" fmla="*/ 511 w 1130"/>
                  <a:gd name="T111" fmla="*/ 9 h 1113"/>
                  <a:gd name="T112" fmla="*/ 501 w 1130"/>
                  <a:gd name="T113" fmla="*/ 7 h 1113"/>
                  <a:gd name="T114" fmla="*/ 493 w 1130"/>
                  <a:gd name="T115" fmla="*/ 6 h 1113"/>
                  <a:gd name="T116" fmla="*/ 482 w 1130"/>
                  <a:gd name="T117" fmla="*/ 4 h 1113"/>
                  <a:gd name="T118" fmla="*/ 474 w 1130"/>
                  <a:gd name="T119" fmla="*/ 2 h 1113"/>
                  <a:gd name="T120" fmla="*/ 71 w 1130"/>
                  <a:gd name="T121" fmla="*/ 118 h 1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30" h="1113">
                    <a:moveTo>
                      <a:pt x="71" y="118"/>
                    </a:moveTo>
                    <a:cubicBezTo>
                      <a:pt x="60" y="129"/>
                      <a:pt x="49" y="141"/>
                      <a:pt x="39" y="154"/>
                    </a:cubicBezTo>
                    <a:cubicBezTo>
                      <a:pt x="12" y="189"/>
                      <a:pt x="0" y="233"/>
                      <a:pt x="0" y="282"/>
                    </a:cubicBezTo>
                    <a:cubicBezTo>
                      <a:pt x="0" y="309"/>
                      <a:pt x="4" y="338"/>
                      <a:pt x="10" y="367"/>
                    </a:cubicBezTo>
                    <a:cubicBezTo>
                      <a:pt x="712" y="367"/>
                      <a:pt x="712" y="367"/>
                      <a:pt x="712" y="367"/>
                    </a:cubicBezTo>
                    <a:cubicBezTo>
                      <a:pt x="720" y="367"/>
                      <a:pt x="730" y="370"/>
                      <a:pt x="738" y="375"/>
                    </a:cubicBezTo>
                    <a:cubicBezTo>
                      <a:pt x="745" y="380"/>
                      <a:pt x="752" y="385"/>
                      <a:pt x="756" y="391"/>
                    </a:cubicBezTo>
                    <a:cubicBezTo>
                      <a:pt x="904" y="622"/>
                      <a:pt x="904" y="622"/>
                      <a:pt x="904" y="622"/>
                    </a:cubicBezTo>
                    <a:cubicBezTo>
                      <a:pt x="907" y="626"/>
                      <a:pt x="909" y="632"/>
                      <a:pt x="910" y="637"/>
                    </a:cubicBezTo>
                    <a:cubicBezTo>
                      <a:pt x="912" y="644"/>
                      <a:pt x="912" y="644"/>
                      <a:pt x="912" y="644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4" y="652"/>
                      <a:pt x="915" y="660"/>
                      <a:pt x="914" y="666"/>
                    </a:cubicBezTo>
                    <a:cubicBezTo>
                      <a:pt x="914" y="674"/>
                      <a:pt x="914" y="674"/>
                      <a:pt x="914" y="674"/>
                    </a:cubicBezTo>
                    <a:cubicBezTo>
                      <a:pt x="824" y="1113"/>
                      <a:pt x="824" y="1113"/>
                      <a:pt x="824" y="1113"/>
                    </a:cubicBezTo>
                    <a:cubicBezTo>
                      <a:pt x="906" y="1074"/>
                      <a:pt x="976" y="1020"/>
                      <a:pt x="1020" y="965"/>
                    </a:cubicBezTo>
                    <a:cubicBezTo>
                      <a:pt x="1093" y="875"/>
                      <a:pt x="1130" y="757"/>
                      <a:pt x="1130" y="634"/>
                    </a:cubicBezTo>
                    <a:cubicBezTo>
                      <a:pt x="1130" y="565"/>
                      <a:pt x="1119" y="495"/>
                      <a:pt x="1094" y="428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77" y="399"/>
                      <a:pt x="1061" y="376"/>
                      <a:pt x="1044" y="353"/>
                    </a:cubicBezTo>
                    <a:cubicBezTo>
                      <a:pt x="1044" y="353"/>
                      <a:pt x="1044" y="353"/>
                      <a:pt x="1044" y="353"/>
                    </a:cubicBezTo>
                    <a:cubicBezTo>
                      <a:pt x="1041" y="349"/>
                      <a:pt x="1041" y="349"/>
                      <a:pt x="1041" y="349"/>
                    </a:cubicBezTo>
                    <a:cubicBezTo>
                      <a:pt x="1040" y="348"/>
                      <a:pt x="1040" y="348"/>
                      <a:pt x="1040" y="348"/>
                    </a:cubicBezTo>
                    <a:cubicBezTo>
                      <a:pt x="1037" y="344"/>
                      <a:pt x="1037" y="344"/>
                      <a:pt x="1037" y="344"/>
                    </a:cubicBezTo>
                    <a:cubicBezTo>
                      <a:pt x="1037" y="343"/>
                      <a:pt x="1037" y="343"/>
                      <a:pt x="1037" y="343"/>
                    </a:cubicBezTo>
                    <a:cubicBezTo>
                      <a:pt x="1034" y="339"/>
                      <a:pt x="1034" y="339"/>
                      <a:pt x="1034" y="339"/>
                    </a:cubicBezTo>
                    <a:cubicBezTo>
                      <a:pt x="1033" y="338"/>
                      <a:pt x="1033" y="338"/>
                      <a:pt x="1033" y="338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23" y="326"/>
                      <a:pt x="1017" y="318"/>
                      <a:pt x="1011" y="311"/>
                    </a:cubicBezTo>
                    <a:cubicBezTo>
                      <a:pt x="1011" y="311"/>
                      <a:pt x="1011" y="311"/>
                      <a:pt x="1011" y="311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3" y="302"/>
                      <a:pt x="1003" y="302"/>
                      <a:pt x="1003" y="302"/>
                    </a:cubicBezTo>
                    <a:cubicBezTo>
                      <a:pt x="1003" y="301"/>
                      <a:pt x="1003" y="301"/>
                      <a:pt x="1003" y="301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88" y="285"/>
                      <a:pt x="982" y="278"/>
                      <a:pt x="975" y="271"/>
                    </a:cubicBezTo>
                    <a:cubicBezTo>
                      <a:pt x="974" y="270"/>
                      <a:pt x="974" y="270"/>
                      <a:pt x="974" y="270"/>
                    </a:cubicBezTo>
                    <a:cubicBezTo>
                      <a:pt x="971" y="266"/>
                      <a:pt x="971" y="266"/>
                      <a:pt x="971" y="266"/>
                    </a:cubicBezTo>
                    <a:cubicBezTo>
                      <a:pt x="970" y="266"/>
                      <a:pt x="970" y="266"/>
                      <a:pt x="970" y="266"/>
                    </a:cubicBezTo>
                    <a:cubicBezTo>
                      <a:pt x="967" y="262"/>
                      <a:pt x="967" y="262"/>
                      <a:pt x="967" y="262"/>
                    </a:cubicBezTo>
                    <a:cubicBezTo>
                      <a:pt x="966" y="262"/>
                      <a:pt x="966" y="262"/>
                      <a:pt x="966" y="262"/>
                    </a:cubicBezTo>
                    <a:cubicBezTo>
                      <a:pt x="963" y="258"/>
                      <a:pt x="963" y="258"/>
                      <a:pt x="963" y="258"/>
                    </a:cubicBezTo>
                    <a:cubicBezTo>
                      <a:pt x="962" y="257"/>
                      <a:pt x="962" y="257"/>
                      <a:pt x="962" y="257"/>
                    </a:cubicBezTo>
                    <a:cubicBezTo>
                      <a:pt x="958" y="254"/>
                      <a:pt x="958" y="254"/>
                      <a:pt x="958" y="254"/>
                    </a:cubicBezTo>
                    <a:cubicBezTo>
                      <a:pt x="958" y="253"/>
                      <a:pt x="958" y="253"/>
                      <a:pt x="958" y="253"/>
                    </a:cubicBezTo>
                    <a:cubicBezTo>
                      <a:pt x="951" y="246"/>
                      <a:pt x="944" y="239"/>
                      <a:pt x="937" y="233"/>
                    </a:cubicBezTo>
                    <a:cubicBezTo>
                      <a:pt x="936" y="232"/>
                      <a:pt x="936" y="232"/>
                      <a:pt x="936" y="232"/>
                    </a:cubicBezTo>
                    <a:cubicBezTo>
                      <a:pt x="932" y="229"/>
                      <a:pt x="932" y="229"/>
                      <a:pt x="932" y="229"/>
                    </a:cubicBezTo>
                    <a:cubicBezTo>
                      <a:pt x="932" y="228"/>
                      <a:pt x="932" y="228"/>
                      <a:pt x="932" y="228"/>
                    </a:cubicBezTo>
                    <a:cubicBezTo>
                      <a:pt x="928" y="225"/>
                      <a:pt x="928" y="225"/>
                      <a:pt x="928" y="225"/>
                    </a:cubicBezTo>
                    <a:cubicBezTo>
                      <a:pt x="927" y="224"/>
                      <a:pt x="927" y="224"/>
                      <a:pt x="927" y="224"/>
                    </a:cubicBezTo>
                    <a:cubicBezTo>
                      <a:pt x="924" y="221"/>
                      <a:pt x="924" y="221"/>
                      <a:pt x="924" y="221"/>
                    </a:cubicBezTo>
                    <a:cubicBezTo>
                      <a:pt x="923" y="220"/>
                      <a:pt x="923" y="220"/>
                      <a:pt x="923" y="220"/>
                    </a:cubicBezTo>
                    <a:cubicBezTo>
                      <a:pt x="919" y="217"/>
                      <a:pt x="919" y="217"/>
                      <a:pt x="919" y="217"/>
                    </a:cubicBezTo>
                    <a:cubicBezTo>
                      <a:pt x="919" y="216"/>
                      <a:pt x="919" y="216"/>
                      <a:pt x="919" y="216"/>
                    </a:cubicBezTo>
                    <a:cubicBezTo>
                      <a:pt x="914" y="213"/>
                      <a:pt x="914" y="213"/>
                      <a:pt x="914" y="213"/>
                    </a:cubicBezTo>
                    <a:cubicBezTo>
                      <a:pt x="914" y="212"/>
                      <a:pt x="914" y="212"/>
                      <a:pt x="914" y="212"/>
                    </a:cubicBezTo>
                    <a:cubicBezTo>
                      <a:pt x="901" y="201"/>
                      <a:pt x="901" y="201"/>
                      <a:pt x="901" y="201"/>
                    </a:cubicBezTo>
                    <a:cubicBezTo>
                      <a:pt x="900" y="200"/>
                      <a:pt x="900" y="200"/>
                      <a:pt x="900" y="200"/>
                    </a:cubicBezTo>
                    <a:cubicBezTo>
                      <a:pt x="896" y="197"/>
                      <a:pt x="896" y="197"/>
                      <a:pt x="896" y="197"/>
                    </a:cubicBezTo>
                    <a:cubicBezTo>
                      <a:pt x="895" y="196"/>
                      <a:pt x="895" y="196"/>
                      <a:pt x="895" y="196"/>
                    </a:cubicBezTo>
                    <a:cubicBezTo>
                      <a:pt x="892" y="193"/>
                      <a:pt x="892" y="193"/>
                      <a:pt x="892" y="193"/>
                    </a:cubicBezTo>
                    <a:cubicBezTo>
                      <a:pt x="891" y="193"/>
                      <a:pt x="891" y="193"/>
                      <a:pt x="891" y="193"/>
                    </a:cubicBezTo>
                    <a:cubicBezTo>
                      <a:pt x="887" y="190"/>
                      <a:pt x="887" y="190"/>
                      <a:pt x="887" y="190"/>
                    </a:cubicBezTo>
                    <a:cubicBezTo>
                      <a:pt x="886" y="189"/>
                      <a:pt x="886" y="189"/>
                      <a:pt x="886" y="189"/>
                    </a:cubicBezTo>
                    <a:cubicBezTo>
                      <a:pt x="883" y="186"/>
                      <a:pt x="883" y="186"/>
                      <a:pt x="883" y="186"/>
                    </a:cubicBezTo>
                    <a:cubicBezTo>
                      <a:pt x="882" y="185"/>
                      <a:pt x="882" y="185"/>
                      <a:pt x="882" y="185"/>
                    </a:cubicBezTo>
                    <a:cubicBezTo>
                      <a:pt x="878" y="182"/>
                      <a:pt x="878" y="182"/>
                      <a:pt x="878" y="182"/>
                    </a:cubicBezTo>
                    <a:cubicBezTo>
                      <a:pt x="877" y="182"/>
                      <a:pt x="877" y="182"/>
                      <a:pt x="877" y="182"/>
                    </a:cubicBezTo>
                    <a:cubicBezTo>
                      <a:pt x="873" y="178"/>
                      <a:pt x="873" y="178"/>
                      <a:pt x="873" y="178"/>
                    </a:cubicBezTo>
                    <a:cubicBezTo>
                      <a:pt x="872" y="178"/>
                      <a:pt x="872" y="178"/>
                      <a:pt x="872" y="178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4" y="164"/>
                      <a:pt x="854" y="164"/>
                      <a:pt x="854" y="164"/>
                    </a:cubicBezTo>
                    <a:cubicBezTo>
                      <a:pt x="853" y="163"/>
                      <a:pt x="853" y="163"/>
                      <a:pt x="853" y="163"/>
                    </a:cubicBezTo>
                    <a:cubicBezTo>
                      <a:pt x="849" y="160"/>
                      <a:pt x="849" y="160"/>
                      <a:pt x="849" y="160"/>
                    </a:cubicBezTo>
                    <a:cubicBezTo>
                      <a:pt x="848" y="160"/>
                      <a:pt x="848" y="160"/>
                      <a:pt x="848" y="160"/>
                    </a:cubicBezTo>
                    <a:cubicBezTo>
                      <a:pt x="844" y="157"/>
                      <a:pt x="844" y="157"/>
                      <a:pt x="844" y="157"/>
                    </a:cubicBezTo>
                    <a:cubicBezTo>
                      <a:pt x="843" y="156"/>
                      <a:pt x="843" y="156"/>
                      <a:pt x="843" y="156"/>
                    </a:cubicBezTo>
                    <a:cubicBezTo>
                      <a:pt x="839" y="154"/>
                      <a:pt x="839" y="154"/>
                      <a:pt x="839" y="154"/>
                    </a:cubicBezTo>
                    <a:cubicBezTo>
                      <a:pt x="838" y="153"/>
                      <a:pt x="838" y="153"/>
                      <a:pt x="838" y="153"/>
                    </a:cubicBezTo>
                    <a:cubicBezTo>
                      <a:pt x="835" y="150"/>
                      <a:pt x="835" y="150"/>
                      <a:pt x="835" y="150"/>
                    </a:cubicBezTo>
                    <a:cubicBezTo>
                      <a:pt x="833" y="149"/>
                      <a:pt x="833" y="149"/>
                      <a:pt x="833" y="149"/>
                    </a:cubicBezTo>
                    <a:cubicBezTo>
                      <a:pt x="829" y="147"/>
                      <a:pt x="829" y="147"/>
                      <a:pt x="829" y="147"/>
                    </a:cubicBezTo>
                    <a:cubicBezTo>
                      <a:pt x="829" y="146"/>
                      <a:pt x="829" y="146"/>
                      <a:pt x="829" y="146"/>
                    </a:cubicBezTo>
                    <a:cubicBezTo>
                      <a:pt x="814" y="136"/>
                      <a:pt x="814" y="136"/>
                      <a:pt x="814" y="136"/>
                    </a:cubicBezTo>
                    <a:cubicBezTo>
                      <a:pt x="813" y="136"/>
                      <a:pt x="813" y="136"/>
                      <a:pt x="813" y="136"/>
                    </a:cubicBezTo>
                    <a:cubicBezTo>
                      <a:pt x="809" y="133"/>
                      <a:pt x="809" y="133"/>
                      <a:pt x="809" y="133"/>
                    </a:cubicBezTo>
                    <a:cubicBezTo>
                      <a:pt x="808" y="132"/>
                      <a:pt x="808" y="132"/>
                      <a:pt x="808" y="132"/>
                    </a:cubicBezTo>
                    <a:cubicBezTo>
                      <a:pt x="804" y="130"/>
                      <a:pt x="804" y="130"/>
                      <a:pt x="804" y="130"/>
                    </a:cubicBezTo>
                    <a:cubicBezTo>
                      <a:pt x="803" y="129"/>
                      <a:pt x="803" y="129"/>
                      <a:pt x="803" y="129"/>
                    </a:cubicBezTo>
                    <a:cubicBezTo>
                      <a:pt x="799" y="127"/>
                      <a:pt x="799" y="127"/>
                      <a:pt x="799" y="127"/>
                    </a:cubicBezTo>
                    <a:cubicBezTo>
                      <a:pt x="798" y="126"/>
                      <a:pt x="798" y="126"/>
                      <a:pt x="798" y="126"/>
                    </a:cubicBezTo>
                    <a:cubicBezTo>
                      <a:pt x="794" y="124"/>
                      <a:pt x="794" y="124"/>
                      <a:pt x="794" y="124"/>
                    </a:cubicBezTo>
                    <a:cubicBezTo>
                      <a:pt x="793" y="123"/>
                      <a:pt x="793" y="123"/>
                      <a:pt x="793" y="123"/>
                    </a:cubicBezTo>
                    <a:cubicBezTo>
                      <a:pt x="789" y="121"/>
                      <a:pt x="789" y="121"/>
                      <a:pt x="789" y="121"/>
                    </a:cubicBezTo>
                    <a:cubicBezTo>
                      <a:pt x="788" y="120"/>
                      <a:pt x="788" y="120"/>
                      <a:pt x="788" y="120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68" y="108"/>
                      <a:pt x="768" y="108"/>
                      <a:pt x="768" y="108"/>
                    </a:cubicBezTo>
                    <a:cubicBezTo>
                      <a:pt x="767" y="108"/>
                      <a:pt x="767" y="108"/>
                      <a:pt x="767" y="108"/>
                    </a:cubicBezTo>
                    <a:cubicBezTo>
                      <a:pt x="763" y="105"/>
                      <a:pt x="763" y="105"/>
                      <a:pt x="763" y="105"/>
                    </a:cubicBezTo>
                    <a:cubicBezTo>
                      <a:pt x="762" y="104"/>
                      <a:pt x="762" y="104"/>
                      <a:pt x="762" y="104"/>
                    </a:cubicBezTo>
                    <a:cubicBezTo>
                      <a:pt x="758" y="102"/>
                      <a:pt x="758" y="102"/>
                      <a:pt x="758" y="102"/>
                    </a:cubicBezTo>
                    <a:cubicBezTo>
                      <a:pt x="756" y="102"/>
                      <a:pt x="756" y="102"/>
                      <a:pt x="756" y="102"/>
                    </a:cubicBezTo>
                    <a:cubicBezTo>
                      <a:pt x="753" y="99"/>
                      <a:pt x="753" y="99"/>
                      <a:pt x="753" y="99"/>
                    </a:cubicBezTo>
                    <a:cubicBezTo>
                      <a:pt x="751" y="99"/>
                      <a:pt x="751" y="99"/>
                      <a:pt x="751" y="99"/>
                    </a:cubicBezTo>
                    <a:cubicBezTo>
                      <a:pt x="747" y="97"/>
                      <a:pt x="747" y="97"/>
                      <a:pt x="747" y="97"/>
                    </a:cubicBezTo>
                    <a:cubicBezTo>
                      <a:pt x="746" y="96"/>
                      <a:pt x="746" y="96"/>
                      <a:pt x="746" y="96"/>
                    </a:cubicBezTo>
                    <a:cubicBezTo>
                      <a:pt x="742" y="94"/>
                      <a:pt x="742" y="94"/>
                      <a:pt x="742" y="94"/>
                    </a:cubicBezTo>
                    <a:cubicBezTo>
                      <a:pt x="741" y="93"/>
                      <a:pt x="741" y="93"/>
                      <a:pt x="741" y="93"/>
                    </a:cubicBezTo>
                    <a:cubicBezTo>
                      <a:pt x="734" y="90"/>
                      <a:pt x="727" y="86"/>
                      <a:pt x="720" y="82"/>
                    </a:cubicBezTo>
                    <a:cubicBezTo>
                      <a:pt x="719" y="82"/>
                      <a:pt x="719" y="82"/>
                      <a:pt x="719" y="82"/>
                    </a:cubicBezTo>
                    <a:cubicBezTo>
                      <a:pt x="714" y="80"/>
                      <a:pt x="714" y="80"/>
                      <a:pt x="714" y="80"/>
                    </a:cubicBezTo>
                    <a:cubicBezTo>
                      <a:pt x="713" y="79"/>
                      <a:pt x="713" y="79"/>
                      <a:pt x="713" y="79"/>
                    </a:cubicBezTo>
                    <a:cubicBezTo>
                      <a:pt x="709" y="77"/>
                      <a:pt x="709" y="77"/>
                      <a:pt x="709" y="77"/>
                    </a:cubicBezTo>
                    <a:cubicBezTo>
                      <a:pt x="708" y="77"/>
                      <a:pt x="708" y="77"/>
                      <a:pt x="708" y="77"/>
                    </a:cubicBezTo>
                    <a:cubicBezTo>
                      <a:pt x="704" y="75"/>
                      <a:pt x="704" y="75"/>
                      <a:pt x="704" y="75"/>
                    </a:cubicBezTo>
                    <a:cubicBezTo>
                      <a:pt x="703" y="74"/>
                      <a:pt x="703" y="74"/>
                      <a:pt x="703" y="74"/>
                    </a:cubicBezTo>
                    <a:cubicBezTo>
                      <a:pt x="698" y="72"/>
                      <a:pt x="698" y="72"/>
                      <a:pt x="698" y="72"/>
                    </a:cubicBezTo>
                    <a:cubicBezTo>
                      <a:pt x="697" y="72"/>
                      <a:pt x="697" y="72"/>
                      <a:pt x="697" y="72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87" y="67"/>
                      <a:pt x="681" y="64"/>
                      <a:pt x="675" y="62"/>
                    </a:cubicBezTo>
                    <a:cubicBezTo>
                      <a:pt x="675" y="62"/>
                      <a:pt x="675" y="62"/>
                      <a:pt x="675" y="62"/>
                    </a:cubicBezTo>
                    <a:cubicBezTo>
                      <a:pt x="670" y="60"/>
                      <a:pt x="670" y="60"/>
                      <a:pt x="670" y="60"/>
                    </a:cubicBezTo>
                    <a:cubicBezTo>
                      <a:pt x="669" y="59"/>
                      <a:pt x="669" y="59"/>
                      <a:pt x="669" y="59"/>
                    </a:cubicBezTo>
                    <a:cubicBezTo>
                      <a:pt x="665" y="57"/>
                      <a:pt x="665" y="57"/>
                      <a:pt x="665" y="57"/>
                    </a:cubicBezTo>
                    <a:cubicBezTo>
                      <a:pt x="664" y="57"/>
                      <a:pt x="664" y="57"/>
                      <a:pt x="664" y="57"/>
                    </a:cubicBezTo>
                    <a:cubicBezTo>
                      <a:pt x="659" y="55"/>
                      <a:pt x="659" y="55"/>
                      <a:pt x="659" y="55"/>
                    </a:cubicBezTo>
                    <a:cubicBezTo>
                      <a:pt x="658" y="55"/>
                      <a:pt x="658" y="55"/>
                      <a:pt x="658" y="55"/>
                    </a:cubicBezTo>
                    <a:cubicBezTo>
                      <a:pt x="654" y="53"/>
                      <a:pt x="654" y="53"/>
                      <a:pt x="654" y="53"/>
                    </a:cubicBezTo>
                    <a:cubicBezTo>
                      <a:pt x="653" y="52"/>
                      <a:pt x="653" y="52"/>
                      <a:pt x="653" y="52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38" y="47"/>
                      <a:pt x="628" y="43"/>
                      <a:pt x="619" y="40"/>
                    </a:cubicBezTo>
                    <a:cubicBezTo>
                      <a:pt x="618" y="40"/>
                      <a:pt x="618" y="40"/>
                      <a:pt x="618" y="40"/>
                    </a:cubicBezTo>
                    <a:cubicBezTo>
                      <a:pt x="613" y="38"/>
                      <a:pt x="613" y="38"/>
                      <a:pt x="613" y="38"/>
                    </a:cubicBezTo>
                    <a:cubicBezTo>
                      <a:pt x="612" y="38"/>
                      <a:pt x="612" y="38"/>
                      <a:pt x="612" y="38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2" y="34"/>
                      <a:pt x="602" y="34"/>
                      <a:pt x="602" y="34"/>
                    </a:cubicBezTo>
                    <a:cubicBezTo>
                      <a:pt x="601" y="34"/>
                      <a:pt x="601" y="34"/>
                      <a:pt x="601" y="34"/>
                    </a:cubicBezTo>
                    <a:cubicBezTo>
                      <a:pt x="596" y="32"/>
                      <a:pt x="596" y="32"/>
                      <a:pt x="596" y="32"/>
                    </a:cubicBezTo>
                    <a:cubicBezTo>
                      <a:pt x="595" y="32"/>
                      <a:pt x="595" y="32"/>
                      <a:pt x="595" y="32"/>
                    </a:cubicBezTo>
                    <a:cubicBezTo>
                      <a:pt x="587" y="29"/>
                      <a:pt x="580" y="27"/>
                      <a:pt x="572" y="25"/>
                    </a:cubicBezTo>
                    <a:cubicBezTo>
                      <a:pt x="571" y="25"/>
                      <a:pt x="571" y="25"/>
                      <a:pt x="571" y="25"/>
                    </a:cubicBezTo>
                    <a:cubicBezTo>
                      <a:pt x="566" y="23"/>
                      <a:pt x="566" y="23"/>
                      <a:pt x="566" y="23"/>
                    </a:cubicBezTo>
                    <a:cubicBezTo>
                      <a:pt x="565" y="23"/>
                      <a:pt x="565" y="23"/>
                      <a:pt x="565" y="23"/>
                    </a:cubicBezTo>
                    <a:cubicBezTo>
                      <a:pt x="560" y="22"/>
                      <a:pt x="560" y="22"/>
                      <a:pt x="560" y="22"/>
                    </a:cubicBezTo>
                    <a:cubicBezTo>
                      <a:pt x="559" y="21"/>
                      <a:pt x="559" y="21"/>
                      <a:pt x="559" y="21"/>
                    </a:cubicBezTo>
                    <a:cubicBezTo>
                      <a:pt x="555" y="20"/>
                      <a:pt x="555" y="20"/>
                      <a:pt x="555" y="20"/>
                    </a:cubicBezTo>
                    <a:cubicBezTo>
                      <a:pt x="553" y="20"/>
                      <a:pt x="553" y="20"/>
                      <a:pt x="553" y="20"/>
                    </a:cubicBezTo>
                    <a:cubicBezTo>
                      <a:pt x="549" y="18"/>
                      <a:pt x="549" y="18"/>
                      <a:pt x="549" y="18"/>
                    </a:cubicBezTo>
                    <a:cubicBezTo>
                      <a:pt x="548" y="18"/>
                      <a:pt x="548" y="18"/>
                      <a:pt x="548" y="18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0" y="14"/>
                      <a:pt x="524" y="12"/>
                      <a:pt x="518" y="11"/>
                    </a:cubicBezTo>
                    <a:cubicBezTo>
                      <a:pt x="517" y="11"/>
                      <a:pt x="517" y="11"/>
                      <a:pt x="517" y="11"/>
                    </a:cubicBezTo>
                    <a:cubicBezTo>
                      <a:pt x="512" y="10"/>
                      <a:pt x="512" y="10"/>
                      <a:pt x="512" y="10"/>
                    </a:cubicBezTo>
                    <a:cubicBezTo>
                      <a:pt x="511" y="9"/>
                      <a:pt x="511" y="9"/>
                      <a:pt x="511" y="9"/>
                    </a:cubicBezTo>
                    <a:cubicBezTo>
                      <a:pt x="506" y="8"/>
                      <a:pt x="506" y="8"/>
                      <a:pt x="506" y="8"/>
                    </a:cubicBezTo>
                    <a:cubicBezTo>
                      <a:pt x="505" y="8"/>
                      <a:pt x="505" y="8"/>
                      <a:pt x="505" y="8"/>
                    </a:cubicBezTo>
                    <a:cubicBezTo>
                      <a:pt x="501" y="7"/>
                      <a:pt x="501" y="7"/>
                      <a:pt x="501" y="7"/>
                    </a:cubicBezTo>
                    <a:cubicBezTo>
                      <a:pt x="499" y="7"/>
                      <a:pt x="499" y="7"/>
                      <a:pt x="499" y="7"/>
                    </a:cubicBezTo>
                    <a:cubicBezTo>
                      <a:pt x="495" y="6"/>
                      <a:pt x="495" y="6"/>
                      <a:pt x="495" y="6"/>
                    </a:cubicBezTo>
                    <a:cubicBezTo>
                      <a:pt x="493" y="6"/>
                      <a:pt x="493" y="6"/>
                      <a:pt x="493" y="6"/>
                    </a:cubicBezTo>
                    <a:cubicBezTo>
                      <a:pt x="489" y="5"/>
                      <a:pt x="489" y="5"/>
                      <a:pt x="489" y="5"/>
                    </a:cubicBezTo>
                    <a:cubicBezTo>
                      <a:pt x="487" y="4"/>
                      <a:pt x="487" y="4"/>
                      <a:pt x="487" y="4"/>
                    </a:cubicBezTo>
                    <a:cubicBezTo>
                      <a:pt x="482" y="4"/>
                      <a:pt x="482" y="4"/>
                      <a:pt x="482" y="4"/>
                    </a:cubicBezTo>
                    <a:cubicBezTo>
                      <a:pt x="481" y="3"/>
                      <a:pt x="481" y="3"/>
                      <a:pt x="481" y="3"/>
                    </a:cubicBezTo>
                    <a:cubicBezTo>
                      <a:pt x="475" y="2"/>
                      <a:pt x="475" y="2"/>
                      <a:pt x="475" y="2"/>
                    </a:cubicBezTo>
                    <a:cubicBezTo>
                      <a:pt x="474" y="2"/>
                      <a:pt x="474" y="2"/>
                      <a:pt x="474" y="2"/>
                    </a:cubicBezTo>
                    <a:cubicBezTo>
                      <a:pt x="462" y="1"/>
                      <a:pt x="450" y="1"/>
                      <a:pt x="438" y="1"/>
                    </a:cubicBezTo>
                    <a:cubicBezTo>
                      <a:pt x="432" y="0"/>
                      <a:pt x="426" y="0"/>
                      <a:pt x="420" y="0"/>
                    </a:cubicBezTo>
                    <a:cubicBezTo>
                      <a:pt x="283" y="0"/>
                      <a:pt x="155" y="38"/>
                      <a:pt x="71" y="118"/>
                    </a:cubicBezTo>
                  </a:path>
                </a:pathLst>
              </a:cu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Select="1"/>
          </p:cNvSpPr>
          <p:nvPr>
            <p:ph type="title" hasCustomPrompt="1"/>
          </p:nvPr>
        </p:nvSpPr>
        <p:spPr>
          <a:xfrm>
            <a:off x="445534" y="246064"/>
            <a:ext cx="11304000" cy="567753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1"/>
              <a:t>Title</a:t>
            </a:r>
          </a:p>
        </p:txBody>
      </p:sp>
      <p:sp>
        <p:nvSpPr>
          <p:cNvPr id="3" name="Tijdelijke aanduiding voor inhoud 2"/>
          <p:cNvSpPr>
            <a:spLocks noGrp="1" noSelect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GB" noProof="1"/>
              <a:t>Klik om de modelstijlen te bewerken</a:t>
            </a:r>
          </a:p>
          <a:p>
            <a:pPr lvl="1"/>
            <a:r>
              <a:rPr lang="en-GB" noProof="1"/>
              <a:t>Tweede niveau</a:t>
            </a:r>
          </a:p>
          <a:p>
            <a:pPr lvl="2"/>
            <a:r>
              <a:rPr lang="en-GB" noProof="1"/>
              <a:t>Derde niveau</a:t>
            </a:r>
          </a:p>
          <a:p>
            <a:pPr lvl="3"/>
            <a:r>
              <a:rPr lang="en-GB" noProof="1"/>
              <a:t>Vierde niveau</a:t>
            </a:r>
          </a:p>
          <a:p>
            <a:pPr lvl="4"/>
            <a:r>
              <a:rPr lang="en-GB" noProof="1"/>
              <a:t>Vijfde niveau</a:t>
            </a:r>
          </a:p>
        </p:txBody>
      </p:sp>
      <p:sp>
        <p:nvSpPr>
          <p:cNvPr id="8" name="Tijdelijke aanduiding voor dianummer 7"/>
          <p:cNvSpPr>
            <a:spLocks noGrp="1" noSelect="1"/>
          </p:cNvSpPr>
          <p:nvPr>
            <p:ph type="sldNum" sz="quarter" idx="11"/>
          </p:nvPr>
        </p:nvSpPr>
        <p:spPr/>
        <p:txBody>
          <a:bodyPr/>
          <a:lstStyle/>
          <a:p>
            <a:fld id="{1336C48C-F87C-4E4B-81EF-5027B17D1F61}" type="slidenum">
              <a:rPr lang="en-GB" noProof="1" smtClean="0"/>
              <a:pPr/>
              <a:t>‹Nº›</a:t>
            </a:fld>
            <a:endParaRPr lang="en-GB" noProof="1"/>
          </a:p>
        </p:txBody>
      </p:sp>
      <p:sp>
        <p:nvSpPr>
          <p:cNvPr id="5" name="Tijdelijke aanduiding voor tekst 4"/>
          <p:cNvSpPr>
            <a:spLocks noGrp="1" noSelect="1"/>
          </p:cNvSpPr>
          <p:nvPr>
            <p:ph type="body" sz="quarter" idx="12" hasCustomPrompt="1"/>
          </p:nvPr>
        </p:nvSpPr>
        <p:spPr>
          <a:xfrm>
            <a:off x="445534" y="822325"/>
            <a:ext cx="11304000" cy="522288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GB"/>
              <a:t>Subtitle</a:t>
            </a:r>
          </a:p>
        </p:txBody>
      </p:sp>
      <p:grpSp>
        <p:nvGrpSpPr>
          <p:cNvPr id="22" name="Group 4"/>
          <p:cNvGrpSpPr>
            <a:grpSpLocks noSelect="1" noChangeAspect="1"/>
          </p:cNvGrpSpPr>
          <p:nvPr userDrawn="1"/>
        </p:nvGrpSpPr>
        <p:grpSpPr bwMode="gray">
          <a:xfrm>
            <a:off x="380952" y="5843380"/>
            <a:ext cx="11424279" cy="12703"/>
            <a:chOff x="180" y="2760"/>
            <a:chExt cx="5398" cy="6"/>
          </a:xfrm>
        </p:grpSpPr>
        <p:sp>
          <p:nvSpPr>
            <p:cNvPr id="23" name="Freeform 6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4" name="Rectangle 9"/>
            <p:cNvSpPr>
              <a:spLocks noSelect="1" noChangeArrowheads="1"/>
            </p:cNvSpPr>
            <p:nvPr/>
          </p:nvSpPr>
          <p:spPr bwMode="gray">
            <a:xfrm>
              <a:off x="180" y="2760"/>
              <a:ext cx="5398" cy="6"/>
            </a:xfrm>
            <a:prstGeom prst="rect">
              <a:avLst/>
            </a:prstGeom>
            <a:solidFill>
              <a:srgbClr val="EA650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5" name="Freeform 10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grpSp>
        <p:nvGrpSpPr>
          <p:cNvPr id="26" name="Group 4"/>
          <p:cNvGrpSpPr>
            <a:grpSpLocks noSelect="1" noChangeAspect="1"/>
          </p:cNvGrpSpPr>
          <p:nvPr userDrawn="1"/>
        </p:nvGrpSpPr>
        <p:grpSpPr bwMode="gray">
          <a:xfrm>
            <a:off x="985838" y="6148406"/>
            <a:ext cx="1103313" cy="336551"/>
            <a:chOff x="621" y="3873"/>
            <a:chExt cx="695" cy="212"/>
          </a:xfrm>
        </p:grpSpPr>
        <p:sp>
          <p:nvSpPr>
            <p:cNvPr id="27" name="Freeform 5"/>
            <p:cNvSpPr>
              <a:spLocks noSelect="1"/>
            </p:cNvSpPr>
            <p:nvPr userDrawn="1"/>
          </p:nvSpPr>
          <p:spPr bwMode="gray">
            <a:xfrm>
              <a:off x="621" y="3873"/>
              <a:ext cx="515" cy="93"/>
            </a:xfrm>
            <a:custGeom>
              <a:avLst/>
              <a:gdLst/>
              <a:ahLst/>
              <a:cxnLst>
                <a:cxn ang="0">
                  <a:pos x="1955" y="422"/>
                </a:cxn>
                <a:cxn ang="0">
                  <a:pos x="1849" y="422"/>
                </a:cxn>
                <a:cxn ang="0">
                  <a:pos x="1738" y="576"/>
                </a:cxn>
                <a:cxn ang="0">
                  <a:pos x="103" y="639"/>
                </a:cxn>
                <a:cxn ang="0">
                  <a:pos x="287" y="374"/>
                </a:cxn>
                <a:cxn ang="0">
                  <a:pos x="377" y="653"/>
                </a:cxn>
                <a:cxn ang="0">
                  <a:pos x="234" y="182"/>
                </a:cxn>
                <a:cxn ang="0">
                  <a:pos x="79" y="193"/>
                </a:cxn>
                <a:cxn ang="0">
                  <a:pos x="0" y="639"/>
                </a:cxn>
                <a:cxn ang="0">
                  <a:pos x="2133" y="653"/>
                </a:cxn>
                <a:cxn ang="0">
                  <a:pos x="2249" y="276"/>
                </a:cxn>
                <a:cxn ang="0">
                  <a:pos x="2344" y="653"/>
                </a:cxn>
                <a:cxn ang="0">
                  <a:pos x="2434" y="359"/>
                </a:cxn>
                <a:cxn ang="0">
                  <a:pos x="2136" y="206"/>
                </a:cxn>
                <a:cxn ang="0">
                  <a:pos x="2044" y="206"/>
                </a:cxn>
                <a:cxn ang="0">
                  <a:pos x="2133" y="653"/>
                </a:cxn>
                <a:cxn ang="0">
                  <a:pos x="786" y="427"/>
                </a:cxn>
                <a:cxn ang="0">
                  <a:pos x="688" y="269"/>
                </a:cxn>
                <a:cxn ang="0">
                  <a:pos x="668" y="664"/>
                </a:cxn>
                <a:cxn ang="0">
                  <a:pos x="812" y="652"/>
                </a:cxn>
                <a:cxn ang="0">
                  <a:pos x="889" y="206"/>
                </a:cxn>
                <a:cxn ang="0">
                  <a:pos x="803" y="206"/>
                </a:cxn>
                <a:cxn ang="0">
                  <a:pos x="2733" y="269"/>
                </a:cxn>
                <a:cxn ang="0">
                  <a:pos x="2734" y="576"/>
                </a:cxn>
                <a:cxn ang="0">
                  <a:pos x="2713" y="182"/>
                </a:cxn>
                <a:cxn ang="0">
                  <a:pos x="2836" y="593"/>
                </a:cxn>
                <a:cxn ang="0">
                  <a:pos x="2921" y="652"/>
                </a:cxn>
                <a:cxn ang="0">
                  <a:pos x="2921" y="193"/>
                </a:cxn>
                <a:cxn ang="0">
                  <a:pos x="2842" y="247"/>
                </a:cxn>
                <a:cxn ang="0">
                  <a:pos x="1324" y="214"/>
                </a:cxn>
                <a:cxn ang="0">
                  <a:pos x="1414" y="653"/>
                </a:cxn>
                <a:cxn ang="0">
                  <a:pos x="1414" y="193"/>
                </a:cxn>
                <a:cxn ang="0">
                  <a:pos x="3045" y="22"/>
                </a:cxn>
                <a:cxn ang="0">
                  <a:pos x="3135" y="653"/>
                </a:cxn>
                <a:cxn ang="0">
                  <a:pos x="3135" y="2"/>
                </a:cxn>
                <a:cxn ang="0">
                  <a:pos x="1375" y="12"/>
                </a:cxn>
                <a:cxn ang="0">
                  <a:pos x="1436" y="73"/>
                </a:cxn>
                <a:cxn ang="0">
                  <a:pos x="1154" y="578"/>
                </a:cxn>
                <a:cxn ang="0">
                  <a:pos x="1207" y="276"/>
                </a:cxn>
                <a:cxn ang="0">
                  <a:pos x="1207" y="193"/>
                </a:cxn>
                <a:cxn ang="0">
                  <a:pos x="1097" y="57"/>
                </a:cxn>
                <a:cxn ang="0">
                  <a:pos x="1007" y="535"/>
                </a:cxn>
                <a:cxn ang="0">
                  <a:pos x="1227" y="635"/>
                </a:cxn>
                <a:cxn ang="0">
                  <a:pos x="3450" y="267"/>
                </a:cxn>
                <a:cxn ang="0">
                  <a:pos x="3458" y="664"/>
                </a:cxn>
                <a:cxn ang="0">
                  <a:pos x="3603" y="555"/>
                </a:cxn>
                <a:cxn ang="0">
                  <a:pos x="3346" y="460"/>
                </a:cxn>
                <a:cxn ang="0">
                  <a:pos x="3657" y="420"/>
                </a:cxn>
                <a:cxn ang="0">
                  <a:pos x="3458" y="664"/>
                </a:cxn>
              </a:cxnLst>
              <a:rect l="0" t="0" r="r" b="b"/>
              <a:pathLst>
                <a:path w="3657" h="664">
                  <a:moveTo>
                    <a:pt x="1517" y="422"/>
                  </a:moveTo>
                  <a:cubicBezTo>
                    <a:pt x="1517" y="287"/>
                    <a:pt x="1600" y="182"/>
                    <a:pt x="1736" y="182"/>
                  </a:cubicBezTo>
                  <a:cubicBezTo>
                    <a:pt x="1874" y="182"/>
                    <a:pt x="1955" y="286"/>
                    <a:pt x="1955" y="422"/>
                  </a:cubicBezTo>
                  <a:cubicBezTo>
                    <a:pt x="1955" y="564"/>
                    <a:pt x="1867" y="664"/>
                    <a:pt x="1735" y="664"/>
                  </a:cubicBezTo>
                  <a:cubicBezTo>
                    <a:pt x="1603" y="664"/>
                    <a:pt x="1517" y="564"/>
                    <a:pt x="1517" y="422"/>
                  </a:cubicBezTo>
                  <a:moveTo>
                    <a:pt x="1849" y="422"/>
                  </a:moveTo>
                  <a:cubicBezTo>
                    <a:pt x="1849" y="331"/>
                    <a:pt x="1804" y="270"/>
                    <a:pt x="1736" y="269"/>
                  </a:cubicBezTo>
                  <a:cubicBezTo>
                    <a:pt x="1666" y="270"/>
                    <a:pt x="1624" y="333"/>
                    <a:pt x="1624" y="422"/>
                  </a:cubicBezTo>
                  <a:cubicBezTo>
                    <a:pt x="1624" y="503"/>
                    <a:pt x="1661" y="576"/>
                    <a:pt x="1738" y="576"/>
                  </a:cubicBezTo>
                  <a:cubicBezTo>
                    <a:pt x="1806" y="576"/>
                    <a:pt x="1849" y="513"/>
                    <a:pt x="1849" y="422"/>
                  </a:cubicBezTo>
                  <a:moveTo>
                    <a:pt x="90" y="653"/>
                  </a:moveTo>
                  <a:cubicBezTo>
                    <a:pt x="97" y="653"/>
                    <a:pt x="103" y="647"/>
                    <a:pt x="103" y="639"/>
                  </a:cubicBezTo>
                  <a:cubicBezTo>
                    <a:pt x="103" y="410"/>
                    <a:pt x="103" y="410"/>
                    <a:pt x="103" y="410"/>
                  </a:cubicBezTo>
                  <a:cubicBezTo>
                    <a:pt x="103" y="322"/>
                    <a:pt x="152" y="276"/>
                    <a:pt x="206" y="276"/>
                  </a:cubicBezTo>
                  <a:cubicBezTo>
                    <a:pt x="247" y="276"/>
                    <a:pt x="287" y="299"/>
                    <a:pt x="287" y="374"/>
                  </a:cubicBezTo>
                  <a:cubicBezTo>
                    <a:pt x="287" y="639"/>
                    <a:pt x="287" y="639"/>
                    <a:pt x="287" y="639"/>
                  </a:cubicBezTo>
                  <a:cubicBezTo>
                    <a:pt x="287" y="647"/>
                    <a:pt x="293" y="653"/>
                    <a:pt x="300" y="653"/>
                  </a:cubicBezTo>
                  <a:cubicBezTo>
                    <a:pt x="377" y="653"/>
                    <a:pt x="377" y="653"/>
                    <a:pt x="377" y="653"/>
                  </a:cubicBezTo>
                  <a:cubicBezTo>
                    <a:pt x="384" y="653"/>
                    <a:pt x="390" y="647"/>
                    <a:pt x="390" y="639"/>
                  </a:cubicBezTo>
                  <a:cubicBezTo>
                    <a:pt x="390" y="359"/>
                    <a:pt x="390" y="359"/>
                    <a:pt x="390" y="359"/>
                  </a:cubicBezTo>
                  <a:cubicBezTo>
                    <a:pt x="390" y="234"/>
                    <a:pt x="321" y="182"/>
                    <a:pt x="234" y="182"/>
                  </a:cubicBezTo>
                  <a:cubicBezTo>
                    <a:pt x="178" y="182"/>
                    <a:pt x="127" y="215"/>
                    <a:pt x="96" y="252"/>
                  </a:cubicBezTo>
                  <a:cubicBezTo>
                    <a:pt x="92" y="206"/>
                    <a:pt x="92" y="206"/>
                    <a:pt x="92" y="206"/>
                  </a:cubicBezTo>
                  <a:cubicBezTo>
                    <a:pt x="91" y="199"/>
                    <a:pt x="85" y="193"/>
                    <a:pt x="79" y="193"/>
                  </a:cubicBezTo>
                  <a:cubicBezTo>
                    <a:pt x="13" y="193"/>
                    <a:pt x="13" y="193"/>
                    <a:pt x="13" y="193"/>
                  </a:cubicBezTo>
                  <a:cubicBezTo>
                    <a:pt x="6" y="193"/>
                    <a:pt x="0" y="199"/>
                    <a:pt x="0" y="206"/>
                  </a:cubicBezTo>
                  <a:cubicBezTo>
                    <a:pt x="0" y="639"/>
                    <a:pt x="0" y="639"/>
                    <a:pt x="0" y="639"/>
                  </a:cubicBezTo>
                  <a:cubicBezTo>
                    <a:pt x="0" y="647"/>
                    <a:pt x="6" y="653"/>
                    <a:pt x="13" y="653"/>
                  </a:cubicBezTo>
                  <a:lnTo>
                    <a:pt x="90" y="653"/>
                  </a:lnTo>
                  <a:close/>
                  <a:moveTo>
                    <a:pt x="2133" y="653"/>
                  </a:moveTo>
                  <a:cubicBezTo>
                    <a:pt x="2141" y="653"/>
                    <a:pt x="2147" y="647"/>
                    <a:pt x="2147" y="639"/>
                  </a:cubicBezTo>
                  <a:cubicBezTo>
                    <a:pt x="2147" y="410"/>
                    <a:pt x="2147" y="410"/>
                    <a:pt x="2147" y="410"/>
                  </a:cubicBezTo>
                  <a:cubicBezTo>
                    <a:pt x="2147" y="322"/>
                    <a:pt x="2196" y="276"/>
                    <a:pt x="2249" y="276"/>
                  </a:cubicBezTo>
                  <a:cubicBezTo>
                    <a:pt x="2291" y="276"/>
                    <a:pt x="2331" y="299"/>
                    <a:pt x="2331" y="374"/>
                  </a:cubicBezTo>
                  <a:cubicBezTo>
                    <a:pt x="2331" y="639"/>
                    <a:pt x="2331" y="639"/>
                    <a:pt x="2331" y="639"/>
                  </a:cubicBezTo>
                  <a:cubicBezTo>
                    <a:pt x="2331" y="647"/>
                    <a:pt x="2337" y="653"/>
                    <a:pt x="2344" y="653"/>
                  </a:cubicBezTo>
                  <a:cubicBezTo>
                    <a:pt x="2420" y="653"/>
                    <a:pt x="2420" y="653"/>
                    <a:pt x="2420" y="653"/>
                  </a:cubicBezTo>
                  <a:cubicBezTo>
                    <a:pt x="2428" y="653"/>
                    <a:pt x="2434" y="647"/>
                    <a:pt x="2434" y="639"/>
                  </a:cubicBezTo>
                  <a:cubicBezTo>
                    <a:pt x="2434" y="359"/>
                    <a:pt x="2434" y="359"/>
                    <a:pt x="2434" y="359"/>
                  </a:cubicBezTo>
                  <a:cubicBezTo>
                    <a:pt x="2434" y="234"/>
                    <a:pt x="2365" y="182"/>
                    <a:pt x="2278" y="182"/>
                  </a:cubicBezTo>
                  <a:cubicBezTo>
                    <a:pt x="2222" y="182"/>
                    <a:pt x="2170" y="215"/>
                    <a:pt x="2140" y="252"/>
                  </a:cubicBezTo>
                  <a:cubicBezTo>
                    <a:pt x="2136" y="206"/>
                    <a:pt x="2136" y="206"/>
                    <a:pt x="2136" y="206"/>
                  </a:cubicBezTo>
                  <a:cubicBezTo>
                    <a:pt x="2135" y="199"/>
                    <a:pt x="2129" y="193"/>
                    <a:pt x="2123" y="193"/>
                  </a:cubicBezTo>
                  <a:cubicBezTo>
                    <a:pt x="2057" y="193"/>
                    <a:pt x="2057" y="193"/>
                    <a:pt x="2057" y="193"/>
                  </a:cubicBezTo>
                  <a:cubicBezTo>
                    <a:pt x="2050" y="193"/>
                    <a:pt x="2044" y="199"/>
                    <a:pt x="2044" y="206"/>
                  </a:cubicBezTo>
                  <a:cubicBezTo>
                    <a:pt x="2044" y="639"/>
                    <a:pt x="2044" y="639"/>
                    <a:pt x="2044" y="639"/>
                  </a:cubicBezTo>
                  <a:cubicBezTo>
                    <a:pt x="2044" y="647"/>
                    <a:pt x="2050" y="653"/>
                    <a:pt x="2057" y="653"/>
                  </a:cubicBezTo>
                  <a:lnTo>
                    <a:pt x="2133" y="653"/>
                  </a:lnTo>
                  <a:close/>
                  <a:moveTo>
                    <a:pt x="688" y="269"/>
                  </a:moveTo>
                  <a:cubicBezTo>
                    <a:pt x="736" y="269"/>
                    <a:pt x="786" y="304"/>
                    <a:pt x="786" y="406"/>
                  </a:cubicBezTo>
                  <a:cubicBezTo>
                    <a:pt x="786" y="427"/>
                    <a:pt x="786" y="427"/>
                    <a:pt x="786" y="427"/>
                  </a:cubicBezTo>
                  <a:cubicBezTo>
                    <a:pt x="786" y="547"/>
                    <a:pt x="729" y="576"/>
                    <a:pt x="690" y="576"/>
                  </a:cubicBezTo>
                  <a:cubicBezTo>
                    <a:pt x="621" y="576"/>
                    <a:pt x="582" y="502"/>
                    <a:pt x="582" y="421"/>
                  </a:cubicBezTo>
                  <a:cubicBezTo>
                    <a:pt x="582" y="329"/>
                    <a:pt x="626" y="269"/>
                    <a:pt x="688" y="269"/>
                  </a:cubicBezTo>
                  <a:moveTo>
                    <a:pt x="669" y="182"/>
                  </a:moveTo>
                  <a:cubicBezTo>
                    <a:pt x="570" y="182"/>
                    <a:pt x="476" y="261"/>
                    <a:pt x="476" y="422"/>
                  </a:cubicBezTo>
                  <a:cubicBezTo>
                    <a:pt x="476" y="554"/>
                    <a:pt x="547" y="664"/>
                    <a:pt x="668" y="664"/>
                  </a:cubicBezTo>
                  <a:cubicBezTo>
                    <a:pt x="722" y="664"/>
                    <a:pt x="768" y="631"/>
                    <a:pt x="791" y="593"/>
                  </a:cubicBezTo>
                  <a:cubicBezTo>
                    <a:pt x="798" y="639"/>
                    <a:pt x="798" y="639"/>
                    <a:pt x="798" y="639"/>
                  </a:cubicBezTo>
                  <a:cubicBezTo>
                    <a:pt x="799" y="646"/>
                    <a:pt x="805" y="652"/>
                    <a:pt x="812" y="652"/>
                  </a:cubicBezTo>
                  <a:cubicBezTo>
                    <a:pt x="876" y="652"/>
                    <a:pt x="876" y="652"/>
                    <a:pt x="876" y="652"/>
                  </a:cubicBezTo>
                  <a:cubicBezTo>
                    <a:pt x="883" y="652"/>
                    <a:pt x="889" y="647"/>
                    <a:pt x="889" y="639"/>
                  </a:cubicBezTo>
                  <a:cubicBezTo>
                    <a:pt x="889" y="206"/>
                    <a:pt x="889" y="206"/>
                    <a:pt x="889" y="206"/>
                  </a:cubicBezTo>
                  <a:cubicBezTo>
                    <a:pt x="889" y="199"/>
                    <a:pt x="883" y="193"/>
                    <a:pt x="876" y="193"/>
                  </a:cubicBezTo>
                  <a:cubicBezTo>
                    <a:pt x="817" y="193"/>
                    <a:pt x="817" y="193"/>
                    <a:pt x="817" y="193"/>
                  </a:cubicBezTo>
                  <a:cubicBezTo>
                    <a:pt x="810" y="193"/>
                    <a:pt x="804" y="199"/>
                    <a:pt x="803" y="206"/>
                  </a:cubicBezTo>
                  <a:cubicBezTo>
                    <a:pt x="798" y="247"/>
                    <a:pt x="798" y="247"/>
                    <a:pt x="798" y="247"/>
                  </a:cubicBezTo>
                  <a:cubicBezTo>
                    <a:pt x="768" y="210"/>
                    <a:pt x="727" y="182"/>
                    <a:pt x="669" y="182"/>
                  </a:cubicBezTo>
                  <a:moveTo>
                    <a:pt x="2733" y="269"/>
                  </a:moveTo>
                  <a:cubicBezTo>
                    <a:pt x="2780" y="269"/>
                    <a:pt x="2830" y="304"/>
                    <a:pt x="2830" y="406"/>
                  </a:cubicBezTo>
                  <a:cubicBezTo>
                    <a:pt x="2830" y="427"/>
                    <a:pt x="2830" y="427"/>
                    <a:pt x="2830" y="427"/>
                  </a:cubicBezTo>
                  <a:cubicBezTo>
                    <a:pt x="2830" y="547"/>
                    <a:pt x="2773" y="576"/>
                    <a:pt x="2734" y="576"/>
                  </a:cubicBezTo>
                  <a:cubicBezTo>
                    <a:pt x="2665" y="576"/>
                    <a:pt x="2627" y="502"/>
                    <a:pt x="2627" y="421"/>
                  </a:cubicBezTo>
                  <a:cubicBezTo>
                    <a:pt x="2627" y="329"/>
                    <a:pt x="2670" y="269"/>
                    <a:pt x="2733" y="269"/>
                  </a:cubicBezTo>
                  <a:moveTo>
                    <a:pt x="2713" y="182"/>
                  </a:moveTo>
                  <a:cubicBezTo>
                    <a:pt x="2614" y="182"/>
                    <a:pt x="2520" y="261"/>
                    <a:pt x="2520" y="422"/>
                  </a:cubicBezTo>
                  <a:cubicBezTo>
                    <a:pt x="2520" y="554"/>
                    <a:pt x="2591" y="664"/>
                    <a:pt x="2713" y="664"/>
                  </a:cubicBezTo>
                  <a:cubicBezTo>
                    <a:pt x="2766" y="664"/>
                    <a:pt x="2813" y="631"/>
                    <a:pt x="2836" y="593"/>
                  </a:cubicBezTo>
                  <a:cubicBezTo>
                    <a:pt x="2843" y="639"/>
                    <a:pt x="2843" y="639"/>
                    <a:pt x="2843" y="639"/>
                  </a:cubicBezTo>
                  <a:cubicBezTo>
                    <a:pt x="2844" y="646"/>
                    <a:pt x="2850" y="652"/>
                    <a:pt x="2856" y="652"/>
                  </a:cubicBezTo>
                  <a:cubicBezTo>
                    <a:pt x="2921" y="652"/>
                    <a:pt x="2921" y="652"/>
                    <a:pt x="2921" y="652"/>
                  </a:cubicBezTo>
                  <a:cubicBezTo>
                    <a:pt x="2928" y="652"/>
                    <a:pt x="2934" y="647"/>
                    <a:pt x="2934" y="639"/>
                  </a:cubicBezTo>
                  <a:cubicBezTo>
                    <a:pt x="2934" y="206"/>
                    <a:pt x="2934" y="206"/>
                    <a:pt x="2934" y="206"/>
                  </a:cubicBezTo>
                  <a:cubicBezTo>
                    <a:pt x="2934" y="199"/>
                    <a:pt x="2928" y="193"/>
                    <a:pt x="2921" y="193"/>
                  </a:cubicBezTo>
                  <a:cubicBezTo>
                    <a:pt x="2861" y="193"/>
                    <a:pt x="2861" y="193"/>
                    <a:pt x="2861" y="193"/>
                  </a:cubicBezTo>
                  <a:cubicBezTo>
                    <a:pt x="2855" y="193"/>
                    <a:pt x="2849" y="199"/>
                    <a:pt x="2848" y="206"/>
                  </a:cubicBezTo>
                  <a:cubicBezTo>
                    <a:pt x="2842" y="247"/>
                    <a:pt x="2842" y="247"/>
                    <a:pt x="2842" y="247"/>
                  </a:cubicBezTo>
                  <a:cubicBezTo>
                    <a:pt x="2813" y="210"/>
                    <a:pt x="2771" y="182"/>
                    <a:pt x="2713" y="182"/>
                  </a:cubicBezTo>
                  <a:moveTo>
                    <a:pt x="1337" y="200"/>
                  </a:moveTo>
                  <a:cubicBezTo>
                    <a:pt x="1330" y="201"/>
                    <a:pt x="1324" y="206"/>
                    <a:pt x="1324" y="214"/>
                  </a:cubicBezTo>
                  <a:cubicBezTo>
                    <a:pt x="1324" y="639"/>
                    <a:pt x="1324" y="639"/>
                    <a:pt x="1324" y="639"/>
                  </a:cubicBezTo>
                  <a:cubicBezTo>
                    <a:pt x="1324" y="647"/>
                    <a:pt x="1330" y="653"/>
                    <a:pt x="1337" y="653"/>
                  </a:cubicBezTo>
                  <a:cubicBezTo>
                    <a:pt x="1414" y="653"/>
                    <a:pt x="1414" y="653"/>
                    <a:pt x="1414" y="653"/>
                  </a:cubicBezTo>
                  <a:cubicBezTo>
                    <a:pt x="1421" y="653"/>
                    <a:pt x="1427" y="647"/>
                    <a:pt x="1427" y="639"/>
                  </a:cubicBezTo>
                  <a:cubicBezTo>
                    <a:pt x="1427" y="206"/>
                    <a:pt x="1427" y="206"/>
                    <a:pt x="1427" y="206"/>
                  </a:cubicBezTo>
                  <a:cubicBezTo>
                    <a:pt x="1427" y="199"/>
                    <a:pt x="1421" y="192"/>
                    <a:pt x="1414" y="193"/>
                  </a:cubicBezTo>
                  <a:lnTo>
                    <a:pt x="1337" y="200"/>
                  </a:lnTo>
                  <a:close/>
                  <a:moveTo>
                    <a:pt x="3058" y="9"/>
                  </a:moveTo>
                  <a:cubicBezTo>
                    <a:pt x="3051" y="10"/>
                    <a:pt x="3045" y="15"/>
                    <a:pt x="3045" y="22"/>
                  </a:cubicBezTo>
                  <a:cubicBezTo>
                    <a:pt x="3045" y="639"/>
                    <a:pt x="3045" y="639"/>
                    <a:pt x="3045" y="639"/>
                  </a:cubicBezTo>
                  <a:cubicBezTo>
                    <a:pt x="3045" y="647"/>
                    <a:pt x="3051" y="653"/>
                    <a:pt x="3058" y="653"/>
                  </a:cubicBezTo>
                  <a:cubicBezTo>
                    <a:pt x="3135" y="653"/>
                    <a:pt x="3135" y="653"/>
                    <a:pt x="3135" y="653"/>
                  </a:cubicBezTo>
                  <a:cubicBezTo>
                    <a:pt x="3142" y="653"/>
                    <a:pt x="3148" y="647"/>
                    <a:pt x="3148" y="639"/>
                  </a:cubicBezTo>
                  <a:cubicBezTo>
                    <a:pt x="3148" y="15"/>
                    <a:pt x="3148" y="15"/>
                    <a:pt x="3148" y="15"/>
                  </a:cubicBezTo>
                  <a:cubicBezTo>
                    <a:pt x="3148" y="7"/>
                    <a:pt x="3142" y="0"/>
                    <a:pt x="3135" y="2"/>
                  </a:cubicBezTo>
                  <a:lnTo>
                    <a:pt x="3058" y="9"/>
                  </a:lnTo>
                  <a:close/>
                  <a:moveTo>
                    <a:pt x="1436" y="73"/>
                  </a:moveTo>
                  <a:cubicBezTo>
                    <a:pt x="1436" y="39"/>
                    <a:pt x="1409" y="12"/>
                    <a:pt x="1375" y="12"/>
                  </a:cubicBezTo>
                  <a:cubicBezTo>
                    <a:pt x="1342" y="12"/>
                    <a:pt x="1315" y="39"/>
                    <a:pt x="1315" y="73"/>
                  </a:cubicBezTo>
                  <a:cubicBezTo>
                    <a:pt x="1315" y="106"/>
                    <a:pt x="1342" y="133"/>
                    <a:pt x="1375" y="133"/>
                  </a:cubicBezTo>
                  <a:cubicBezTo>
                    <a:pt x="1409" y="133"/>
                    <a:pt x="1436" y="106"/>
                    <a:pt x="1436" y="73"/>
                  </a:cubicBezTo>
                  <a:moveTo>
                    <a:pt x="1219" y="578"/>
                  </a:moveTo>
                  <a:cubicBezTo>
                    <a:pt x="1217" y="568"/>
                    <a:pt x="1211" y="565"/>
                    <a:pt x="1199" y="570"/>
                  </a:cubicBezTo>
                  <a:cubicBezTo>
                    <a:pt x="1192" y="572"/>
                    <a:pt x="1169" y="578"/>
                    <a:pt x="1154" y="578"/>
                  </a:cubicBezTo>
                  <a:cubicBezTo>
                    <a:pt x="1124" y="578"/>
                    <a:pt x="1111" y="567"/>
                    <a:pt x="1110" y="524"/>
                  </a:cubicBezTo>
                  <a:cubicBezTo>
                    <a:pt x="1110" y="276"/>
                    <a:pt x="1110" y="276"/>
                    <a:pt x="1110" y="276"/>
                  </a:cubicBezTo>
                  <a:cubicBezTo>
                    <a:pt x="1207" y="276"/>
                    <a:pt x="1207" y="276"/>
                    <a:pt x="1207" y="276"/>
                  </a:cubicBezTo>
                  <a:cubicBezTo>
                    <a:pt x="1214" y="276"/>
                    <a:pt x="1220" y="270"/>
                    <a:pt x="1220" y="263"/>
                  </a:cubicBezTo>
                  <a:cubicBezTo>
                    <a:pt x="1220" y="206"/>
                    <a:pt x="1220" y="206"/>
                    <a:pt x="1220" y="206"/>
                  </a:cubicBezTo>
                  <a:cubicBezTo>
                    <a:pt x="1220" y="199"/>
                    <a:pt x="1214" y="193"/>
                    <a:pt x="1207" y="193"/>
                  </a:cubicBezTo>
                  <a:cubicBezTo>
                    <a:pt x="1110" y="193"/>
                    <a:pt x="1110" y="193"/>
                    <a:pt x="1110" y="193"/>
                  </a:cubicBezTo>
                  <a:cubicBezTo>
                    <a:pt x="1110" y="70"/>
                    <a:pt x="1110" y="70"/>
                    <a:pt x="1110" y="70"/>
                  </a:cubicBezTo>
                  <a:cubicBezTo>
                    <a:pt x="1110" y="62"/>
                    <a:pt x="1104" y="56"/>
                    <a:pt x="1097" y="57"/>
                  </a:cubicBezTo>
                  <a:cubicBezTo>
                    <a:pt x="1021" y="64"/>
                    <a:pt x="1021" y="64"/>
                    <a:pt x="1021" y="64"/>
                  </a:cubicBezTo>
                  <a:cubicBezTo>
                    <a:pt x="1013" y="65"/>
                    <a:pt x="1007" y="70"/>
                    <a:pt x="1007" y="77"/>
                  </a:cubicBezTo>
                  <a:cubicBezTo>
                    <a:pt x="1007" y="535"/>
                    <a:pt x="1007" y="535"/>
                    <a:pt x="1007" y="535"/>
                  </a:cubicBezTo>
                  <a:cubicBezTo>
                    <a:pt x="1007" y="610"/>
                    <a:pt x="1041" y="664"/>
                    <a:pt x="1132" y="664"/>
                  </a:cubicBezTo>
                  <a:cubicBezTo>
                    <a:pt x="1159" y="664"/>
                    <a:pt x="1193" y="659"/>
                    <a:pt x="1219" y="647"/>
                  </a:cubicBezTo>
                  <a:cubicBezTo>
                    <a:pt x="1224" y="645"/>
                    <a:pt x="1228" y="643"/>
                    <a:pt x="1227" y="635"/>
                  </a:cubicBezTo>
                  <a:lnTo>
                    <a:pt x="1219" y="578"/>
                  </a:lnTo>
                  <a:close/>
                  <a:moveTo>
                    <a:pt x="3346" y="384"/>
                  </a:moveTo>
                  <a:cubicBezTo>
                    <a:pt x="3354" y="331"/>
                    <a:pt x="3379" y="267"/>
                    <a:pt x="3450" y="267"/>
                  </a:cubicBezTo>
                  <a:cubicBezTo>
                    <a:pt x="3524" y="267"/>
                    <a:pt x="3549" y="326"/>
                    <a:pt x="3552" y="384"/>
                  </a:cubicBezTo>
                  <a:lnTo>
                    <a:pt x="3346" y="384"/>
                  </a:lnTo>
                  <a:close/>
                  <a:moveTo>
                    <a:pt x="3458" y="664"/>
                  </a:moveTo>
                  <a:cubicBezTo>
                    <a:pt x="3524" y="664"/>
                    <a:pt x="3577" y="647"/>
                    <a:pt x="3617" y="625"/>
                  </a:cubicBezTo>
                  <a:cubicBezTo>
                    <a:pt x="3624" y="621"/>
                    <a:pt x="3627" y="614"/>
                    <a:pt x="3624" y="607"/>
                  </a:cubicBezTo>
                  <a:cubicBezTo>
                    <a:pt x="3603" y="555"/>
                    <a:pt x="3603" y="555"/>
                    <a:pt x="3603" y="555"/>
                  </a:cubicBezTo>
                  <a:cubicBezTo>
                    <a:pt x="3600" y="548"/>
                    <a:pt x="3592" y="545"/>
                    <a:pt x="3585" y="548"/>
                  </a:cubicBezTo>
                  <a:cubicBezTo>
                    <a:pt x="3548" y="566"/>
                    <a:pt x="3509" y="576"/>
                    <a:pt x="3464" y="576"/>
                  </a:cubicBezTo>
                  <a:cubicBezTo>
                    <a:pt x="3388" y="576"/>
                    <a:pt x="3352" y="521"/>
                    <a:pt x="3346" y="460"/>
                  </a:cubicBezTo>
                  <a:cubicBezTo>
                    <a:pt x="3644" y="460"/>
                    <a:pt x="3644" y="460"/>
                    <a:pt x="3644" y="460"/>
                  </a:cubicBezTo>
                  <a:cubicBezTo>
                    <a:pt x="3651" y="460"/>
                    <a:pt x="3656" y="454"/>
                    <a:pt x="3657" y="446"/>
                  </a:cubicBezTo>
                  <a:cubicBezTo>
                    <a:pt x="3657" y="436"/>
                    <a:pt x="3657" y="429"/>
                    <a:pt x="3657" y="420"/>
                  </a:cubicBezTo>
                  <a:cubicBezTo>
                    <a:pt x="3657" y="306"/>
                    <a:pt x="3599" y="182"/>
                    <a:pt x="3451" y="182"/>
                  </a:cubicBezTo>
                  <a:cubicBezTo>
                    <a:pt x="3318" y="182"/>
                    <a:pt x="3238" y="285"/>
                    <a:pt x="3238" y="425"/>
                  </a:cubicBezTo>
                  <a:cubicBezTo>
                    <a:pt x="3238" y="569"/>
                    <a:pt x="3324" y="664"/>
                    <a:pt x="3458" y="664"/>
                  </a:cubicBezTo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8" name="Freeform 6"/>
            <p:cNvSpPr>
              <a:spLocks noSelect="1"/>
            </p:cNvSpPr>
            <p:nvPr/>
          </p:nvSpPr>
          <p:spPr bwMode="gray">
            <a:xfrm>
              <a:off x="621" y="3992"/>
              <a:ext cx="695" cy="93"/>
            </a:xfrm>
            <a:custGeom>
              <a:avLst/>
              <a:gdLst/>
              <a:ahLst/>
              <a:cxnLst>
                <a:cxn ang="0">
                  <a:pos x="13" y="193"/>
                </a:cxn>
                <a:cxn ang="0">
                  <a:pos x="234" y="182"/>
                </a:cxn>
                <a:cxn ang="0">
                  <a:pos x="300" y="653"/>
                </a:cxn>
                <a:cxn ang="0">
                  <a:pos x="103" y="410"/>
                </a:cxn>
                <a:cxn ang="0">
                  <a:pos x="2735" y="269"/>
                </a:cxn>
                <a:cxn ang="0">
                  <a:pos x="2832" y="406"/>
                </a:cxn>
                <a:cxn ang="0">
                  <a:pos x="2849" y="206"/>
                </a:cxn>
                <a:cxn ang="0">
                  <a:pos x="2935" y="640"/>
                </a:cxn>
                <a:cxn ang="0">
                  <a:pos x="2837" y="593"/>
                </a:cxn>
                <a:cxn ang="0">
                  <a:pos x="4643" y="653"/>
                </a:cxn>
                <a:cxn ang="0">
                  <a:pos x="4840" y="374"/>
                </a:cxn>
                <a:cxn ang="0">
                  <a:pos x="4943" y="640"/>
                </a:cxn>
                <a:cxn ang="0">
                  <a:pos x="4645" y="206"/>
                </a:cxn>
                <a:cxn ang="0">
                  <a:pos x="4553" y="640"/>
                </a:cxn>
                <a:cxn ang="0">
                  <a:pos x="3156" y="640"/>
                </a:cxn>
                <a:cxn ang="0">
                  <a:pos x="3341" y="640"/>
                </a:cxn>
                <a:cxn ang="0">
                  <a:pos x="3443" y="359"/>
                </a:cxn>
                <a:cxn ang="0">
                  <a:pos x="3132" y="193"/>
                </a:cxn>
                <a:cxn ang="0">
                  <a:pos x="3067" y="653"/>
                </a:cxn>
                <a:cxn ang="0">
                  <a:pos x="2331" y="640"/>
                </a:cxn>
                <a:cxn ang="0">
                  <a:pos x="2434" y="15"/>
                </a:cxn>
                <a:cxn ang="0">
                  <a:pos x="691" y="267"/>
                </a:cxn>
                <a:cxn ang="0">
                  <a:pos x="479" y="425"/>
                </a:cxn>
                <a:cxn ang="0">
                  <a:pos x="884" y="460"/>
                </a:cxn>
                <a:cxn ang="0">
                  <a:pos x="843" y="555"/>
                </a:cxn>
                <a:cxn ang="0">
                  <a:pos x="1803" y="384"/>
                </a:cxn>
                <a:cxn ang="0">
                  <a:pos x="1709" y="664"/>
                </a:cxn>
                <a:cxn ang="0">
                  <a:pos x="1907" y="447"/>
                </a:cxn>
                <a:cxn ang="0">
                  <a:pos x="1836" y="548"/>
                </a:cxn>
                <a:cxn ang="0">
                  <a:pos x="1709" y="664"/>
                </a:cxn>
                <a:cxn ang="0">
                  <a:pos x="1380" y="653"/>
                </a:cxn>
                <a:cxn ang="0">
                  <a:pos x="1164" y="664"/>
                </a:cxn>
                <a:cxn ang="0">
                  <a:pos x="1291" y="23"/>
                </a:cxn>
                <a:cxn ang="0">
                  <a:pos x="1184" y="269"/>
                </a:cxn>
                <a:cxn ang="0">
                  <a:pos x="1291" y="406"/>
                </a:cxn>
                <a:cxn ang="0">
                  <a:pos x="4359" y="384"/>
                </a:cxn>
                <a:cxn ang="0">
                  <a:pos x="4464" y="420"/>
                </a:cxn>
                <a:cxn ang="0">
                  <a:pos x="4271" y="576"/>
                </a:cxn>
                <a:cxn ang="0">
                  <a:pos x="4425" y="625"/>
                </a:cxn>
                <a:cxn ang="0">
                  <a:pos x="3955" y="640"/>
                </a:cxn>
                <a:cxn ang="0">
                  <a:pos x="3858" y="593"/>
                </a:cxn>
                <a:cxn ang="0">
                  <a:pos x="3852" y="233"/>
                </a:cxn>
                <a:cxn ang="0">
                  <a:pos x="3853" y="406"/>
                </a:cxn>
                <a:cxn ang="0">
                  <a:pos x="3853" y="427"/>
                </a:cxn>
                <a:cxn ang="0">
                  <a:pos x="2094" y="252"/>
                </a:cxn>
                <a:cxn ang="0">
                  <a:pos x="1998" y="206"/>
                </a:cxn>
                <a:cxn ang="0">
                  <a:pos x="2101" y="640"/>
                </a:cxn>
                <a:cxn ang="0">
                  <a:pos x="2248" y="276"/>
                </a:cxn>
              </a:cxnLst>
              <a:rect l="0" t="0" r="r" b="b"/>
              <a:pathLst>
                <a:path w="4943" h="664">
                  <a:moveTo>
                    <a:pt x="13" y="653"/>
                  </a:moveTo>
                  <a:cubicBezTo>
                    <a:pt x="6" y="653"/>
                    <a:pt x="0" y="647"/>
                    <a:pt x="0" y="64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0" y="199"/>
                    <a:pt x="6" y="193"/>
                    <a:pt x="13" y="193"/>
                  </a:cubicBezTo>
                  <a:cubicBezTo>
                    <a:pt x="79" y="193"/>
                    <a:pt x="79" y="193"/>
                    <a:pt x="79" y="193"/>
                  </a:cubicBezTo>
                  <a:cubicBezTo>
                    <a:pt x="85" y="193"/>
                    <a:pt x="91" y="199"/>
                    <a:pt x="92" y="206"/>
                  </a:cubicBezTo>
                  <a:cubicBezTo>
                    <a:pt x="96" y="252"/>
                    <a:pt x="96" y="252"/>
                    <a:pt x="96" y="252"/>
                  </a:cubicBezTo>
                  <a:cubicBezTo>
                    <a:pt x="127" y="215"/>
                    <a:pt x="178" y="182"/>
                    <a:pt x="234" y="182"/>
                  </a:cubicBezTo>
                  <a:cubicBezTo>
                    <a:pt x="321" y="182"/>
                    <a:pt x="390" y="234"/>
                    <a:pt x="390" y="359"/>
                  </a:cubicBezTo>
                  <a:cubicBezTo>
                    <a:pt x="390" y="640"/>
                    <a:pt x="390" y="640"/>
                    <a:pt x="390" y="640"/>
                  </a:cubicBezTo>
                  <a:cubicBezTo>
                    <a:pt x="390" y="647"/>
                    <a:pt x="384" y="653"/>
                    <a:pt x="377" y="653"/>
                  </a:cubicBezTo>
                  <a:cubicBezTo>
                    <a:pt x="300" y="653"/>
                    <a:pt x="300" y="653"/>
                    <a:pt x="300" y="653"/>
                  </a:cubicBezTo>
                  <a:cubicBezTo>
                    <a:pt x="293" y="653"/>
                    <a:pt x="287" y="647"/>
                    <a:pt x="287" y="640"/>
                  </a:cubicBezTo>
                  <a:cubicBezTo>
                    <a:pt x="287" y="374"/>
                    <a:pt x="287" y="374"/>
                    <a:pt x="287" y="374"/>
                  </a:cubicBezTo>
                  <a:cubicBezTo>
                    <a:pt x="287" y="299"/>
                    <a:pt x="247" y="276"/>
                    <a:pt x="206" y="276"/>
                  </a:cubicBezTo>
                  <a:cubicBezTo>
                    <a:pt x="152" y="276"/>
                    <a:pt x="103" y="323"/>
                    <a:pt x="103" y="410"/>
                  </a:cubicBezTo>
                  <a:cubicBezTo>
                    <a:pt x="103" y="640"/>
                    <a:pt x="103" y="640"/>
                    <a:pt x="103" y="640"/>
                  </a:cubicBezTo>
                  <a:cubicBezTo>
                    <a:pt x="103" y="647"/>
                    <a:pt x="97" y="653"/>
                    <a:pt x="90" y="653"/>
                  </a:cubicBezTo>
                  <a:lnTo>
                    <a:pt x="13" y="653"/>
                  </a:lnTo>
                  <a:close/>
                  <a:moveTo>
                    <a:pt x="2735" y="269"/>
                  </a:moveTo>
                  <a:cubicBezTo>
                    <a:pt x="2672" y="269"/>
                    <a:pt x="2629" y="330"/>
                    <a:pt x="2629" y="421"/>
                  </a:cubicBezTo>
                  <a:cubicBezTo>
                    <a:pt x="2629" y="503"/>
                    <a:pt x="2667" y="576"/>
                    <a:pt x="2736" y="576"/>
                  </a:cubicBezTo>
                  <a:cubicBezTo>
                    <a:pt x="2775" y="576"/>
                    <a:pt x="2832" y="547"/>
                    <a:pt x="2832" y="428"/>
                  </a:cubicBezTo>
                  <a:cubicBezTo>
                    <a:pt x="2832" y="406"/>
                    <a:pt x="2832" y="406"/>
                    <a:pt x="2832" y="406"/>
                  </a:cubicBezTo>
                  <a:cubicBezTo>
                    <a:pt x="2832" y="304"/>
                    <a:pt x="2782" y="269"/>
                    <a:pt x="2735" y="269"/>
                  </a:cubicBezTo>
                  <a:moveTo>
                    <a:pt x="2715" y="182"/>
                  </a:moveTo>
                  <a:cubicBezTo>
                    <a:pt x="2773" y="182"/>
                    <a:pt x="2815" y="210"/>
                    <a:pt x="2844" y="247"/>
                  </a:cubicBezTo>
                  <a:cubicBezTo>
                    <a:pt x="2849" y="206"/>
                    <a:pt x="2849" y="206"/>
                    <a:pt x="2849" y="206"/>
                  </a:cubicBezTo>
                  <a:cubicBezTo>
                    <a:pt x="2850" y="200"/>
                    <a:pt x="2856" y="193"/>
                    <a:pt x="2863" y="193"/>
                  </a:cubicBezTo>
                  <a:cubicBezTo>
                    <a:pt x="2922" y="193"/>
                    <a:pt x="2922" y="193"/>
                    <a:pt x="2922" y="193"/>
                  </a:cubicBezTo>
                  <a:cubicBezTo>
                    <a:pt x="2930" y="193"/>
                    <a:pt x="2935" y="199"/>
                    <a:pt x="2935" y="206"/>
                  </a:cubicBezTo>
                  <a:cubicBezTo>
                    <a:pt x="2935" y="640"/>
                    <a:pt x="2935" y="640"/>
                    <a:pt x="2935" y="640"/>
                  </a:cubicBezTo>
                  <a:cubicBezTo>
                    <a:pt x="2935" y="647"/>
                    <a:pt x="2930" y="653"/>
                    <a:pt x="2922" y="653"/>
                  </a:cubicBezTo>
                  <a:cubicBezTo>
                    <a:pt x="2858" y="653"/>
                    <a:pt x="2858" y="653"/>
                    <a:pt x="2858" y="653"/>
                  </a:cubicBezTo>
                  <a:cubicBezTo>
                    <a:pt x="2851" y="653"/>
                    <a:pt x="2845" y="646"/>
                    <a:pt x="2844" y="640"/>
                  </a:cubicBezTo>
                  <a:cubicBezTo>
                    <a:pt x="2837" y="593"/>
                    <a:pt x="2837" y="593"/>
                    <a:pt x="2837" y="593"/>
                  </a:cubicBezTo>
                  <a:cubicBezTo>
                    <a:pt x="2815" y="631"/>
                    <a:pt x="2768" y="664"/>
                    <a:pt x="2714" y="664"/>
                  </a:cubicBezTo>
                  <a:cubicBezTo>
                    <a:pt x="2593" y="664"/>
                    <a:pt x="2522" y="555"/>
                    <a:pt x="2522" y="422"/>
                  </a:cubicBezTo>
                  <a:cubicBezTo>
                    <a:pt x="2522" y="261"/>
                    <a:pt x="2616" y="182"/>
                    <a:pt x="2715" y="182"/>
                  </a:cubicBezTo>
                  <a:moveTo>
                    <a:pt x="4643" y="653"/>
                  </a:moveTo>
                  <a:cubicBezTo>
                    <a:pt x="4650" y="653"/>
                    <a:pt x="4656" y="647"/>
                    <a:pt x="4656" y="640"/>
                  </a:cubicBezTo>
                  <a:cubicBezTo>
                    <a:pt x="4656" y="410"/>
                    <a:pt x="4656" y="410"/>
                    <a:pt x="4656" y="410"/>
                  </a:cubicBezTo>
                  <a:cubicBezTo>
                    <a:pt x="4656" y="323"/>
                    <a:pt x="4705" y="276"/>
                    <a:pt x="4759" y="276"/>
                  </a:cubicBezTo>
                  <a:cubicBezTo>
                    <a:pt x="4800" y="276"/>
                    <a:pt x="4840" y="299"/>
                    <a:pt x="4840" y="374"/>
                  </a:cubicBezTo>
                  <a:cubicBezTo>
                    <a:pt x="4840" y="640"/>
                    <a:pt x="4840" y="640"/>
                    <a:pt x="4840" y="640"/>
                  </a:cubicBezTo>
                  <a:cubicBezTo>
                    <a:pt x="4840" y="647"/>
                    <a:pt x="4846" y="653"/>
                    <a:pt x="4853" y="653"/>
                  </a:cubicBezTo>
                  <a:cubicBezTo>
                    <a:pt x="4930" y="653"/>
                    <a:pt x="4930" y="653"/>
                    <a:pt x="4930" y="653"/>
                  </a:cubicBezTo>
                  <a:cubicBezTo>
                    <a:pt x="4937" y="653"/>
                    <a:pt x="4943" y="647"/>
                    <a:pt x="4943" y="640"/>
                  </a:cubicBezTo>
                  <a:cubicBezTo>
                    <a:pt x="4943" y="359"/>
                    <a:pt x="4943" y="359"/>
                    <a:pt x="4943" y="359"/>
                  </a:cubicBezTo>
                  <a:cubicBezTo>
                    <a:pt x="4943" y="234"/>
                    <a:pt x="4874" y="182"/>
                    <a:pt x="4787" y="182"/>
                  </a:cubicBezTo>
                  <a:cubicBezTo>
                    <a:pt x="4731" y="182"/>
                    <a:pt x="4680" y="215"/>
                    <a:pt x="4649" y="252"/>
                  </a:cubicBezTo>
                  <a:cubicBezTo>
                    <a:pt x="4645" y="206"/>
                    <a:pt x="4645" y="206"/>
                    <a:pt x="4645" y="206"/>
                  </a:cubicBezTo>
                  <a:cubicBezTo>
                    <a:pt x="4644" y="199"/>
                    <a:pt x="4638" y="193"/>
                    <a:pt x="4632" y="193"/>
                  </a:cubicBezTo>
                  <a:cubicBezTo>
                    <a:pt x="4566" y="193"/>
                    <a:pt x="4566" y="193"/>
                    <a:pt x="4566" y="193"/>
                  </a:cubicBezTo>
                  <a:cubicBezTo>
                    <a:pt x="4559" y="193"/>
                    <a:pt x="4553" y="199"/>
                    <a:pt x="4553" y="206"/>
                  </a:cubicBezTo>
                  <a:cubicBezTo>
                    <a:pt x="4553" y="640"/>
                    <a:pt x="4553" y="640"/>
                    <a:pt x="4553" y="640"/>
                  </a:cubicBezTo>
                  <a:cubicBezTo>
                    <a:pt x="4553" y="647"/>
                    <a:pt x="4559" y="653"/>
                    <a:pt x="4566" y="653"/>
                  </a:cubicBezTo>
                  <a:lnTo>
                    <a:pt x="4643" y="653"/>
                  </a:lnTo>
                  <a:close/>
                  <a:moveTo>
                    <a:pt x="3143" y="653"/>
                  </a:moveTo>
                  <a:cubicBezTo>
                    <a:pt x="3151" y="653"/>
                    <a:pt x="3156" y="647"/>
                    <a:pt x="3156" y="640"/>
                  </a:cubicBezTo>
                  <a:cubicBezTo>
                    <a:pt x="3156" y="410"/>
                    <a:pt x="3156" y="410"/>
                    <a:pt x="3156" y="410"/>
                  </a:cubicBezTo>
                  <a:cubicBezTo>
                    <a:pt x="3156" y="323"/>
                    <a:pt x="3206" y="276"/>
                    <a:pt x="3259" y="276"/>
                  </a:cubicBezTo>
                  <a:cubicBezTo>
                    <a:pt x="3301" y="276"/>
                    <a:pt x="3340" y="299"/>
                    <a:pt x="3341" y="374"/>
                  </a:cubicBezTo>
                  <a:cubicBezTo>
                    <a:pt x="3341" y="640"/>
                    <a:pt x="3341" y="640"/>
                    <a:pt x="3341" y="640"/>
                  </a:cubicBezTo>
                  <a:cubicBezTo>
                    <a:pt x="3341" y="647"/>
                    <a:pt x="3346" y="653"/>
                    <a:pt x="3354" y="653"/>
                  </a:cubicBezTo>
                  <a:cubicBezTo>
                    <a:pt x="3430" y="653"/>
                    <a:pt x="3430" y="653"/>
                    <a:pt x="3430" y="653"/>
                  </a:cubicBezTo>
                  <a:cubicBezTo>
                    <a:pt x="3437" y="653"/>
                    <a:pt x="3443" y="647"/>
                    <a:pt x="3443" y="640"/>
                  </a:cubicBezTo>
                  <a:cubicBezTo>
                    <a:pt x="3443" y="359"/>
                    <a:pt x="3443" y="359"/>
                    <a:pt x="3443" y="359"/>
                  </a:cubicBezTo>
                  <a:cubicBezTo>
                    <a:pt x="3443" y="234"/>
                    <a:pt x="3375" y="182"/>
                    <a:pt x="3287" y="182"/>
                  </a:cubicBezTo>
                  <a:cubicBezTo>
                    <a:pt x="3231" y="182"/>
                    <a:pt x="3180" y="215"/>
                    <a:pt x="3150" y="252"/>
                  </a:cubicBezTo>
                  <a:cubicBezTo>
                    <a:pt x="3146" y="206"/>
                    <a:pt x="3146" y="206"/>
                    <a:pt x="3146" y="206"/>
                  </a:cubicBezTo>
                  <a:cubicBezTo>
                    <a:pt x="3145" y="199"/>
                    <a:pt x="3139" y="193"/>
                    <a:pt x="3132" y="193"/>
                  </a:cubicBezTo>
                  <a:cubicBezTo>
                    <a:pt x="3067" y="193"/>
                    <a:pt x="3067" y="193"/>
                    <a:pt x="3067" y="193"/>
                  </a:cubicBezTo>
                  <a:cubicBezTo>
                    <a:pt x="3059" y="193"/>
                    <a:pt x="3054" y="199"/>
                    <a:pt x="3054" y="206"/>
                  </a:cubicBezTo>
                  <a:cubicBezTo>
                    <a:pt x="3054" y="640"/>
                    <a:pt x="3054" y="640"/>
                    <a:pt x="3054" y="640"/>
                  </a:cubicBezTo>
                  <a:cubicBezTo>
                    <a:pt x="3054" y="647"/>
                    <a:pt x="3059" y="653"/>
                    <a:pt x="3067" y="653"/>
                  </a:cubicBezTo>
                  <a:lnTo>
                    <a:pt x="3143" y="653"/>
                  </a:lnTo>
                  <a:close/>
                  <a:moveTo>
                    <a:pt x="2344" y="9"/>
                  </a:moveTo>
                  <a:cubicBezTo>
                    <a:pt x="2336" y="10"/>
                    <a:pt x="2331" y="15"/>
                    <a:pt x="2331" y="22"/>
                  </a:cubicBezTo>
                  <a:cubicBezTo>
                    <a:pt x="2331" y="640"/>
                    <a:pt x="2331" y="640"/>
                    <a:pt x="2331" y="640"/>
                  </a:cubicBezTo>
                  <a:cubicBezTo>
                    <a:pt x="2331" y="647"/>
                    <a:pt x="2337" y="653"/>
                    <a:pt x="2344" y="653"/>
                  </a:cubicBezTo>
                  <a:cubicBezTo>
                    <a:pt x="2421" y="653"/>
                    <a:pt x="2421" y="653"/>
                    <a:pt x="2421" y="653"/>
                  </a:cubicBezTo>
                  <a:cubicBezTo>
                    <a:pt x="2428" y="653"/>
                    <a:pt x="2434" y="647"/>
                    <a:pt x="2434" y="640"/>
                  </a:cubicBezTo>
                  <a:cubicBezTo>
                    <a:pt x="2434" y="15"/>
                    <a:pt x="2434" y="15"/>
                    <a:pt x="2434" y="15"/>
                  </a:cubicBezTo>
                  <a:cubicBezTo>
                    <a:pt x="2434" y="8"/>
                    <a:pt x="2428" y="0"/>
                    <a:pt x="2421" y="2"/>
                  </a:cubicBezTo>
                  <a:lnTo>
                    <a:pt x="2344" y="9"/>
                  </a:lnTo>
                  <a:close/>
                  <a:moveTo>
                    <a:pt x="793" y="384"/>
                  </a:moveTo>
                  <a:cubicBezTo>
                    <a:pt x="789" y="326"/>
                    <a:pt x="764" y="267"/>
                    <a:pt x="691" y="267"/>
                  </a:cubicBezTo>
                  <a:cubicBezTo>
                    <a:pt x="619" y="267"/>
                    <a:pt x="594" y="331"/>
                    <a:pt x="587" y="384"/>
                  </a:cubicBezTo>
                  <a:lnTo>
                    <a:pt x="793" y="384"/>
                  </a:lnTo>
                  <a:close/>
                  <a:moveTo>
                    <a:pt x="698" y="664"/>
                  </a:moveTo>
                  <a:cubicBezTo>
                    <a:pt x="565" y="664"/>
                    <a:pt x="479" y="569"/>
                    <a:pt x="479" y="425"/>
                  </a:cubicBezTo>
                  <a:cubicBezTo>
                    <a:pt x="479" y="286"/>
                    <a:pt x="558" y="182"/>
                    <a:pt x="692" y="182"/>
                  </a:cubicBezTo>
                  <a:cubicBezTo>
                    <a:pt x="840" y="182"/>
                    <a:pt x="897" y="307"/>
                    <a:pt x="897" y="420"/>
                  </a:cubicBezTo>
                  <a:cubicBezTo>
                    <a:pt x="897" y="429"/>
                    <a:pt x="898" y="436"/>
                    <a:pt x="897" y="447"/>
                  </a:cubicBezTo>
                  <a:cubicBezTo>
                    <a:pt x="897" y="454"/>
                    <a:pt x="891" y="460"/>
                    <a:pt x="884" y="460"/>
                  </a:cubicBezTo>
                  <a:cubicBezTo>
                    <a:pt x="587" y="460"/>
                    <a:pt x="587" y="460"/>
                    <a:pt x="587" y="460"/>
                  </a:cubicBezTo>
                  <a:cubicBezTo>
                    <a:pt x="593" y="522"/>
                    <a:pt x="628" y="576"/>
                    <a:pt x="704" y="576"/>
                  </a:cubicBezTo>
                  <a:cubicBezTo>
                    <a:pt x="750" y="576"/>
                    <a:pt x="788" y="566"/>
                    <a:pt x="826" y="548"/>
                  </a:cubicBezTo>
                  <a:cubicBezTo>
                    <a:pt x="833" y="545"/>
                    <a:pt x="840" y="548"/>
                    <a:pt x="843" y="555"/>
                  </a:cubicBezTo>
                  <a:cubicBezTo>
                    <a:pt x="865" y="607"/>
                    <a:pt x="865" y="607"/>
                    <a:pt x="865" y="607"/>
                  </a:cubicBezTo>
                  <a:cubicBezTo>
                    <a:pt x="868" y="614"/>
                    <a:pt x="864" y="621"/>
                    <a:pt x="858" y="625"/>
                  </a:cubicBezTo>
                  <a:cubicBezTo>
                    <a:pt x="817" y="647"/>
                    <a:pt x="765" y="664"/>
                    <a:pt x="698" y="664"/>
                  </a:cubicBezTo>
                  <a:moveTo>
                    <a:pt x="1803" y="384"/>
                  </a:moveTo>
                  <a:cubicBezTo>
                    <a:pt x="1800" y="326"/>
                    <a:pt x="1775" y="267"/>
                    <a:pt x="1701" y="267"/>
                  </a:cubicBezTo>
                  <a:cubicBezTo>
                    <a:pt x="1629" y="267"/>
                    <a:pt x="1604" y="331"/>
                    <a:pt x="1597" y="384"/>
                  </a:cubicBezTo>
                  <a:lnTo>
                    <a:pt x="1803" y="384"/>
                  </a:lnTo>
                  <a:close/>
                  <a:moveTo>
                    <a:pt x="1709" y="664"/>
                  </a:moveTo>
                  <a:cubicBezTo>
                    <a:pt x="1575" y="664"/>
                    <a:pt x="1489" y="569"/>
                    <a:pt x="1489" y="425"/>
                  </a:cubicBezTo>
                  <a:cubicBezTo>
                    <a:pt x="1489" y="286"/>
                    <a:pt x="1569" y="182"/>
                    <a:pt x="1702" y="182"/>
                  </a:cubicBezTo>
                  <a:cubicBezTo>
                    <a:pt x="1850" y="182"/>
                    <a:pt x="1907" y="307"/>
                    <a:pt x="1907" y="420"/>
                  </a:cubicBezTo>
                  <a:cubicBezTo>
                    <a:pt x="1907" y="429"/>
                    <a:pt x="1908" y="436"/>
                    <a:pt x="1907" y="447"/>
                  </a:cubicBezTo>
                  <a:cubicBezTo>
                    <a:pt x="1907" y="454"/>
                    <a:pt x="1902" y="460"/>
                    <a:pt x="1894" y="460"/>
                  </a:cubicBezTo>
                  <a:cubicBezTo>
                    <a:pt x="1597" y="460"/>
                    <a:pt x="1597" y="460"/>
                    <a:pt x="1597" y="460"/>
                  </a:cubicBezTo>
                  <a:cubicBezTo>
                    <a:pt x="1603" y="522"/>
                    <a:pt x="1638" y="576"/>
                    <a:pt x="1714" y="576"/>
                  </a:cubicBezTo>
                  <a:cubicBezTo>
                    <a:pt x="1760" y="576"/>
                    <a:pt x="1798" y="566"/>
                    <a:pt x="1836" y="548"/>
                  </a:cubicBezTo>
                  <a:cubicBezTo>
                    <a:pt x="1843" y="545"/>
                    <a:pt x="1851" y="548"/>
                    <a:pt x="1854" y="555"/>
                  </a:cubicBezTo>
                  <a:cubicBezTo>
                    <a:pt x="1875" y="607"/>
                    <a:pt x="1875" y="607"/>
                    <a:pt x="1875" y="607"/>
                  </a:cubicBezTo>
                  <a:cubicBezTo>
                    <a:pt x="1878" y="614"/>
                    <a:pt x="1875" y="621"/>
                    <a:pt x="1868" y="625"/>
                  </a:cubicBezTo>
                  <a:cubicBezTo>
                    <a:pt x="1828" y="647"/>
                    <a:pt x="1775" y="664"/>
                    <a:pt x="1709" y="664"/>
                  </a:cubicBezTo>
                  <a:moveTo>
                    <a:pt x="1380" y="2"/>
                  </a:moveTo>
                  <a:cubicBezTo>
                    <a:pt x="1388" y="0"/>
                    <a:pt x="1393" y="8"/>
                    <a:pt x="1393" y="15"/>
                  </a:cubicBezTo>
                  <a:cubicBezTo>
                    <a:pt x="1393" y="640"/>
                    <a:pt x="1393" y="640"/>
                    <a:pt x="1393" y="640"/>
                  </a:cubicBezTo>
                  <a:cubicBezTo>
                    <a:pt x="1393" y="647"/>
                    <a:pt x="1388" y="653"/>
                    <a:pt x="1380" y="653"/>
                  </a:cubicBezTo>
                  <a:cubicBezTo>
                    <a:pt x="1317" y="653"/>
                    <a:pt x="1317" y="653"/>
                    <a:pt x="1317" y="653"/>
                  </a:cubicBezTo>
                  <a:cubicBezTo>
                    <a:pt x="1310" y="653"/>
                    <a:pt x="1305" y="646"/>
                    <a:pt x="1304" y="640"/>
                  </a:cubicBezTo>
                  <a:cubicBezTo>
                    <a:pt x="1297" y="593"/>
                    <a:pt x="1297" y="593"/>
                    <a:pt x="1297" y="593"/>
                  </a:cubicBezTo>
                  <a:cubicBezTo>
                    <a:pt x="1274" y="631"/>
                    <a:pt x="1217" y="664"/>
                    <a:pt x="1164" y="664"/>
                  </a:cubicBezTo>
                  <a:cubicBezTo>
                    <a:pt x="1042" y="664"/>
                    <a:pt x="971" y="555"/>
                    <a:pt x="971" y="422"/>
                  </a:cubicBezTo>
                  <a:cubicBezTo>
                    <a:pt x="971" y="261"/>
                    <a:pt x="1065" y="182"/>
                    <a:pt x="1164" y="182"/>
                  </a:cubicBezTo>
                  <a:cubicBezTo>
                    <a:pt x="1215" y="182"/>
                    <a:pt x="1260" y="203"/>
                    <a:pt x="1291" y="233"/>
                  </a:cubicBezTo>
                  <a:cubicBezTo>
                    <a:pt x="1291" y="23"/>
                    <a:pt x="1291" y="23"/>
                    <a:pt x="1291" y="23"/>
                  </a:cubicBezTo>
                  <a:cubicBezTo>
                    <a:pt x="1291" y="15"/>
                    <a:pt x="1296" y="10"/>
                    <a:pt x="1304" y="9"/>
                  </a:cubicBezTo>
                  <a:cubicBezTo>
                    <a:pt x="1380" y="2"/>
                    <a:pt x="1380" y="2"/>
                    <a:pt x="1380" y="2"/>
                  </a:cubicBezTo>
                  <a:moveTo>
                    <a:pt x="1291" y="406"/>
                  </a:moveTo>
                  <a:cubicBezTo>
                    <a:pt x="1291" y="304"/>
                    <a:pt x="1231" y="269"/>
                    <a:pt x="1184" y="269"/>
                  </a:cubicBezTo>
                  <a:cubicBezTo>
                    <a:pt x="1122" y="269"/>
                    <a:pt x="1078" y="330"/>
                    <a:pt x="1078" y="421"/>
                  </a:cubicBezTo>
                  <a:cubicBezTo>
                    <a:pt x="1078" y="503"/>
                    <a:pt x="1116" y="576"/>
                    <a:pt x="1186" y="576"/>
                  </a:cubicBezTo>
                  <a:cubicBezTo>
                    <a:pt x="1224" y="576"/>
                    <a:pt x="1291" y="547"/>
                    <a:pt x="1291" y="427"/>
                  </a:cubicBezTo>
                  <a:lnTo>
                    <a:pt x="1291" y="406"/>
                  </a:lnTo>
                  <a:close/>
                  <a:moveTo>
                    <a:pt x="4359" y="384"/>
                  </a:moveTo>
                  <a:cubicBezTo>
                    <a:pt x="4356" y="326"/>
                    <a:pt x="4331" y="267"/>
                    <a:pt x="4258" y="267"/>
                  </a:cubicBezTo>
                  <a:cubicBezTo>
                    <a:pt x="4186" y="267"/>
                    <a:pt x="4161" y="331"/>
                    <a:pt x="4154" y="384"/>
                  </a:cubicBezTo>
                  <a:lnTo>
                    <a:pt x="4359" y="384"/>
                  </a:lnTo>
                  <a:close/>
                  <a:moveTo>
                    <a:pt x="4265" y="664"/>
                  </a:moveTo>
                  <a:cubicBezTo>
                    <a:pt x="4131" y="664"/>
                    <a:pt x="4045" y="569"/>
                    <a:pt x="4045" y="425"/>
                  </a:cubicBezTo>
                  <a:cubicBezTo>
                    <a:pt x="4045" y="286"/>
                    <a:pt x="4125" y="182"/>
                    <a:pt x="4259" y="182"/>
                  </a:cubicBezTo>
                  <a:cubicBezTo>
                    <a:pt x="4406" y="182"/>
                    <a:pt x="4464" y="307"/>
                    <a:pt x="4464" y="420"/>
                  </a:cubicBezTo>
                  <a:cubicBezTo>
                    <a:pt x="4464" y="429"/>
                    <a:pt x="4464" y="436"/>
                    <a:pt x="4464" y="447"/>
                  </a:cubicBezTo>
                  <a:cubicBezTo>
                    <a:pt x="4464" y="454"/>
                    <a:pt x="4458" y="460"/>
                    <a:pt x="4451" y="460"/>
                  </a:cubicBezTo>
                  <a:cubicBezTo>
                    <a:pt x="4154" y="460"/>
                    <a:pt x="4154" y="460"/>
                    <a:pt x="4154" y="460"/>
                  </a:cubicBezTo>
                  <a:cubicBezTo>
                    <a:pt x="4159" y="522"/>
                    <a:pt x="4195" y="576"/>
                    <a:pt x="4271" y="576"/>
                  </a:cubicBezTo>
                  <a:cubicBezTo>
                    <a:pt x="4317" y="576"/>
                    <a:pt x="4355" y="566"/>
                    <a:pt x="4393" y="548"/>
                  </a:cubicBezTo>
                  <a:cubicBezTo>
                    <a:pt x="4399" y="545"/>
                    <a:pt x="4407" y="548"/>
                    <a:pt x="4410" y="555"/>
                  </a:cubicBezTo>
                  <a:cubicBezTo>
                    <a:pt x="4432" y="607"/>
                    <a:pt x="4432" y="607"/>
                    <a:pt x="4432" y="607"/>
                  </a:cubicBezTo>
                  <a:cubicBezTo>
                    <a:pt x="4434" y="614"/>
                    <a:pt x="4431" y="621"/>
                    <a:pt x="4425" y="625"/>
                  </a:cubicBezTo>
                  <a:cubicBezTo>
                    <a:pt x="4384" y="647"/>
                    <a:pt x="4332" y="664"/>
                    <a:pt x="4265" y="664"/>
                  </a:cubicBezTo>
                  <a:moveTo>
                    <a:pt x="3942" y="2"/>
                  </a:moveTo>
                  <a:cubicBezTo>
                    <a:pt x="3949" y="0"/>
                    <a:pt x="3955" y="8"/>
                    <a:pt x="3955" y="15"/>
                  </a:cubicBezTo>
                  <a:cubicBezTo>
                    <a:pt x="3955" y="640"/>
                    <a:pt x="3955" y="640"/>
                    <a:pt x="3955" y="640"/>
                  </a:cubicBezTo>
                  <a:cubicBezTo>
                    <a:pt x="3955" y="647"/>
                    <a:pt x="3949" y="653"/>
                    <a:pt x="3942" y="653"/>
                  </a:cubicBezTo>
                  <a:cubicBezTo>
                    <a:pt x="3879" y="653"/>
                    <a:pt x="3879" y="653"/>
                    <a:pt x="3879" y="653"/>
                  </a:cubicBezTo>
                  <a:cubicBezTo>
                    <a:pt x="3872" y="653"/>
                    <a:pt x="3866" y="646"/>
                    <a:pt x="3865" y="640"/>
                  </a:cubicBezTo>
                  <a:cubicBezTo>
                    <a:pt x="3858" y="593"/>
                    <a:pt x="3858" y="593"/>
                    <a:pt x="3858" y="593"/>
                  </a:cubicBezTo>
                  <a:cubicBezTo>
                    <a:pt x="3835" y="631"/>
                    <a:pt x="3779" y="664"/>
                    <a:pt x="3726" y="664"/>
                  </a:cubicBezTo>
                  <a:cubicBezTo>
                    <a:pt x="3604" y="664"/>
                    <a:pt x="3533" y="555"/>
                    <a:pt x="3533" y="422"/>
                  </a:cubicBezTo>
                  <a:cubicBezTo>
                    <a:pt x="3533" y="261"/>
                    <a:pt x="3627" y="182"/>
                    <a:pt x="3726" y="182"/>
                  </a:cubicBezTo>
                  <a:cubicBezTo>
                    <a:pt x="3777" y="182"/>
                    <a:pt x="3822" y="203"/>
                    <a:pt x="3852" y="233"/>
                  </a:cubicBezTo>
                  <a:cubicBezTo>
                    <a:pt x="3852" y="23"/>
                    <a:pt x="3852" y="23"/>
                    <a:pt x="3852" y="23"/>
                  </a:cubicBezTo>
                  <a:cubicBezTo>
                    <a:pt x="3852" y="15"/>
                    <a:pt x="3858" y="10"/>
                    <a:pt x="3866" y="9"/>
                  </a:cubicBezTo>
                  <a:cubicBezTo>
                    <a:pt x="3942" y="2"/>
                    <a:pt x="3942" y="2"/>
                    <a:pt x="3942" y="2"/>
                  </a:cubicBezTo>
                  <a:moveTo>
                    <a:pt x="3853" y="406"/>
                  </a:moveTo>
                  <a:cubicBezTo>
                    <a:pt x="3853" y="304"/>
                    <a:pt x="3793" y="269"/>
                    <a:pt x="3746" y="269"/>
                  </a:cubicBezTo>
                  <a:cubicBezTo>
                    <a:pt x="3683" y="269"/>
                    <a:pt x="3640" y="330"/>
                    <a:pt x="3640" y="421"/>
                  </a:cubicBezTo>
                  <a:cubicBezTo>
                    <a:pt x="3640" y="503"/>
                    <a:pt x="3677" y="576"/>
                    <a:pt x="3747" y="576"/>
                  </a:cubicBezTo>
                  <a:cubicBezTo>
                    <a:pt x="3786" y="576"/>
                    <a:pt x="3853" y="547"/>
                    <a:pt x="3853" y="427"/>
                  </a:cubicBezTo>
                  <a:lnTo>
                    <a:pt x="3853" y="406"/>
                  </a:lnTo>
                  <a:close/>
                  <a:moveTo>
                    <a:pt x="2248" y="195"/>
                  </a:moveTo>
                  <a:cubicBezTo>
                    <a:pt x="2248" y="188"/>
                    <a:pt x="2242" y="182"/>
                    <a:pt x="2235" y="182"/>
                  </a:cubicBezTo>
                  <a:cubicBezTo>
                    <a:pt x="2179" y="182"/>
                    <a:pt x="2125" y="215"/>
                    <a:pt x="2094" y="252"/>
                  </a:cubicBezTo>
                  <a:cubicBezTo>
                    <a:pt x="2090" y="206"/>
                    <a:pt x="2090" y="206"/>
                    <a:pt x="2090" y="206"/>
                  </a:cubicBezTo>
                  <a:cubicBezTo>
                    <a:pt x="2089" y="199"/>
                    <a:pt x="2083" y="193"/>
                    <a:pt x="2077" y="193"/>
                  </a:cubicBezTo>
                  <a:cubicBezTo>
                    <a:pt x="2011" y="193"/>
                    <a:pt x="2011" y="193"/>
                    <a:pt x="2011" y="193"/>
                  </a:cubicBezTo>
                  <a:cubicBezTo>
                    <a:pt x="2004" y="193"/>
                    <a:pt x="1998" y="199"/>
                    <a:pt x="1998" y="206"/>
                  </a:cubicBezTo>
                  <a:cubicBezTo>
                    <a:pt x="1998" y="640"/>
                    <a:pt x="1998" y="640"/>
                    <a:pt x="1998" y="640"/>
                  </a:cubicBezTo>
                  <a:cubicBezTo>
                    <a:pt x="1998" y="647"/>
                    <a:pt x="2004" y="653"/>
                    <a:pt x="2011" y="653"/>
                  </a:cubicBezTo>
                  <a:cubicBezTo>
                    <a:pt x="2088" y="653"/>
                    <a:pt x="2088" y="653"/>
                    <a:pt x="2088" y="653"/>
                  </a:cubicBezTo>
                  <a:cubicBezTo>
                    <a:pt x="2095" y="653"/>
                    <a:pt x="2101" y="647"/>
                    <a:pt x="2101" y="640"/>
                  </a:cubicBezTo>
                  <a:cubicBezTo>
                    <a:pt x="2101" y="415"/>
                    <a:pt x="2101" y="415"/>
                    <a:pt x="2101" y="415"/>
                  </a:cubicBezTo>
                  <a:cubicBezTo>
                    <a:pt x="2101" y="322"/>
                    <a:pt x="2158" y="286"/>
                    <a:pt x="2210" y="286"/>
                  </a:cubicBezTo>
                  <a:cubicBezTo>
                    <a:pt x="2218" y="286"/>
                    <a:pt x="2225" y="288"/>
                    <a:pt x="2230" y="288"/>
                  </a:cubicBezTo>
                  <a:cubicBezTo>
                    <a:pt x="2241" y="290"/>
                    <a:pt x="2248" y="284"/>
                    <a:pt x="2248" y="276"/>
                  </a:cubicBezTo>
                  <a:lnTo>
                    <a:pt x="2248" y="19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grpSp>
        <p:nvGrpSpPr>
          <p:cNvPr id="29" name="HR logo"/>
          <p:cNvGrpSpPr>
            <a:grpSpLocks noSelect="1"/>
          </p:cNvGrpSpPr>
          <p:nvPr userDrawn="1"/>
        </p:nvGrpSpPr>
        <p:grpSpPr bwMode="gray">
          <a:xfrm>
            <a:off x="374400" y="6076800"/>
            <a:ext cx="504000" cy="514800"/>
            <a:chOff x="0" y="0"/>
            <a:chExt cx="562610" cy="574675"/>
          </a:xfrm>
        </p:grpSpPr>
        <p:sp>
          <p:nvSpPr>
            <p:cNvPr id="30" name="Freeform 35"/>
            <p:cNvSpPr>
              <a:spLocks noSelect="1"/>
            </p:cNvSpPr>
            <p:nvPr userDrawn="1"/>
          </p:nvSpPr>
          <p:spPr bwMode="gray">
            <a:xfrm>
              <a:off x="0" y="0"/>
              <a:ext cx="562610" cy="574675"/>
            </a:xfrm>
            <a:custGeom>
              <a:avLst/>
              <a:gdLst>
                <a:gd name="T0" fmla="*/ 1771 w 1771"/>
                <a:gd name="T1" fmla="*/ 874 h 1807"/>
                <a:gd name="T2" fmla="*/ 1770 w 1771"/>
                <a:gd name="T3" fmla="*/ 851 h 1807"/>
                <a:gd name="T4" fmla="*/ 1768 w 1771"/>
                <a:gd name="T5" fmla="*/ 828 h 1807"/>
                <a:gd name="T6" fmla="*/ 1765 w 1771"/>
                <a:gd name="T7" fmla="*/ 799 h 1807"/>
                <a:gd name="T8" fmla="*/ 1762 w 1771"/>
                <a:gd name="T9" fmla="*/ 775 h 1807"/>
                <a:gd name="T10" fmla="*/ 1758 w 1771"/>
                <a:gd name="T11" fmla="*/ 748 h 1807"/>
                <a:gd name="T12" fmla="*/ 1739 w 1771"/>
                <a:gd name="T13" fmla="*/ 663 h 1807"/>
                <a:gd name="T14" fmla="*/ 1732 w 1771"/>
                <a:gd name="T15" fmla="*/ 642 h 1807"/>
                <a:gd name="T16" fmla="*/ 1726 w 1771"/>
                <a:gd name="T17" fmla="*/ 622 h 1807"/>
                <a:gd name="T18" fmla="*/ 1589 w 1771"/>
                <a:gd name="T19" fmla="*/ 360 h 1807"/>
                <a:gd name="T20" fmla="*/ 1559 w 1771"/>
                <a:gd name="T21" fmla="*/ 322 h 1807"/>
                <a:gd name="T22" fmla="*/ 1544 w 1771"/>
                <a:gd name="T23" fmla="*/ 304 h 1807"/>
                <a:gd name="T24" fmla="*/ 1511 w 1771"/>
                <a:gd name="T25" fmla="*/ 269 h 1807"/>
                <a:gd name="T26" fmla="*/ 1477 w 1771"/>
                <a:gd name="T27" fmla="*/ 236 h 1807"/>
                <a:gd name="T28" fmla="*/ 1449 w 1771"/>
                <a:gd name="T29" fmla="*/ 212 h 1807"/>
                <a:gd name="T30" fmla="*/ 1431 w 1771"/>
                <a:gd name="T31" fmla="*/ 197 h 1807"/>
                <a:gd name="T32" fmla="*/ 1402 w 1771"/>
                <a:gd name="T33" fmla="*/ 175 h 1807"/>
                <a:gd name="T34" fmla="*/ 1383 w 1771"/>
                <a:gd name="T35" fmla="*/ 162 h 1807"/>
                <a:gd name="T36" fmla="*/ 1353 w 1771"/>
                <a:gd name="T37" fmla="*/ 141 h 1807"/>
                <a:gd name="T38" fmla="*/ 1321 w 1771"/>
                <a:gd name="T39" fmla="*/ 122 h 1807"/>
                <a:gd name="T40" fmla="*/ 1301 w 1771"/>
                <a:gd name="T41" fmla="*/ 111 h 1807"/>
                <a:gd name="T42" fmla="*/ 1263 w 1771"/>
                <a:gd name="T43" fmla="*/ 91 h 1807"/>
                <a:gd name="T44" fmla="*/ 1241 w 1771"/>
                <a:gd name="T45" fmla="*/ 81 h 1807"/>
                <a:gd name="T46" fmla="*/ 1208 w 1771"/>
                <a:gd name="T47" fmla="*/ 66 h 1807"/>
                <a:gd name="T48" fmla="*/ 1162 w 1771"/>
                <a:gd name="T49" fmla="*/ 49 h 1807"/>
                <a:gd name="T50" fmla="*/ 1120 w 1771"/>
                <a:gd name="T51" fmla="*/ 36 h 1807"/>
                <a:gd name="T52" fmla="*/ 1097 w 1771"/>
                <a:gd name="T53" fmla="*/ 30 h 1807"/>
                <a:gd name="T54" fmla="*/ 1061 w 1771"/>
                <a:gd name="T55" fmla="*/ 21 h 1807"/>
                <a:gd name="T56" fmla="*/ 1037 w 1771"/>
                <a:gd name="T57" fmla="*/ 16 h 1807"/>
                <a:gd name="T58" fmla="*/ 175 w 1771"/>
                <a:gd name="T59" fmla="*/ 323 h 1807"/>
                <a:gd name="T60" fmla="*/ 1304 w 1771"/>
                <a:gd name="T61" fmla="*/ 402 h 1807"/>
                <a:gd name="T62" fmla="*/ 1372 w 1771"/>
                <a:gd name="T63" fmla="*/ 1125 h 1807"/>
                <a:gd name="T64" fmla="*/ 590 w 1771"/>
                <a:gd name="T65" fmla="*/ 1394 h 1807"/>
                <a:gd name="T66" fmla="*/ 403 w 1771"/>
                <a:gd name="T67" fmla="*/ 1396 h 1807"/>
                <a:gd name="T68" fmla="*/ 400 w 1771"/>
                <a:gd name="T69" fmla="*/ 1396 h 1807"/>
                <a:gd name="T70" fmla="*/ 381 w 1771"/>
                <a:gd name="T71" fmla="*/ 1380 h 1807"/>
                <a:gd name="T72" fmla="*/ 380 w 1771"/>
                <a:gd name="T73" fmla="*/ 1371 h 1807"/>
                <a:gd name="T74" fmla="*/ 510 w 1771"/>
                <a:gd name="T75" fmla="*/ 732 h 1807"/>
                <a:gd name="T76" fmla="*/ 519 w 1771"/>
                <a:gd name="T77" fmla="*/ 716 h 1807"/>
                <a:gd name="T78" fmla="*/ 786 w 1771"/>
                <a:gd name="T79" fmla="*/ 705 h 1807"/>
                <a:gd name="T80" fmla="*/ 0 w 1771"/>
                <a:gd name="T81" fmla="*/ 1037 h 1807"/>
                <a:gd name="T82" fmla="*/ 1292 w 1771"/>
                <a:gd name="T83" fmla="*/ 1701 h 1807"/>
                <a:gd name="T84" fmla="*/ 1313 w 1771"/>
                <a:gd name="T85" fmla="*/ 1689 h 1807"/>
                <a:gd name="T86" fmla="*/ 1333 w 1771"/>
                <a:gd name="T87" fmla="*/ 1677 h 1807"/>
                <a:gd name="T88" fmla="*/ 1354 w 1771"/>
                <a:gd name="T89" fmla="*/ 1665 h 1807"/>
                <a:gd name="T90" fmla="*/ 1374 w 1771"/>
                <a:gd name="T91" fmla="*/ 1651 h 1807"/>
                <a:gd name="T92" fmla="*/ 1394 w 1771"/>
                <a:gd name="T93" fmla="*/ 1638 h 1807"/>
                <a:gd name="T94" fmla="*/ 1418 w 1771"/>
                <a:gd name="T95" fmla="*/ 1620 h 1807"/>
                <a:gd name="T96" fmla="*/ 1441 w 1771"/>
                <a:gd name="T97" fmla="*/ 1601 h 1807"/>
                <a:gd name="T98" fmla="*/ 1504 w 1771"/>
                <a:gd name="T99" fmla="*/ 1545 h 1807"/>
                <a:gd name="T100" fmla="*/ 1520 w 1771"/>
                <a:gd name="T101" fmla="*/ 1528 h 1807"/>
                <a:gd name="T102" fmla="*/ 1538 w 1771"/>
                <a:gd name="T103" fmla="*/ 1509 h 1807"/>
                <a:gd name="T104" fmla="*/ 1759 w 1771"/>
                <a:gd name="T105" fmla="*/ 1052 h 1807"/>
                <a:gd name="T106" fmla="*/ 1762 w 1771"/>
                <a:gd name="T107" fmla="*/ 1029 h 1807"/>
                <a:gd name="T108" fmla="*/ 1765 w 1771"/>
                <a:gd name="T109" fmla="*/ 1005 h 1807"/>
                <a:gd name="T110" fmla="*/ 1767 w 1771"/>
                <a:gd name="T111" fmla="*/ 986 h 1807"/>
                <a:gd name="T112" fmla="*/ 1769 w 1771"/>
                <a:gd name="T113" fmla="*/ 966 h 1807"/>
                <a:gd name="T114" fmla="*/ 1770 w 1771"/>
                <a:gd name="T115" fmla="*/ 947 h 1807"/>
                <a:gd name="T116" fmla="*/ 1771 w 1771"/>
                <a:gd name="T117" fmla="*/ 928 h 1807"/>
                <a:gd name="T118" fmla="*/ 1771 w 1771"/>
                <a:gd name="T119" fmla="*/ 908 h 1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71" h="1807">
                  <a:moveTo>
                    <a:pt x="1771" y="893"/>
                  </a:moveTo>
                  <a:cubicBezTo>
                    <a:pt x="1771" y="892"/>
                    <a:pt x="1771" y="892"/>
                    <a:pt x="1771" y="892"/>
                  </a:cubicBezTo>
                  <a:cubicBezTo>
                    <a:pt x="1771" y="887"/>
                    <a:pt x="1771" y="887"/>
                    <a:pt x="1771" y="887"/>
                  </a:cubicBezTo>
                  <a:cubicBezTo>
                    <a:pt x="1771" y="885"/>
                    <a:pt x="1771" y="885"/>
                    <a:pt x="1771" y="885"/>
                  </a:cubicBezTo>
                  <a:cubicBezTo>
                    <a:pt x="1771" y="881"/>
                    <a:pt x="1771" y="881"/>
                    <a:pt x="1771" y="881"/>
                  </a:cubicBezTo>
                  <a:cubicBezTo>
                    <a:pt x="1771" y="880"/>
                    <a:pt x="1771" y="880"/>
                    <a:pt x="1771" y="880"/>
                  </a:cubicBezTo>
                  <a:cubicBezTo>
                    <a:pt x="1771" y="875"/>
                    <a:pt x="1771" y="875"/>
                    <a:pt x="1771" y="875"/>
                  </a:cubicBezTo>
                  <a:cubicBezTo>
                    <a:pt x="1771" y="874"/>
                    <a:pt x="1771" y="874"/>
                    <a:pt x="1771" y="874"/>
                  </a:cubicBezTo>
                  <a:cubicBezTo>
                    <a:pt x="1771" y="870"/>
                    <a:pt x="1771" y="870"/>
                    <a:pt x="1771" y="870"/>
                  </a:cubicBezTo>
                  <a:cubicBezTo>
                    <a:pt x="1770" y="868"/>
                    <a:pt x="1770" y="868"/>
                    <a:pt x="1770" y="868"/>
                  </a:cubicBezTo>
                  <a:cubicBezTo>
                    <a:pt x="1770" y="864"/>
                    <a:pt x="1770" y="864"/>
                    <a:pt x="1770" y="864"/>
                  </a:cubicBezTo>
                  <a:cubicBezTo>
                    <a:pt x="1770" y="862"/>
                    <a:pt x="1770" y="862"/>
                    <a:pt x="1770" y="862"/>
                  </a:cubicBezTo>
                  <a:cubicBezTo>
                    <a:pt x="1770" y="859"/>
                    <a:pt x="1770" y="859"/>
                    <a:pt x="1770" y="859"/>
                  </a:cubicBezTo>
                  <a:cubicBezTo>
                    <a:pt x="1770" y="857"/>
                    <a:pt x="1770" y="857"/>
                    <a:pt x="1770" y="857"/>
                  </a:cubicBezTo>
                  <a:cubicBezTo>
                    <a:pt x="1770" y="852"/>
                    <a:pt x="1770" y="852"/>
                    <a:pt x="1770" y="852"/>
                  </a:cubicBezTo>
                  <a:cubicBezTo>
                    <a:pt x="1770" y="851"/>
                    <a:pt x="1770" y="851"/>
                    <a:pt x="1770" y="851"/>
                  </a:cubicBezTo>
                  <a:cubicBezTo>
                    <a:pt x="1769" y="847"/>
                    <a:pt x="1769" y="847"/>
                    <a:pt x="1769" y="847"/>
                  </a:cubicBezTo>
                  <a:cubicBezTo>
                    <a:pt x="1769" y="845"/>
                    <a:pt x="1769" y="845"/>
                    <a:pt x="1769" y="845"/>
                  </a:cubicBezTo>
                  <a:cubicBezTo>
                    <a:pt x="1769" y="841"/>
                    <a:pt x="1769" y="841"/>
                    <a:pt x="1769" y="841"/>
                  </a:cubicBezTo>
                  <a:cubicBezTo>
                    <a:pt x="1769" y="839"/>
                    <a:pt x="1769" y="839"/>
                    <a:pt x="1769" y="839"/>
                  </a:cubicBezTo>
                  <a:cubicBezTo>
                    <a:pt x="1769" y="836"/>
                    <a:pt x="1769" y="836"/>
                    <a:pt x="1769" y="836"/>
                  </a:cubicBezTo>
                  <a:cubicBezTo>
                    <a:pt x="1768" y="834"/>
                    <a:pt x="1768" y="834"/>
                    <a:pt x="1768" y="834"/>
                  </a:cubicBezTo>
                  <a:cubicBezTo>
                    <a:pt x="1768" y="830"/>
                    <a:pt x="1768" y="830"/>
                    <a:pt x="1768" y="830"/>
                  </a:cubicBezTo>
                  <a:cubicBezTo>
                    <a:pt x="1768" y="828"/>
                    <a:pt x="1768" y="828"/>
                    <a:pt x="1768" y="828"/>
                  </a:cubicBezTo>
                  <a:cubicBezTo>
                    <a:pt x="1768" y="824"/>
                    <a:pt x="1768" y="824"/>
                    <a:pt x="1768" y="824"/>
                  </a:cubicBezTo>
                  <a:cubicBezTo>
                    <a:pt x="1768" y="822"/>
                    <a:pt x="1768" y="822"/>
                    <a:pt x="1768" y="822"/>
                  </a:cubicBezTo>
                  <a:cubicBezTo>
                    <a:pt x="1767" y="819"/>
                    <a:pt x="1767" y="819"/>
                    <a:pt x="1767" y="819"/>
                  </a:cubicBezTo>
                  <a:cubicBezTo>
                    <a:pt x="1767" y="816"/>
                    <a:pt x="1767" y="816"/>
                    <a:pt x="1767" y="816"/>
                  </a:cubicBezTo>
                  <a:cubicBezTo>
                    <a:pt x="1767" y="813"/>
                    <a:pt x="1767" y="813"/>
                    <a:pt x="1767" y="813"/>
                  </a:cubicBezTo>
                  <a:cubicBezTo>
                    <a:pt x="1766" y="810"/>
                    <a:pt x="1766" y="810"/>
                    <a:pt x="1766" y="810"/>
                  </a:cubicBezTo>
                  <a:cubicBezTo>
                    <a:pt x="1766" y="808"/>
                    <a:pt x="1766" y="808"/>
                    <a:pt x="1766" y="808"/>
                  </a:cubicBezTo>
                  <a:cubicBezTo>
                    <a:pt x="1765" y="799"/>
                    <a:pt x="1765" y="799"/>
                    <a:pt x="1765" y="799"/>
                  </a:cubicBezTo>
                  <a:cubicBezTo>
                    <a:pt x="1765" y="797"/>
                    <a:pt x="1765" y="797"/>
                    <a:pt x="1765" y="797"/>
                  </a:cubicBezTo>
                  <a:cubicBezTo>
                    <a:pt x="1765" y="794"/>
                    <a:pt x="1765" y="794"/>
                    <a:pt x="1765" y="794"/>
                  </a:cubicBezTo>
                  <a:cubicBezTo>
                    <a:pt x="1764" y="793"/>
                    <a:pt x="1764" y="793"/>
                    <a:pt x="1764" y="793"/>
                  </a:cubicBezTo>
                  <a:cubicBezTo>
                    <a:pt x="1764" y="787"/>
                    <a:pt x="1764" y="787"/>
                    <a:pt x="1764" y="787"/>
                  </a:cubicBezTo>
                  <a:cubicBezTo>
                    <a:pt x="1763" y="786"/>
                    <a:pt x="1763" y="786"/>
                    <a:pt x="1763" y="786"/>
                  </a:cubicBezTo>
                  <a:cubicBezTo>
                    <a:pt x="1763" y="783"/>
                    <a:pt x="1763" y="783"/>
                    <a:pt x="1763" y="783"/>
                  </a:cubicBezTo>
                  <a:cubicBezTo>
                    <a:pt x="1763" y="782"/>
                    <a:pt x="1763" y="782"/>
                    <a:pt x="1763" y="782"/>
                  </a:cubicBezTo>
                  <a:cubicBezTo>
                    <a:pt x="1762" y="775"/>
                    <a:pt x="1762" y="775"/>
                    <a:pt x="1762" y="775"/>
                  </a:cubicBezTo>
                  <a:cubicBezTo>
                    <a:pt x="1762" y="774"/>
                    <a:pt x="1762" y="774"/>
                    <a:pt x="1762" y="774"/>
                  </a:cubicBezTo>
                  <a:cubicBezTo>
                    <a:pt x="1761" y="771"/>
                    <a:pt x="1761" y="771"/>
                    <a:pt x="1761" y="771"/>
                  </a:cubicBezTo>
                  <a:cubicBezTo>
                    <a:pt x="1761" y="770"/>
                    <a:pt x="1761" y="770"/>
                    <a:pt x="1761" y="770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0"/>
                    <a:pt x="1760" y="760"/>
                    <a:pt x="1760" y="760"/>
                  </a:cubicBezTo>
                  <a:cubicBezTo>
                    <a:pt x="1760" y="759"/>
                    <a:pt x="1760" y="759"/>
                    <a:pt x="1760" y="759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4" y="728"/>
                    <a:pt x="1750" y="708"/>
                    <a:pt x="1745" y="688"/>
                  </a:cubicBezTo>
                  <a:cubicBezTo>
                    <a:pt x="1745" y="688"/>
                    <a:pt x="1745" y="688"/>
                    <a:pt x="1745" y="688"/>
                  </a:cubicBezTo>
                  <a:cubicBezTo>
                    <a:pt x="1743" y="677"/>
                    <a:pt x="1743" y="677"/>
                    <a:pt x="1743" y="677"/>
                  </a:cubicBezTo>
                  <a:cubicBezTo>
                    <a:pt x="1742" y="677"/>
                    <a:pt x="1742" y="677"/>
                    <a:pt x="1742" y="677"/>
                  </a:cubicBezTo>
                  <a:cubicBezTo>
                    <a:pt x="1740" y="667"/>
                    <a:pt x="1740" y="667"/>
                    <a:pt x="1740" y="667"/>
                  </a:cubicBezTo>
                  <a:cubicBezTo>
                    <a:pt x="1739" y="665"/>
                    <a:pt x="1739" y="665"/>
                    <a:pt x="1739" y="665"/>
                  </a:cubicBezTo>
                  <a:cubicBezTo>
                    <a:pt x="1739" y="663"/>
                    <a:pt x="1739" y="663"/>
                    <a:pt x="1739" y="663"/>
                  </a:cubicBezTo>
                  <a:cubicBezTo>
                    <a:pt x="1738" y="661"/>
                    <a:pt x="1738" y="661"/>
                    <a:pt x="1738" y="661"/>
                  </a:cubicBezTo>
                  <a:cubicBezTo>
                    <a:pt x="1737" y="657"/>
                    <a:pt x="1737" y="657"/>
                    <a:pt x="1737" y="657"/>
                  </a:cubicBezTo>
                  <a:cubicBezTo>
                    <a:pt x="1736" y="654"/>
                    <a:pt x="1736" y="654"/>
                    <a:pt x="1736" y="654"/>
                  </a:cubicBezTo>
                  <a:cubicBezTo>
                    <a:pt x="1736" y="652"/>
                    <a:pt x="1736" y="652"/>
                    <a:pt x="1736" y="652"/>
                  </a:cubicBezTo>
                  <a:cubicBezTo>
                    <a:pt x="1735" y="650"/>
                    <a:pt x="1735" y="650"/>
                    <a:pt x="1735" y="650"/>
                  </a:cubicBezTo>
                  <a:cubicBezTo>
                    <a:pt x="1734" y="646"/>
                    <a:pt x="1734" y="646"/>
                    <a:pt x="1734" y="646"/>
                  </a:cubicBezTo>
                  <a:cubicBezTo>
                    <a:pt x="1733" y="643"/>
                    <a:pt x="1733" y="643"/>
                    <a:pt x="1733" y="643"/>
                  </a:cubicBezTo>
                  <a:cubicBezTo>
                    <a:pt x="1732" y="642"/>
                    <a:pt x="1732" y="642"/>
                    <a:pt x="1732" y="642"/>
                  </a:cubicBezTo>
                  <a:cubicBezTo>
                    <a:pt x="1732" y="638"/>
                    <a:pt x="1732" y="638"/>
                    <a:pt x="1732" y="638"/>
                  </a:cubicBezTo>
                  <a:cubicBezTo>
                    <a:pt x="1731" y="637"/>
                    <a:pt x="1731" y="637"/>
                    <a:pt x="1731" y="637"/>
                  </a:cubicBezTo>
                  <a:cubicBezTo>
                    <a:pt x="1730" y="633"/>
                    <a:pt x="1730" y="633"/>
                    <a:pt x="1730" y="633"/>
                  </a:cubicBezTo>
                  <a:cubicBezTo>
                    <a:pt x="1729" y="631"/>
                    <a:pt x="1729" y="631"/>
                    <a:pt x="1729" y="631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19" y="599"/>
                    <a:pt x="1710" y="577"/>
                    <a:pt x="1701" y="555"/>
                  </a:cubicBezTo>
                  <a:cubicBezTo>
                    <a:pt x="1696" y="543"/>
                    <a:pt x="1691" y="530"/>
                    <a:pt x="1685" y="518"/>
                  </a:cubicBezTo>
                  <a:cubicBezTo>
                    <a:pt x="1672" y="491"/>
                    <a:pt x="1658" y="465"/>
                    <a:pt x="1643" y="440"/>
                  </a:cubicBezTo>
                  <a:cubicBezTo>
                    <a:pt x="1640" y="435"/>
                    <a:pt x="1640" y="435"/>
                    <a:pt x="1640" y="435"/>
                  </a:cubicBezTo>
                  <a:cubicBezTo>
                    <a:pt x="1640" y="434"/>
                    <a:pt x="1640" y="434"/>
                    <a:pt x="1640" y="434"/>
                  </a:cubicBezTo>
                  <a:cubicBezTo>
                    <a:pt x="1625" y="410"/>
                    <a:pt x="1609" y="387"/>
                    <a:pt x="1593" y="365"/>
                  </a:cubicBezTo>
                  <a:cubicBezTo>
                    <a:pt x="1593" y="364"/>
                    <a:pt x="1593" y="364"/>
                    <a:pt x="1593" y="364"/>
                  </a:cubicBezTo>
                  <a:cubicBezTo>
                    <a:pt x="1589" y="360"/>
                    <a:pt x="1589" y="360"/>
                    <a:pt x="1589" y="360"/>
                  </a:cubicBezTo>
                  <a:cubicBezTo>
                    <a:pt x="1589" y="359"/>
                    <a:pt x="1589" y="359"/>
                    <a:pt x="1589" y="359"/>
                  </a:cubicBezTo>
                  <a:cubicBezTo>
                    <a:pt x="1586" y="355"/>
                    <a:pt x="1586" y="355"/>
                    <a:pt x="1586" y="355"/>
                  </a:cubicBezTo>
                  <a:cubicBezTo>
                    <a:pt x="1585" y="355"/>
                    <a:pt x="1585" y="355"/>
                    <a:pt x="1585" y="355"/>
                  </a:cubicBezTo>
                  <a:cubicBezTo>
                    <a:pt x="1582" y="351"/>
                    <a:pt x="1582" y="351"/>
                    <a:pt x="1582" y="351"/>
                  </a:cubicBezTo>
                  <a:cubicBezTo>
                    <a:pt x="1582" y="350"/>
                    <a:pt x="1582" y="350"/>
                    <a:pt x="1582" y="350"/>
                  </a:cubicBezTo>
                  <a:cubicBezTo>
                    <a:pt x="1578" y="346"/>
                    <a:pt x="1578" y="346"/>
                    <a:pt x="1578" y="346"/>
                  </a:cubicBezTo>
                  <a:cubicBezTo>
                    <a:pt x="1578" y="345"/>
                    <a:pt x="1578" y="345"/>
                    <a:pt x="1578" y="345"/>
                  </a:cubicBezTo>
                  <a:cubicBezTo>
                    <a:pt x="1572" y="338"/>
                    <a:pt x="1566" y="330"/>
                    <a:pt x="1559" y="322"/>
                  </a:cubicBezTo>
                  <a:cubicBezTo>
                    <a:pt x="1559" y="322"/>
                    <a:pt x="1559" y="322"/>
                    <a:pt x="1559" y="322"/>
                  </a:cubicBezTo>
                  <a:cubicBezTo>
                    <a:pt x="1555" y="318"/>
                    <a:pt x="1555" y="318"/>
                    <a:pt x="1555" y="318"/>
                  </a:cubicBezTo>
                  <a:cubicBezTo>
                    <a:pt x="1555" y="317"/>
                    <a:pt x="1555" y="317"/>
                    <a:pt x="1555" y="317"/>
                  </a:cubicBezTo>
                  <a:cubicBezTo>
                    <a:pt x="1552" y="313"/>
                    <a:pt x="1552" y="313"/>
                    <a:pt x="1552" y="313"/>
                  </a:cubicBezTo>
                  <a:cubicBezTo>
                    <a:pt x="1551" y="313"/>
                    <a:pt x="1551" y="313"/>
                    <a:pt x="1551" y="313"/>
                  </a:cubicBezTo>
                  <a:cubicBezTo>
                    <a:pt x="1548" y="309"/>
                    <a:pt x="1548" y="309"/>
                    <a:pt x="1548" y="309"/>
                  </a:cubicBezTo>
                  <a:cubicBezTo>
                    <a:pt x="1547" y="308"/>
                    <a:pt x="1547" y="308"/>
                    <a:pt x="1547" y="308"/>
                  </a:cubicBezTo>
                  <a:cubicBezTo>
                    <a:pt x="1544" y="304"/>
                    <a:pt x="1544" y="304"/>
                    <a:pt x="1544" y="304"/>
                  </a:cubicBezTo>
                  <a:cubicBezTo>
                    <a:pt x="1543" y="304"/>
                    <a:pt x="1543" y="304"/>
                    <a:pt x="1543" y="304"/>
                  </a:cubicBezTo>
                  <a:cubicBezTo>
                    <a:pt x="1537" y="297"/>
                    <a:pt x="1530" y="289"/>
                    <a:pt x="1523" y="282"/>
                  </a:cubicBezTo>
                  <a:cubicBezTo>
                    <a:pt x="1523" y="282"/>
                    <a:pt x="1523" y="282"/>
                    <a:pt x="1523" y="282"/>
                  </a:cubicBezTo>
                  <a:cubicBezTo>
                    <a:pt x="1519" y="278"/>
                    <a:pt x="1519" y="278"/>
                    <a:pt x="1519" y="278"/>
                  </a:cubicBezTo>
                  <a:cubicBezTo>
                    <a:pt x="1519" y="277"/>
                    <a:pt x="1519" y="277"/>
                    <a:pt x="1519" y="277"/>
                  </a:cubicBezTo>
                  <a:cubicBezTo>
                    <a:pt x="1515" y="274"/>
                    <a:pt x="1515" y="274"/>
                    <a:pt x="1515" y="274"/>
                  </a:cubicBezTo>
                  <a:cubicBezTo>
                    <a:pt x="1515" y="273"/>
                    <a:pt x="1515" y="273"/>
                    <a:pt x="1515" y="273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510" y="269"/>
                    <a:pt x="1510" y="269"/>
                    <a:pt x="1510" y="269"/>
                  </a:cubicBezTo>
                  <a:cubicBezTo>
                    <a:pt x="1507" y="265"/>
                    <a:pt x="1507" y="265"/>
                    <a:pt x="1507" y="265"/>
                  </a:cubicBezTo>
                  <a:cubicBezTo>
                    <a:pt x="1506" y="265"/>
                    <a:pt x="1506" y="265"/>
                    <a:pt x="1506" y="265"/>
                  </a:cubicBezTo>
                  <a:cubicBezTo>
                    <a:pt x="1499" y="258"/>
                    <a:pt x="1492" y="251"/>
                    <a:pt x="1485" y="244"/>
                  </a:cubicBezTo>
                  <a:cubicBezTo>
                    <a:pt x="1485" y="244"/>
                    <a:pt x="1485" y="244"/>
                    <a:pt x="1485" y="244"/>
                  </a:cubicBezTo>
                  <a:cubicBezTo>
                    <a:pt x="1481" y="240"/>
                    <a:pt x="1481" y="240"/>
                    <a:pt x="1481" y="240"/>
                  </a:cubicBezTo>
                  <a:cubicBezTo>
                    <a:pt x="1480" y="239"/>
                    <a:pt x="1480" y="239"/>
                    <a:pt x="1480" y="239"/>
                  </a:cubicBezTo>
                  <a:cubicBezTo>
                    <a:pt x="1477" y="236"/>
                    <a:pt x="1477" y="236"/>
                    <a:pt x="1477" y="236"/>
                  </a:cubicBezTo>
                  <a:cubicBezTo>
                    <a:pt x="1476" y="235"/>
                    <a:pt x="1476" y="235"/>
                    <a:pt x="1476" y="235"/>
                  </a:cubicBezTo>
                  <a:cubicBezTo>
                    <a:pt x="1472" y="232"/>
                    <a:pt x="1472" y="232"/>
                    <a:pt x="1472" y="232"/>
                  </a:cubicBezTo>
                  <a:cubicBezTo>
                    <a:pt x="1471" y="232"/>
                    <a:pt x="1471" y="232"/>
                    <a:pt x="1471" y="232"/>
                  </a:cubicBezTo>
                  <a:cubicBezTo>
                    <a:pt x="1468" y="228"/>
                    <a:pt x="1468" y="228"/>
                    <a:pt x="1468" y="228"/>
                  </a:cubicBezTo>
                  <a:cubicBezTo>
                    <a:pt x="1467" y="228"/>
                    <a:pt x="1467" y="228"/>
                    <a:pt x="1467" y="228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5" y="209"/>
                    <a:pt x="1445" y="209"/>
                    <a:pt x="1445" y="209"/>
                  </a:cubicBezTo>
                  <a:cubicBezTo>
                    <a:pt x="1444" y="208"/>
                    <a:pt x="1444" y="208"/>
                    <a:pt x="1444" y="208"/>
                  </a:cubicBezTo>
                  <a:cubicBezTo>
                    <a:pt x="1440" y="205"/>
                    <a:pt x="1440" y="205"/>
                    <a:pt x="1440" y="205"/>
                  </a:cubicBezTo>
                  <a:cubicBezTo>
                    <a:pt x="1439" y="204"/>
                    <a:pt x="1439" y="204"/>
                    <a:pt x="1439" y="204"/>
                  </a:cubicBezTo>
                  <a:cubicBezTo>
                    <a:pt x="1436" y="201"/>
                    <a:pt x="1436" y="201"/>
                    <a:pt x="1436" y="201"/>
                  </a:cubicBezTo>
                  <a:cubicBezTo>
                    <a:pt x="1435" y="200"/>
                    <a:pt x="1435" y="200"/>
                    <a:pt x="1435" y="200"/>
                  </a:cubicBezTo>
                  <a:cubicBezTo>
                    <a:pt x="1431" y="197"/>
                    <a:pt x="1431" y="197"/>
                    <a:pt x="1431" y="197"/>
                  </a:cubicBezTo>
                  <a:cubicBezTo>
                    <a:pt x="1430" y="197"/>
                    <a:pt x="1430" y="197"/>
                    <a:pt x="1430" y="197"/>
                  </a:cubicBezTo>
                  <a:cubicBezTo>
                    <a:pt x="1426" y="194"/>
                    <a:pt x="1426" y="194"/>
                    <a:pt x="1426" y="194"/>
                  </a:cubicBezTo>
                  <a:cubicBezTo>
                    <a:pt x="1425" y="193"/>
                    <a:pt x="1425" y="193"/>
                    <a:pt x="1425" y="193"/>
                  </a:cubicBezTo>
                  <a:cubicBezTo>
                    <a:pt x="1421" y="190"/>
                    <a:pt x="1421" y="190"/>
                    <a:pt x="1421" y="190"/>
                  </a:cubicBezTo>
                  <a:cubicBezTo>
                    <a:pt x="1421" y="189"/>
                    <a:pt x="1421" y="189"/>
                    <a:pt x="1421" y="189"/>
                  </a:cubicBezTo>
                  <a:cubicBezTo>
                    <a:pt x="1407" y="179"/>
                    <a:pt x="1407" y="179"/>
                    <a:pt x="1407" y="179"/>
                  </a:cubicBezTo>
                  <a:cubicBezTo>
                    <a:pt x="1406" y="178"/>
                    <a:pt x="1406" y="178"/>
                    <a:pt x="1406" y="178"/>
                  </a:cubicBezTo>
                  <a:cubicBezTo>
                    <a:pt x="1402" y="175"/>
                    <a:pt x="1402" y="175"/>
                    <a:pt x="1402" y="175"/>
                  </a:cubicBezTo>
                  <a:cubicBezTo>
                    <a:pt x="1401" y="174"/>
                    <a:pt x="1401" y="174"/>
                    <a:pt x="1401" y="174"/>
                  </a:cubicBezTo>
                  <a:cubicBezTo>
                    <a:pt x="1398" y="172"/>
                    <a:pt x="1398" y="172"/>
                    <a:pt x="1398" y="172"/>
                  </a:cubicBezTo>
                  <a:cubicBezTo>
                    <a:pt x="1396" y="171"/>
                    <a:pt x="1396" y="171"/>
                    <a:pt x="1396" y="171"/>
                  </a:cubicBezTo>
                  <a:cubicBezTo>
                    <a:pt x="1393" y="169"/>
                    <a:pt x="1393" y="169"/>
                    <a:pt x="1393" y="169"/>
                  </a:cubicBezTo>
                  <a:cubicBezTo>
                    <a:pt x="1391" y="167"/>
                    <a:pt x="1391" y="167"/>
                    <a:pt x="1391" y="167"/>
                  </a:cubicBezTo>
                  <a:cubicBezTo>
                    <a:pt x="1388" y="165"/>
                    <a:pt x="1388" y="165"/>
                    <a:pt x="1388" y="165"/>
                  </a:cubicBezTo>
                  <a:cubicBezTo>
                    <a:pt x="1387" y="164"/>
                    <a:pt x="1387" y="164"/>
                    <a:pt x="1387" y="164"/>
                  </a:cubicBezTo>
                  <a:cubicBezTo>
                    <a:pt x="1383" y="162"/>
                    <a:pt x="1383" y="162"/>
                    <a:pt x="1383" y="162"/>
                  </a:cubicBezTo>
                  <a:cubicBezTo>
                    <a:pt x="1382" y="161"/>
                    <a:pt x="1382" y="161"/>
                    <a:pt x="1382" y="161"/>
                  </a:cubicBezTo>
                  <a:cubicBezTo>
                    <a:pt x="1378" y="158"/>
                    <a:pt x="1378" y="158"/>
                    <a:pt x="1378" y="158"/>
                  </a:cubicBezTo>
                  <a:cubicBezTo>
                    <a:pt x="1377" y="158"/>
                    <a:pt x="1377" y="158"/>
                    <a:pt x="1377" y="158"/>
                  </a:cubicBezTo>
                  <a:cubicBezTo>
                    <a:pt x="1363" y="148"/>
                    <a:pt x="1363" y="148"/>
                    <a:pt x="1363" y="148"/>
                  </a:cubicBezTo>
                  <a:cubicBezTo>
                    <a:pt x="1362" y="147"/>
                    <a:pt x="1362" y="147"/>
                    <a:pt x="1362" y="147"/>
                  </a:cubicBezTo>
                  <a:cubicBezTo>
                    <a:pt x="1358" y="145"/>
                    <a:pt x="1358" y="145"/>
                    <a:pt x="1358" y="145"/>
                  </a:cubicBezTo>
                  <a:cubicBezTo>
                    <a:pt x="1356" y="144"/>
                    <a:pt x="1356" y="144"/>
                    <a:pt x="1356" y="144"/>
                  </a:cubicBezTo>
                  <a:cubicBezTo>
                    <a:pt x="1353" y="141"/>
                    <a:pt x="1353" y="141"/>
                    <a:pt x="1353" y="141"/>
                  </a:cubicBezTo>
                  <a:cubicBezTo>
                    <a:pt x="1352" y="141"/>
                    <a:pt x="1352" y="141"/>
                    <a:pt x="1352" y="141"/>
                  </a:cubicBezTo>
                  <a:cubicBezTo>
                    <a:pt x="1348" y="138"/>
                    <a:pt x="1348" y="138"/>
                    <a:pt x="1348" y="138"/>
                  </a:cubicBezTo>
                  <a:cubicBezTo>
                    <a:pt x="1347" y="138"/>
                    <a:pt x="1347" y="138"/>
                    <a:pt x="1347" y="138"/>
                  </a:cubicBezTo>
                  <a:cubicBezTo>
                    <a:pt x="1343" y="135"/>
                    <a:pt x="1343" y="135"/>
                    <a:pt x="1343" y="135"/>
                  </a:cubicBezTo>
                  <a:cubicBezTo>
                    <a:pt x="1342" y="134"/>
                    <a:pt x="1342" y="134"/>
                    <a:pt x="1342" y="134"/>
                  </a:cubicBezTo>
                  <a:cubicBezTo>
                    <a:pt x="1338" y="132"/>
                    <a:pt x="1338" y="132"/>
                    <a:pt x="1338" y="132"/>
                  </a:cubicBezTo>
                  <a:cubicBezTo>
                    <a:pt x="1337" y="131"/>
                    <a:pt x="1337" y="131"/>
                    <a:pt x="1337" y="131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16" y="119"/>
                    <a:pt x="1316" y="119"/>
                    <a:pt x="1316" y="119"/>
                  </a:cubicBezTo>
                  <a:cubicBezTo>
                    <a:pt x="1315" y="119"/>
                    <a:pt x="1315" y="119"/>
                    <a:pt x="1315" y="119"/>
                  </a:cubicBezTo>
                  <a:cubicBezTo>
                    <a:pt x="1311" y="116"/>
                    <a:pt x="1311" y="116"/>
                    <a:pt x="1311" y="116"/>
                  </a:cubicBezTo>
                  <a:cubicBezTo>
                    <a:pt x="1310" y="116"/>
                    <a:pt x="1310" y="116"/>
                    <a:pt x="1310" y="116"/>
                  </a:cubicBezTo>
                  <a:cubicBezTo>
                    <a:pt x="1306" y="114"/>
                    <a:pt x="1306" y="114"/>
                    <a:pt x="1306" y="114"/>
                  </a:cubicBezTo>
                  <a:cubicBezTo>
                    <a:pt x="1305" y="113"/>
                    <a:pt x="1305" y="113"/>
                    <a:pt x="1305" y="113"/>
                  </a:cubicBezTo>
                  <a:cubicBezTo>
                    <a:pt x="1301" y="111"/>
                    <a:pt x="1301" y="111"/>
                    <a:pt x="1301" y="111"/>
                  </a:cubicBezTo>
                  <a:cubicBezTo>
                    <a:pt x="1300" y="110"/>
                    <a:pt x="1300" y="110"/>
                    <a:pt x="1300" y="110"/>
                  </a:cubicBezTo>
                  <a:cubicBezTo>
                    <a:pt x="1296" y="108"/>
                    <a:pt x="1296" y="108"/>
                    <a:pt x="1296" y="108"/>
                  </a:cubicBezTo>
                  <a:cubicBezTo>
                    <a:pt x="1295" y="107"/>
                    <a:pt x="1295" y="107"/>
                    <a:pt x="1295" y="107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89" y="105"/>
                    <a:pt x="1289" y="105"/>
                    <a:pt x="1289" y="105"/>
                  </a:cubicBezTo>
                  <a:cubicBezTo>
                    <a:pt x="1282" y="101"/>
                    <a:pt x="1275" y="97"/>
                    <a:pt x="1268" y="94"/>
                  </a:cubicBezTo>
                  <a:cubicBezTo>
                    <a:pt x="1267" y="93"/>
                    <a:pt x="1267" y="93"/>
                    <a:pt x="1267" y="93"/>
                  </a:cubicBezTo>
                  <a:cubicBezTo>
                    <a:pt x="1263" y="91"/>
                    <a:pt x="1263" y="91"/>
                    <a:pt x="1263" y="91"/>
                  </a:cubicBezTo>
                  <a:cubicBezTo>
                    <a:pt x="1262" y="91"/>
                    <a:pt x="1262" y="91"/>
                    <a:pt x="1262" y="91"/>
                  </a:cubicBezTo>
                  <a:cubicBezTo>
                    <a:pt x="1258" y="89"/>
                    <a:pt x="1258" y="89"/>
                    <a:pt x="1258" y="89"/>
                  </a:cubicBezTo>
                  <a:cubicBezTo>
                    <a:pt x="1256" y="88"/>
                    <a:pt x="1256" y="88"/>
                    <a:pt x="1256" y="88"/>
                  </a:cubicBezTo>
                  <a:cubicBezTo>
                    <a:pt x="1252" y="86"/>
                    <a:pt x="1252" y="86"/>
                    <a:pt x="1252" y="86"/>
                  </a:cubicBezTo>
                  <a:cubicBezTo>
                    <a:pt x="1251" y="86"/>
                    <a:pt x="1251" y="86"/>
                    <a:pt x="1251" y="86"/>
                  </a:cubicBezTo>
                  <a:cubicBezTo>
                    <a:pt x="1247" y="83"/>
                    <a:pt x="1247" y="83"/>
                    <a:pt x="1247" y="83"/>
                  </a:cubicBezTo>
                  <a:cubicBezTo>
                    <a:pt x="1246" y="83"/>
                    <a:pt x="1246" y="83"/>
                    <a:pt x="1246" y="83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35" y="78"/>
                    <a:pt x="1229" y="76"/>
                    <a:pt x="1224" y="73"/>
                  </a:cubicBezTo>
                  <a:cubicBezTo>
                    <a:pt x="1224" y="73"/>
                    <a:pt x="1224" y="73"/>
                    <a:pt x="1224" y="73"/>
                  </a:cubicBezTo>
                  <a:cubicBezTo>
                    <a:pt x="1219" y="71"/>
                    <a:pt x="1219" y="71"/>
                    <a:pt x="1219" y="71"/>
                  </a:cubicBezTo>
                  <a:cubicBezTo>
                    <a:pt x="1218" y="71"/>
                    <a:pt x="1218" y="71"/>
                    <a:pt x="1218" y="71"/>
                  </a:cubicBezTo>
                  <a:cubicBezTo>
                    <a:pt x="1213" y="69"/>
                    <a:pt x="1213" y="69"/>
                    <a:pt x="1213" y="69"/>
                  </a:cubicBezTo>
                  <a:cubicBezTo>
                    <a:pt x="1212" y="68"/>
                    <a:pt x="1212" y="68"/>
                    <a:pt x="1212" y="68"/>
                  </a:cubicBezTo>
                  <a:cubicBezTo>
                    <a:pt x="1208" y="66"/>
                    <a:pt x="1208" y="66"/>
                    <a:pt x="1208" y="66"/>
                  </a:cubicBezTo>
                  <a:cubicBezTo>
                    <a:pt x="1207" y="66"/>
                    <a:pt x="1207" y="66"/>
                    <a:pt x="1207" y="66"/>
                  </a:cubicBezTo>
                  <a:cubicBezTo>
                    <a:pt x="1202" y="64"/>
                    <a:pt x="1202" y="64"/>
                    <a:pt x="1202" y="64"/>
                  </a:cubicBezTo>
                  <a:cubicBezTo>
                    <a:pt x="1201" y="64"/>
                    <a:pt x="1201" y="64"/>
                    <a:pt x="1201" y="64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86" y="58"/>
                    <a:pt x="1177" y="55"/>
                    <a:pt x="1167" y="51"/>
                  </a:cubicBezTo>
                  <a:cubicBezTo>
                    <a:pt x="1166" y="51"/>
                    <a:pt x="1166" y="51"/>
                    <a:pt x="1166" y="51"/>
                  </a:cubicBezTo>
                  <a:cubicBezTo>
                    <a:pt x="1162" y="49"/>
                    <a:pt x="1162" y="49"/>
                    <a:pt x="1162" y="49"/>
                  </a:cubicBezTo>
                  <a:cubicBezTo>
                    <a:pt x="1161" y="49"/>
                    <a:pt x="1161" y="49"/>
                    <a:pt x="1161" y="49"/>
                  </a:cubicBezTo>
                  <a:cubicBezTo>
                    <a:pt x="1156" y="47"/>
                    <a:pt x="1156" y="47"/>
                    <a:pt x="1156" y="47"/>
                  </a:cubicBezTo>
                  <a:cubicBezTo>
                    <a:pt x="1155" y="47"/>
                    <a:pt x="1155" y="47"/>
                    <a:pt x="1155" y="47"/>
                  </a:cubicBezTo>
                  <a:cubicBezTo>
                    <a:pt x="1150" y="45"/>
                    <a:pt x="1150" y="45"/>
                    <a:pt x="1150" y="45"/>
                  </a:cubicBezTo>
                  <a:cubicBezTo>
                    <a:pt x="1149" y="45"/>
                    <a:pt x="1149" y="45"/>
                    <a:pt x="1149" y="45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36" y="41"/>
                    <a:pt x="1128" y="38"/>
                    <a:pt x="1120" y="36"/>
                  </a:cubicBezTo>
                  <a:cubicBezTo>
                    <a:pt x="1120" y="36"/>
                    <a:pt x="1120" y="36"/>
                    <a:pt x="1120" y="36"/>
                  </a:cubicBezTo>
                  <a:cubicBezTo>
                    <a:pt x="1115" y="35"/>
                    <a:pt x="1115" y="35"/>
                    <a:pt x="1115" y="35"/>
                  </a:cubicBezTo>
                  <a:cubicBezTo>
                    <a:pt x="1114" y="34"/>
                    <a:pt x="1114" y="34"/>
                    <a:pt x="1114" y="34"/>
                  </a:cubicBezTo>
                  <a:cubicBezTo>
                    <a:pt x="1109" y="33"/>
                    <a:pt x="1109" y="33"/>
                    <a:pt x="1109" y="33"/>
                  </a:cubicBezTo>
                  <a:cubicBezTo>
                    <a:pt x="1108" y="33"/>
                    <a:pt x="1108" y="33"/>
                    <a:pt x="1108" y="33"/>
                  </a:cubicBezTo>
                  <a:cubicBezTo>
                    <a:pt x="1103" y="31"/>
                    <a:pt x="1103" y="31"/>
                    <a:pt x="1103" y="31"/>
                  </a:cubicBezTo>
                  <a:cubicBezTo>
                    <a:pt x="1102" y="31"/>
                    <a:pt x="1102" y="31"/>
                    <a:pt x="1102" y="31"/>
                  </a:cubicBezTo>
                  <a:cubicBezTo>
                    <a:pt x="1097" y="30"/>
                    <a:pt x="1097" y="30"/>
                    <a:pt x="1097" y="30"/>
                  </a:cubicBezTo>
                  <a:cubicBezTo>
                    <a:pt x="1096" y="29"/>
                    <a:pt x="1096" y="29"/>
                    <a:pt x="1096" y="29"/>
                  </a:cubicBezTo>
                  <a:cubicBezTo>
                    <a:pt x="1091" y="28"/>
                    <a:pt x="1091" y="28"/>
                    <a:pt x="1091" y="28"/>
                  </a:cubicBezTo>
                  <a:cubicBezTo>
                    <a:pt x="1090" y="28"/>
                    <a:pt x="1090" y="28"/>
                    <a:pt x="1090" y="28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79" y="25"/>
                    <a:pt x="1073" y="24"/>
                    <a:pt x="1067" y="22"/>
                  </a:cubicBezTo>
                  <a:cubicBezTo>
                    <a:pt x="1066" y="22"/>
                    <a:pt x="1066" y="22"/>
                    <a:pt x="1066" y="22"/>
                  </a:cubicBezTo>
                  <a:cubicBezTo>
                    <a:pt x="1061" y="21"/>
                    <a:pt x="1061" y="21"/>
                    <a:pt x="1061" y="21"/>
                  </a:cubicBezTo>
                  <a:cubicBezTo>
                    <a:pt x="1059" y="21"/>
                    <a:pt x="1059" y="21"/>
                    <a:pt x="1059" y="21"/>
                  </a:cubicBezTo>
                  <a:cubicBezTo>
                    <a:pt x="1055" y="20"/>
                    <a:pt x="1055" y="20"/>
                    <a:pt x="1055" y="20"/>
                  </a:cubicBezTo>
                  <a:cubicBezTo>
                    <a:pt x="1053" y="19"/>
                    <a:pt x="1053" y="19"/>
                    <a:pt x="1053" y="19"/>
                  </a:cubicBezTo>
                  <a:cubicBezTo>
                    <a:pt x="1049" y="19"/>
                    <a:pt x="1049" y="19"/>
                    <a:pt x="1049" y="19"/>
                  </a:cubicBezTo>
                  <a:cubicBezTo>
                    <a:pt x="1047" y="18"/>
                    <a:pt x="1047" y="18"/>
                    <a:pt x="1047" y="18"/>
                  </a:cubicBezTo>
                  <a:cubicBezTo>
                    <a:pt x="1043" y="17"/>
                    <a:pt x="1043" y="17"/>
                    <a:pt x="1043" y="17"/>
                  </a:cubicBezTo>
                  <a:cubicBezTo>
                    <a:pt x="1041" y="17"/>
                    <a:pt x="1041" y="17"/>
                    <a:pt x="1041" y="17"/>
                  </a:cubicBezTo>
                  <a:cubicBezTo>
                    <a:pt x="1037" y="16"/>
                    <a:pt x="1037" y="16"/>
                    <a:pt x="1037" y="16"/>
                  </a:cubicBezTo>
                  <a:cubicBezTo>
                    <a:pt x="1035" y="16"/>
                    <a:pt x="1035" y="16"/>
                    <a:pt x="1035" y="16"/>
                  </a:cubicBezTo>
                  <a:cubicBezTo>
                    <a:pt x="1031" y="15"/>
                    <a:pt x="1031" y="15"/>
                    <a:pt x="1031" y="15"/>
                  </a:cubicBezTo>
                  <a:cubicBezTo>
                    <a:pt x="1030" y="15"/>
                    <a:pt x="1030" y="15"/>
                    <a:pt x="1030" y="15"/>
                  </a:cubicBezTo>
                  <a:cubicBezTo>
                    <a:pt x="1024" y="14"/>
                    <a:pt x="1024" y="14"/>
                    <a:pt x="1024" y="14"/>
                  </a:cubicBezTo>
                  <a:cubicBezTo>
                    <a:pt x="1023" y="14"/>
                    <a:pt x="1023" y="14"/>
                    <a:pt x="1023" y="14"/>
                  </a:cubicBezTo>
                  <a:cubicBezTo>
                    <a:pt x="975" y="5"/>
                    <a:pt x="926" y="1"/>
                    <a:pt x="876" y="0"/>
                  </a:cubicBezTo>
                  <a:cubicBezTo>
                    <a:pt x="868" y="0"/>
                    <a:pt x="868" y="0"/>
                    <a:pt x="868" y="0"/>
                  </a:cubicBezTo>
                  <a:cubicBezTo>
                    <a:pt x="590" y="0"/>
                    <a:pt x="341" y="126"/>
                    <a:pt x="175" y="323"/>
                  </a:cubicBezTo>
                  <a:cubicBezTo>
                    <a:pt x="158" y="344"/>
                    <a:pt x="149" y="358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50" y="375"/>
                    <a:pt x="159" y="379"/>
                    <a:pt x="178" y="379"/>
                  </a:cubicBezTo>
                  <a:cubicBezTo>
                    <a:pt x="559" y="379"/>
                    <a:pt x="559" y="379"/>
                    <a:pt x="559" y="379"/>
                  </a:cubicBezTo>
                  <a:cubicBezTo>
                    <a:pt x="1261" y="379"/>
                    <a:pt x="1261" y="379"/>
                    <a:pt x="1261" y="379"/>
                  </a:cubicBezTo>
                  <a:cubicBezTo>
                    <a:pt x="1269" y="379"/>
                    <a:pt x="1278" y="382"/>
                    <a:pt x="1287" y="387"/>
                  </a:cubicBezTo>
                  <a:cubicBezTo>
                    <a:pt x="1294" y="391"/>
                    <a:pt x="1300" y="396"/>
                    <a:pt x="1304" y="402"/>
                  </a:cubicBezTo>
                  <a:cubicBezTo>
                    <a:pt x="1452" y="634"/>
                    <a:pt x="1452" y="634"/>
                    <a:pt x="1452" y="634"/>
                  </a:cubicBezTo>
                  <a:cubicBezTo>
                    <a:pt x="1455" y="638"/>
                    <a:pt x="1457" y="643"/>
                    <a:pt x="1459" y="648"/>
                  </a:cubicBezTo>
                  <a:cubicBezTo>
                    <a:pt x="1461" y="655"/>
                    <a:pt x="1461" y="655"/>
                    <a:pt x="1461" y="655"/>
                  </a:cubicBezTo>
                  <a:cubicBezTo>
                    <a:pt x="1461" y="656"/>
                    <a:pt x="1461" y="656"/>
                    <a:pt x="1461" y="656"/>
                  </a:cubicBezTo>
                  <a:cubicBezTo>
                    <a:pt x="1461" y="657"/>
                    <a:pt x="1461" y="657"/>
                    <a:pt x="1461" y="657"/>
                  </a:cubicBezTo>
                  <a:cubicBezTo>
                    <a:pt x="1463" y="664"/>
                    <a:pt x="1463" y="671"/>
                    <a:pt x="1463" y="677"/>
                  </a:cubicBezTo>
                  <a:cubicBezTo>
                    <a:pt x="1462" y="685"/>
                    <a:pt x="1462" y="685"/>
                    <a:pt x="1462" y="685"/>
                  </a:cubicBezTo>
                  <a:cubicBezTo>
                    <a:pt x="1372" y="1125"/>
                    <a:pt x="1372" y="1125"/>
                    <a:pt x="1372" y="1125"/>
                  </a:cubicBezTo>
                  <a:cubicBezTo>
                    <a:pt x="1322" y="1367"/>
                    <a:pt x="1322" y="1367"/>
                    <a:pt x="1322" y="1367"/>
                  </a:cubicBezTo>
                  <a:cubicBezTo>
                    <a:pt x="1319" y="1383"/>
                    <a:pt x="1304" y="1395"/>
                    <a:pt x="1289" y="1395"/>
                  </a:cubicBezTo>
                  <a:cubicBezTo>
                    <a:pt x="1046" y="1395"/>
                    <a:pt x="1046" y="1395"/>
                    <a:pt x="1046" y="1395"/>
                  </a:cubicBezTo>
                  <a:cubicBezTo>
                    <a:pt x="1030" y="1395"/>
                    <a:pt x="1011" y="1384"/>
                    <a:pt x="1002" y="1371"/>
                  </a:cubicBezTo>
                  <a:cubicBezTo>
                    <a:pt x="705" y="923"/>
                    <a:pt x="705" y="923"/>
                    <a:pt x="705" y="923"/>
                  </a:cubicBezTo>
                  <a:cubicBezTo>
                    <a:pt x="684" y="1030"/>
                    <a:pt x="684" y="1030"/>
                    <a:pt x="684" y="1030"/>
                  </a:cubicBezTo>
                  <a:cubicBezTo>
                    <a:pt x="615" y="1368"/>
                    <a:pt x="615" y="1368"/>
                    <a:pt x="615" y="1368"/>
                  </a:cubicBezTo>
                  <a:cubicBezTo>
                    <a:pt x="613" y="1380"/>
                    <a:pt x="602" y="1391"/>
                    <a:pt x="590" y="1394"/>
                  </a:cubicBezTo>
                  <a:cubicBezTo>
                    <a:pt x="590" y="1394"/>
                    <a:pt x="590" y="1394"/>
                    <a:pt x="590" y="1394"/>
                  </a:cubicBezTo>
                  <a:cubicBezTo>
                    <a:pt x="590" y="1395"/>
                    <a:pt x="590" y="1395"/>
                    <a:pt x="590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2" y="1396"/>
                    <a:pt x="582" y="1396"/>
                    <a:pt x="582" y="1396"/>
                  </a:cubicBezTo>
                  <a:cubicBezTo>
                    <a:pt x="581" y="1396"/>
                    <a:pt x="581" y="1396"/>
                    <a:pt x="581" y="1396"/>
                  </a:cubicBezTo>
                  <a:cubicBezTo>
                    <a:pt x="553" y="1396"/>
                    <a:pt x="553" y="1396"/>
                    <a:pt x="553" y="1396"/>
                  </a:cubicBezTo>
                  <a:cubicBezTo>
                    <a:pt x="403" y="1396"/>
                    <a:pt x="403" y="1396"/>
                    <a:pt x="403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1" y="1394"/>
                    <a:pt x="384" y="1389"/>
                    <a:pt x="382" y="1382"/>
                  </a:cubicBezTo>
                  <a:cubicBezTo>
                    <a:pt x="382" y="1382"/>
                    <a:pt x="382" y="1382"/>
                    <a:pt x="382" y="1382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1" y="1368"/>
                    <a:pt x="381" y="1368"/>
                    <a:pt x="381" y="1368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10" y="733"/>
                    <a:pt x="510" y="733"/>
                    <a:pt x="510" y="733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6" y="720"/>
                    <a:pt x="516" y="720"/>
                    <a:pt x="516" y="720"/>
                  </a:cubicBezTo>
                  <a:cubicBezTo>
                    <a:pt x="517" y="719"/>
                    <a:pt x="517" y="719"/>
                    <a:pt x="517" y="719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43" y="705"/>
                    <a:pt x="543" y="705"/>
                    <a:pt x="543" y="705"/>
                  </a:cubicBezTo>
                  <a:cubicBezTo>
                    <a:pt x="544" y="705"/>
                    <a:pt x="544" y="705"/>
                    <a:pt x="544" y="705"/>
                  </a:cubicBezTo>
                  <a:cubicBezTo>
                    <a:pt x="555" y="705"/>
                    <a:pt x="555" y="705"/>
                    <a:pt x="555" y="705"/>
                  </a:cubicBezTo>
                  <a:cubicBezTo>
                    <a:pt x="557" y="705"/>
                    <a:pt x="557" y="705"/>
                    <a:pt x="557" y="705"/>
                  </a:cubicBezTo>
                  <a:cubicBezTo>
                    <a:pt x="786" y="705"/>
                    <a:pt x="786" y="705"/>
                    <a:pt x="786" y="705"/>
                  </a:cubicBezTo>
                  <a:cubicBezTo>
                    <a:pt x="802" y="705"/>
                    <a:pt x="821" y="716"/>
                    <a:pt x="829" y="729"/>
                  </a:cubicBezTo>
                  <a:cubicBezTo>
                    <a:pt x="1127" y="1178"/>
                    <a:pt x="1127" y="1178"/>
                    <a:pt x="1127" y="1178"/>
                  </a:cubicBezTo>
                  <a:cubicBezTo>
                    <a:pt x="1244" y="590"/>
                    <a:pt x="1244" y="590"/>
                    <a:pt x="1244" y="590"/>
                  </a:cubicBezTo>
                  <a:cubicBezTo>
                    <a:pt x="557" y="590"/>
                    <a:pt x="557" y="590"/>
                    <a:pt x="557" y="590"/>
                  </a:cubicBezTo>
                  <a:cubicBezTo>
                    <a:pt x="555" y="590"/>
                    <a:pt x="555" y="590"/>
                    <a:pt x="555" y="590"/>
                  </a:cubicBezTo>
                  <a:cubicBezTo>
                    <a:pt x="475" y="590"/>
                    <a:pt x="475" y="590"/>
                    <a:pt x="475" y="590"/>
                  </a:cubicBezTo>
                  <a:cubicBezTo>
                    <a:pt x="435" y="590"/>
                    <a:pt x="395" y="593"/>
                    <a:pt x="357" y="600"/>
                  </a:cubicBezTo>
                  <a:cubicBezTo>
                    <a:pt x="162" y="632"/>
                    <a:pt x="0" y="756"/>
                    <a:pt x="0" y="1037"/>
                  </a:cubicBezTo>
                  <a:cubicBezTo>
                    <a:pt x="0" y="1321"/>
                    <a:pt x="239" y="1662"/>
                    <a:pt x="616" y="1772"/>
                  </a:cubicBezTo>
                  <a:cubicBezTo>
                    <a:pt x="694" y="1794"/>
                    <a:pt x="779" y="1807"/>
                    <a:pt x="868" y="1807"/>
                  </a:cubicBezTo>
                  <a:cubicBezTo>
                    <a:pt x="873" y="1807"/>
                    <a:pt x="873" y="1807"/>
                    <a:pt x="873" y="1807"/>
                  </a:cubicBezTo>
                  <a:cubicBezTo>
                    <a:pt x="1020" y="1806"/>
                    <a:pt x="1158" y="1770"/>
                    <a:pt x="1280" y="1707"/>
                  </a:cubicBezTo>
                  <a:cubicBezTo>
                    <a:pt x="1285" y="1705"/>
                    <a:pt x="1285" y="1705"/>
                    <a:pt x="1285" y="1705"/>
                  </a:cubicBezTo>
                  <a:cubicBezTo>
                    <a:pt x="1286" y="1704"/>
                    <a:pt x="1286" y="1704"/>
                    <a:pt x="1286" y="1704"/>
                  </a:cubicBezTo>
                  <a:cubicBezTo>
                    <a:pt x="1291" y="1702"/>
                    <a:pt x="1291" y="1702"/>
                    <a:pt x="1291" y="1702"/>
                  </a:cubicBezTo>
                  <a:cubicBezTo>
                    <a:pt x="1292" y="1701"/>
                    <a:pt x="1292" y="1701"/>
                    <a:pt x="1292" y="1701"/>
                  </a:cubicBezTo>
                  <a:cubicBezTo>
                    <a:pt x="1295" y="1699"/>
                    <a:pt x="1295" y="1699"/>
                    <a:pt x="1295" y="1699"/>
                  </a:cubicBezTo>
                  <a:cubicBezTo>
                    <a:pt x="1297" y="1698"/>
                    <a:pt x="1297" y="1698"/>
                    <a:pt x="1297" y="1698"/>
                  </a:cubicBezTo>
                  <a:cubicBezTo>
                    <a:pt x="1301" y="1696"/>
                    <a:pt x="1301" y="1696"/>
                    <a:pt x="1301" y="1696"/>
                  </a:cubicBezTo>
                  <a:cubicBezTo>
                    <a:pt x="1302" y="1695"/>
                    <a:pt x="1302" y="1695"/>
                    <a:pt x="1302" y="1695"/>
                  </a:cubicBezTo>
                  <a:cubicBezTo>
                    <a:pt x="1306" y="1693"/>
                    <a:pt x="1306" y="1693"/>
                    <a:pt x="1306" y="1693"/>
                  </a:cubicBezTo>
                  <a:cubicBezTo>
                    <a:pt x="1307" y="1693"/>
                    <a:pt x="1307" y="1693"/>
                    <a:pt x="1307" y="1693"/>
                  </a:cubicBezTo>
                  <a:cubicBezTo>
                    <a:pt x="1311" y="1690"/>
                    <a:pt x="1311" y="1690"/>
                    <a:pt x="1311" y="1690"/>
                  </a:cubicBezTo>
                  <a:cubicBezTo>
                    <a:pt x="1313" y="1689"/>
                    <a:pt x="1313" y="1689"/>
                    <a:pt x="1313" y="1689"/>
                  </a:cubicBezTo>
                  <a:cubicBezTo>
                    <a:pt x="1317" y="1687"/>
                    <a:pt x="1317" y="1687"/>
                    <a:pt x="1317" y="1687"/>
                  </a:cubicBezTo>
                  <a:cubicBezTo>
                    <a:pt x="1318" y="1687"/>
                    <a:pt x="1318" y="1687"/>
                    <a:pt x="1318" y="1687"/>
                  </a:cubicBezTo>
                  <a:cubicBezTo>
                    <a:pt x="1322" y="1684"/>
                    <a:pt x="1322" y="1684"/>
                    <a:pt x="1322" y="1684"/>
                  </a:cubicBezTo>
                  <a:cubicBezTo>
                    <a:pt x="1323" y="1684"/>
                    <a:pt x="1323" y="1684"/>
                    <a:pt x="1323" y="1684"/>
                  </a:cubicBezTo>
                  <a:cubicBezTo>
                    <a:pt x="1327" y="1681"/>
                    <a:pt x="1327" y="1681"/>
                    <a:pt x="1327" y="1681"/>
                  </a:cubicBezTo>
                  <a:cubicBezTo>
                    <a:pt x="1329" y="1680"/>
                    <a:pt x="1329" y="1680"/>
                    <a:pt x="1329" y="1680"/>
                  </a:cubicBezTo>
                  <a:cubicBezTo>
                    <a:pt x="1332" y="1678"/>
                    <a:pt x="1332" y="1678"/>
                    <a:pt x="1332" y="1678"/>
                  </a:cubicBezTo>
                  <a:cubicBezTo>
                    <a:pt x="1333" y="1677"/>
                    <a:pt x="1333" y="1677"/>
                    <a:pt x="1333" y="1677"/>
                  </a:cubicBezTo>
                  <a:cubicBezTo>
                    <a:pt x="1338" y="1675"/>
                    <a:pt x="1338" y="1675"/>
                    <a:pt x="1338" y="1675"/>
                  </a:cubicBezTo>
                  <a:cubicBezTo>
                    <a:pt x="1339" y="1674"/>
                    <a:pt x="1339" y="1674"/>
                    <a:pt x="1339" y="1674"/>
                  </a:cubicBezTo>
                  <a:cubicBezTo>
                    <a:pt x="1343" y="1672"/>
                    <a:pt x="1343" y="1672"/>
                    <a:pt x="1343" y="1672"/>
                  </a:cubicBezTo>
                  <a:cubicBezTo>
                    <a:pt x="1343" y="1671"/>
                    <a:pt x="1343" y="1671"/>
                    <a:pt x="1343" y="1671"/>
                  </a:cubicBezTo>
                  <a:cubicBezTo>
                    <a:pt x="1348" y="1669"/>
                    <a:pt x="1348" y="1669"/>
                    <a:pt x="1348" y="1669"/>
                  </a:cubicBezTo>
                  <a:cubicBezTo>
                    <a:pt x="1349" y="1668"/>
                    <a:pt x="1349" y="1668"/>
                    <a:pt x="1349" y="1668"/>
                  </a:cubicBezTo>
                  <a:cubicBezTo>
                    <a:pt x="1353" y="1665"/>
                    <a:pt x="1353" y="1665"/>
                    <a:pt x="1353" y="1665"/>
                  </a:cubicBezTo>
                  <a:cubicBezTo>
                    <a:pt x="1354" y="1665"/>
                    <a:pt x="1354" y="1665"/>
                    <a:pt x="1354" y="1665"/>
                  </a:cubicBezTo>
                  <a:cubicBezTo>
                    <a:pt x="1358" y="1662"/>
                    <a:pt x="1358" y="1662"/>
                    <a:pt x="1358" y="1662"/>
                  </a:cubicBezTo>
                  <a:cubicBezTo>
                    <a:pt x="1359" y="1661"/>
                    <a:pt x="1359" y="1661"/>
                    <a:pt x="1359" y="1661"/>
                  </a:cubicBezTo>
                  <a:cubicBezTo>
                    <a:pt x="1363" y="1659"/>
                    <a:pt x="1363" y="1659"/>
                    <a:pt x="1363" y="1659"/>
                  </a:cubicBezTo>
                  <a:cubicBezTo>
                    <a:pt x="1364" y="1658"/>
                    <a:pt x="1364" y="1658"/>
                    <a:pt x="1364" y="1658"/>
                  </a:cubicBezTo>
                  <a:cubicBezTo>
                    <a:pt x="1368" y="1655"/>
                    <a:pt x="1368" y="1655"/>
                    <a:pt x="1368" y="1655"/>
                  </a:cubicBezTo>
                  <a:cubicBezTo>
                    <a:pt x="1369" y="1655"/>
                    <a:pt x="1369" y="1655"/>
                    <a:pt x="1369" y="1655"/>
                  </a:cubicBezTo>
                  <a:cubicBezTo>
                    <a:pt x="1373" y="1652"/>
                    <a:pt x="1373" y="1652"/>
                    <a:pt x="1373" y="1652"/>
                  </a:cubicBezTo>
                  <a:cubicBezTo>
                    <a:pt x="1374" y="1651"/>
                    <a:pt x="1374" y="1651"/>
                    <a:pt x="1374" y="1651"/>
                  </a:cubicBezTo>
                  <a:cubicBezTo>
                    <a:pt x="1378" y="1648"/>
                    <a:pt x="1378" y="1648"/>
                    <a:pt x="1378" y="1648"/>
                  </a:cubicBezTo>
                  <a:cubicBezTo>
                    <a:pt x="1379" y="1648"/>
                    <a:pt x="1379" y="1648"/>
                    <a:pt x="1379" y="1648"/>
                  </a:cubicBezTo>
                  <a:cubicBezTo>
                    <a:pt x="1383" y="1645"/>
                    <a:pt x="1383" y="1645"/>
                    <a:pt x="1383" y="1645"/>
                  </a:cubicBezTo>
                  <a:cubicBezTo>
                    <a:pt x="1384" y="1645"/>
                    <a:pt x="1384" y="1645"/>
                    <a:pt x="1384" y="1645"/>
                  </a:cubicBezTo>
                  <a:cubicBezTo>
                    <a:pt x="1388" y="1642"/>
                    <a:pt x="1388" y="1642"/>
                    <a:pt x="1388" y="1642"/>
                  </a:cubicBezTo>
                  <a:cubicBezTo>
                    <a:pt x="1389" y="1641"/>
                    <a:pt x="1389" y="1641"/>
                    <a:pt x="1389" y="1641"/>
                  </a:cubicBezTo>
                  <a:cubicBezTo>
                    <a:pt x="1393" y="1638"/>
                    <a:pt x="1393" y="1638"/>
                    <a:pt x="1393" y="1638"/>
                  </a:cubicBezTo>
                  <a:cubicBezTo>
                    <a:pt x="1394" y="1638"/>
                    <a:pt x="1394" y="1638"/>
                    <a:pt x="1394" y="1638"/>
                  </a:cubicBezTo>
                  <a:cubicBezTo>
                    <a:pt x="1398" y="1635"/>
                    <a:pt x="1398" y="1635"/>
                    <a:pt x="1398" y="1635"/>
                  </a:cubicBezTo>
                  <a:cubicBezTo>
                    <a:pt x="1399" y="1634"/>
                    <a:pt x="1399" y="1634"/>
                    <a:pt x="1399" y="1634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8" y="1628"/>
                    <a:pt x="1408" y="1628"/>
                    <a:pt x="1408" y="1628"/>
                  </a:cubicBezTo>
                  <a:cubicBezTo>
                    <a:pt x="1408" y="1627"/>
                    <a:pt x="1408" y="1627"/>
                    <a:pt x="1408" y="1627"/>
                  </a:cubicBezTo>
                  <a:cubicBezTo>
                    <a:pt x="1417" y="1620"/>
                    <a:pt x="1417" y="1620"/>
                    <a:pt x="1417" y="1620"/>
                  </a:cubicBezTo>
                  <a:cubicBezTo>
                    <a:pt x="1418" y="1620"/>
                    <a:pt x="1418" y="1620"/>
                    <a:pt x="1418" y="1620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74" y="1573"/>
                    <a:pt x="1485" y="1563"/>
                    <a:pt x="1495" y="1554"/>
                  </a:cubicBezTo>
                  <a:cubicBezTo>
                    <a:pt x="1495" y="1553"/>
                    <a:pt x="1495" y="1553"/>
                    <a:pt x="1495" y="1553"/>
                  </a:cubicBezTo>
                  <a:cubicBezTo>
                    <a:pt x="1503" y="1545"/>
                    <a:pt x="1503" y="1545"/>
                    <a:pt x="1503" y="1545"/>
                  </a:cubicBezTo>
                  <a:cubicBezTo>
                    <a:pt x="1504" y="1545"/>
                    <a:pt x="1504" y="1545"/>
                    <a:pt x="1504" y="1545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12" y="1537"/>
                    <a:pt x="1512" y="1537"/>
                    <a:pt x="1512" y="1537"/>
                  </a:cubicBezTo>
                  <a:cubicBezTo>
                    <a:pt x="1512" y="1536"/>
                    <a:pt x="1512" y="1536"/>
                    <a:pt x="1512" y="1536"/>
                  </a:cubicBezTo>
                  <a:cubicBezTo>
                    <a:pt x="1516" y="1533"/>
                    <a:pt x="1516" y="1533"/>
                    <a:pt x="1516" y="1533"/>
                  </a:cubicBezTo>
                  <a:cubicBezTo>
                    <a:pt x="1516" y="1532"/>
                    <a:pt x="1516" y="1532"/>
                    <a:pt x="1516" y="1532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4" y="1524"/>
                    <a:pt x="1524" y="1524"/>
                    <a:pt x="1524" y="1524"/>
                  </a:cubicBezTo>
                  <a:cubicBezTo>
                    <a:pt x="1525" y="1523"/>
                    <a:pt x="1525" y="1523"/>
                    <a:pt x="1525" y="1523"/>
                  </a:cubicBezTo>
                  <a:cubicBezTo>
                    <a:pt x="1528" y="1519"/>
                    <a:pt x="1528" y="1519"/>
                    <a:pt x="1528" y="1519"/>
                  </a:cubicBezTo>
                  <a:cubicBezTo>
                    <a:pt x="1529" y="1519"/>
                    <a:pt x="1529" y="1519"/>
                    <a:pt x="1529" y="1519"/>
                  </a:cubicBezTo>
                  <a:cubicBezTo>
                    <a:pt x="1532" y="1516"/>
                    <a:pt x="1532" y="1516"/>
                    <a:pt x="1532" y="1516"/>
                  </a:cubicBezTo>
                  <a:cubicBezTo>
                    <a:pt x="1533" y="1514"/>
                    <a:pt x="1533" y="1514"/>
                    <a:pt x="1533" y="1514"/>
                  </a:cubicBezTo>
                  <a:cubicBezTo>
                    <a:pt x="1536" y="1511"/>
                    <a:pt x="1536" y="1511"/>
                    <a:pt x="1536" y="1511"/>
                  </a:cubicBezTo>
                  <a:cubicBezTo>
                    <a:pt x="1538" y="1509"/>
                    <a:pt x="1538" y="1509"/>
                    <a:pt x="1538" y="1509"/>
                  </a:cubicBezTo>
                  <a:cubicBezTo>
                    <a:pt x="1539" y="1507"/>
                    <a:pt x="1539" y="1507"/>
                    <a:pt x="1539" y="1507"/>
                  </a:cubicBezTo>
                  <a:cubicBezTo>
                    <a:pt x="1543" y="1504"/>
                    <a:pt x="1543" y="1504"/>
                    <a:pt x="1543" y="1504"/>
                  </a:cubicBezTo>
                  <a:cubicBezTo>
                    <a:pt x="1544" y="1502"/>
                    <a:pt x="1544" y="1502"/>
                    <a:pt x="1544" y="1502"/>
                  </a:cubicBezTo>
                  <a:cubicBezTo>
                    <a:pt x="1546" y="1500"/>
                    <a:pt x="1546" y="1500"/>
                    <a:pt x="1546" y="1500"/>
                  </a:cubicBezTo>
                  <a:cubicBezTo>
                    <a:pt x="1547" y="1499"/>
                    <a:pt x="1547" y="1499"/>
                    <a:pt x="1547" y="1499"/>
                  </a:cubicBezTo>
                  <a:cubicBezTo>
                    <a:pt x="1655" y="1376"/>
                    <a:pt x="1730" y="1224"/>
                    <a:pt x="1758" y="1056"/>
                  </a:cubicBezTo>
                  <a:cubicBezTo>
                    <a:pt x="1758" y="1056"/>
                    <a:pt x="1758" y="1056"/>
                    <a:pt x="1758" y="1056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1" y="1037"/>
                    <a:pt x="1761" y="1037"/>
                    <a:pt x="1761" y="1037"/>
                  </a:cubicBezTo>
                  <a:cubicBezTo>
                    <a:pt x="1761" y="1036"/>
                    <a:pt x="1761" y="1036"/>
                    <a:pt x="1761" y="1036"/>
                  </a:cubicBezTo>
                  <a:cubicBezTo>
                    <a:pt x="1762" y="1033"/>
                    <a:pt x="1762" y="1033"/>
                    <a:pt x="1762" y="1033"/>
                  </a:cubicBezTo>
                  <a:cubicBezTo>
                    <a:pt x="1762" y="1032"/>
                    <a:pt x="1762" y="1032"/>
                    <a:pt x="1762" y="1032"/>
                  </a:cubicBezTo>
                  <a:cubicBezTo>
                    <a:pt x="1762" y="1029"/>
                    <a:pt x="1762" y="1029"/>
                    <a:pt x="1762" y="1029"/>
                  </a:cubicBezTo>
                  <a:cubicBezTo>
                    <a:pt x="1763" y="1028"/>
                    <a:pt x="1763" y="1028"/>
                    <a:pt x="1763" y="1028"/>
                  </a:cubicBezTo>
                  <a:cubicBezTo>
                    <a:pt x="1763" y="1025"/>
                    <a:pt x="1763" y="1025"/>
                    <a:pt x="1763" y="1025"/>
                  </a:cubicBezTo>
                  <a:cubicBezTo>
                    <a:pt x="1763" y="1024"/>
                    <a:pt x="1763" y="1024"/>
                    <a:pt x="1763" y="1024"/>
                  </a:cubicBezTo>
                  <a:cubicBezTo>
                    <a:pt x="1764" y="1014"/>
                    <a:pt x="1764" y="1014"/>
                    <a:pt x="1764" y="1014"/>
                  </a:cubicBezTo>
                  <a:cubicBezTo>
                    <a:pt x="1765" y="1012"/>
                    <a:pt x="1765" y="1012"/>
                    <a:pt x="1765" y="1012"/>
                  </a:cubicBezTo>
                  <a:cubicBezTo>
                    <a:pt x="1765" y="1010"/>
                    <a:pt x="1765" y="1010"/>
                    <a:pt x="1765" y="1010"/>
                  </a:cubicBezTo>
                  <a:cubicBezTo>
                    <a:pt x="1765" y="1008"/>
                    <a:pt x="1765" y="1008"/>
                    <a:pt x="1765" y="1008"/>
                  </a:cubicBezTo>
                  <a:cubicBezTo>
                    <a:pt x="1765" y="1005"/>
                    <a:pt x="1765" y="1005"/>
                    <a:pt x="1765" y="1005"/>
                  </a:cubicBezTo>
                  <a:cubicBezTo>
                    <a:pt x="1766" y="1004"/>
                    <a:pt x="1766" y="1004"/>
                    <a:pt x="1766" y="1004"/>
                  </a:cubicBezTo>
                  <a:cubicBezTo>
                    <a:pt x="1766" y="1001"/>
                    <a:pt x="1766" y="1001"/>
                    <a:pt x="1766" y="1001"/>
                  </a:cubicBezTo>
                  <a:cubicBezTo>
                    <a:pt x="1766" y="999"/>
                    <a:pt x="1766" y="999"/>
                    <a:pt x="1766" y="999"/>
                  </a:cubicBezTo>
                  <a:cubicBezTo>
                    <a:pt x="1767" y="994"/>
                    <a:pt x="1767" y="994"/>
                    <a:pt x="1767" y="994"/>
                  </a:cubicBezTo>
                  <a:cubicBezTo>
                    <a:pt x="1767" y="993"/>
                    <a:pt x="1767" y="993"/>
                    <a:pt x="1767" y="993"/>
                  </a:cubicBezTo>
                  <a:cubicBezTo>
                    <a:pt x="1767" y="990"/>
                    <a:pt x="1767" y="990"/>
                    <a:pt x="1767" y="990"/>
                  </a:cubicBezTo>
                  <a:cubicBezTo>
                    <a:pt x="1767" y="988"/>
                    <a:pt x="1767" y="988"/>
                    <a:pt x="1767" y="988"/>
                  </a:cubicBezTo>
                  <a:cubicBezTo>
                    <a:pt x="1767" y="986"/>
                    <a:pt x="1767" y="986"/>
                    <a:pt x="1767" y="986"/>
                  </a:cubicBezTo>
                  <a:cubicBezTo>
                    <a:pt x="1768" y="984"/>
                    <a:pt x="1768" y="984"/>
                    <a:pt x="1768" y="984"/>
                  </a:cubicBezTo>
                  <a:cubicBezTo>
                    <a:pt x="1768" y="981"/>
                    <a:pt x="1768" y="981"/>
                    <a:pt x="1768" y="981"/>
                  </a:cubicBezTo>
                  <a:cubicBezTo>
                    <a:pt x="1768" y="979"/>
                    <a:pt x="1768" y="979"/>
                    <a:pt x="1768" y="979"/>
                  </a:cubicBezTo>
                  <a:cubicBezTo>
                    <a:pt x="1768" y="977"/>
                    <a:pt x="1768" y="977"/>
                    <a:pt x="1768" y="977"/>
                  </a:cubicBezTo>
                  <a:cubicBezTo>
                    <a:pt x="1768" y="974"/>
                    <a:pt x="1768" y="974"/>
                    <a:pt x="1768" y="974"/>
                  </a:cubicBezTo>
                  <a:cubicBezTo>
                    <a:pt x="1769" y="971"/>
                    <a:pt x="1769" y="971"/>
                    <a:pt x="1769" y="971"/>
                  </a:cubicBezTo>
                  <a:cubicBezTo>
                    <a:pt x="1769" y="968"/>
                    <a:pt x="1769" y="968"/>
                    <a:pt x="1769" y="968"/>
                  </a:cubicBezTo>
                  <a:cubicBezTo>
                    <a:pt x="1769" y="966"/>
                    <a:pt x="1769" y="966"/>
                    <a:pt x="1769" y="966"/>
                  </a:cubicBezTo>
                  <a:cubicBezTo>
                    <a:pt x="1769" y="964"/>
                    <a:pt x="1769" y="964"/>
                    <a:pt x="1769" y="964"/>
                  </a:cubicBezTo>
                  <a:cubicBezTo>
                    <a:pt x="1769" y="962"/>
                    <a:pt x="1769" y="962"/>
                    <a:pt x="1769" y="962"/>
                  </a:cubicBezTo>
                  <a:cubicBezTo>
                    <a:pt x="1769" y="959"/>
                    <a:pt x="1769" y="959"/>
                    <a:pt x="1769" y="959"/>
                  </a:cubicBezTo>
                  <a:cubicBezTo>
                    <a:pt x="1769" y="957"/>
                    <a:pt x="1769" y="957"/>
                    <a:pt x="1769" y="957"/>
                  </a:cubicBezTo>
                  <a:cubicBezTo>
                    <a:pt x="1770" y="954"/>
                    <a:pt x="1770" y="954"/>
                    <a:pt x="1770" y="954"/>
                  </a:cubicBezTo>
                  <a:cubicBezTo>
                    <a:pt x="1770" y="953"/>
                    <a:pt x="1770" y="953"/>
                    <a:pt x="1770" y="953"/>
                  </a:cubicBezTo>
                  <a:cubicBezTo>
                    <a:pt x="1770" y="948"/>
                    <a:pt x="1770" y="948"/>
                    <a:pt x="1770" y="948"/>
                  </a:cubicBezTo>
                  <a:cubicBezTo>
                    <a:pt x="1770" y="947"/>
                    <a:pt x="1770" y="947"/>
                    <a:pt x="1770" y="947"/>
                  </a:cubicBezTo>
                  <a:cubicBezTo>
                    <a:pt x="1770" y="944"/>
                    <a:pt x="1770" y="944"/>
                    <a:pt x="1770" y="944"/>
                  </a:cubicBezTo>
                  <a:cubicBezTo>
                    <a:pt x="1770" y="942"/>
                    <a:pt x="1770" y="942"/>
                    <a:pt x="1770" y="942"/>
                  </a:cubicBezTo>
                  <a:cubicBezTo>
                    <a:pt x="1770" y="939"/>
                    <a:pt x="1770" y="939"/>
                    <a:pt x="1770" y="939"/>
                  </a:cubicBezTo>
                  <a:cubicBezTo>
                    <a:pt x="1771" y="937"/>
                    <a:pt x="1771" y="937"/>
                    <a:pt x="1771" y="937"/>
                  </a:cubicBezTo>
                  <a:cubicBezTo>
                    <a:pt x="1771" y="934"/>
                    <a:pt x="1771" y="934"/>
                    <a:pt x="1771" y="934"/>
                  </a:cubicBezTo>
                  <a:cubicBezTo>
                    <a:pt x="1771" y="933"/>
                    <a:pt x="1771" y="933"/>
                    <a:pt x="1771" y="933"/>
                  </a:cubicBezTo>
                  <a:cubicBezTo>
                    <a:pt x="1771" y="929"/>
                    <a:pt x="1771" y="929"/>
                    <a:pt x="1771" y="929"/>
                  </a:cubicBezTo>
                  <a:cubicBezTo>
                    <a:pt x="1771" y="928"/>
                    <a:pt x="1771" y="928"/>
                    <a:pt x="1771" y="928"/>
                  </a:cubicBezTo>
                  <a:cubicBezTo>
                    <a:pt x="1771" y="924"/>
                    <a:pt x="1771" y="924"/>
                    <a:pt x="1771" y="924"/>
                  </a:cubicBezTo>
                  <a:cubicBezTo>
                    <a:pt x="1771" y="922"/>
                    <a:pt x="1771" y="922"/>
                    <a:pt x="1771" y="922"/>
                  </a:cubicBezTo>
                  <a:cubicBezTo>
                    <a:pt x="1771" y="919"/>
                    <a:pt x="1771" y="919"/>
                    <a:pt x="1771" y="919"/>
                  </a:cubicBezTo>
                  <a:cubicBezTo>
                    <a:pt x="1771" y="917"/>
                    <a:pt x="1771" y="917"/>
                    <a:pt x="1771" y="917"/>
                  </a:cubicBezTo>
                  <a:cubicBezTo>
                    <a:pt x="1771" y="914"/>
                    <a:pt x="1771" y="914"/>
                    <a:pt x="1771" y="914"/>
                  </a:cubicBezTo>
                  <a:cubicBezTo>
                    <a:pt x="1771" y="913"/>
                    <a:pt x="1771" y="913"/>
                    <a:pt x="1771" y="913"/>
                  </a:cubicBezTo>
                  <a:cubicBezTo>
                    <a:pt x="1771" y="910"/>
                    <a:pt x="1771" y="910"/>
                    <a:pt x="1771" y="910"/>
                  </a:cubicBezTo>
                  <a:cubicBezTo>
                    <a:pt x="1771" y="908"/>
                    <a:pt x="1771" y="908"/>
                    <a:pt x="1771" y="908"/>
                  </a:cubicBezTo>
                  <a:cubicBezTo>
                    <a:pt x="1771" y="898"/>
                    <a:pt x="1771" y="898"/>
                    <a:pt x="1771" y="898"/>
                  </a:cubicBezTo>
                  <a:cubicBezTo>
                    <a:pt x="1771" y="897"/>
                    <a:pt x="1771" y="897"/>
                    <a:pt x="1771" y="897"/>
                  </a:cubicBezTo>
                  <a:lnTo>
                    <a:pt x="1771" y="893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 dirty="0"/>
            </a:p>
          </p:txBody>
        </p:sp>
        <p:grpSp>
          <p:nvGrpSpPr>
            <p:cNvPr id="31" name="Groep 30"/>
            <p:cNvGrpSpPr>
              <a:grpSpLocks noSelect="1"/>
            </p:cNvGrpSpPr>
            <p:nvPr userDrawn="1"/>
          </p:nvGrpSpPr>
          <p:grpSpPr bwMode="gray">
            <a:xfrm>
              <a:off x="0" y="0"/>
              <a:ext cx="561975" cy="572770"/>
              <a:chOff x="902335" y="290830"/>
              <a:chExt cx="561975" cy="572770"/>
            </a:xfrm>
          </p:grpSpPr>
          <p:sp>
            <p:nvSpPr>
              <p:cNvPr id="32" name="Freeform 5"/>
              <p:cNvSpPr>
                <a:spLocks noSelect="1"/>
              </p:cNvSpPr>
              <p:nvPr userDrawn="1"/>
            </p:nvSpPr>
            <p:spPr bwMode="gray">
              <a:xfrm>
                <a:off x="984250" y="534035"/>
                <a:ext cx="77470" cy="199390"/>
              </a:xfrm>
              <a:custGeom>
                <a:avLst/>
                <a:gdLst>
                  <a:gd name="T0" fmla="*/ 155 w 244"/>
                  <a:gd name="T1" fmla="*/ 0 h 629"/>
                  <a:gd name="T2" fmla="*/ 120 w 244"/>
                  <a:gd name="T3" fmla="*/ 28 h 629"/>
                  <a:gd name="T4" fmla="*/ 0 w 244"/>
                  <a:gd name="T5" fmla="*/ 601 h 629"/>
                  <a:gd name="T6" fmla="*/ 0 w 244"/>
                  <a:gd name="T7" fmla="*/ 606 h 629"/>
                  <a:gd name="T8" fmla="*/ 0 w 244"/>
                  <a:gd name="T9" fmla="*/ 607 h 629"/>
                  <a:gd name="T10" fmla="*/ 23 w 244"/>
                  <a:gd name="T11" fmla="*/ 629 h 629"/>
                  <a:gd name="T12" fmla="*/ 145 w 244"/>
                  <a:gd name="T13" fmla="*/ 629 h 629"/>
                  <a:gd name="T14" fmla="*/ 144 w 244"/>
                  <a:gd name="T15" fmla="*/ 629 h 629"/>
                  <a:gd name="T16" fmla="*/ 144 w 244"/>
                  <a:gd name="T17" fmla="*/ 629 h 629"/>
                  <a:gd name="T18" fmla="*/ 143 w 244"/>
                  <a:gd name="T19" fmla="*/ 629 h 629"/>
                  <a:gd name="T20" fmla="*/ 143 w 244"/>
                  <a:gd name="T21" fmla="*/ 629 h 629"/>
                  <a:gd name="T22" fmla="*/ 143 w 244"/>
                  <a:gd name="T23" fmla="*/ 629 h 629"/>
                  <a:gd name="T24" fmla="*/ 142 w 244"/>
                  <a:gd name="T25" fmla="*/ 629 h 629"/>
                  <a:gd name="T26" fmla="*/ 142 w 244"/>
                  <a:gd name="T27" fmla="*/ 629 h 629"/>
                  <a:gd name="T28" fmla="*/ 142 w 244"/>
                  <a:gd name="T29" fmla="*/ 629 h 629"/>
                  <a:gd name="T30" fmla="*/ 141 w 244"/>
                  <a:gd name="T31" fmla="*/ 629 h 629"/>
                  <a:gd name="T32" fmla="*/ 141 w 244"/>
                  <a:gd name="T33" fmla="*/ 629 h 629"/>
                  <a:gd name="T34" fmla="*/ 141 w 244"/>
                  <a:gd name="T35" fmla="*/ 629 h 629"/>
                  <a:gd name="T36" fmla="*/ 141 w 244"/>
                  <a:gd name="T37" fmla="*/ 629 h 629"/>
                  <a:gd name="T38" fmla="*/ 123 w 244"/>
                  <a:gd name="T39" fmla="*/ 615 h 629"/>
                  <a:gd name="T40" fmla="*/ 123 w 244"/>
                  <a:gd name="T41" fmla="*/ 615 h 629"/>
                  <a:gd name="T42" fmla="*/ 123 w 244"/>
                  <a:gd name="T43" fmla="*/ 614 h 629"/>
                  <a:gd name="T44" fmla="*/ 123 w 244"/>
                  <a:gd name="T45" fmla="*/ 614 h 629"/>
                  <a:gd name="T46" fmla="*/ 122 w 244"/>
                  <a:gd name="T47" fmla="*/ 613 h 629"/>
                  <a:gd name="T48" fmla="*/ 122 w 244"/>
                  <a:gd name="T49" fmla="*/ 613 h 629"/>
                  <a:gd name="T50" fmla="*/ 122 w 244"/>
                  <a:gd name="T51" fmla="*/ 613 h 629"/>
                  <a:gd name="T52" fmla="*/ 122 w 244"/>
                  <a:gd name="T53" fmla="*/ 612 h 629"/>
                  <a:gd name="T54" fmla="*/ 122 w 244"/>
                  <a:gd name="T55" fmla="*/ 612 h 629"/>
                  <a:gd name="T56" fmla="*/ 122 w 244"/>
                  <a:gd name="T57" fmla="*/ 612 h 629"/>
                  <a:gd name="T58" fmla="*/ 122 w 244"/>
                  <a:gd name="T59" fmla="*/ 612 h 629"/>
                  <a:gd name="T60" fmla="*/ 122 w 244"/>
                  <a:gd name="T61" fmla="*/ 605 h 629"/>
                  <a:gd name="T62" fmla="*/ 122 w 244"/>
                  <a:gd name="T63" fmla="*/ 605 h 629"/>
                  <a:gd name="T64" fmla="*/ 122 w 244"/>
                  <a:gd name="T65" fmla="*/ 605 h 629"/>
                  <a:gd name="T66" fmla="*/ 122 w 244"/>
                  <a:gd name="T67" fmla="*/ 602 h 629"/>
                  <a:gd name="T68" fmla="*/ 244 w 244"/>
                  <a:gd name="T69" fmla="*/ 0 h 629"/>
                  <a:gd name="T70" fmla="*/ 155 w 244"/>
                  <a:gd name="T71" fmla="*/ 0 h 6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4" h="629">
                    <a:moveTo>
                      <a:pt x="155" y="0"/>
                    </a:moveTo>
                    <a:cubicBezTo>
                      <a:pt x="139" y="0"/>
                      <a:pt x="123" y="13"/>
                      <a:pt x="120" y="28"/>
                    </a:cubicBezTo>
                    <a:cubicBezTo>
                      <a:pt x="0" y="601"/>
                      <a:pt x="0" y="601"/>
                      <a:pt x="0" y="601"/>
                    </a:cubicBezTo>
                    <a:cubicBezTo>
                      <a:pt x="0" y="606"/>
                      <a:pt x="0" y="606"/>
                      <a:pt x="0" y="606"/>
                    </a:cubicBezTo>
                    <a:cubicBezTo>
                      <a:pt x="0" y="607"/>
                      <a:pt x="0" y="607"/>
                      <a:pt x="0" y="607"/>
                    </a:cubicBezTo>
                    <a:cubicBezTo>
                      <a:pt x="0" y="620"/>
                      <a:pt x="10" y="629"/>
                      <a:pt x="23" y="629"/>
                    </a:cubicBezTo>
                    <a:cubicBezTo>
                      <a:pt x="145" y="629"/>
                      <a:pt x="145" y="629"/>
                      <a:pt x="145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32" y="628"/>
                      <a:pt x="126" y="623"/>
                      <a:pt x="123" y="615"/>
                    </a:cubicBezTo>
                    <a:cubicBezTo>
                      <a:pt x="123" y="615"/>
                      <a:pt x="123" y="615"/>
                      <a:pt x="123" y="615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2"/>
                      <a:pt x="122" y="602"/>
                      <a:pt x="122" y="602"/>
                    </a:cubicBezTo>
                    <a:cubicBezTo>
                      <a:pt x="244" y="0"/>
                      <a:pt x="244" y="0"/>
                      <a:pt x="244" y="0"/>
                    </a:cubicBezTo>
                    <a:lnTo>
                      <a:pt x="155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3" name="Freeform 6"/>
              <p:cNvSpPr>
                <a:spLocks noSelect="1"/>
              </p:cNvSpPr>
              <p:nvPr userDrawn="1"/>
            </p:nvSpPr>
            <p:spPr bwMode="gray">
              <a:xfrm>
                <a:off x="1078865" y="478155"/>
                <a:ext cx="218440" cy="186055"/>
              </a:xfrm>
              <a:custGeom>
                <a:avLst/>
                <a:gdLst>
                  <a:gd name="T0" fmla="*/ 0 w 687"/>
                  <a:gd name="T1" fmla="*/ 0 h 587"/>
                  <a:gd name="T2" fmla="*/ 0 w 687"/>
                  <a:gd name="T3" fmla="*/ 115 h 587"/>
                  <a:gd name="T4" fmla="*/ 229 w 687"/>
                  <a:gd name="T5" fmla="*/ 115 h 587"/>
                  <a:gd name="T6" fmla="*/ 272 w 687"/>
                  <a:gd name="T7" fmla="*/ 139 h 587"/>
                  <a:gd name="T8" fmla="*/ 569 w 687"/>
                  <a:gd name="T9" fmla="*/ 587 h 587"/>
                  <a:gd name="T10" fmla="*/ 687 w 687"/>
                  <a:gd name="T11" fmla="*/ 0 h 587"/>
                  <a:gd name="T12" fmla="*/ 0 w 687"/>
                  <a:gd name="T13" fmla="*/ 0 h 5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7" h="587">
                    <a:moveTo>
                      <a:pt x="0" y="0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229" y="115"/>
                      <a:pt x="229" y="115"/>
                      <a:pt x="229" y="115"/>
                    </a:cubicBezTo>
                    <a:cubicBezTo>
                      <a:pt x="244" y="115"/>
                      <a:pt x="264" y="126"/>
                      <a:pt x="272" y="139"/>
                    </a:cubicBezTo>
                    <a:cubicBezTo>
                      <a:pt x="569" y="587"/>
                      <a:pt x="569" y="587"/>
                      <a:pt x="569" y="587"/>
                    </a:cubicBezTo>
                    <a:cubicBezTo>
                      <a:pt x="687" y="0"/>
                      <a:pt x="687" y="0"/>
                      <a:pt x="68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4" name="Freeform 7"/>
              <p:cNvSpPr>
                <a:spLocks noSelect="1"/>
              </p:cNvSpPr>
              <p:nvPr userDrawn="1"/>
            </p:nvSpPr>
            <p:spPr bwMode="gray">
              <a:xfrm>
                <a:off x="902335" y="478155"/>
                <a:ext cx="406400" cy="385445"/>
              </a:xfrm>
              <a:custGeom>
                <a:avLst/>
                <a:gdLst>
                  <a:gd name="T0" fmla="*/ 555 w 1280"/>
                  <a:gd name="T1" fmla="*/ 0 h 1216"/>
                  <a:gd name="T2" fmla="*/ 475 w 1280"/>
                  <a:gd name="T3" fmla="*/ 0 h 1216"/>
                  <a:gd name="T4" fmla="*/ 357 w 1280"/>
                  <a:gd name="T5" fmla="*/ 9 h 1216"/>
                  <a:gd name="T6" fmla="*/ 0 w 1280"/>
                  <a:gd name="T7" fmla="*/ 447 h 1216"/>
                  <a:gd name="T8" fmla="*/ 616 w 1280"/>
                  <a:gd name="T9" fmla="*/ 1181 h 1216"/>
                  <a:gd name="T10" fmla="*/ 867 w 1280"/>
                  <a:gd name="T11" fmla="*/ 1216 h 1216"/>
                  <a:gd name="T12" fmla="*/ 872 w 1280"/>
                  <a:gd name="T13" fmla="*/ 1216 h 1216"/>
                  <a:gd name="T14" fmla="*/ 1280 w 1280"/>
                  <a:gd name="T15" fmla="*/ 1117 h 1216"/>
                  <a:gd name="T16" fmla="*/ 1033 w 1280"/>
                  <a:gd name="T17" fmla="*/ 1153 h 1216"/>
                  <a:gd name="T18" fmla="*/ 1033 w 1280"/>
                  <a:gd name="T19" fmla="*/ 1153 h 1216"/>
                  <a:gd name="T20" fmla="*/ 1033 w 1280"/>
                  <a:gd name="T21" fmla="*/ 1153 h 1216"/>
                  <a:gd name="T22" fmla="*/ 552 w 1280"/>
                  <a:gd name="T23" fmla="*/ 805 h 1216"/>
                  <a:gd name="T24" fmla="*/ 403 w 1280"/>
                  <a:gd name="T25" fmla="*/ 805 h 1216"/>
                  <a:gd name="T26" fmla="*/ 281 w 1280"/>
                  <a:gd name="T27" fmla="*/ 805 h 1216"/>
                  <a:gd name="T28" fmla="*/ 258 w 1280"/>
                  <a:gd name="T29" fmla="*/ 783 h 1216"/>
                  <a:gd name="T30" fmla="*/ 258 w 1280"/>
                  <a:gd name="T31" fmla="*/ 782 h 1216"/>
                  <a:gd name="T32" fmla="*/ 258 w 1280"/>
                  <a:gd name="T33" fmla="*/ 777 h 1216"/>
                  <a:gd name="T34" fmla="*/ 378 w 1280"/>
                  <a:gd name="T35" fmla="*/ 204 h 1216"/>
                  <a:gd name="T36" fmla="*/ 413 w 1280"/>
                  <a:gd name="T37" fmla="*/ 176 h 1216"/>
                  <a:gd name="T38" fmla="*/ 502 w 1280"/>
                  <a:gd name="T39" fmla="*/ 176 h 1216"/>
                  <a:gd name="T40" fmla="*/ 502 w 1280"/>
                  <a:gd name="T41" fmla="*/ 176 h 1216"/>
                  <a:gd name="T42" fmla="*/ 509 w 1280"/>
                  <a:gd name="T43" fmla="*/ 143 h 1216"/>
                  <a:gd name="T44" fmla="*/ 509 w 1280"/>
                  <a:gd name="T45" fmla="*/ 141 h 1216"/>
                  <a:gd name="T46" fmla="*/ 509 w 1280"/>
                  <a:gd name="T47" fmla="*/ 141 h 1216"/>
                  <a:gd name="T48" fmla="*/ 515 w 1280"/>
                  <a:gd name="T49" fmla="*/ 130 h 1216"/>
                  <a:gd name="T50" fmla="*/ 516 w 1280"/>
                  <a:gd name="T51" fmla="*/ 128 h 1216"/>
                  <a:gd name="T52" fmla="*/ 517 w 1280"/>
                  <a:gd name="T53" fmla="*/ 128 h 1216"/>
                  <a:gd name="T54" fmla="*/ 517 w 1280"/>
                  <a:gd name="T55" fmla="*/ 127 h 1216"/>
                  <a:gd name="T56" fmla="*/ 518 w 1280"/>
                  <a:gd name="T57" fmla="*/ 127 h 1216"/>
                  <a:gd name="T58" fmla="*/ 518 w 1280"/>
                  <a:gd name="T59" fmla="*/ 127 h 1216"/>
                  <a:gd name="T60" fmla="*/ 518 w 1280"/>
                  <a:gd name="T61" fmla="*/ 126 h 1216"/>
                  <a:gd name="T62" fmla="*/ 518 w 1280"/>
                  <a:gd name="T63" fmla="*/ 126 h 1216"/>
                  <a:gd name="T64" fmla="*/ 532 w 1280"/>
                  <a:gd name="T65" fmla="*/ 117 h 1216"/>
                  <a:gd name="T66" fmla="*/ 532 w 1280"/>
                  <a:gd name="T67" fmla="*/ 117 h 1216"/>
                  <a:gd name="T68" fmla="*/ 532 w 1280"/>
                  <a:gd name="T69" fmla="*/ 117 h 1216"/>
                  <a:gd name="T70" fmla="*/ 543 w 1280"/>
                  <a:gd name="T71" fmla="*/ 115 h 1216"/>
                  <a:gd name="T72" fmla="*/ 543 w 1280"/>
                  <a:gd name="T73" fmla="*/ 115 h 1216"/>
                  <a:gd name="T74" fmla="*/ 555 w 1280"/>
                  <a:gd name="T75" fmla="*/ 115 h 1216"/>
                  <a:gd name="T76" fmla="*/ 557 w 1280"/>
                  <a:gd name="T77" fmla="*/ 115 h 1216"/>
                  <a:gd name="T78" fmla="*/ 557 w 1280"/>
                  <a:gd name="T79" fmla="*/ 0 h 1216"/>
                  <a:gd name="T80" fmla="*/ 555 w 1280"/>
                  <a:gd name="T81" fmla="*/ 0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280" h="1216">
                    <a:moveTo>
                      <a:pt x="555" y="0"/>
                    </a:moveTo>
                    <a:cubicBezTo>
                      <a:pt x="475" y="0"/>
                      <a:pt x="475" y="0"/>
                      <a:pt x="475" y="0"/>
                    </a:cubicBezTo>
                    <a:cubicBezTo>
                      <a:pt x="435" y="0"/>
                      <a:pt x="395" y="3"/>
                      <a:pt x="357" y="9"/>
                    </a:cubicBezTo>
                    <a:cubicBezTo>
                      <a:pt x="161" y="42"/>
                      <a:pt x="0" y="165"/>
                      <a:pt x="0" y="447"/>
                    </a:cubicBezTo>
                    <a:cubicBezTo>
                      <a:pt x="0" y="730"/>
                      <a:pt x="239" y="1072"/>
                      <a:pt x="616" y="1181"/>
                    </a:cubicBezTo>
                    <a:cubicBezTo>
                      <a:pt x="694" y="1204"/>
                      <a:pt x="778" y="1216"/>
                      <a:pt x="867" y="1216"/>
                    </a:cubicBezTo>
                    <a:cubicBezTo>
                      <a:pt x="872" y="1216"/>
                      <a:pt x="872" y="1216"/>
                      <a:pt x="872" y="1216"/>
                    </a:cubicBezTo>
                    <a:cubicBezTo>
                      <a:pt x="1019" y="1216"/>
                      <a:pt x="1157" y="1180"/>
                      <a:pt x="1280" y="1117"/>
                    </a:cubicBezTo>
                    <a:cubicBezTo>
                      <a:pt x="1190" y="1142"/>
                      <a:pt x="1108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728" y="1153"/>
                      <a:pt x="552" y="970"/>
                      <a:pt x="552" y="805"/>
                    </a:cubicBezTo>
                    <a:cubicBezTo>
                      <a:pt x="403" y="805"/>
                      <a:pt x="403" y="805"/>
                      <a:pt x="403" y="805"/>
                    </a:cubicBezTo>
                    <a:cubicBezTo>
                      <a:pt x="281" y="805"/>
                      <a:pt x="281" y="805"/>
                      <a:pt x="281" y="805"/>
                    </a:cubicBezTo>
                    <a:cubicBezTo>
                      <a:pt x="268" y="805"/>
                      <a:pt x="258" y="796"/>
                      <a:pt x="258" y="783"/>
                    </a:cubicBezTo>
                    <a:cubicBezTo>
                      <a:pt x="258" y="782"/>
                      <a:pt x="258" y="782"/>
                      <a:pt x="258" y="782"/>
                    </a:cubicBezTo>
                    <a:cubicBezTo>
                      <a:pt x="258" y="777"/>
                      <a:pt x="258" y="777"/>
                      <a:pt x="258" y="777"/>
                    </a:cubicBezTo>
                    <a:cubicBezTo>
                      <a:pt x="378" y="204"/>
                      <a:pt x="378" y="204"/>
                      <a:pt x="378" y="204"/>
                    </a:cubicBezTo>
                    <a:cubicBezTo>
                      <a:pt x="381" y="189"/>
                      <a:pt x="397" y="176"/>
                      <a:pt x="413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9" y="143"/>
                      <a:pt x="509" y="143"/>
                      <a:pt x="509" y="143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15" y="130"/>
                      <a:pt x="515" y="130"/>
                      <a:pt x="515" y="130"/>
                    </a:cubicBezTo>
                    <a:cubicBezTo>
                      <a:pt x="516" y="128"/>
                      <a:pt x="516" y="128"/>
                      <a:pt x="516" y="128"/>
                    </a:cubicBezTo>
                    <a:cubicBezTo>
                      <a:pt x="517" y="128"/>
                      <a:pt x="517" y="128"/>
                      <a:pt x="517" y="128"/>
                    </a:cubicBezTo>
                    <a:cubicBezTo>
                      <a:pt x="517" y="127"/>
                      <a:pt x="517" y="127"/>
                      <a:pt x="517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55" y="115"/>
                      <a:pt x="555" y="115"/>
                      <a:pt x="555" y="115"/>
                    </a:cubicBezTo>
                    <a:cubicBezTo>
                      <a:pt x="557" y="115"/>
                      <a:pt x="557" y="115"/>
                      <a:pt x="557" y="115"/>
                    </a:cubicBezTo>
                    <a:cubicBezTo>
                      <a:pt x="557" y="0"/>
                      <a:pt x="557" y="0"/>
                      <a:pt x="557" y="0"/>
                    </a:cubicBezTo>
                    <a:lnTo>
                      <a:pt x="555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5" name="Freeform 8"/>
              <p:cNvSpPr>
                <a:spLocks noSelect="1"/>
              </p:cNvSpPr>
              <p:nvPr userDrawn="1"/>
            </p:nvSpPr>
            <p:spPr bwMode="gray">
              <a:xfrm>
                <a:off x="1077595" y="429895"/>
                <a:ext cx="386715" cy="414020"/>
              </a:xfrm>
              <a:custGeom>
                <a:avLst/>
                <a:gdLst>
                  <a:gd name="T0" fmla="*/ 770 w 1219"/>
                  <a:gd name="T1" fmla="*/ 928 h 1304"/>
                  <a:gd name="T2" fmla="*/ 350 w 1219"/>
                  <a:gd name="T3" fmla="*/ 929 h 1304"/>
                  <a:gd name="T4" fmla="*/ 38 w 1219"/>
                  <a:gd name="T5" fmla="*/ 955 h 1304"/>
                  <a:gd name="T6" fmla="*/ 30 w 1219"/>
                  <a:gd name="T7" fmla="*/ 956 h 1304"/>
                  <a:gd name="T8" fmla="*/ 481 w 1219"/>
                  <a:gd name="T9" fmla="*/ 1304 h 1304"/>
                  <a:gd name="T10" fmla="*/ 734 w 1219"/>
                  <a:gd name="T11" fmla="*/ 1265 h 1304"/>
                  <a:gd name="T12" fmla="*/ 744 w 1219"/>
                  <a:gd name="T13" fmla="*/ 1259 h 1304"/>
                  <a:gd name="T14" fmla="*/ 755 w 1219"/>
                  <a:gd name="T15" fmla="*/ 1253 h 1304"/>
                  <a:gd name="T16" fmla="*/ 765 w 1219"/>
                  <a:gd name="T17" fmla="*/ 1247 h 1304"/>
                  <a:gd name="T18" fmla="*/ 776 w 1219"/>
                  <a:gd name="T19" fmla="*/ 1241 h 1304"/>
                  <a:gd name="T20" fmla="*/ 786 w 1219"/>
                  <a:gd name="T21" fmla="*/ 1235 h 1304"/>
                  <a:gd name="T22" fmla="*/ 797 w 1219"/>
                  <a:gd name="T23" fmla="*/ 1228 h 1304"/>
                  <a:gd name="T24" fmla="*/ 806 w 1219"/>
                  <a:gd name="T25" fmla="*/ 1222 h 1304"/>
                  <a:gd name="T26" fmla="*/ 816 w 1219"/>
                  <a:gd name="T27" fmla="*/ 1215 h 1304"/>
                  <a:gd name="T28" fmla="*/ 826 w 1219"/>
                  <a:gd name="T29" fmla="*/ 1209 h 1304"/>
                  <a:gd name="T30" fmla="*/ 836 w 1219"/>
                  <a:gd name="T31" fmla="*/ 1202 h 1304"/>
                  <a:gd name="T32" fmla="*/ 846 w 1219"/>
                  <a:gd name="T33" fmla="*/ 1195 h 1304"/>
                  <a:gd name="T34" fmla="*/ 856 w 1219"/>
                  <a:gd name="T35" fmla="*/ 1188 h 1304"/>
                  <a:gd name="T36" fmla="*/ 870 w 1219"/>
                  <a:gd name="T37" fmla="*/ 1177 h 1304"/>
                  <a:gd name="T38" fmla="*/ 879 w 1219"/>
                  <a:gd name="T39" fmla="*/ 1169 h 1304"/>
                  <a:gd name="T40" fmla="*/ 898 w 1219"/>
                  <a:gd name="T41" fmla="*/ 1154 h 1304"/>
                  <a:gd name="T42" fmla="*/ 942 w 1219"/>
                  <a:gd name="T43" fmla="*/ 1114 h 1304"/>
                  <a:gd name="T44" fmla="*/ 955 w 1219"/>
                  <a:gd name="T45" fmla="*/ 1101 h 1304"/>
                  <a:gd name="T46" fmla="*/ 964 w 1219"/>
                  <a:gd name="T47" fmla="*/ 1092 h 1304"/>
                  <a:gd name="T48" fmla="*/ 972 w 1219"/>
                  <a:gd name="T49" fmla="*/ 1084 h 1304"/>
                  <a:gd name="T50" fmla="*/ 981 w 1219"/>
                  <a:gd name="T51" fmla="*/ 1075 h 1304"/>
                  <a:gd name="T52" fmla="*/ 990 w 1219"/>
                  <a:gd name="T53" fmla="*/ 1064 h 1304"/>
                  <a:gd name="T54" fmla="*/ 1206 w 1219"/>
                  <a:gd name="T55" fmla="*/ 617 h 1304"/>
                  <a:gd name="T56" fmla="*/ 1207 w 1219"/>
                  <a:gd name="T57" fmla="*/ 609 h 1304"/>
                  <a:gd name="T58" fmla="*/ 1209 w 1219"/>
                  <a:gd name="T59" fmla="*/ 594 h 1304"/>
                  <a:gd name="T60" fmla="*/ 1211 w 1219"/>
                  <a:gd name="T61" fmla="*/ 585 h 1304"/>
                  <a:gd name="T62" fmla="*/ 1212 w 1219"/>
                  <a:gd name="T63" fmla="*/ 570 h 1304"/>
                  <a:gd name="T64" fmla="*/ 1213 w 1219"/>
                  <a:gd name="T65" fmla="*/ 561 h 1304"/>
                  <a:gd name="T66" fmla="*/ 1215 w 1219"/>
                  <a:gd name="T67" fmla="*/ 551 h 1304"/>
                  <a:gd name="T68" fmla="*/ 1215 w 1219"/>
                  <a:gd name="T69" fmla="*/ 542 h 1304"/>
                  <a:gd name="T70" fmla="*/ 1216 w 1219"/>
                  <a:gd name="T71" fmla="*/ 532 h 1304"/>
                  <a:gd name="T72" fmla="*/ 1217 w 1219"/>
                  <a:gd name="T73" fmla="*/ 522 h 1304"/>
                  <a:gd name="T74" fmla="*/ 1217 w 1219"/>
                  <a:gd name="T75" fmla="*/ 513 h 1304"/>
                  <a:gd name="T76" fmla="*/ 1218 w 1219"/>
                  <a:gd name="T77" fmla="*/ 502 h 1304"/>
                  <a:gd name="T78" fmla="*/ 1218 w 1219"/>
                  <a:gd name="T79" fmla="*/ 493 h 1304"/>
                  <a:gd name="T80" fmla="*/ 1218 w 1219"/>
                  <a:gd name="T81" fmla="*/ 483 h 1304"/>
                  <a:gd name="T82" fmla="*/ 1219 w 1219"/>
                  <a:gd name="T83" fmla="*/ 473 h 1304"/>
                  <a:gd name="T84" fmla="*/ 1219 w 1219"/>
                  <a:gd name="T85" fmla="*/ 459 h 1304"/>
                  <a:gd name="T86" fmla="*/ 1218 w 1219"/>
                  <a:gd name="T87" fmla="*/ 447 h 1304"/>
                  <a:gd name="T88" fmla="*/ 1218 w 1219"/>
                  <a:gd name="T89" fmla="*/ 436 h 1304"/>
                  <a:gd name="T90" fmla="*/ 1218 w 1219"/>
                  <a:gd name="T91" fmla="*/ 424 h 1304"/>
                  <a:gd name="T92" fmla="*/ 1217 w 1219"/>
                  <a:gd name="T93" fmla="*/ 413 h 1304"/>
                  <a:gd name="T94" fmla="*/ 1216 w 1219"/>
                  <a:gd name="T95" fmla="*/ 402 h 1304"/>
                  <a:gd name="T96" fmla="*/ 1216 w 1219"/>
                  <a:gd name="T97" fmla="*/ 391 h 1304"/>
                  <a:gd name="T98" fmla="*/ 1215 w 1219"/>
                  <a:gd name="T99" fmla="*/ 380 h 1304"/>
                  <a:gd name="T100" fmla="*/ 1214 w 1219"/>
                  <a:gd name="T101" fmla="*/ 369 h 1304"/>
                  <a:gd name="T102" fmla="*/ 1212 w 1219"/>
                  <a:gd name="T103" fmla="*/ 353 h 1304"/>
                  <a:gd name="T104" fmla="*/ 1210 w 1219"/>
                  <a:gd name="T105" fmla="*/ 342 h 1304"/>
                  <a:gd name="T106" fmla="*/ 1209 w 1219"/>
                  <a:gd name="T107" fmla="*/ 331 h 1304"/>
                  <a:gd name="T108" fmla="*/ 1207 w 1219"/>
                  <a:gd name="T109" fmla="*/ 320 h 1304"/>
                  <a:gd name="T110" fmla="*/ 1193 w 1219"/>
                  <a:gd name="T111" fmla="*/ 248 h 1304"/>
                  <a:gd name="T112" fmla="*/ 1187 w 1219"/>
                  <a:gd name="T113" fmla="*/ 226 h 1304"/>
                  <a:gd name="T114" fmla="*/ 1184 w 1219"/>
                  <a:gd name="T115" fmla="*/ 215 h 1304"/>
                  <a:gd name="T116" fmla="*/ 1181 w 1219"/>
                  <a:gd name="T117" fmla="*/ 204 h 1304"/>
                  <a:gd name="T118" fmla="*/ 1177 w 1219"/>
                  <a:gd name="T119" fmla="*/ 193 h 1304"/>
                  <a:gd name="T120" fmla="*/ 1174 w 1219"/>
                  <a:gd name="T121" fmla="*/ 182 h 1304"/>
                  <a:gd name="T122" fmla="*/ 1090 w 1219"/>
                  <a:gd name="T123" fmla="*/ 0 h 1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219" h="1304">
                    <a:moveTo>
                      <a:pt x="1126" y="206"/>
                    </a:moveTo>
                    <a:cubicBezTo>
                      <a:pt x="1126" y="329"/>
                      <a:pt x="1089" y="447"/>
                      <a:pt x="1016" y="537"/>
                    </a:cubicBezTo>
                    <a:cubicBezTo>
                      <a:pt x="972" y="592"/>
                      <a:pt x="902" y="646"/>
                      <a:pt x="820" y="685"/>
                    </a:cubicBezTo>
                    <a:cubicBezTo>
                      <a:pt x="770" y="928"/>
                      <a:pt x="770" y="928"/>
                      <a:pt x="770" y="928"/>
                    </a:cubicBezTo>
                    <a:cubicBezTo>
                      <a:pt x="767" y="943"/>
                      <a:pt x="751" y="956"/>
                      <a:pt x="736" y="956"/>
                    </a:cubicBezTo>
                    <a:cubicBezTo>
                      <a:pt x="493" y="956"/>
                      <a:pt x="493" y="956"/>
                      <a:pt x="493" y="956"/>
                    </a:cubicBezTo>
                    <a:cubicBezTo>
                      <a:pt x="399" y="956"/>
                      <a:pt x="399" y="956"/>
                      <a:pt x="399" y="956"/>
                    </a:cubicBezTo>
                    <a:cubicBezTo>
                      <a:pt x="381" y="956"/>
                      <a:pt x="359" y="944"/>
                      <a:pt x="350" y="929"/>
                    </a:cubicBezTo>
                    <a:cubicBezTo>
                      <a:pt x="131" y="590"/>
                      <a:pt x="131" y="590"/>
                      <a:pt x="131" y="590"/>
                    </a:cubicBezTo>
                    <a:cubicBezTo>
                      <a:pt x="63" y="929"/>
                      <a:pt x="63" y="929"/>
                      <a:pt x="63" y="929"/>
                    </a:cubicBezTo>
                    <a:cubicBezTo>
                      <a:pt x="60" y="941"/>
                      <a:pt x="50" y="951"/>
                      <a:pt x="38" y="955"/>
                    </a:cubicBezTo>
                    <a:cubicBezTo>
                      <a:pt x="38" y="955"/>
                      <a:pt x="38" y="955"/>
                      <a:pt x="38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0" y="956"/>
                      <a:pt x="30" y="956"/>
                      <a:pt x="30" y="956"/>
                    </a:cubicBezTo>
                    <a:cubicBezTo>
                      <a:pt x="29" y="956"/>
                      <a:pt x="29" y="956"/>
                      <a:pt x="29" y="956"/>
                    </a:cubicBezTo>
                    <a:cubicBezTo>
                      <a:pt x="0" y="956"/>
                      <a:pt x="0" y="956"/>
                      <a:pt x="0" y="956"/>
                    </a:cubicBezTo>
                    <a:cubicBezTo>
                      <a:pt x="0" y="1121"/>
                      <a:pt x="176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556" y="1304"/>
                      <a:pt x="638" y="1293"/>
                      <a:pt x="728" y="1268"/>
                    </a:cubicBezTo>
                    <a:cubicBezTo>
                      <a:pt x="732" y="1265"/>
                      <a:pt x="732" y="1265"/>
                      <a:pt x="732" y="1265"/>
                    </a:cubicBezTo>
                    <a:cubicBezTo>
                      <a:pt x="734" y="1265"/>
                      <a:pt x="734" y="1265"/>
                      <a:pt x="734" y="1265"/>
                    </a:cubicBezTo>
                    <a:cubicBezTo>
                      <a:pt x="738" y="1262"/>
                      <a:pt x="738" y="1262"/>
                      <a:pt x="738" y="1262"/>
                    </a:cubicBezTo>
                    <a:cubicBezTo>
                      <a:pt x="739" y="1262"/>
                      <a:pt x="739" y="1262"/>
                      <a:pt x="739" y="1262"/>
                    </a:cubicBezTo>
                    <a:cubicBezTo>
                      <a:pt x="743" y="1260"/>
                      <a:pt x="743" y="1260"/>
                      <a:pt x="743" y="1260"/>
                    </a:cubicBezTo>
                    <a:cubicBezTo>
                      <a:pt x="744" y="1259"/>
                      <a:pt x="744" y="1259"/>
                      <a:pt x="744" y="1259"/>
                    </a:cubicBezTo>
                    <a:cubicBezTo>
                      <a:pt x="749" y="1257"/>
                      <a:pt x="749" y="1257"/>
                      <a:pt x="749" y="1257"/>
                    </a:cubicBezTo>
                    <a:cubicBezTo>
                      <a:pt x="750" y="1256"/>
                      <a:pt x="750" y="1256"/>
                      <a:pt x="750" y="1256"/>
                    </a:cubicBezTo>
                    <a:cubicBezTo>
                      <a:pt x="754" y="1254"/>
                      <a:pt x="754" y="1254"/>
                      <a:pt x="754" y="1254"/>
                    </a:cubicBezTo>
                    <a:cubicBezTo>
                      <a:pt x="755" y="1253"/>
                      <a:pt x="755" y="1253"/>
                      <a:pt x="755" y="1253"/>
                    </a:cubicBezTo>
                    <a:cubicBezTo>
                      <a:pt x="759" y="1251"/>
                      <a:pt x="759" y="1251"/>
                      <a:pt x="759" y="1251"/>
                    </a:cubicBezTo>
                    <a:cubicBezTo>
                      <a:pt x="760" y="1250"/>
                      <a:pt x="760" y="1250"/>
                      <a:pt x="760" y="1250"/>
                    </a:cubicBezTo>
                    <a:cubicBezTo>
                      <a:pt x="765" y="1248"/>
                      <a:pt x="765" y="1248"/>
                      <a:pt x="765" y="1248"/>
                    </a:cubicBezTo>
                    <a:cubicBezTo>
                      <a:pt x="765" y="1247"/>
                      <a:pt x="765" y="1247"/>
                      <a:pt x="765" y="1247"/>
                    </a:cubicBezTo>
                    <a:cubicBezTo>
                      <a:pt x="769" y="1245"/>
                      <a:pt x="769" y="1245"/>
                      <a:pt x="769" y="1245"/>
                    </a:cubicBezTo>
                    <a:cubicBezTo>
                      <a:pt x="771" y="1244"/>
                      <a:pt x="771" y="1244"/>
                      <a:pt x="771" y="1244"/>
                    </a:cubicBezTo>
                    <a:cubicBezTo>
                      <a:pt x="775" y="1242"/>
                      <a:pt x="775" y="1242"/>
                      <a:pt x="775" y="1242"/>
                    </a:cubicBezTo>
                    <a:cubicBezTo>
                      <a:pt x="776" y="1241"/>
                      <a:pt x="776" y="1241"/>
                      <a:pt x="776" y="1241"/>
                    </a:cubicBezTo>
                    <a:cubicBezTo>
                      <a:pt x="780" y="1239"/>
                      <a:pt x="780" y="1239"/>
                      <a:pt x="780" y="1239"/>
                    </a:cubicBezTo>
                    <a:cubicBezTo>
                      <a:pt x="781" y="1238"/>
                      <a:pt x="781" y="1238"/>
                      <a:pt x="781" y="1238"/>
                    </a:cubicBezTo>
                    <a:cubicBezTo>
                      <a:pt x="785" y="1236"/>
                      <a:pt x="785" y="1236"/>
                      <a:pt x="785" y="1236"/>
                    </a:cubicBezTo>
                    <a:cubicBezTo>
                      <a:pt x="786" y="1235"/>
                      <a:pt x="786" y="1235"/>
                      <a:pt x="786" y="1235"/>
                    </a:cubicBezTo>
                    <a:cubicBezTo>
                      <a:pt x="790" y="1232"/>
                      <a:pt x="790" y="1232"/>
                      <a:pt x="790" y="1232"/>
                    </a:cubicBezTo>
                    <a:cubicBezTo>
                      <a:pt x="791" y="1232"/>
                      <a:pt x="791" y="1232"/>
                      <a:pt x="791" y="1232"/>
                    </a:cubicBezTo>
                    <a:cubicBezTo>
                      <a:pt x="795" y="1229"/>
                      <a:pt x="795" y="1229"/>
                      <a:pt x="795" y="1229"/>
                    </a:cubicBezTo>
                    <a:cubicBezTo>
                      <a:pt x="797" y="1228"/>
                      <a:pt x="797" y="1228"/>
                      <a:pt x="797" y="1228"/>
                    </a:cubicBezTo>
                    <a:cubicBezTo>
                      <a:pt x="801" y="1226"/>
                      <a:pt x="801" y="1226"/>
                      <a:pt x="801" y="1226"/>
                    </a:cubicBezTo>
                    <a:cubicBezTo>
                      <a:pt x="802" y="1225"/>
                      <a:pt x="802" y="1225"/>
                      <a:pt x="802" y="1225"/>
                    </a:cubicBezTo>
                    <a:cubicBezTo>
                      <a:pt x="805" y="1223"/>
                      <a:pt x="805" y="1223"/>
                      <a:pt x="805" y="1223"/>
                    </a:cubicBezTo>
                    <a:cubicBezTo>
                      <a:pt x="806" y="1222"/>
                      <a:pt x="806" y="1222"/>
                      <a:pt x="806" y="1222"/>
                    </a:cubicBezTo>
                    <a:cubicBezTo>
                      <a:pt x="811" y="1219"/>
                      <a:pt x="811" y="1219"/>
                      <a:pt x="811" y="1219"/>
                    </a:cubicBezTo>
                    <a:cubicBezTo>
                      <a:pt x="812" y="1219"/>
                      <a:pt x="812" y="1219"/>
                      <a:pt x="812" y="1219"/>
                    </a:cubicBezTo>
                    <a:cubicBezTo>
                      <a:pt x="815" y="1216"/>
                      <a:pt x="815" y="1216"/>
                      <a:pt x="815" y="1216"/>
                    </a:cubicBezTo>
                    <a:cubicBezTo>
                      <a:pt x="816" y="1215"/>
                      <a:pt x="816" y="1215"/>
                      <a:pt x="816" y="1215"/>
                    </a:cubicBezTo>
                    <a:cubicBezTo>
                      <a:pt x="821" y="1213"/>
                      <a:pt x="821" y="1213"/>
                      <a:pt x="821" y="1213"/>
                    </a:cubicBezTo>
                    <a:cubicBezTo>
                      <a:pt x="822" y="1212"/>
                      <a:pt x="822" y="1212"/>
                      <a:pt x="822" y="1212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31" y="1206"/>
                      <a:pt x="831" y="1206"/>
                      <a:pt x="831" y="1206"/>
                    </a:cubicBezTo>
                    <a:cubicBezTo>
                      <a:pt x="831" y="1205"/>
                      <a:pt x="831" y="1205"/>
                      <a:pt x="831" y="1205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40" y="1199"/>
                      <a:pt x="840" y="1199"/>
                      <a:pt x="840" y="1199"/>
                    </a:cubicBezTo>
                    <a:cubicBezTo>
                      <a:pt x="841" y="1198"/>
                      <a:pt x="841" y="1198"/>
                      <a:pt x="841" y="1198"/>
                    </a:cubicBezTo>
                    <a:cubicBezTo>
                      <a:pt x="845" y="1195"/>
                      <a:pt x="845" y="1195"/>
                      <a:pt x="845" y="1195"/>
                    </a:cubicBezTo>
                    <a:cubicBezTo>
                      <a:pt x="846" y="1195"/>
                      <a:pt x="846" y="1195"/>
                      <a:pt x="846" y="1195"/>
                    </a:cubicBezTo>
                    <a:cubicBezTo>
                      <a:pt x="850" y="1192"/>
                      <a:pt x="850" y="1192"/>
                      <a:pt x="850" y="1192"/>
                    </a:cubicBezTo>
                    <a:cubicBezTo>
                      <a:pt x="851" y="1191"/>
                      <a:pt x="851" y="1191"/>
                      <a:pt x="851" y="1191"/>
                    </a:cubicBezTo>
                    <a:cubicBezTo>
                      <a:pt x="855" y="1188"/>
                      <a:pt x="855" y="1188"/>
                      <a:pt x="855" y="1188"/>
                    </a:cubicBezTo>
                    <a:cubicBezTo>
                      <a:pt x="856" y="1188"/>
                      <a:pt x="856" y="1188"/>
                      <a:pt x="856" y="1188"/>
                    </a:cubicBezTo>
                    <a:cubicBezTo>
                      <a:pt x="865" y="1181"/>
                      <a:pt x="865" y="1181"/>
                      <a:pt x="865" y="1181"/>
                    </a:cubicBezTo>
                    <a:cubicBezTo>
                      <a:pt x="865" y="1180"/>
                      <a:pt x="865" y="1180"/>
                      <a:pt x="865" y="1180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4" y="1173"/>
                      <a:pt x="874" y="1173"/>
                      <a:pt x="874" y="1173"/>
                    </a:cubicBezTo>
                    <a:cubicBezTo>
                      <a:pt x="875" y="1173"/>
                      <a:pt x="875" y="1173"/>
                      <a:pt x="875" y="1173"/>
                    </a:cubicBezTo>
                    <a:cubicBezTo>
                      <a:pt x="879" y="1170"/>
                      <a:pt x="879" y="1170"/>
                      <a:pt x="879" y="1170"/>
                    </a:cubicBezTo>
                    <a:cubicBezTo>
                      <a:pt x="879" y="1169"/>
                      <a:pt x="879" y="1169"/>
                      <a:pt x="879" y="1169"/>
                    </a:cubicBezTo>
                    <a:cubicBezTo>
                      <a:pt x="888" y="1162"/>
                      <a:pt x="888" y="1162"/>
                      <a:pt x="888" y="1162"/>
                    </a:cubicBezTo>
                    <a:cubicBezTo>
                      <a:pt x="889" y="1162"/>
                      <a:pt x="889" y="1162"/>
                      <a:pt x="889" y="1162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911" y="1143"/>
                      <a:pt x="911" y="1143"/>
                      <a:pt x="911" y="1143"/>
                    </a:cubicBezTo>
                    <a:cubicBezTo>
                      <a:pt x="911" y="1142"/>
                      <a:pt x="911" y="1142"/>
                      <a:pt x="911" y="1142"/>
                    </a:cubicBezTo>
                    <a:cubicBezTo>
                      <a:pt x="922" y="1133"/>
                      <a:pt x="932" y="1124"/>
                      <a:pt x="942" y="1114"/>
                    </a:cubicBezTo>
                    <a:cubicBezTo>
                      <a:pt x="942" y="1114"/>
                      <a:pt x="942" y="1114"/>
                      <a:pt x="942" y="1114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9" y="1097"/>
                      <a:pt x="959" y="1097"/>
                      <a:pt x="959" y="1097"/>
                    </a:cubicBezTo>
                    <a:cubicBezTo>
                      <a:pt x="960" y="1097"/>
                      <a:pt x="960" y="1097"/>
                      <a:pt x="960" y="1097"/>
                    </a:cubicBezTo>
                    <a:cubicBezTo>
                      <a:pt x="963" y="1093"/>
                      <a:pt x="963" y="1093"/>
                      <a:pt x="963" y="1093"/>
                    </a:cubicBezTo>
                    <a:cubicBezTo>
                      <a:pt x="964" y="1092"/>
                      <a:pt x="964" y="1092"/>
                      <a:pt x="964" y="1092"/>
                    </a:cubicBezTo>
                    <a:cubicBezTo>
                      <a:pt x="967" y="1089"/>
                      <a:pt x="967" y="1089"/>
                      <a:pt x="967" y="1089"/>
                    </a:cubicBezTo>
                    <a:cubicBezTo>
                      <a:pt x="968" y="1088"/>
                      <a:pt x="968" y="1088"/>
                      <a:pt x="968" y="1088"/>
                    </a:cubicBezTo>
                    <a:cubicBezTo>
                      <a:pt x="971" y="1085"/>
                      <a:pt x="971" y="1085"/>
                      <a:pt x="971" y="1085"/>
                    </a:cubicBezTo>
                    <a:cubicBezTo>
                      <a:pt x="972" y="1084"/>
                      <a:pt x="972" y="1084"/>
                      <a:pt x="972" y="1084"/>
                    </a:cubicBezTo>
                    <a:cubicBezTo>
                      <a:pt x="976" y="1080"/>
                      <a:pt x="976" y="1080"/>
                      <a:pt x="976" y="1080"/>
                    </a:cubicBezTo>
                    <a:cubicBezTo>
                      <a:pt x="977" y="1079"/>
                      <a:pt x="977" y="1079"/>
                      <a:pt x="977" y="1079"/>
                    </a:cubicBezTo>
                    <a:cubicBezTo>
                      <a:pt x="979" y="1076"/>
                      <a:pt x="979" y="1076"/>
                      <a:pt x="979" y="1076"/>
                    </a:cubicBezTo>
                    <a:cubicBezTo>
                      <a:pt x="981" y="1075"/>
                      <a:pt x="981" y="1075"/>
                      <a:pt x="981" y="1075"/>
                    </a:cubicBezTo>
                    <a:cubicBezTo>
                      <a:pt x="984" y="1072"/>
                      <a:pt x="984" y="1072"/>
                      <a:pt x="984" y="1072"/>
                    </a:cubicBezTo>
                    <a:cubicBezTo>
                      <a:pt x="985" y="1070"/>
                      <a:pt x="985" y="1070"/>
                      <a:pt x="985" y="1070"/>
                    </a:cubicBezTo>
                    <a:cubicBezTo>
                      <a:pt x="987" y="1068"/>
                      <a:pt x="987" y="1068"/>
                      <a:pt x="987" y="1068"/>
                    </a:cubicBezTo>
                    <a:cubicBezTo>
                      <a:pt x="990" y="1064"/>
                      <a:pt x="990" y="1064"/>
                      <a:pt x="990" y="1064"/>
                    </a:cubicBezTo>
                    <a:cubicBezTo>
                      <a:pt x="991" y="1063"/>
                      <a:pt x="991" y="1063"/>
                      <a:pt x="991" y="1063"/>
                    </a:cubicBezTo>
                    <a:cubicBezTo>
                      <a:pt x="994" y="1061"/>
                      <a:pt x="994" y="1061"/>
                      <a:pt x="994" y="1061"/>
                    </a:cubicBezTo>
                    <a:cubicBezTo>
                      <a:pt x="994" y="1060"/>
                      <a:pt x="994" y="1060"/>
                      <a:pt x="994" y="1060"/>
                    </a:cubicBezTo>
                    <a:cubicBezTo>
                      <a:pt x="1102" y="937"/>
                      <a:pt x="1177" y="785"/>
                      <a:pt x="1206" y="617"/>
                    </a:cubicBezTo>
                    <a:cubicBezTo>
                      <a:pt x="1206" y="617"/>
                      <a:pt x="1206" y="617"/>
                      <a:pt x="1206" y="617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4"/>
                      <a:pt x="1209" y="594"/>
                      <a:pt x="1209" y="594"/>
                    </a:cubicBezTo>
                    <a:cubicBezTo>
                      <a:pt x="1210" y="593"/>
                      <a:pt x="1210" y="593"/>
                      <a:pt x="1210" y="593"/>
                    </a:cubicBezTo>
                    <a:cubicBezTo>
                      <a:pt x="1210" y="589"/>
                      <a:pt x="1210" y="589"/>
                      <a:pt x="1210" y="589"/>
                    </a:cubicBezTo>
                    <a:cubicBezTo>
                      <a:pt x="1210" y="588"/>
                      <a:pt x="1210" y="588"/>
                      <a:pt x="1210" y="588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2" y="574"/>
                      <a:pt x="1212" y="574"/>
                      <a:pt x="1212" y="574"/>
                    </a:cubicBezTo>
                    <a:cubicBezTo>
                      <a:pt x="1212" y="573"/>
                      <a:pt x="1212" y="573"/>
                      <a:pt x="1212" y="573"/>
                    </a:cubicBezTo>
                    <a:cubicBezTo>
                      <a:pt x="1212" y="570"/>
                      <a:pt x="1212" y="570"/>
                      <a:pt x="1212" y="570"/>
                    </a:cubicBezTo>
                    <a:cubicBezTo>
                      <a:pt x="1213" y="568"/>
                      <a:pt x="1213" y="568"/>
                      <a:pt x="1213" y="568"/>
                    </a:cubicBezTo>
                    <a:cubicBezTo>
                      <a:pt x="1213" y="566"/>
                      <a:pt x="1213" y="566"/>
                      <a:pt x="1213" y="566"/>
                    </a:cubicBezTo>
                    <a:cubicBezTo>
                      <a:pt x="1213" y="564"/>
                      <a:pt x="1213" y="564"/>
                      <a:pt x="1213" y="564"/>
                    </a:cubicBezTo>
                    <a:cubicBezTo>
                      <a:pt x="1213" y="561"/>
                      <a:pt x="1213" y="561"/>
                      <a:pt x="1213" y="561"/>
                    </a:cubicBezTo>
                    <a:cubicBezTo>
                      <a:pt x="1214" y="560"/>
                      <a:pt x="1214" y="560"/>
                      <a:pt x="1214" y="560"/>
                    </a:cubicBezTo>
                    <a:cubicBezTo>
                      <a:pt x="1214" y="555"/>
                      <a:pt x="1214" y="555"/>
                      <a:pt x="1214" y="555"/>
                    </a:cubicBezTo>
                    <a:cubicBezTo>
                      <a:pt x="1214" y="553"/>
                      <a:pt x="1214" y="553"/>
                      <a:pt x="1214" y="553"/>
                    </a:cubicBezTo>
                    <a:cubicBezTo>
                      <a:pt x="1215" y="551"/>
                      <a:pt x="1215" y="551"/>
                      <a:pt x="1215" y="551"/>
                    </a:cubicBezTo>
                    <a:cubicBezTo>
                      <a:pt x="1215" y="549"/>
                      <a:pt x="1215" y="549"/>
                      <a:pt x="1215" y="549"/>
                    </a:cubicBezTo>
                    <a:cubicBezTo>
                      <a:pt x="1215" y="546"/>
                      <a:pt x="1215" y="546"/>
                      <a:pt x="1215" y="546"/>
                    </a:cubicBezTo>
                    <a:cubicBezTo>
                      <a:pt x="1215" y="544"/>
                      <a:pt x="1215" y="544"/>
                      <a:pt x="1215" y="544"/>
                    </a:cubicBezTo>
                    <a:cubicBezTo>
                      <a:pt x="1215" y="542"/>
                      <a:pt x="1215" y="542"/>
                      <a:pt x="1215" y="542"/>
                    </a:cubicBezTo>
                    <a:cubicBezTo>
                      <a:pt x="1215" y="540"/>
                      <a:pt x="1215" y="540"/>
                      <a:pt x="1215" y="540"/>
                    </a:cubicBezTo>
                    <a:cubicBezTo>
                      <a:pt x="1216" y="537"/>
                      <a:pt x="1216" y="537"/>
                      <a:pt x="1216" y="537"/>
                    </a:cubicBezTo>
                    <a:cubicBezTo>
                      <a:pt x="1216" y="534"/>
                      <a:pt x="1216" y="534"/>
                      <a:pt x="1216" y="534"/>
                    </a:cubicBezTo>
                    <a:cubicBezTo>
                      <a:pt x="1216" y="532"/>
                      <a:pt x="1216" y="532"/>
                      <a:pt x="1216" y="532"/>
                    </a:cubicBezTo>
                    <a:cubicBezTo>
                      <a:pt x="1216" y="529"/>
                      <a:pt x="1216" y="529"/>
                      <a:pt x="1216" y="529"/>
                    </a:cubicBezTo>
                    <a:cubicBezTo>
                      <a:pt x="1216" y="527"/>
                      <a:pt x="1216" y="527"/>
                      <a:pt x="1216" y="527"/>
                    </a:cubicBezTo>
                    <a:cubicBezTo>
                      <a:pt x="1217" y="524"/>
                      <a:pt x="1217" y="524"/>
                      <a:pt x="1217" y="524"/>
                    </a:cubicBezTo>
                    <a:cubicBezTo>
                      <a:pt x="1217" y="522"/>
                      <a:pt x="1217" y="522"/>
                      <a:pt x="1217" y="522"/>
                    </a:cubicBezTo>
                    <a:cubicBezTo>
                      <a:pt x="1217" y="520"/>
                      <a:pt x="1217" y="520"/>
                      <a:pt x="1217" y="520"/>
                    </a:cubicBezTo>
                    <a:cubicBezTo>
                      <a:pt x="1217" y="518"/>
                      <a:pt x="1217" y="518"/>
                      <a:pt x="1217" y="518"/>
                    </a:cubicBezTo>
                    <a:cubicBezTo>
                      <a:pt x="1217" y="515"/>
                      <a:pt x="1217" y="515"/>
                      <a:pt x="1217" y="515"/>
                    </a:cubicBezTo>
                    <a:cubicBezTo>
                      <a:pt x="1217" y="513"/>
                      <a:pt x="1217" y="513"/>
                      <a:pt x="1217" y="513"/>
                    </a:cubicBezTo>
                    <a:cubicBezTo>
                      <a:pt x="1218" y="509"/>
                      <a:pt x="1218" y="509"/>
                      <a:pt x="1218" y="509"/>
                    </a:cubicBezTo>
                    <a:cubicBezTo>
                      <a:pt x="1218" y="507"/>
                      <a:pt x="1218" y="507"/>
                      <a:pt x="1218" y="507"/>
                    </a:cubicBezTo>
                    <a:cubicBezTo>
                      <a:pt x="1218" y="504"/>
                      <a:pt x="1218" y="504"/>
                      <a:pt x="1218" y="504"/>
                    </a:cubicBezTo>
                    <a:cubicBezTo>
                      <a:pt x="1218" y="502"/>
                      <a:pt x="1218" y="502"/>
                      <a:pt x="1218" y="502"/>
                    </a:cubicBezTo>
                    <a:cubicBezTo>
                      <a:pt x="1218" y="500"/>
                      <a:pt x="1218" y="500"/>
                      <a:pt x="1218" y="500"/>
                    </a:cubicBezTo>
                    <a:cubicBezTo>
                      <a:pt x="1218" y="498"/>
                      <a:pt x="1218" y="498"/>
                      <a:pt x="1218" y="498"/>
                    </a:cubicBezTo>
                    <a:cubicBezTo>
                      <a:pt x="1218" y="495"/>
                      <a:pt x="1218" y="495"/>
                      <a:pt x="1218" y="495"/>
                    </a:cubicBezTo>
                    <a:cubicBezTo>
                      <a:pt x="1218" y="493"/>
                      <a:pt x="1218" y="493"/>
                      <a:pt x="1218" y="493"/>
                    </a:cubicBezTo>
                    <a:cubicBezTo>
                      <a:pt x="1218" y="490"/>
                      <a:pt x="1218" y="490"/>
                      <a:pt x="1218" y="490"/>
                    </a:cubicBezTo>
                    <a:cubicBezTo>
                      <a:pt x="1218" y="489"/>
                      <a:pt x="1218" y="489"/>
                      <a:pt x="1218" y="489"/>
                    </a:cubicBezTo>
                    <a:cubicBezTo>
                      <a:pt x="1218" y="484"/>
                      <a:pt x="1218" y="484"/>
                      <a:pt x="1218" y="484"/>
                    </a:cubicBezTo>
                    <a:cubicBezTo>
                      <a:pt x="1218" y="483"/>
                      <a:pt x="1218" y="483"/>
                      <a:pt x="1218" y="483"/>
                    </a:cubicBezTo>
                    <a:cubicBezTo>
                      <a:pt x="1218" y="480"/>
                      <a:pt x="1218" y="480"/>
                      <a:pt x="1218" y="480"/>
                    </a:cubicBezTo>
                    <a:cubicBezTo>
                      <a:pt x="1219" y="478"/>
                      <a:pt x="1219" y="478"/>
                      <a:pt x="1219" y="478"/>
                    </a:cubicBezTo>
                    <a:cubicBezTo>
                      <a:pt x="1219" y="475"/>
                      <a:pt x="1219" y="475"/>
                      <a:pt x="1219" y="475"/>
                    </a:cubicBezTo>
                    <a:cubicBezTo>
                      <a:pt x="1219" y="473"/>
                      <a:pt x="1219" y="473"/>
                      <a:pt x="1219" y="473"/>
                    </a:cubicBezTo>
                    <a:cubicBezTo>
                      <a:pt x="1219" y="470"/>
                      <a:pt x="1219" y="470"/>
                      <a:pt x="1219" y="470"/>
                    </a:cubicBezTo>
                    <a:cubicBezTo>
                      <a:pt x="1219" y="469"/>
                      <a:pt x="1219" y="469"/>
                      <a:pt x="1219" y="469"/>
                    </a:cubicBezTo>
                    <a:cubicBezTo>
                      <a:pt x="1219" y="464"/>
                      <a:pt x="1219" y="464"/>
                      <a:pt x="1219" y="464"/>
                    </a:cubicBezTo>
                    <a:cubicBezTo>
                      <a:pt x="1219" y="459"/>
                      <a:pt x="1219" y="459"/>
                      <a:pt x="1219" y="459"/>
                    </a:cubicBezTo>
                    <a:cubicBezTo>
                      <a:pt x="1219" y="458"/>
                      <a:pt x="1219" y="458"/>
                      <a:pt x="1219" y="458"/>
                    </a:cubicBezTo>
                    <a:cubicBezTo>
                      <a:pt x="1219" y="453"/>
                      <a:pt x="1219" y="453"/>
                      <a:pt x="1219" y="453"/>
                    </a:cubicBezTo>
                    <a:cubicBezTo>
                      <a:pt x="1219" y="452"/>
                      <a:pt x="1219" y="452"/>
                      <a:pt x="1219" y="452"/>
                    </a:cubicBezTo>
                    <a:cubicBezTo>
                      <a:pt x="1218" y="447"/>
                      <a:pt x="1218" y="447"/>
                      <a:pt x="1218" y="447"/>
                    </a:cubicBezTo>
                    <a:cubicBezTo>
                      <a:pt x="1218" y="446"/>
                      <a:pt x="1218" y="446"/>
                      <a:pt x="1218" y="446"/>
                    </a:cubicBezTo>
                    <a:cubicBezTo>
                      <a:pt x="1218" y="442"/>
                      <a:pt x="1218" y="442"/>
                      <a:pt x="1218" y="442"/>
                    </a:cubicBezTo>
                    <a:cubicBezTo>
                      <a:pt x="1218" y="441"/>
                      <a:pt x="1218" y="441"/>
                      <a:pt x="1218" y="441"/>
                    </a:cubicBezTo>
                    <a:cubicBezTo>
                      <a:pt x="1218" y="436"/>
                      <a:pt x="1218" y="436"/>
                      <a:pt x="1218" y="436"/>
                    </a:cubicBezTo>
                    <a:cubicBezTo>
                      <a:pt x="1218" y="434"/>
                      <a:pt x="1218" y="434"/>
                      <a:pt x="1218" y="434"/>
                    </a:cubicBezTo>
                    <a:cubicBezTo>
                      <a:pt x="1218" y="430"/>
                      <a:pt x="1218" y="430"/>
                      <a:pt x="1218" y="430"/>
                    </a:cubicBezTo>
                    <a:cubicBezTo>
                      <a:pt x="1218" y="429"/>
                      <a:pt x="1218" y="429"/>
                      <a:pt x="1218" y="429"/>
                    </a:cubicBezTo>
                    <a:cubicBezTo>
                      <a:pt x="1218" y="424"/>
                      <a:pt x="1218" y="424"/>
                      <a:pt x="1218" y="424"/>
                    </a:cubicBezTo>
                    <a:cubicBezTo>
                      <a:pt x="1218" y="423"/>
                      <a:pt x="1218" y="423"/>
                      <a:pt x="1218" y="423"/>
                    </a:cubicBezTo>
                    <a:cubicBezTo>
                      <a:pt x="1217" y="419"/>
                      <a:pt x="1217" y="419"/>
                      <a:pt x="1217" y="419"/>
                    </a:cubicBezTo>
                    <a:cubicBezTo>
                      <a:pt x="1217" y="417"/>
                      <a:pt x="1217" y="417"/>
                      <a:pt x="1217" y="417"/>
                    </a:cubicBezTo>
                    <a:cubicBezTo>
                      <a:pt x="1217" y="413"/>
                      <a:pt x="1217" y="413"/>
                      <a:pt x="1217" y="413"/>
                    </a:cubicBezTo>
                    <a:cubicBezTo>
                      <a:pt x="1217" y="411"/>
                      <a:pt x="1217" y="411"/>
                      <a:pt x="1217" y="411"/>
                    </a:cubicBezTo>
                    <a:cubicBezTo>
                      <a:pt x="1217" y="408"/>
                      <a:pt x="1217" y="408"/>
                      <a:pt x="1217" y="408"/>
                    </a:cubicBezTo>
                    <a:cubicBezTo>
                      <a:pt x="1217" y="406"/>
                      <a:pt x="1217" y="406"/>
                      <a:pt x="1217" y="406"/>
                    </a:cubicBezTo>
                    <a:cubicBezTo>
                      <a:pt x="1216" y="402"/>
                      <a:pt x="1216" y="402"/>
                      <a:pt x="1216" y="402"/>
                    </a:cubicBezTo>
                    <a:cubicBezTo>
                      <a:pt x="1216" y="400"/>
                      <a:pt x="1216" y="400"/>
                      <a:pt x="1216" y="400"/>
                    </a:cubicBezTo>
                    <a:cubicBezTo>
                      <a:pt x="1216" y="396"/>
                      <a:pt x="1216" y="396"/>
                      <a:pt x="1216" y="396"/>
                    </a:cubicBezTo>
                    <a:cubicBezTo>
                      <a:pt x="1216" y="394"/>
                      <a:pt x="1216" y="394"/>
                      <a:pt x="1216" y="394"/>
                    </a:cubicBezTo>
                    <a:cubicBezTo>
                      <a:pt x="1216" y="391"/>
                      <a:pt x="1216" y="391"/>
                      <a:pt x="1216" y="391"/>
                    </a:cubicBezTo>
                    <a:cubicBezTo>
                      <a:pt x="1215" y="388"/>
                      <a:pt x="1215" y="388"/>
                      <a:pt x="1215" y="388"/>
                    </a:cubicBezTo>
                    <a:cubicBezTo>
                      <a:pt x="1215" y="385"/>
                      <a:pt x="1215" y="385"/>
                      <a:pt x="1215" y="385"/>
                    </a:cubicBezTo>
                    <a:cubicBezTo>
                      <a:pt x="1215" y="383"/>
                      <a:pt x="1215" y="383"/>
                      <a:pt x="1215" y="383"/>
                    </a:cubicBezTo>
                    <a:cubicBezTo>
                      <a:pt x="1215" y="380"/>
                      <a:pt x="1215" y="380"/>
                      <a:pt x="1215" y="380"/>
                    </a:cubicBezTo>
                    <a:cubicBezTo>
                      <a:pt x="1214" y="377"/>
                      <a:pt x="1214" y="377"/>
                      <a:pt x="1214" y="377"/>
                    </a:cubicBezTo>
                    <a:cubicBezTo>
                      <a:pt x="1214" y="374"/>
                      <a:pt x="1214" y="374"/>
                      <a:pt x="1214" y="374"/>
                    </a:cubicBezTo>
                    <a:cubicBezTo>
                      <a:pt x="1214" y="371"/>
                      <a:pt x="1214" y="371"/>
                      <a:pt x="1214" y="371"/>
                    </a:cubicBezTo>
                    <a:cubicBezTo>
                      <a:pt x="1214" y="369"/>
                      <a:pt x="1214" y="369"/>
                      <a:pt x="1214" y="369"/>
                    </a:cubicBezTo>
                    <a:cubicBezTo>
                      <a:pt x="1213" y="359"/>
                      <a:pt x="1213" y="359"/>
                      <a:pt x="1213" y="359"/>
                    </a:cubicBezTo>
                    <a:cubicBezTo>
                      <a:pt x="1212" y="358"/>
                      <a:pt x="1212" y="358"/>
                      <a:pt x="1212" y="358"/>
                    </a:cubicBezTo>
                    <a:cubicBezTo>
                      <a:pt x="1212" y="355"/>
                      <a:pt x="1212" y="355"/>
                      <a:pt x="1212" y="355"/>
                    </a:cubicBezTo>
                    <a:cubicBezTo>
                      <a:pt x="1212" y="353"/>
                      <a:pt x="1212" y="353"/>
                      <a:pt x="1212" y="353"/>
                    </a:cubicBezTo>
                    <a:cubicBezTo>
                      <a:pt x="1211" y="348"/>
                      <a:pt x="1211" y="348"/>
                      <a:pt x="1211" y="348"/>
                    </a:cubicBezTo>
                    <a:cubicBezTo>
                      <a:pt x="1211" y="346"/>
                      <a:pt x="1211" y="346"/>
                      <a:pt x="1211" y="346"/>
                    </a:cubicBezTo>
                    <a:cubicBezTo>
                      <a:pt x="1211" y="343"/>
                      <a:pt x="1211" y="343"/>
                      <a:pt x="1211" y="343"/>
                    </a:cubicBezTo>
                    <a:cubicBezTo>
                      <a:pt x="1210" y="342"/>
                      <a:pt x="1210" y="342"/>
                      <a:pt x="1210" y="342"/>
                    </a:cubicBezTo>
                    <a:cubicBezTo>
                      <a:pt x="1210" y="336"/>
                      <a:pt x="1210" y="336"/>
                      <a:pt x="1210" y="336"/>
                    </a:cubicBezTo>
                    <a:cubicBezTo>
                      <a:pt x="1209" y="335"/>
                      <a:pt x="1209" y="335"/>
                      <a:pt x="1209" y="335"/>
                    </a:cubicBezTo>
                    <a:cubicBezTo>
                      <a:pt x="1209" y="332"/>
                      <a:pt x="1209" y="332"/>
                      <a:pt x="1209" y="332"/>
                    </a:cubicBezTo>
                    <a:cubicBezTo>
                      <a:pt x="1209" y="331"/>
                      <a:pt x="1209" y="331"/>
                      <a:pt x="1209" y="331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5" y="309"/>
                      <a:pt x="1205" y="309"/>
                      <a:pt x="1205" y="309"/>
                    </a:cubicBezTo>
                    <a:cubicBezTo>
                      <a:pt x="1205" y="308"/>
                      <a:pt x="1205" y="308"/>
                      <a:pt x="1205" y="308"/>
                    </a:cubicBezTo>
                    <a:cubicBezTo>
                      <a:pt x="1202" y="288"/>
                      <a:pt x="1198" y="269"/>
                      <a:pt x="1193" y="249"/>
                    </a:cubicBezTo>
                    <a:cubicBezTo>
                      <a:pt x="1193" y="248"/>
                      <a:pt x="1193" y="248"/>
                      <a:pt x="1193" y="248"/>
                    </a:cubicBezTo>
                    <a:cubicBezTo>
                      <a:pt x="1190" y="238"/>
                      <a:pt x="1190" y="238"/>
                      <a:pt x="1190" y="238"/>
                    </a:cubicBezTo>
                    <a:cubicBezTo>
                      <a:pt x="1190" y="237"/>
                      <a:pt x="1190" y="237"/>
                      <a:pt x="1190" y="237"/>
                    </a:cubicBezTo>
                    <a:cubicBezTo>
                      <a:pt x="1187" y="228"/>
                      <a:pt x="1187" y="228"/>
                      <a:pt x="1187" y="228"/>
                    </a:cubicBezTo>
                    <a:cubicBezTo>
                      <a:pt x="1187" y="226"/>
                      <a:pt x="1187" y="226"/>
                      <a:pt x="1187" y="226"/>
                    </a:cubicBezTo>
                    <a:cubicBezTo>
                      <a:pt x="1186" y="223"/>
                      <a:pt x="1186" y="223"/>
                      <a:pt x="1186" y="223"/>
                    </a:cubicBezTo>
                    <a:cubicBezTo>
                      <a:pt x="1186" y="221"/>
                      <a:pt x="1186" y="221"/>
                      <a:pt x="1186" y="221"/>
                    </a:cubicBezTo>
                    <a:cubicBezTo>
                      <a:pt x="1184" y="217"/>
                      <a:pt x="1184" y="217"/>
                      <a:pt x="1184" y="217"/>
                    </a:cubicBezTo>
                    <a:cubicBezTo>
                      <a:pt x="1184" y="215"/>
                      <a:pt x="1184" y="215"/>
                      <a:pt x="1184" y="215"/>
                    </a:cubicBezTo>
                    <a:cubicBezTo>
                      <a:pt x="1183" y="213"/>
                      <a:pt x="1183" y="213"/>
                      <a:pt x="1183" y="213"/>
                    </a:cubicBezTo>
                    <a:cubicBezTo>
                      <a:pt x="1182" y="210"/>
                      <a:pt x="1182" y="210"/>
                      <a:pt x="1182" y="210"/>
                    </a:cubicBezTo>
                    <a:cubicBezTo>
                      <a:pt x="1181" y="207"/>
                      <a:pt x="1181" y="207"/>
                      <a:pt x="1181" y="207"/>
                    </a:cubicBezTo>
                    <a:cubicBezTo>
                      <a:pt x="1181" y="204"/>
                      <a:pt x="1181" y="204"/>
                      <a:pt x="1181" y="204"/>
                    </a:cubicBezTo>
                    <a:cubicBezTo>
                      <a:pt x="1180" y="202"/>
                      <a:pt x="1180" y="202"/>
                      <a:pt x="1180" y="202"/>
                    </a:cubicBezTo>
                    <a:cubicBezTo>
                      <a:pt x="1179" y="199"/>
                      <a:pt x="1179" y="199"/>
                      <a:pt x="1179" y="199"/>
                    </a:cubicBezTo>
                    <a:cubicBezTo>
                      <a:pt x="1179" y="198"/>
                      <a:pt x="1179" y="198"/>
                      <a:pt x="1179" y="198"/>
                    </a:cubicBezTo>
                    <a:cubicBezTo>
                      <a:pt x="1177" y="193"/>
                      <a:pt x="1177" y="193"/>
                      <a:pt x="1177" y="193"/>
                    </a:cubicBezTo>
                    <a:cubicBezTo>
                      <a:pt x="1177" y="192"/>
                      <a:pt x="1177" y="192"/>
                      <a:pt x="1177" y="192"/>
                    </a:cubicBezTo>
                    <a:cubicBezTo>
                      <a:pt x="1176" y="188"/>
                      <a:pt x="1176" y="188"/>
                      <a:pt x="1176" y="188"/>
                    </a:cubicBezTo>
                    <a:cubicBezTo>
                      <a:pt x="1175" y="187"/>
                      <a:pt x="1175" y="187"/>
                      <a:pt x="1175" y="187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66" y="160"/>
                      <a:pt x="1158" y="137"/>
                      <a:pt x="1149" y="116"/>
                    </a:cubicBezTo>
                    <a:cubicBezTo>
                      <a:pt x="1144" y="103"/>
                      <a:pt x="1138" y="91"/>
                      <a:pt x="1132" y="79"/>
                    </a:cubicBezTo>
                    <a:cubicBezTo>
                      <a:pt x="1120" y="52"/>
                      <a:pt x="1106" y="26"/>
                      <a:pt x="1090" y="0"/>
                    </a:cubicBezTo>
                    <a:cubicBezTo>
                      <a:pt x="1115" y="67"/>
                      <a:pt x="1126" y="137"/>
                      <a:pt x="1126" y="206"/>
                    </a:cubicBezTo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6" name="Freeform 9"/>
              <p:cNvSpPr>
                <a:spLocks noSelect="1"/>
              </p:cNvSpPr>
              <p:nvPr userDrawn="1"/>
            </p:nvSpPr>
            <p:spPr bwMode="gray">
              <a:xfrm>
                <a:off x="1118870" y="583565"/>
                <a:ext cx="114935" cy="149860"/>
              </a:xfrm>
              <a:custGeom>
                <a:avLst/>
                <a:gdLst>
                  <a:gd name="T0" fmla="*/ 0 w 362"/>
                  <a:gd name="T1" fmla="*/ 106 h 472"/>
                  <a:gd name="T2" fmla="*/ 219 w 362"/>
                  <a:gd name="T3" fmla="*/ 445 h 472"/>
                  <a:gd name="T4" fmla="*/ 268 w 362"/>
                  <a:gd name="T5" fmla="*/ 472 h 472"/>
                  <a:gd name="T6" fmla="*/ 362 w 362"/>
                  <a:gd name="T7" fmla="*/ 472 h 472"/>
                  <a:gd name="T8" fmla="*/ 319 w 362"/>
                  <a:gd name="T9" fmla="*/ 448 h 472"/>
                  <a:gd name="T10" fmla="*/ 22 w 362"/>
                  <a:gd name="T11" fmla="*/ 0 h 472"/>
                  <a:gd name="T12" fmla="*/ 0 w 362"/>
                  <a:gd name="T13" fmla="*/ 106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2" h="472">
                    <a:moveTo>
                      <a:pt x="0" y="106"/>
                    </a:moveTo>
                    <a:cubicBezTo>
                      <a:pt x="219" y="445"/>
                      <a:pt x="219" y="445"/>
                      <a:pt x="219" y="445"/>
                    </a:cubicBezTo>
                    <a:cubicBezTo>
                      <a:pt x="228" y="460"/>
                      <a:pt x="250" y="472"/>
                      <a:pt x="268" y="472"/>
                    </a:cubicBezTo>
                    <a:cubicBezTo>
                      <a:pt x="362" y="472"/>
                      <a:pt x="362" y="472"/>
                      <a:pt x="362" y="472"/>
                    </a:cubicBezTo>
                    <a:cubicBezTo>
                      <a:pt x="347" y="472"/>
                      <a:pt x="327" y="461"/>
                      <a:pt x="319" y="448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0" y="106"/>
                    </a:lnTo>
                    <a:close/>
                  </a:path>
                </a:pathLst>
              </a:cu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7" name="Freeform 10"/>
              <p:cNvSpPr>
                <a:spLocks noSelect="1"/>
              </p:cNvSpPr>
              <p:nvPr userDrawn="1"/>
            </p:nvSpPr>
            <p:spPr bwMode="gray">
              <a:xfrm>
                <a:off x="949325" y="290830"/>
                <a:ext cx="277495" cy="120015"/>
              </a:xfrm>
              <a:custGeom>
                <a:avLst/>
                <a:gdLst>
                  <a:gd name="T0" fmla="*/ 27 w 874"/>
                  <a:gd name="T1" fmla="*/ 323 h 378"/>
                  <a:gd name="T2" fmla="*/ 1 w 874"/>
                  <a:gd name="T3" fmla="*/ 366 h 378"/>
                  <a:gd name="T4" fmla="*/ 1 w 874"/>
                  <a:gd name="T5" fmla="*/ 367 h 378"/>
                  <a:gd name="T6" fmla="*/ 1 w 874"/>
                  <a:gd name="T7" fmla="*/ 367 h 378"/>
                  <a:gd name="T8" fmla="*/ 30 w 874"/>
                  <a:gd name="T9" fmla="*/ 378 h 378"/>
                  <a:gd name="T10" fmla="*/ 410 w 874"/>
                  <a:gd name="T11" fmla="*/ 378 h 378"/>
                  <a:gd name="T12" fmla="*/ 400 w 874"/>
                  <a:gd name="T13" fmla="*/ 293 h 378"/>
                  <a:gd name="T14" fmla="*/ 439 w 874"/>
                  <a:gd name="T15" fmla="*/ 165 h 378"/>
                  <a:gd name="T16" fmla="*/ 471 w 874"/>
                  <a:gd name="T17" fmla="*/ 129 h 378"/>
                  <a:gd name="T18" fmla="*/ 820 w 874"/>
                  <a:gd name="T19" fmla="*/ 11 h 378"/>
                  <a:gd name="T20" fmla="*/ 838 w 874"/>
                  <a:gd name="T21" fmla="*/ 12 h 378"/>
                  <a:gd name="T22" fmla="*/ 874 w 874"/>
                  <a:gd name="T23" fmla="*/ 13 h 378"/>
                  <a:gd name="T24" fmla="*/ 728 w 874"/>
                  <a:gd name="T25" fmla="*/ 0 h 378"/>
                  <a:gd name="T26" fmla="*/ 719 w 874"/>
                  <a:gd name="T27" fmla="*/ 0 h 378"/>
                  <a:gd name="T28" fmla="*/ 27 w 874"/>
                  <a:gd name="T29" fmla="*/ 323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4" h="378">
                    <a:moveTo>
                      <a:pt x="27" y="323"/>
                    </a:moveTo>
                    <a:cubicBezTo>
                      <a:pt x="10" y="343"/>
                      <a:pt x="0" y="357"/>
                      <a:pt x="1" y="366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2" y="375"/>
                      <a:pt x="11" y="378"/>
                      <a:pt x="30" y="378"/>
                    </a:cubicBezTo>
                    <a:cubicBezTo>
                      <a:pt x="410" y="378"/>
                      <a:pt x="410" y="378"/>
                      <a:pt x="410" y="378"/>
                    </a:cubicBezTo>
                    <a:cubicBezTo>
                      <a:pt x="404" y="349"/>
                      <a:pt x="400" y="320"/>
                      <a:pt x="400" y="293"/>
                    </a:cubicBezTo>
                    <a:cubicBezTo>
                      <a:pt x="400" y="244"/>
                      <a:pt x="412" y="200"/>
                      <a:pt x="439" y="165"/>
                    </a:cubicBezTo>
                    <a:cubicBezTo>
                      <a:pt x="449" y="152"/>
                      <a:pt x="460" y="140"/>
                      <a:pt x="471" y="129"/>
                    </a:cubicBezTo>
                    <a:cubicBezTo>
                      <a:pt x="555" y="49"/>
                      <a:pt x="683" y="11"/>
                      <a:pt x="820" y="11"/>
                    </a:cubicBezTo>
                    <a:cubicBezTo>
                      <a:pt x="826" y="11"/>
                      <a:pt x="832" y="11"/>
                      <a:pt x="838" y="12"/>
                    </a:cubicBezTo>
                    <a:cubicBezTo>
                      <a:pt x="850" y="12"/>
                      <a:pt x="862" y="12"/>
                      <a:pt x="874" y="13"/>
                    </a:cubicBezTo>
                    <a:cubicBezTo>
                      <a:pt x="827" y="5"/>
                      <a:pt x="778" y="0"/>
                      <a:pt x="728" y="0"/>
                    </a:cubicBezTo>
                    <a:cubicBezTo>
                      <a:pt x="719" y="0"/>
                      <a:pt x="719" y="0"/>
                      <a:pt x="719" y="0"/>
                    </a:cubicBezTo>
                    <a:cubicBezTo>
                      <a:pt x="441" y="0"/>
                      <a:pt x="192" y="125"/>
                      <a:pt x="27" y="323"/>
                    </a:cubicBezTo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8" name="Freeform 11"/>
              <p:cNvSpPr>
                <a:spLocks noSelect="1"/>
              </p:cNvSpPr>
              <p:nvPr userDrawn="1"/>
            </p:nvSpPr>
            <p:spPr bwMode="gray">
              <a:xfrm>
                <a:off x="1076325" y="294005"/>
                <a:ext cx="358775" cy="353695"/>
              </a:xfrm>
              <a:custGeom>
                <a:avLst/>
                <a:gdLst>
                  <a:gd name="T0" fmla="*/ 0 w 1130"/>
                  <a:gd name="T1" fmla="*/ 282 h 1113"/>
                  <a:gd name="T2" fmla="*/ 738 w 1130"/>
                  <a:gd name="T3" fmla="*/ 375 h 1113"/>
                  <a:gd name="T4" fmla="*/ 910 w 1130"/>
                  <a:gd name="T5" fmla="*/ 637 h 1113"/>
                  <a:gd name="T6" fmla="*/ 913 w 1130"/>
                  <a:gd name="T7" fmla="*/ 645 h 1113"/>
                  <a:gd name="T8" fmla="*/ 824 w 1130"/>
                  <a:gd name="T9" fmla="*/ 1113 h 1113"/>
                  <a:gd name="T10" fmla="*/ 1094 w 1130"/>
                  <a:gd name="T11" fmla="*/ 428 h 1113"/>
                  <a:gd name="T12" fmla="*/ 1044 w 1130"/>
                  <a:gd name="T13" fmla="*/ 353 h 1113"/>
                  <a:gd name="T14" fmla="*/ 1040 w 1130"/>
                  <a:gd name="T15" fmla="*/ 348 h 1113"/>
                  <a:gd name="T16" fmla="*/ 1034 w 1130"/>
                  <a:gd name="T17" fmla="*/ 339 h 1113"/>
                  <a:gd name="T18" fmla="*/ 1030 w 1130"/>
                  <a:gd name="T19" fmla="*/ 334 h 1113"/>
                  <a:gd name="T20" fmla="*/ 1007 w 1130"/>
                  <a:gd name="T21" fmla="*/ 306 h 1113"/>
                  <a:gd name="T22" fmla="*/ 1003 w 1130"/>
                  <a:gd name="T23" fmla="*/ 301 h 1113"/>
                  <a:gd name="T24" fmla="*/ 995 w 1130"/>
                  <a:gd name="T25" fmla="*/ 293 h 1113"/>
                  <a:gd name="T26" fmla="*/ 974 w 1130"/>
                  <a:gd name="T27" fmla="*/ 270 h 1113"/>
                  <a:gd name="T28" fmla="*/ 967 w 1130"/>
                  <a:gd name="T29" fmla="*/ 262 h 1113"/>
                  <a:gd name="T30" fmla="*/ 962 w 1130"/>
                  <a:gd name="T31" fmla="*/ 257 h 1113"/>
                  <a:gd name="T32" fmla="*/ 937 w 1130"/>
                  <a:gd name="T33" fmla="*/ 233 h 1113"/>
                  <a:gd name="T34" fmla="*/ 932 w 1130"/>
                  <a:gd name="T35" fmla="*/ 228 h 1113"/>
                  <a:gd name="T36" fmla="*/ 924 w 1130"/>
                  <a:gd name="T37" fmla="*/ 221 h 1113"/>
                  <a:gd name="T38" fmla="*/ 919 w 1130"/>
                  <a:gd name="T39" fmla="*/ 216 h 1113"/>
                  <a:gd name="T40" fmla="*/ 901 w 1130"/>
                  <a:gd name="T41" fmla="*/ 201 h 1113"/>
                  <a:gd name="T42" fmla="*/ 895 w 1130"/>
                  <a:gd name="T43" fmla="*/ 196 h 1113"/>
                  <a:gd name="T44" fmla="*/ 887 w 1130"/>
                  <a:gd name="T45" fmla="*/ 190 h 1113"/>
                  <a:gd name="T46" fmla="*/ 882 w 1130"/>
                  <a:gd name="T47" fmla="*/ 185 h 1113"/>
                  <a:gd name="T48" fmla="*/ 873 w 1130"/>
                  <a:gd name="T49" fmla="*/ 178 h 1113"/>
                  <a:gd name="T50" fmla="*/ 858 w 1130"/>
                  <a:gd name="T51" fmla="*/ 167 h 1113"/>
                  <a:gd name="T52" fmla="*/ 849 w 1130"/>
                  <a:gd name="T53" fmla="*/ 160 h 1113"/>
                  <a:gd name="T54" fmla="*/ 843 w 1130"/>
                  <a:gd name="T55" fmla="*/ 156 h 1113"/>
                  <a:gd name="T56" fmla="*/ 835 w 1130"/>
                  <a:gd name="T57" fmla="*/ 150 h 1113"/>
                  <a:gd name="T58" fmla="*/ 829 w 1130"/>
                  <a:gd name="T59" fmla="*/ 146 h 1113"/>
                  <a:gd name="T60" fmla="*/ 809 w 1130"/>
                  <a:gd name="T61" fmla="*/ 133 h 1113"/>
                  <a:gd name="T62" fmla="*/ 803 w 1130"/>
                  <a:gd name="T63" fmla="*/ 129 h 1113"/>
                  <a:gd name="T64" fmla="*/ 794 w 1130"/>
                  <a:gd name="T65" fmla="*/ 124 h 1113"/>
                  <a:gd name="T66" fmla="*/ 788 w 1130"/>
                  <a:gd name="T67" fmla="*/ 120 h 1113"/>
                  <a:gd name="T68" fmla="*/ 768 w 1130"/>
                  <a:gd name="T69" fmla="*/ 108 h 1113"/>
                  <a:gd name="T70" fmla="*/ 762 w 1130"/>
                  <a:gd name="T71" fmla="*/ 104 h 1113"/>
                  <a:gd name="T72" fmla="*/ 753 w 1130"/>
                  <a:gd name="T73" fmla="*/ 99 h 1113"/>
                  <a:gd name="T74" fmla="*/ 746 w 1130"/>
                  <a:gd name="T75" fmla="*/ 96 h 1113"/>
                  <a:gd name="T76" fmla="*/ 720 w 1130"/>
                  <a:gd name="T77" fmla="*/ 82 h 1113"/>
                  <a:gd name="T78" fmla="*/ 713 w 1130"/>
                  <a:gd name="T79" fmla="*/ 79 h 1113"/>
                  <a:gd name="T80" fmla="*/ 704 w 1130"/>
                  <a:gd name="T81" fmla="*/ 75 h 1113"/>
                  <a:gd name="T82" fmla="*/ 697 w 1130"/>
                  <a:gd name="T83" fmla="*/ 72 h 1113"/>
                  <a:gd name="T84" fmla="*/ 675 w 1130"/>
                  <a:gd name="T85" fmla="*/ 62 h 1113"/>
                  <a:gd name="T86" fmla="*/ 669 w 1130"/>
                  <a:gd name="T87" fmla="*/ 59 h 1113"/>
                  <a:gd name="T88" fmla="*/ 659 w 1130"/>
                  <a:gd name="T89" fmla="*/ 55 h 1113"/>
                  <a:gd name="T90" fmla="*/ 653 w 1130"/>
                  <a:gd name="T91" fmla="*/ 52 h 1113"/>
                  <a:gd name="T92" fmla="*/ 619 w 1130"/>
                  <a:gd name="T93" fmla="*/ 40 h 1113"/>
                  <a:gd name="T94" fmla="*/ 612 w 1130"/>
                  <a:gd name="T95" fmla="*/ 38 h 1113"/>
                  <a:gd name="T96" fmla="*/ 602 w 1130"/>
                  <a:gd name="T97" fmla="*/ 34 h 1113"/>
                  <a:gd name="T98" fmla="*/ 595 w 1130"/>
                  <a:gd name="T99" fmla="*/ 32 h 1113"/>
                  <a:gd name="T100" fmla="*/ 566 w 1130"/>
                  <a:gd name="T101" fmla="*/ 23 h 1113"/>
                  <a:gd name="T102" fmla="*/ 559 w 1130"/>
                  <a:gd name="T103" fmla="*/ 21 h 1113"/>
                  <a:gd name="T104" fmla="*/ 549 w 1130"/>
                  <a:gd name="T105" fmla="*/ 18 h 1113"/>
                  <a:gd name="T106" fmla="*/ 542 w 1130"/>
                  <a:gd name="T107" fmla="*/ 17 h 1113"/>
                  <a:gd name="T108" fmla="*/ 518 w 1130"/>
                  <a:gd name="T109" fmla="*/ 11 h 1113"/>
                  <a:gd name="T110" fmla="*/ 511 w 1130"/>
                  <a:gd name="T111" fmla="*/ 9 h 1113"/>
                  <a:gd name="T112" fmla="*/ 501 w 1130"/>
                  <a:gd name="T113" fmla="*/ 7 h 1113"/>
                  <a:gd name="T114" fmla="*/ 493 w 1130"/>
                  <a:gd name="T115" fmla="*/ 6 h 1113"/>
                  <a:gd name="T116" fmla="*/ 482 w 1130"/>
                  <a:gd name="T117" fmla="*/ 4 h 1113"/>
                  <a:gd name="T118" fmla="*/ 474 w 1130"/>
                  <a:gd name="T119" fmla="*/ 2 h 1113"/>
                  <a:gd name="T120" fmla="*/ 71 w 1130"/>
                  <a:gd name="T121" fmla="*/ 118 h 1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30" h="1113">
                    <a:moveTo>
                      <a:pt x="71" y="118"/>
                    </a:moveTo>
                    <a:cubicBezTo>
                      <a:pt x="60" y="129"/>
                      <a:pt x="49" y="141"/>
                      <a:pt x="39" y="154"/>
                    </a:cubicBezTo>
                    <a:cubicBezTo>
                      <a:pt x="12" y="189"/>
                      <a:pt x="0" y="233"/>
                      <a:pt x="0" y="282"/>
                    </a:cubicBezTo>
                    <a:cubicBezTo>
                      <a:pt x="0" y="309"/>
                      <a:pt x="4" y="338"/>
                      <a:pt x="10" y="367"/>
                    </a:cubicBezTo>
                    <a:cubicBezTo>
                      <a:pt x="712" y="367"/>
                      <a:pt x="712" y="367"/>
                      <a:pt x="712" y="367"/>
                    </a:cubicBezTo>
                    <a:cubicBezTo>
                      <a:pt x="720" y="367"/>
                      <a:pt x="730" y="370"/>
                      <a:pt x="738" y="375"/>
                    </a:cubicBezTo>
                    <a:cubicBezTo>
                      <a:pt x="745" y="380"/>
                      <a:pt x="752" y="385"/>
                      <a:pt x="756" y="391"/>
                    </a:cubicBezTo>
                    <a:cubicBezTo>
                      <a:pt x="904" y="622"/>
                      <a:pt x="904" y="622"/>
                      <a:pt x="904" y="622"/>
                    </a:cubicBezTo>
                    <a:cubicBezTo>
                      <a:pt x="907" y="626"/>
                      <a:pt x="909" y="632"/>
                      <a:pt x="910" y="637"/>
                    </a:cubicBezTo>
                    <a:cubicBezTo>
                      <a:pt x="912" y="644"/>
                      <a:pt x="912" y="644"/>
                      <a:pt x="912" y="644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4" y="652"/>
                      <a:pt x="915" y="660"/>
                      <a:pt x="914" y="666"/>
                    </a:cubicBezTo>
                    <a:cubicBezTo>
                      <a:pt x="914" y="674"/>
                      <a:pt x="914" y="674"/>
                      <a:pt x="914" y="674"/>
                    </a:cubicBezTo>
                    <a:cubicBezTo>
                      <a:pt x="824" y="1113"/>
                      <a:pt x="824" y="1113"/>
                      <a:pt x="824" y="1113"/>
                    </a:cubicBezTo>
                    <a:cubicBezTo>
                      <a:pt x="906" y="1074"/>
                      <a:pt x="976" y="1020"/>
                      <a:pt x="1020" y="965"/>
                    </a:cubicBezTo>
                    <a:cubicBezTo>
                      <a:pt x="1093" y="875"/>
                      <a:pt x="1130" y="757"/>
                      <a:pt x="1130" y="634"/>
                    </a:cubicBezTo>
                    <a:cubicBezTo>
                      <a:pt x="1130" y="565"/>
                      <a:pt x="1119" y="495"/>
                      <a:pt x="1094" y="428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77" y="399"/>
                      <a:pt x="1061" y="376"/>
                      <a:pt x="1044" y="353"/>
                    </a:cubicBezTo>
                    <a:cubicBezTo>
                      <a:pt x="1044" y="353"/>
                      <a:pt x="1044" y="353"/>
                      <a:pt x="1044" y="353"/>
                    </a:cubicBezTo>
                    <a:cubicBezTo>
                      <a:pt x="1041" y="349"/>
                      <a:pt x="1041" y="349"/>
                      <a:pt x="1041" y="349"/>
                    </a:cubicBezTo>
                    <a:cubicBezTo>
                      <a:pt x="1040" y="348"/>
                      <a:pt x="1040" y="348"/>
                      <a:pt x="1040" y="348"/>
                    </a:cubicBezTo>
                    <a:cubicBezTo>
                      <a:pt x="1037" y="344"/>
                      <a:pt x="1037" y="344"/>
                      <a:pt x="1037" y="344"/>
                    </a:cubicBezTo>
                    <a:cubicBezTo>
                      <a:pt x="1037" y="343"/>
                      <a:pt x="1037" y="343"/>
                      <a:pt x="1037" y="343"/>
                    </a:cubicBezTo>
                    <a:cubicBezTo>
                      <a:pt x="1034" y="339"/>
                      <a:pt x="1034" y="339"/>
                      <a:pt x="1034" y="339"/>
                    </a:cubicBezTo>
                    <a:cubicBezTo>
                      <a:pt x="1033" y="338"/>
                      <a:pt x="1033" y="338"/>
                      <a:pt x="1033" y="338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23" y="326"/>
                      <a:pt x="1017" y="318"/>
                      <a:pt x="1011" y="311"/>
                    </a:cubicBezTo>
                    <a:cubicBezTo>
                      <a:pt x="1011" y="311"/>
                      <a:pt x="1011" y="311"/>
                      <a:pt x="1011" y="311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3" y="302"/>
                      <a:pt x="1003" y="302"/>
                      <a:pt x="1003" y="302"/>
                    </a:cubicBezTo>
                    <a:cubicBezTo>
                      <a:pt x="1003" y="301"/>
                      <a:pt x="1003" y="301"/>
                      <a:pt x="1003" y="301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88" y="285"/>
                      <a:pt x="982" y="278"/>
                      <a:pt x="975" y="271"/>
                    </a:cubicBezTo>
                    <a:cubicBezTo>
                      <a:pt x="974" y="270"/>
                      <a:pt x="974" y="270"/>
                      <a:pt x="974" y="270"/>
                    </a:cubicBezTo>
                    <a:cubicBezTo>
                      <a:pt x="971" y="266"/>
                      <a:pt x="971" y="266"/>
                      <a:pt x="971" y="266"/>
                    </a:cubicBezTo>
                    <a:cubicBezTo>
                      <a:pt x="970" y="266"/>
                      <a:pt x="970" y="266"/>
                      <a:pt x="970" y="266"/>
                    </a:cubicBezTo>
                    <a:cubicBezTo>
                      <a:pt x="967" y="262"/>
                      <a:pt x="967" y="262"/>
                      <a:pt x="967" y="262"/>
                    </a:cubicBezTo>
                    <a:cubicBezTo>
                      <a:pt x="966" y="262"/>
                      <a:pt x="966" y="262"/>
                      <a:pt x="966" y="262"/>
                    </a:cubicBezTo>
                    <a:cubicBezTo>
                      <a:pt x="963" y="258"/>
                      <a:pt x="963" y="258"/>
                      <a:pt x="963" y="258"/>
                    </a:cubicBezTo>
                    <a:cubicBezTo>
                      <a:pt x="962" y="257"/>
                      <a:pt x="962" y="257"/>
                      <a:pt x="962" y="257"/>
                    </a:cubicBezTo>
                    <a:cubicBezTo>
                      <a:pt x="958" y="254"/>
                      <a:pt x="958" y="254"/>
                      <a:pt x="958" y="254"/>
                    </a:cubicBezTo>
                    <a:cubicBezTo>
                      <a:pt x="958" y="253"/>
                      <a:pt x="958" y="253"/>
                      <a:pt x="958" y="253"/>
                    </a:cubicBezTo>
                    <a:cubicBezTo>
                      <a:pt x="951" y="246"/>
                      <a:pt x="944" y="239"/>
                      <a:pt x="937" y="233"/>
                    </a:cubicBezTo>
                    <a:cubicBezTo>
                      <a:pt x="936" y="232"/>
                      <a:pt x="936" y="232"/>
                      <a:pt x="936" y="232"/>
                    </a:cubicBezTo>
                    <a:cubicBezTo>
                      <a:pt x="932" y="229"/>
                      <a:pt x="932" y="229"/>
                      <a:pt x="932" y="229"/>
                    </a:cubicBezTo>
                    <a:cubicBezTo>
                      <a:pt x="932" y="228"/>
                      <a:pt x="932" y="228"/>
                      <a:pt x="932" y="228"/>
                    </a:cubicBezTo>
                    <a:cubicBezTo>
                      <a:pt x="928" y="225"/>
                      <a:pt x="928" y="225"/>
                      <a:pt x="928" y="225"/>
                    </a:cubicBezTo>
                    <a:cubicBezTo>
                      <a:pt x="927" y="224"/>
                      <a:pt x="927" y="224"/>
                      <a:pt x="927" y="224"/>
                    </a:cubicBezTo>
                    <a:cubicBezTo>
                      <a:pt x="924" y="221"/>
                      <a:pt x="924" y="221"/>
                      <a:pt x="924" y="221"/>
                    </a:cubicBezTo>
                    <a:cubicBezTo>
                      <a:pt x="923" y="220"/>
                      <a:pt x="923" y="220"/>
                      <a:pt x="923" y="220"/>
                    </a:cubicBezTo>
                    <a:cubicBezTo>
                      <a:pt x="919" y="217"/>
                      <a:pt x="919" y="217"/>
                      <a:pt x="919" y="217"/>
                    </a:cubicBezTo>
                    <a:cubicBezTo>
                      <a:pt x="919" y="216"/>
                      <a:pt x="919" y="216"/>
                      <a:pt x="919" y="216"/>
                    </a:cubicBezTo>
                    <a:cubicBezTo>
                      <a:pt x="914" y="213"/>
                      <a:pt x="914" y="213"/>
                      <a:pt x="914" y="213"/>
                    </a:cubicBezTo>
                    <a:cubicBezTo>
                      <a:pt x="914" y="212"/>
                      <a:pt x="914" y="212"/>
                      <a:pt x="914" y="212"/>
                    </a:cubicBezTo>
                    <a:cubicBezTo>
                      <a:pt x="901" y="201"/>
                      <a:pt x="901" y="201"/>
                      <a:pt x="901" y="201"/>
                    </a:cubicBezTo>
                    <a:cubicBezTo>
                      <a:pt x="900" y="200"/>
                      <a:pt x="900" y="200"/>
                      <a:pt x="900" y="200"/>
                    </a:cubicBezTo>
                    <a:cubicBezTo>
                      <a:pt x="896" y="197"/>
                      <a:pt x="896" y="197"/>
                      <a:pt x="896" y="197"/>
                    </a:cubicBezTo>
                    <a:cubicBezTo>
                      <a:pt x="895" y="196"/>
                      <a:pt x="895" y="196"/>
                      <a:pt x="895" y="196"/>
                    </a:cubicBezTo>
                    <a:cubicBezTo>
                      <a:pt x="892" y="193"/>
                      <a:pt x="892" y="193"/>
                      <a:pt x="892" y="193"/>
                    </a:cubicBezTo>
                    <a:cubicBezTo>
                      <a:pt x="891" y="193"/>
                      <a:pt x="891" y="193"/>
                      <a:pt x="891" y="193"/>
                    </a:cubicBezTo>
                    <a:cubicBezTo>
                      <a:pt x="887" y="190"/>
                      <a:pt x="887" y="190"/>
                      <a:pt x="887" y="190"/>
                    </a:cubicBezTo>
                    <a:cubicBezTo>
                      <a:pt x="886" y="189"/>
                      <a:pt x="886" y="189"/>
                      <a:pt x="886" y="189"/>
                    </a:cubicBezTo>
                    <a:cubicBezTo>
                      <a:pt x="883" y="186"/>
                      <a:pt x="883" y="186"/>
                      <a:pt x="883" y="186"/>
                    </a:cubicBezTo>
                    <a:cubicBezTo>
                      <a:pt x="882" y="185"/>
                      <a:pt x="882" y="185"/>
                      <a:pt x="882" y="185"/>
                    </a:cubicBezTo>
                    <a:cubicBezTo>
                      <a:pt x="878" y="182"/>
                      <a:pt x="878" y="182"/>
                      <a:pt x="878" y="182"/>
                    </a:cubicBezTo>
                    <a:cubicBezTo>
                      <a:pt x="877" y="182"/>
                      <a:pt x="877" y="182"/>
                      <a:pt x="877" y="182"/>
                    </a:cubicBezTo>
                    <a:cubicBezTo>
                      <a:pt x="873" y="178"/>
                      <a:pt x="873" y="178"/>
                      <a:pt x="873" y="178"/>
                    </a:cubicBezTo>
                    <a:cubicBezTo>
                      <a:pt x="872" y="178"/>
                      <a:pt x="872" y="178"/>
                      <a:pt x="872" y="178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4" y="164"/>
                      <a:pt x="854" y="164"/>
                      <a:pt x="854" y="164"/>
                    </a:cubicBezTo>
                    <a:cubicBezTo>
                      <a:pt x="853" y="163"/>
                      <a:pt x="853" y="163"/>
                      <a:pt x="853" y="163"/>
                    </a:cubicBezTo>
                    <a:cubicBezTo>
                      <a:pt x="849" y="160"/>
                      <a:pt x="849" y="160"/>
                      <a:pt x="849" y="160"/>
                    </a:cubicBezTo>
                    <a:cubicBezTo>
                      <a:pt x="848" y="160"/>
                      <a:pt x="848" y="160"/>
                      <a:pt x="848" y="160"/>
                    </a:cubicBezTo>
                    <a:cubicBezTo>
                      <a:pt x="844" y="157"/>
                      <a:pt x="844" y="157"/>
                      <a:pt x="844" y="157"/>
                    </a:cubicBezTo>
                    <a:cubicBezTo>
                      <a:pt x="843" y="156"/>
                      <a:pt x="843" y="156"/>
                      <a:pt x="843" y="156"/>
                    </a:cubicBezTo>
                    <a:cubicBezTo>
                      <a:pt x="839" y="154"/>
                      <a:pt x="839" y="154"/>
                      <a:pt x="839" y="154"/>
                    </a:cubicBezTo>
                    <a:cubicBezTo>
                      <a:pt x="838" y="153"/>
                      <a:pt x="838" y="153"/>
                      <a:pt x="838" y="153"/>
                    </a:cubicBezTo>
                    <a:cubicBezTo>
                      <a:pt x="835" y="150"/>
                      <a:pt x="835" y="150"/>
                      <a:pt x="835" y="150"/>
                    </a:cubicBezTo>
                    <a:cubicBezTo>
                      <a:pt x="833" y="149"/>
                      <a:pt x="833" y="149"/>
                      <a:pt x="833" y="149"/>
                    </a:cubicBezTo>
                    <a:cubicBezTo>
                      <a:pt x="829" y="147"/>
                      <a:pt x="829" y="147"/>
                      <a:pt x="829" y="147"/>
                    </a:cubicBezTo>
                    <a:cubicBezTo>
                      <a:pt x="829" y="146"/>
                      <a:pt x="829" y="146"/>
                      <a:pt x="829" y="146"/>
                    </a:cubicBezTo>
                    <a:cubicBezTo>
                      <a:pt x="814" y="136"/>
                      <a:pt x="814" y="136"/>
                      <a:pt x="814" y="136"/>
                    </a:cubicBezTo>
                    <a:cubicBezTo>
                      <a:pt x="813" y="136"/>
                      <a:pt x="813" y="136"/>
                      <a:pt x="813" y="136"/>
                    </a:cubicBezTo>
                    <a:cubicBezTo>
                      <a:pt x="809" y="133"/>
                      <a:pt x="809" y="133"/>
                      <a:pt x="809" y="133"/>
                    </a:cubicBezTo>
                    <a:cubicBezTo>
                      <a:pt x="808" y="132"/>
                      <a:pt x="808" y="132"/>
                      <a:pt x="808" y="132"/>
                    </a:cubicBezTo>
                    <a:cubicBezTo>
                      <a:pt x="804" y="130"/>
                      <a:pt x="804" y="130"/>
                      <a:pt x="804" y="130"/>
                    </a:cubicBezTo>
                    <a:cubicBezTo>
                      <a:pt x="803" y="129"/>
                      <a:pt x="803" y="129"/>
                      <a:pt x="803" y="129"/>
                    </a:cubicBezTo>
                    <a:cubicBezTo>
                      <a:pt x="799" y="127"/>
                      <a:pt x="799" y="127"/>
                      <a:pt x="799" y="127"/>
                    </a:cubicBezTo>
                    <a:cubicBezTo>
                      <a:pt x="798" y="126"/>
                      <a:pt x="798" y="126"/>
                      <a:pt x="798" y="126"/>
                    </a:cubicBezTo>
                    <a:cubicBezTo>
                      <a:pt x="794" y="124"/>
                      <a:pt x="794" y="124"/>
                      <a:pt x="794" y="124"/>
                    </a:cubicBezTo>
                    <a:cubicBezTo>
                      <a:pt x="793" y="123"/>
                      <a:pt x="793" y="123"/>
                      <a:pt x="793" y="123"/>
                    </a:cubicBezTo>
                    <a:cubicBezTo>
                      <a:pt x="789" y="121"/>
                      <a:pt x="789" y="121"/>
                      <a:pt x="789" y="121"/>
                    </a:cubicBezTo>
                    <a:cubicBezTo>
                      <a:pt x="788" y="120"/>
                      <a:pt x="788" y="120"/>
                      <a:pt x="788" y="120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68" y="108"/>
                      <a:pt x="768" y="108"/>
                      <a:pt x="768" y="108"/>
                    </a:cubicBezTo>
                    <a:cubicBezTo>
                      <a:pt x="767" y="108"/>
                      <a:pt x="767" y="108"/>
                      <a:pt x="767" y="108"/>
                    </a:cubicBezTo>
                    <a:cubicBezTo>
                      <a:pt x="763" y="105"/>
                      <a:pt x="763" y="105"/>
                      <a:pt x="763" y="105"/>
                    </a:cubicBezTo>
                    <a:cubicBezTo>
                      <a:pt x="762" y="104"/>
                      <a:pt x="762" y="104"/>
                      <a:pt x="762" y="104"/>
                    </a:cubicBezTo>
                    <a:cubicBezTo>
                      <a:pt x="758" y="102"/>
                      <a:pt x="758" y="102"/>
                      <a:pt x="758" y="102"/>
                    </a:cubicBezTo>
                    <a:cubicBezTo>
                      <a:pt x="756" y="102"/>
                      <a:pt x="756" y="102"/>
                      <a:pt x="756" y="102"/>
                    </a:cubicBezTo>
                    <a:cubicBezTo>
                      <a:pt x="753" y="99"/>
                      <a:pt x="753" y="99"/>
                      <a:pt x="753" y="99"/>
                    </a:cubicBezTo>
                    <a:cubicBezTo>
                      <a:pt x="751" y="99"/>
                      <a:pt x="751" y="99"/>
                      <a:pt x="751" y="99"/>
                    </a:cubicBezTo>
                    <a:cubicBezTo>
                      <a:pt x="747" y="97"/>
                      <a:pt x="747" y="97"/>
                      <a:pt x="747" y="97"/>
                    </a:cubicBezTo>
                    <a:cubicBezTo>
                      <a:pt x="746" y="96"/>
                      <a:pt x="746" y="96"/>
                      <a:pt x="746" y="96"/>
                    </a:cubicBezTo>
                    <a:cubicBezTo>
                      <a:pt x="742" y="94"/>
                      <a:pt x="742" y="94"/>
                      <a:pt x="742" y="94"/>
                    </a:cubicBezTo>
                    <a:cubicBezTo>
                      <a:pt x="741" y="93"/>
                      <a:pt x="741" y="93"/>
                      <a:pt x="741" y="93"/>
                    </a:cubicBezTo>
                    <a:cubicBezTo>
                      <a:pt x="734" y="90"/>
                      <a:pt x="727" y="86"/>
                      <a:pt x="720" y="82"/>
                    </a:cubicBezTo>
                    <a:cubicBezTo>
                      <a:pt x="719" y="82"/>
                      <a:pt x="719" y="82"/>
                      <a:pt x="719" y="82"/>
                    </a:cubicBezTo>
                    <a:cubicBezTo>
                      <a:pt x="714" y="80"/>
                      <a:pt x="714" y="80"/>
                      <a:pt x="714" y="80"/>
                    </a:cubicBezTo>
                    <a:cubicBezTo>
                      <a:pt x="713" y="79"/>
                      <a:pt x="713" y="79"/>
                      <a:pt x="713" y="79"/>
                    </a:cubicBezTo>
                    <a:cubicBezTo>
                      <a:pt x="709" y="77"/>
                      <a:pt x="709" y="77"/>
                      <a:pt x="709" y="77"/>
                    </a:cubicBezTo>
                    <a:cubicBezTo>
                      <a:pt x="708" y="77"/>
                      <a:pt x="708" y="77"/>
                      <a:pt x="708" y="77"/>
                    </a:cubicBezTo>
                    <a:cubicBezTo>
                      <a:pt x="704" y="75"/>
                      <a:pt x="704" y="75"/>
                      <a:pt x="704" y="75"/>
                    </a:cubicBezTo>
                    <a:cubicBezTo>
                      <a:pt x="703" y="74"/>
                      <a:pt x="703" y="74"/>
                      <a:pt x="703" y="74"/>
                    </a:cubicBezTo>
                    <a:cubicBezTo>
                      <a:pt x="698" y="72"/>
                      <a:pt x="698" y="72"/>
                      <a:pt x="698" y="72"/>
                    </a:cubicBezTo>
                    <a:cubicBezTo>
                      <a:pt x="697" y="72"/>
                      <a:pt x="697" y="72"/>
                      <a:pt x="697" y="72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87" y="67"/>
                      <a:pt x="681" y="64"/>
                      <a:pt x="675" y="62"/>
                    </a:cubicBezTo>
                    <a:cubicBezTo>
                      <a:pt x="675" y="62"/>
                      <a:pt x="675" y="62"/>
                      <a:pt x="675" y="62"/>
                    </a:cubicBezTo>
                    <a:cubicBezTo>
                      <a:pt x="670" y="60"/>
                      <a:pt x="670" y="60"/>
                      <a:pt x="670" y="60"/>
                    </a:cubicBezTo>
                    <a:cubicBezTo>
                      <a:pt x="669" y="59"/>
                      <a:pt x="669" y="59"/>
                      <a:pt x="669" y="59"/>
                    </a:cubicBezTo>
                    <a:cubicBezTo>
                      <a:pt x="665" y="57"/>
                      <a:pt x="665" y="57"/>
                      <a:pt x="665" y="57"/>
                    </a:cubicBezTo>
                    <a:cubicBezTo>
                      <a:pt x="664" y="57"/>
                      <a:pt x="664" y="57"/>
                      <a:pt x="664" y="57"/>
                    </a:cubicBezTo>
                    <a:cubicBezTo>
                      <a:pt x="659" y="55"/>
                      <a:pt x="659" y="55"/>
                      <a:pt x="659" y="55"/>
                    </a:cubicBezTo>
                    <a:cubicBezTo>
                      <a:pt x="658" y="55"/>
                      <a:pt x="658" y="55"/>
                      <a:pt x="658" y="55"/>
                    </a:cubicBezTo>
                    <a:cubicBezTo>
                      <a:pt x="654" y="53"/>
                      <a:pt x="654" y="53"/>
                      <a:pt x="654" y="53"/>
                    </a:cubicBezTo>
                    <a:cubicBezTo>
                      <a:pt x="653" y="52"/>
                      <a:pt x="653" y="52"/>
                      <a:pt x="653" y="52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38" y="47"/>
                      <a:pt x="628" y="43"/>
                      <a:pt x="619" y="40"/>
                    </a:cubicBezTo>
                    <a:cubicBezTo>
                      <a:pt x="618" y="40"/>
                      <a:pt x="618" y="40"/>
                      <a:pt x="618" y="40"/>
                    </a:cubicBezTo>
                    <a:cubicBezTo>
                      <a:pt x="613" y="38"/>
                      <a:pt x="613" y="38"/>
                      <a:pt x="613" y="38"/>
                    </a:cubicBezTo>
                    <a:cubicBezTo>
                      <a:pt x="612" y="38"/>
                      <a:pt x="612" y="38"/>
                      <a:pt x="612" y="38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2" y="34"/>
                      <a:pt x="602" y="34"/>
                      <a:pt x="602" y="34"/>
                    </a:cubicBezTo>
                    <a:cubicBezTo>
                      <a:pt x="601" y="34"/>
                      <a:pt x="601" y="34"/>
                      <a:pt x="601" y="34"/>
                    </a:cubicBezTo>
                    <a:cubicBezTo>
                      <a:pt x="596" y="32"/>
                      <a:pt x="596" y="32"/>
                      <a:pt x="596" y="32"/>
                    </a:cubicBezTo>
                    <a:cubicBezTo>
                      <a:pt x="595" y="32"/>
                      <a:pt x="595" y="32"/>
                      <a:pt x="595" y="32"/>
                    </a:cubicBezTo>
                    <a:cubicBezTo>
                      <a:pt x="587" y="29"/>
                      <a:pt x="580" y="27"/>
                      <a:pt x="572" y="25"/>
                    </a:cubicBezTo>
                    <a:cubicBezTo>
                      <a:pt x="571" y="25"/>
                      <a:pt x="571" y="25"/>
                      <a:pt x="571" y="25"/>
                    </a:cubicBezTo>
                    <a:cubicBezTo>
                      <a:pt x="566" y="23"/>
                      <a:pt x="566" y="23"/>
                      <a:pt x="566" y="23"/>
                    </a:cubicBezTo>
                    <a:cubicBezTo>
                      <a:pt x="565" y="23"/>
                      <a:pt x="565" y="23"/>
                      <a:pt x="565" y="23"/>
                    </a:cubicBezTo>
                    <a:cubicBezTo>
                      <a:pt x="560" y="22"/>
                      <a:pt x="560" y="22"/>
                      <a:pt x="560" y="22"/>
                    </a:cubicBezTo>
                    <a:cubicBezTo>
                      <a:pt x="559" y="21"/>
                      <a:pt x="559" y="21"/>
                      <a:pt x="559" y="21"/>
                    </a:cubicBezTo>
                    <a:cubicBezTo>
                      <a:pt x="555" y="20"/>
                      <a:pt x="555" y="20"/>
                      <a:pt x="555" y="20"/>
                    </a:cubicBezTo>
                    <a:cubicBezTo>
                      <a:pt x="553" y="20"/>
                      <a:pt x="553" y="20"/>
                      <a:pt x="553" y="20"/>
                    </a:cubicBezTo>
                    <a:cubicBezTo>
                      <a:pt x="549" y="18"/>
                      <a:pt x="549" y="18"/>
                      <a:pt x="549" y="18"/>
                    </a:cubicBezTo>
                    <a:cubicBezTo>
                      <a:pt x="548" y="18"/>
                      <a:pt x="548" y="18"/>
                      <a:pt x="548" y="18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0" y="14"/>
                      <a:pt x="524" y="12"/>
                      <a:pt x="518" y="11"/>
                    </a:cubicBezTo>
                    <a:cubicBezTo>
                      <a:pt x="517" y="11"/>
                      <a:pt x="517" y="11"/>
                      <a:pt x="517" y="11"/>
                    </a:cubicBezTo>
                    <a:cubicBezTo>
                      <a:pt x="512" y="10"/>
                      <a:pt x="512" y="10"/>
                      <a:pt x="512" y="10"/>
                    </a:cubicBezTo>
                    <a:cubicBezTo>
                      <a:pt x="511" y="9"/>
                      <a:pt x="511" y="9"/>
                      <a:pt x="511" y="9"/>
                    </a:cubicBezTo>
                    <a:cubicBezTo>
                      <a:pt x="506" y="8"/>
                      <a:pt x="506" y="8"/>
                      <a:pt x="506" y="8"/>
                    </a:cubicBezTo>
                    <a:cubicBezTo>
                      <a:pt x="505" y="8"/>
                      <a:pt x="505" y="8"/>
                      <a:pt x="505" y="8"/>
                    </a:cubicBezTo>
                    <a:cubicBezTo>
                      <a:pt x="501" y="7"/>
                      <a:pt x="501" y="7"/>
                      <a:pt x="501" y="7"/>
                    </a:cubicBezTo>
                    <a:cubicBezTo>
                      <a:pt x="499" y="7"/>
                      <a:pt x="499" y="7"/>
                      <a:pt x="499" y="7"/>
                    </a:cubicBezTo>
                    <a:cubicBezTo>
                      <a:pt x="495" y="6"/>
                      <a:pt x="495" y="6"/>
                      <a:pt x="495" y="6"/>
                    </a:cubicBezTo>
                    <a:cubicBezTo>
                      <a:pt x="493" y="6"/>
                      <a:pt x="493" y="6"/>
                      <a:pt x="493" y="6"/>
                    </a:cubicBezTo>
                    <a:cubicBezTo>
                      <a:pt x="489" y="5"/>
                      <a:pt x="489" y="5"/>
                      <a:pt x="489" y="5"/>
                    </a:cubicBezTo>
                    <a:cubicBezTo>
                      <a:pt x="487" y="4"/>
                      <a:pt x="487" y="4"/>
                      <a:pt x="487" y="4"/>
                    </a:cubicBezTo>
                    <a:cubicBezTo>
                      <a:pt x="482" y="4"/>
                      <a:pt x="482" y="4"/>
                      <a:pt x="482" y="4"/>
                    </a:cubicBezTo>
                    <a:cubicBezTo>
                      <a:pt x="481" y="3"/>
                      <a:pt x="481" y="3"/>
                      <a:pt x="481" y="3"/>
                    </a:cubicBezTo>
                    <a:cubicBezTo>
                      <a:pt x="475" y="2"/>
                      <a:pt x="475" y="2"/>
                      <a:pt x="475" y="2"/>
                    </a:cubicBezTo>
                    <a:cubicBezTo>
                      <a:pt x="474" y="2"/>
                      <a:pt x="474" y="2"/>
                      <a:pt x="474" y="2"/>
                    </a:cubicBezTo>
                    <a:cubicBezTo>
                      <a:pt x="462" y="1"/>
                      <a:pt x="450" y="1"/>
                      <a:pt x="438" y="1"/>
                    </a:cubicBezTo>
                    <a:cubicBezTo>
                      <a:pt x="432" y="0"/>
                      <a:pt x="426" y="0"/>
                      <a:pt x="420" y="0"/>
                    </a:cubicBezTo>
                    <a:cubicBezTo>
                      <a:pt x="283" y="0"/>
                      <a:pt x="155" y="38"/>
                      <a:pt x="71" y="118"/>
                    </a:cubicBezTo>
                  </a:path>
                </a:pathLst>
              </a:cu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8776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inhoud 8"/>
          <p:cNvSpPr>
            <a:spLocks noGrp="1" noSelect="1"/>
          </p:cNvSpPr>
          <p:nvPr>
            <p:ph sz="quarter" idx="13" hasCustomPrompt="1"/>
          </p:nvPr>
        </p:nvSpPr>
        <p:spPr bwMode="gray">
          <a:xfrm>
            <a:off x="6241534" y="1497600"/>
            <a:ext cx="5508000" cy="4032000"/>
          </a:xfrm>
        </p:spPr>
        <p:txBody>
          <a:bodyPr/>
          <a:lstStyle>
            <a:lvl4pPr>
              <a:spcAft>
                <a:spcPts val="2400"/>
              </a:spcAft>
              <a:defRPr/>
            </a:lvl4pPr>
          </a:lstStyle>
          <a:p>
            <a:pPr lvl="0"/>
            <a:r>
              <a:rPr lang="en-GB" noProof="1"/>
              <a:t>Klik om de modelstijlen te bewerken</a:t>
            </a:r>
          </a:p>
          <a:p>
            <a:pPr lvl="1"/>
            <a:r>
              <a:rPr lang="en-GB" noProof="1"/>
              <a:t>Tweede niveau</a:t>
            </a:r>
          </a:p>
          <a:p>
            <a:pPr lvl="2"/>
            <a:r>
              <a:rPr lang="en-GB" noProof="1"/>
              <a:t>Derde niveau</a:t>
            </a:r>
          </a:p>
          <a:p>
            <a:pPr lvl="3"/>
            <a:r>
              <a:rPr lang="en-GB" noProof="1"/>
              <a:t>Vierde niveau</a:t>
            </a:r>
          </a:p>
          <a:p>
            <a:pPr lvl="4"/>
            <a:r>
              <a:rPr lang="en-GB" noProof="1"/>
              <a:t>Vijfde niveau</a:t>
            </a:r>
          </a:p>
        </p:txBody>
      </p:sp>
      <p:sp>
        <p:nvSpPr>
          <p:cNvPr id="11" name="Tijdelijke aanduiding voor inhoud 10"/>
          <p:cNvSpPr>
            <a:spLocks noGrp="1" noSelect="1"/>
          </p:cNvSpPr>
          <p:nvPr>
            <p:ph sz="quarter" idx="14" hasCustomPrompt="1"/>
          </p:nvPr>
        </p:nvSpPr>
        <p:spPr bwMode="gray">
          <a:xfrm>
            <a:off x="445533" y="1497600"/>
            <a:ext cx="5508000" cy="4032000"/>
          </a:xfrm>
        </p:spPr>
        <p:txBody>
          <a:bodyPr/>
          <a:lstStyle>
            <a:lvl4pPr>
              <a:spcAft>
                <a:spcPts val="2400"/>
              </a:spcAft>
              <a:defRPr/>
            </a:lvl4pPr>
          </a:lstStyle>
          <a:p>
            <a:pPr lvl="0"/>
            <a:r>
              <a:rPr lang="en-GB" noProof="1"/>
              <a:t>Klik om de modelstijlen te bewerken</a:t>
            </a:r>
          </a:p>
          <a:p>
            <a:pPr lvl="1"/>
            <a:r>
              <a:rPr lang="en-GB" noProof="1"/>
              <a:t>Tweede niveau</a:t>
            </a:r>
          </a:p>
          <a:p>
            <a:pPr lvl="2"/>
            <a:r>
              <a:rPr lang="en-GB" noProof="1"/>
              <a:t>Derde niveau</a:t>
            </a:r>
          </a:p>
          <a:p>
            <a:pPr lvl="3"/>
            <a:r>
              <a:rPr lang="en-GB" noProof="1"/>
              <a:t>Vierde niveau</a:t>
            </a:r>
          </a:p>
          <a:p>
            <a:pPr lvl="4"/>
            <a:r>
              <a:rPr lang="en-GB" noProof="1"/>
              <a:t>Vijfde niveau</a:t>
            </a:r>
          </a:p>
        </p:txBody>
      </p:sp>
      <p:sp>
        <p:nvSpPr>
          <p:cNvPr id="4" name="Tijdelijke aanduiding voor dianummer 3"/>
          <p:cNvSpPr>
            <a:spLocks noGrp="1" noSelect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1336C48C-F87C-4E4B-81EF-5027B17D1F61}" type="slidenum">
              <a:rPr lang="en-GB" noProof="1" smtClean="0"/>
              <a:pPr/>
              <a:t>‹Nº›</a:t>
            </a:fld>
            <a:endParaRPr lang="en-GB" noProof="1"/>
          </a:p>
        </p:txBody>
      </p:sp>
      <p:sp>
        <p:nvSpPr>
          <p:cNvPr id="5" name="Titel 4"/>
          <p:cNvSpPr>
            <a:spLocks noGrp="1" noSelect="1"/>
          </p:cNvSpPr>
          <p:nvPr>
            <p:ph type="title" hasCustomPrompt="1"/>
          </p:nvPr>
        </p:nvSpPr>
        <p:spPr bwMode="gray">
          <a:xfrm>
            <a:off x="445534" y="246063"/>
            <a:ext cx="113040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</a:t>
            </a:r>
          </a:p>
        </p:txBody>
      </p:sp>
      <p:grpSp>
        <p:nvGrpSpPr>
          <p:cNvPr id="23" name="Group 4"/>
          <p:cNvGrpSpPr>
            <a:grpSpLocks noSelect="1" noChangeAspect="1"/>
          </p:cNvGrpSpPr>
          <p:nvPr userDrawn="1"/>
        </p:nvGrpSpPr>
        <p:grpSpPr bwMode="gray">
          <a:xfrm>
            <a:off x="380952" y="5843380"/>
            <a:ext cx="11424279" cy="12703"/>
            <a:chOff x="180" y="2760"/>
            <a:chExt cx="5398" cy="6"/>
          </a:xfrm>
        </p:grpSpPr>
        <p:sp>
          <p:nvSpPr>
            <p:cNvPr id="24" name="Freeform 6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5" name="Rectangle 9"/>
            <p:cNvSpPr>
              <a:spLocks noSelect="1" noChangeArrowheads="1"/>
            </p:cNvSpPr>
            <p:nvPr/>
          </p:nvSpPr>
          <p:spPr bwMode="gray">
            <a:xfrm>
              <a:off x="180" y="2760"/>
              <a:ext cx="5398" cy="6"/>
            </a:xfrm>
            <a:prstGeom prst="rect">
              <a:avLst/>
            </a:prstGeom>
            <a:solidFill>
              <a:srgbClr val="EA650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6" name="Freeform 10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grpSp>
        <p:nvGrpSpPr>
          <p:cNvPr id="17" name="Group 4"/>
          <p:cNvGrpSpPr>
            <a:grpSpLocks noSelect="1" noChangeAspect="1"/>
          </p:cNvGrpSpPr>
          <p:nvPr userDrawn="1"/>
        </p:nvGrpSpPr>
        <p:grpSpPr bwMode="gray">
          <a:xfrm>
            <a:off x="985838" y="6148406"/>
            <a:ext cx="1103313" cy="336551"/>
            <a:chOff x="621" y="3873"/>
            <a:chExt cx="695" cy="212"/>
          </a:xfrm>
        </p:grpSpPr>
        <p:sp>
          <p:nvSpPr>
            <p:cNvPr id="27" name="Freeform 5"/>
            <p:cNvSpPr>
              <a:spLocks noSelect="1"/>
            </p:cNvSpPr>
            <p:nvPr userDrawn="1"/>
          </p:nvSpPr>
          <p:spPr bwMode="gray">
            <a:xfrm>
              <a:off x="621" y="3873"/>
              <a:ext cx="515" cy="93"/>
            </a:xfrm>
            <a:custGeom>
              <a:avLst/>
              <a:gdLst/>
              <a:ahLst/>
              <a:cxnLst>
                <a:cxn ang="0">
                  <a:pos x="1955" y="422"/>
                </a:cxn>
                <a:cxn ang="0">
                  <a:pos x="1849" y="422"/>
                </a:cxn>
                <a:cxn ang="0">
                  <a:pos x="1738" y="576"/>
                </a:cxn>
                <a:cxn ang="0">
                  <a:pos x="103" y="639"/>
                </a:cxn>
                <a:cxn ang="0">
                  <a:pos x="287" y="374"/>
                </a:cxn>
                <a:cxn ang="0">
                  <a:pos x="377" y="653"/>
                </a:cxn>
                <a:cxn ang="0">
                  <a:pos x="234" y="182"/>
                </a:cxn>
                <a:cxn ang="0">
                  <a:pos x="79" y="193"/>
                </a:cxn>
                <a:cxn ang="0">
                  <a:pos x="0" y="639"/>
                </a:cxn>
                <a:cxn ang="0">
                  <a:pos x="2133" y="653"/>
                </a:cxn>
                <a:cxn ang="0">
                  <a:pos x="2249" y="276"/>
                </a:cxn>
                <a:cxn ang="0">
                  <a:pos x="2344" y="653"/>
                </a:cxn>
                <a:cxn ang="0">
                  <a:pos x="2434" y="359"/>
                </a:cxn>
                <a:cxn ang="0">
                  <a:pos x="2136" y="206"/>
                </a:cxn>
                <a:cxn ang="0">
                  <a:pos x="2044" y="206"/>
                </a:cxn>
                <a:cxn ang="0">
                  <a:pos x="2133" y="653"/>
                </a:cxn>
                <a:cxn ang="0">
                  <a:pos x="786" y="427"/>
                </a:cxn>
                <a:cxn ang="0">
                  <a:pos x="688" y="269"/>
                </a:cxn>
                <a:cxn ang="0">
                  <a:pos x="668" y="664"/>
                </a:cxn>
                <a:cxn ang="0">
                  <a:pos x="812" y="652"/>
                </a:cxn>
                <a:cxn ang="0">
                  <a:pos x="889" y="206"/>
                </a:cxn>
                <a:cxn ang="0">
                  <a:pos x="803" y="206"/>
                </a:cxn>
                <a:cxn ang="0">
                  <a:pos x="2733" y="269"/>
                </a:cxn>
                <a:cxn ang="0">
                  <a:pos x="2734" y="576"/>
                </a:cxn>
                <a:cxn ang="0">
                  <a:pos x="2713" y="182"/>
                </a:cxn>
                <a:cxn ang="0">
                  <a:pos x="2836" y="593"/>
                </a:cxn>
                <a:cxn ang="0">
                  <a:pos x="2921" y="652"/>
                </a:cxn>
                <a:cxn ang="0">
                  <a:pos x="2921" y="193"/>
                </a:cxn>
                <a:cxn ang="0">
                  <a:pos x="2842" y="247"/>
                </a:cxn>
                <a:cxn ang="0">
                  <a:pos x="1324" y="214"/>
                </a:cxn>
                <a:cxn ang="0">
                  <a:pos x="1414" y="653"/>
                </a:cxn>
                <a:cxn ang="0">
                  <a:pos x="1414" y="193"/>
                </a:cxn>
                <a:cxn ang="0">
                  <a:pos x="3045" y="22"/>
                </a:cxn>
                <a:cxn ang="0">
                  <a:pos x="3135" y="653"/>
                </a:cxn>
                <a:cxn ang="0">
                  <a:pos x="3135" y="2"/>
                </a:cxn>
                <a:cxn ang="0">
                  <a:pos x="1375" y="12"/>
                </a:cxn>
                <a:cxn ang="0">
                  <a:pos x="1436" y="73"/>
                </a:cxn>
                <a:cxn ang="0">
                  <a:pos x="1154" y="578"/>
                </a:cxn>
                <a:cxn ang="0">
                  <a:pos x="1207" y="276"/>
                </a:cxn>
                <a:cxn ang="0">
                  <a:pos x="1207" y="193"/>
                </a:cxn>
                <a:cxn ang="0">
                  <a:pos x="1097" y="57"/>
                </a:cxn>
                <a:cxn ang="0">
                  <a:pos x="1007" y="535"/>
                </a:cxn>
                <a:cxn ang="0">
                  <a:pos x="1227" y="635"/>
                </a:cxn>
                <a:cxn ang="0">
                  <a:pos x="3450" y="267"/>
                </a:cxn>
                <a:cxn ang="0">
                  <a:pos x="3458" y="664"/>
                </a:cxn>
                <a:cxn ang="0">
                  <a:pos x="3603" y="555"/>
                </a:cxn>
                <a:cxn ang="0">
                  <a:pos x="3346" y="460"/>
                </a:cxn>
                <a:cxn ang="0">
                  <a:pos x="3657" y="420"/>
                </a:cxn>
                <a:cxn ang="0">
                  <a:pos x="3458" y="664"/>
                </a:cxn>
              </a:cxnLst>
              <a:rect l="0" t="0" r="r" b="b"/>
              <a:pathLst>
                <a:path w="3657" h="664">
                  <a:moveTo>
                    <a:pt x="1517" y="422"/>
                  </a:moveTo>
                  <a:cubicBezTo>
                    <a:pt x="1517" y="287"/>
                    <a:pt x="1600" y="182"/>
                    <a:pt x="1736" y="182"/>
                  </a:cubicBezTo>
                  <a:cubicBezTo>
                    <a:pt x="1874" y="182"/>
                    <a:pt x="1955" y="286"/>
                    <a:pt x="1955" y="422"/>
                  </a:cubicBezTo>
                  <a:cubicBezTo>
                    <a:pt x="1955" y="564"/>
                    <a:pt x="1867" y="664"/>
                    <a:pt x="1735" y="664"/>
                  </a:cubicBezTo>
                  <a:cubicBezTo>
                    <a:pt x="1603" y="664"/>
                    <a:pt x="1517" y="564"/>
                    <a:pt x="1517" y="422"/>
                  </a:cubicBezTo>
                  <a:moveTo>
                    <a:pt x="1849" y="422"/>
                  </a:moveTo>
                  <a:cubicBezTo>
                    <a:pt x="1849" y="331"/>
                    <a:pt x="1804" y="270"/>
                    <a:pt x="1736" y="269"/>
                  </a:cubicBezTo>
                  <a:cubicBezTo>
                    <a:pt x="1666" y="270"/>
                    <a:pt x="1624" y="333"/>
                    <a:pt x="1624" y="422"/>
                  </a:cubicBezTo>
                  <a:cubicBezTo>
                    <a:pt x="1624" y="503"/>
                    <a:pt x="1661" y="576"/>
                    <a:pt x="1738" y="576"/>
                  </a:cubicBezTo>
                  <a:cubicBezTo>
                    <a:pt x="1806" y="576"/>
                    <a:pt x="1849" y="513"/>
                    <a:pt x="1849" y="422"/>
                  </a:cubicBezTo>
                  <a:moveTo>
                    <a:pt x="90" y="653"/>
                  </a:moveTo>
                  <a:cubicBezTo>
                    <a:pt x="97" y="653"/>
                    <a:pt x="103" y="647"/>
                    <a:pt x="103" y="639"/>
                  </a:cubicBezTo>
                  <a:cubicBezTo>
                    <a:pt x="103" y="410"/>
                    <a:pt x="103" y="410"/>
                    <a:pt x="103" y="410"/>
                  </a:cubicBezTo>
                  <a:cubicBezTo>
                    <a:pt x="103" y="322"/>
                    <a:pt x="152" y="276"/>
                    <a:pt x="206" y="276"/>
                  </a:cubicBezTo>
                  <a:cubicBezTo>
                    <a:pt x="247" y="276"/>
                    <a:pt x="287" y="299"/>
                    <a:pt x="287" y="374"/>
                  </a:cubicBezTo>
                  <a:cubicBezTo>
                    <a:pt x="287" y="639"/>
                    <a:pt x="287" y="639"/>
                    <a:pt x="287" y="639"/>
                  </a:cubicBezTo>
                  <a:cubicBezTo>
                    <a:pt x="287" y="647"/>
                    <a:pt x="293" y="653"/>
                    <a:pt x="300" y="653"/>
                  </a:cubicBezTo>
                  <a:cubicBezTo>
                    <a:pt x="377" y="653"/>
                    <a:pt x="377" y="653"/>
                    <a:pt x="377" y="653"/>
                  </a:cubicBezTo>
                  <a:cubicBezTo>
                    <a:pt x="384" y="653"/>
                    <a:pt x="390" y="647"/>
                    <a:pt x="390" y="639"/>
                  </a:cubicBezTo>
                  <a:cubicBezTo>
                    <a:pt x="390" y="359"/>
                    <a:pt x="390" y="359"/>
                    <a:pt x="390" y="359"/>
                  </a:cubicBezTo>
                  <a:cubicBezTo>
                    <a:pt x="390" y="234"/>
                    <a:pt x="321" y="182"/>
                    <a:pt x="234" y="182"/>
                  </a:cubicBezTo>
                  <a:cubicBezTo>
                    <a:pt x="178" y="182"/>
                    <a:pt x="127" y="215"/>
                    <a:pt x="96" y="252"/>
                  </a:cubicBezTo>
                  <a:cubicBezTo>
                    <a:pt x="92" y="206"/>
                    <a:pt x="92" y="206"/>
                    <a:pt x="92" y="206"/>
                  </a:cubicBezTo>
                  <a:cubicBezTo>
                    <a:pt x="91" y="199"/>
                    <a:pt x="85" y="193"/>
                    <a:pt x="79" y="193"/>
                  </a:cubicBezTo>
                  <a:cubicBezTo>
                    <a:pt x="13" y="193"/>
                    <a:pt x="13" y="193"/>
                    <a:pt x="13" y="193"/>
                  </a:cubicBezTo>
                  <a:cubicBezTo>
                    <a:pt x="6" y="193"/>
                    <a:pt x="0" y="199"/>
                    <a:pt x="0" y="206"/>
                  </a:cubicBezTo>
                  <a:cubicBezTo>
                    <a:pt x="0" y="639"/>
                    <a:pt x="0" y="639"/>
                    <a:pt x="0" y="639"/>
                  </a:cubicBezTo>
                  <a:cubicBezTo>
                    <a:pt x="0" y="647"/>
                    <a:pt x="6" y="653"/>
                    <a:pt x="13" y="653"/>
                  </a:cubicBezTo>
                  <a:lnTo>
                    <a:pt x="90" y="653"/>
                  </a:lnTo>
                  <a:close/>
                  <a:moveTo>
                    <a:pt x="2133" y="653"/>
                  </a:moveTo>
                  <a:cubicBezTo>
                    <a:pt x="2141" y="653"/>
                    <a:pt x="2147" y="647"/>
                    <a:pt x="2147" y="639"/>
                  </a:cubicBezTo>
                  <a:cubicBezTo>
                    <a:pt x="2147" y="410"/>
                    <a:pt x="2147" y="410"/>
                    <a:pt x="2147" y="410"/>
                  </a:cubicBezTo>
                  <a:cubicBezTo>
                    <a:pt x="2147" y="322"/>
                    <a:pt x="2196" y="276"/>
                    <a:pt x="2249" y="276"/>
                  </a:cubicBezTo>
                  <a:cubicBezTo>
                    <a:pt x="2291" y="276"/>
                    <a:pt x="2331" y="299"/>
                    <a:pt x="2331" y="374"/>
                  </a:cubicBezTo>
                  <a:cubicBezTo>
                    <a:pt x="2331" y="639"/>
                    <a:pt x="2331" y="639"/>
                    <a:pt x="2331" y="639"/>
                  </a:cubicBezTo>
                  <a:cubicBezTo>
                    <a:pt x="2331" y="647"/>
                    <a:pt x="2337" y="653"/>
                    <a:pt x="2344" y="653"/>
                  </a:cubicBezTo>
                  <a:cubicBezTo>
                    <a:pt x="2420" y="653"/>
                    <a:pt x="2420" y="653"/>
                    <a:pt x="2420" y="653"/>
                  </a:cubicBezTo>
                  <a:cubicBezTo>
                    <a:pt x="2428" y="653"/>
                    <a:pt x="2434" y="647"/>
                    <a:pt x="2434" y="639"/>
                  </a:cubicBezTo>
                  <a:cubicBezTo>
                    <a:pt x="2434" y="359"/>
                    <a:pt x="2434" y="359"/>
                    <a:pt x="2434" y="359"/>
                  </a:cubicBezTo>
                  <a:cubicBezTo>
                    <a:pt x="2434" y="234"/>
                    <a:pt x="2365" y="182"/>
                    <a:pt x="2278" y="182"/>
                  </a:cubicBezTo>
                  <a:cubicBezTo>
                    <a:pt x="2222" y="182"/>
                    <a:pt x="2170" y="215"/>
                    <a:pt x="2140" y="252"/>
                  </a:cubicBezTo>
                  <a:cubicBezTo>
                    <a:pt x="2136" y="206"/>
                    <a:pt x="2136" y="206"/>
                    <a:pt x="2136" y="206"/>
                  </a:cubicBezTo>
                  <a:cubicBezTo>
                    <a:pt x="2135" y="199"/>
                    <a:pt x="2129" y="193"/>
                    <a:pt x="2123" y="193"/>
                  </a:cubicBezTo>
                  <a:cubicBezTo>
                    <a:pt x="2057" y="193"/>
                    <a:pt x="2057" y="193"/>
                    <a:pt x="2057" y="193"/>
                  </a:cubicBezTo>
                  <a:cubicBezTo>
                    <a:pt x="2050" y="193"/>
                    <a:pt x="2044" y="199"/>
                    <a:pt x="2044" y="206"/>
                  </a:cubicBezTo>
                  <a:cubicBezTo>
                    <a:pt x="2044" y="639"/>
                    <a:pt x="2044" y="639"/>
                    <a:pt x="2044" y="639"/>
                  </a:cubicBezTo>
                  <a:cubicBezTo>
                    <a:pt x="2044" y="647"/>
                    <a:pt x="2050" y="653"/>
                    <a:pt x="2057" y="653"/>
                  </a:cubicBezTo>
                  <a:lnTo>
                    <a:pt x="2133" y="653"/>
                  </a:lnTo>
                  <a:close/>
                  <a:moveTo>
                    <a:pt x="688" y="269"/>
                  </a:moveTo>
                  <a:cubicBezTo>
                    <a:pt x="736" y="269"/>
                    <a:pt x="786" y="304"/>
                    <a:pt x="786" y="406"/>
                  </a:cubicBezTo>
                  <a:cubicBezTo>
                    <a:pt x="786" y="427"/>
                    <a:pt x="786" y="427"/>
                    <a:pt x="786" y="427"/>
                  </a:cubicBezTo>
                  <a:cubicBezTo>
                    <a:pt x="786" y="547"/>
                    <a:pt x="729" y="576"/>
                    <a:pt x="690" y="576"/>
                  </a:cubicBezTo>
                  <a:cubicBezTo>
                    <a:pt x="621" y="576"/>
                    <a:pt x="582" y="502"/>
                    <a:pt x="582" y="421"/>
                  </a:cubicBezTo>
                  <a:cubicBezTo>
                    <a:pt x="582" y="329"/>
                    <a:pt x="626" y="269"/>
                    <a:pt x="688" y="269"/>
                  </a:cubicBezTo>
                  <a:moveTo>
                    <a:pt x="669" y="182"/>
                  </a:moveTo>
                  <a:cubicBezTo>
                    <a:pt x="570" y="182"/>
                    <a:pt x="476" y="261"/>
                    <a:pt x="476" y="422"/>
                  </a:cubicBezTo>
                  <a:cubicBezTo>
                    <a:pt x="476" y="554"/>
                    <a:pt x="547" y="664"/>
                    <a:pt x="668" y="664"/>
                  </a:cubicBezTo>
                  <a:cubicBezTo>
                    <a:pt x="722" y="664"/>
                    <a:pt x="768" y="631"/>
                    <a:pt x="791" y="593"/>
                  </a:cubicBezTo>
                  <a:cubicBezTo>
                    <a:pt x="798" y="639"/>
                    <a:pt x="798" y="639"/>
                    <a:pt x="798" y="639"/>
                  </a:cubicBezTo>
                  <a:cubicBezTo>
                    <a:pt x="799" y="646"/>
                    <a:pt x="805" y="652"/>
                    <a:pt x="812" y="652"/>
                  </a:cubicBezTo>
                  <a:cubicBezTo>
                    <a:pt x="876" y="652"/>
                    <a:pt x="876" y="652"/>
                    <a:pt x="876" y="652"/>
                  </a:cubicBezTo>
                  <a:cubicBezTo>
                    <a:pt x="883" y="652"/>
                    <a:pt x="889" y="647"/>
                    <a:pt x="889" y="639"/>
                  </a:cubicBezTo>
                  <a:cubicBezTo>
                    <a:pt x="889" y="206"/>
                    <a:pt x="889" y="206"/>
                    <a:pt x="889" y="206"/>
                  </a:cubicBezTo>
                  <a:cubicBezTo>
                    <a:pt x="889" y="199"/>
                    <a:pt x="883" y="193"/>
                    <a:pt x="876" y="193"/>
                  </a:cubicBezTo>
                  <a:cubicBezTo>
                    <a:pt x="817" y="193"/>
                    <a:pt x="817" y="193"/>
                    <a:pt x="817" y="193"/>
                  </a:cubicBezTo>
                  <a:cubicBezTo>
                    <a:pt x="810" y="193"/>
                    <a:pt x="804" y="199"/>
                    <a:pt x="803" y="206"/>
                  </a:cubicBezTo>
                  <a:cubicBezTo>
                    <a:pt x="798" y="247"/>
                    <a:pt x="798" y="247"/>
                    <a:pt x="798" y="247"/>
                  </a:cubicBezTo>
                  <a:cubicBezTo>
                    <a:pt x="768" y="210"/>
                    <a:pt x="727" y="182"/>
                    <a:pt x="669" y="182"/>
                  </a:cubicBezTo>
                  <a:moveTo>
                    <a:pt x="2733" y="269"/>
                  </a:moveTo>
                  <a:cubicBezTo>
                    <a:pt x="2780" y="269"/>
                    <a:pt x="2830" y="304"/>
                    <a:pt x="2830" y="406"/>
                  </a:cubicBezTo>
                  <a:cubicBezTo>
                    <a:pt x="2830" y="427"/>
                    <a:pt x="2830" y="427"/>
                    <a:pt x="2830" y="427"/>
                  </a:cubicBezTo>
                  <a:cubicBezTo>
                    <a:pt x="2830" y="547"/>
                    <a:pt x="2773" y="576"/>
                    <a:pt x="2734" y="576"/>
                  </a:cubicBezTo>
                  <a:cubicBezTo>
                    <a:pt x="2665" y="576"/>
                    <a:pt x="2627" y="502"/>
                    <a:pt x="2627" y="421"/>
                  </a:cubicBezTo>
                  <a:cubicBezTo>
                    <a:pt x="2627" y="329"/>
                    <a:pt x="2670" y="269"/>
                    <a:pt x="2733" y="269"/>
                  </a:cubicBezTo>
                  <a:moveTo>
                    <a:pt x="2713" y="182"/>
                  </a:moveTo>
                  <a:cubicBezTo>
                    <a:pt x="2614" y="182"/>
                    <a:pt x="2520" y="261"/>
                    <a:pt x="2520" y="422"/>
                  </a:cubicBezTo>
                  <a:cubicBezTo>
                    <a:pt x="2520" y="554"/>
                    <a:pt x="2591" y="664"/>
                    <a:pt x="2713" y="664"/>
                  </a:cubicBezTo>
                  <a:cubicBezTo>
                    <a:pt x="2766" y="664"/>
                    <a:pt x="2813" y="631"/>
                    <a:pt x="2836" y="593"/>
                  </a:cubicBezTo>
                  <a:cubicBezTo>
                    <a:pt x="2843" y="639"/>
                    <a:pt x="2843" y="639"/>
                    <a:pt x="2843" y="639"/>
                  </a:cubicBezTo>
                  <a:cubicBezTo>
                    <a:pt x="2844" y="646"/>
                    <a:pt x="2850" y="652"/>
                    <a:pt x="2856" y="652"/>
                  </a:cubicBezTo>
                  <a:cubicBezTo>
                    <a:pt x="2921" y="652"/>
                    <a:pt x="2921" y="652"/>
                    <a:pt x="2921" y="652"/>
                  </a:cubicBezTo>
                  <a:cubicBezTo>
                    <a:pt x="2928" y="652"/>
                    <a:pt x="2934" y="647"/>
                    <a:pt x="2934" y="639"/>
                  </a:cubicBezTo>
                  <a:cubicBezTo>
                    <a:pt x="2934" y="206"/>
                    <a:pt x="2934" y="206"/>
                    <a:pt x="2934" y="206"/>
                  </a:cubicBezTo>
                  <a:cubicBezTo>
                    <a:pt x="2934" y="199"/>
                    <a:pt x="2928" y="193"/>
                    <a:pt x="2921" y="193"/>
                  </a:cubicBezTo>
                  <a:cubicBezTo>
                    <a:pt x="2861" y="193"/>
                    <a:pt x="2861" y="193"/>
                    <a:pt x="2861" y="193"/>
                  </a:cubicBezTo>
                  <a:cubicBezTo>
                    <a:pt x="2855" y="193"/>
                    <a:pt x="2849" y="199"/>
                    <a:pt x="2848" y="206"/>
                  </a:cubicBezTo>
                  <a:cubicBezTo>
                    <a:pt x="2842" y="247"/>
                    <a:pt x="2842" y="247"/>
                    <a:pt x="2842" y="247"/>
                  </a:cubicBezTo>
                  <a:cubicBezTo>
                    <a:pt x="2813" y="210"/>
                    <a:pt x="2771" y="182"/>
                    <a:pt x="2713" y="182"/>
                  </a:cubicBezTo>
                  <a:moveTo>
                    <a:pt x="1337" y="200"/>
                  </a:moveTo>
                  <a:cubicBezTo>
                    <a:pt x="1330" y="201"/>
                    <a:pt x="1324" y="206"/>
                    <a:pt x="1324" y="214"/>
                  </a:cubicBezTo>
                  <a:cubicBezTo>
                    <a:pt x="1324" y="639"/>
                    <a:pt x="1324" y="639"/>
                    <a:pt x="1324" y="639"/>
                  </a:cubicBezTo>
                  <a:cubicBezTo>
                    <a:pt x="1324" y="647"/>
                    <a:pt x="1330" y="653"/>
                    <a:pt x="1337" y="653"/>
                  </a:cubicBezTo>
                  <a:cubicBezTo>
                    <a:pt x="1414" y="653"/>
                    <a:pt x="1414" y="653"/>
                    <a:pt x="1414" y="653"/>
                  </a:cubicBezTo>
                  <a:cubicBezTo>
                    <a:pt x="1421" y="653"/>
                    <a:pt x="1427" y="647"/>
                    <a:pt x="1427" y="639"/>
                  </a:cubicBezTo>
                  <a:cubicBezTo>
                    <a:pt x="1427" y="206"/>
                    <a:pt x="1427" y="206"/>
                    <a:pt x="1427" y="206"/>
                  </a:cubicBezTo>
                  <a:cubicBezTo>
                    <a:pt x="1427" y="199"/>
                    <a:pt x="1421" y="192"/>
                    <a:pt x="1414" y="193"/>
                  </a:cubicBezTo>
                  <a:lnTo>
                    <a:pt x="1337" y="200"/>
                  </a:lnTo>
                  <a:close/>
                  <a:moveTo>
                    <a:pt x="3058" y="9"/>
                  </a:moveTo>
                  <a:cubicBezTo>
                    <a:pt x="3051" y="10"/>
                    <a:pt x="3045" y="15"/>
                    <a:pt x="3045" y="22"/>
                  </a:cubicBezTo>
                  <a:cubicBezTo>
                    <a:pt x="3045" y="639"/>
                    <a:pt x="3045" y="639"/>
                    <a:pt x="3045" y="639"/>
                  </a:cubicBezTo>
                  <a:cubicBezTo>
                    <a:pt x="3045" y="647"/>
                    <a:pt x="3051" y="653"/>
                    <a:pt x="3058" y="653"/>
                  </a:cubicBezTo>
                  <a:cubicBezTo>
                    <a:pt x="3135" y="653"/>
                    <a:pt x="3135" y="653"/>
                    <a:pt x="3135" y="653"/>
                  </a:cubicBezTo>
                  <a:cubicBezTo>
                    <a:pt x="3142" y="653"/>
                    <a:pt x="3148" y="647"/>
                    <a:pt x="3148" y="639"/>
                  </a:cubicBezTo>
                  <a:cubicBezTo>
                    <a:pt x="3148" y="15"/>
                    <a:pt x="3148" y="15"/>
                    <a:pt x="3148" y="15"/>
                  </a:cubicBezTo>
                  <a:cubicBezTo>
                    <a:pt x="3148" y="7"/>
                    <a:pt x="3142" y="0"/>
                    <a:pt x="3135" y="2"/>
                  </a:cubicBezTo>
                  <a:lnTo>
                    <a:pt x="3058" y="9"/>
                  </a:lnTo>
                  <a:close/>
                  <a:moveTo>
                    <a:pt x="1436" y="73"/>
                  </a:moveTo>
                  <a:cubicBezTo>
                    <a:pt x="1436" y="39"/>
                    <a:pt x="1409" y="12"/>
                    <a:pt x="1375" y="12"/>
                  </a:cubicBezTo>
                  <a:cubicBezTo>
                    <a:pt x="1342" y="12"/>
                    <a:pt x="1315" y="39"/>
                    <a:pt x="1315" y="73"/>
                  </a:cubicBezTo>
                  <a:cubicBezTo>
                    <a:pt x="1315" y="106"/>
                    <a:pt x="1342" y="133"/>
                    <a:pt x="1375" y="133"/>
                  </a:cubicBezTo>
                  <a:cubicBezTo>
                    <a:pt x="1409" y="133"/>
                    <a:pt x="1436" y="106"/>
                    <a:pt x="1436" y="73"/>
                  </a:cubicBezTo>
                  <a:moveTo>
                    <a:pt x="1219" y="578"/>
                  </a:moveTo>
                  <a:cubicBezTo>
                    <a:pt x="1217" y="568"/>
                    <a:pt x="1211" y="565"/>
                    <a:pt x="1199" y="570"/>
                  </a:cubicBezTo>
                  <a:cubicBezTo>
                    <a:pt x="1192" y="572"/>
                    <a:pt x="1169" y="578"/>
                    <a:pt x="1154" y="578"/>
                  </a:cubicBezTo>
                  <a:cubicBezTo>
                    <a:pt x="1124" y="578"/>
                    <a:pt x="1111" y="567"/>
                    <a:pt x="1110" y="524"/>
                  </a:cubicBezTo>
                  <a:cubicBezTo>
                    <a:pt x="1110" y="276"/>
                    <a:pt x="1110" y="276"/>
                    <a:pt x="1110" y="276"/>
                  </a:cubicBezTo>
                  <a:cubicBezTo>
                    <a:pt x="1207" y="276"/>
                    <a:pt x="1207" y="276"/>
                    <a:pt x="1207" y="276"/>
                  </a:cubicBezTo>
                  <a:cubicBezTo>
                    <a:pt x="1214" y="276"/>
                    <a:pt x="1220" y="270"/>
                    <a:pt x="1220" y="263"/>
                  </a:cubicBezTo>
                  <a:cubicBezTo>
                    <a:pt x="1220" y="206"/>
                    <a:pt x="1220" y="206"/>
                    <a:pt x="1220" y="206"/>
                  </a:cubicBezTo>
                  <a:cubicBezTo>
                    <a:pt x="1220" y="199"/>
                    <a:pt x="1214" y="193"/>
                    <a:pt x="1207" y="193"/>
                  </a:cubicBezTo>
                  <a:cubicBezTo>
                    <a:pt x="1110" y="193"/>
                    <a:pt x="1110" y="193"/>
                    <a:pt x="1110" y="193"/>
                  </a:cubicBezTo>
                  <a:cubicBezTo>
                    <a:pt x="1110" y="70"/>
                    <a:pt x="1110" y="70"/>
                    <a:pt x="1110" y="70"/>
                  </a:cubicBezTo>
                  <a:cubicBezTo>
                    <a:pt x="1110" y="62"/>
                    <a:pt x="1104" y="56"/>
                    <a:pt x="1097" y="57"/>
                  </a:cubicBezTo>
                  <a:cubicBezTo>
                    <a:pt x="1021" y="64"/>
                    <a:pt x="1021" y="64"/>
                    <a:pt x="1021" y="64"/>
                  </a:cubicBezTo>
                  <a:cubicBezTo>
                    <a:pt x="1013" y="65"/>
                    <a:pt x="1007" y="70"/>
                    <a:pt x="1007" y="77"/>
                  </a:cubicBezTo>
                  <a:cubicBezTo>
                    <a:pt x="1007" y="535"/>
                    <a:pt x="1007" y="535"/>
                    <a:pt x="1007" y="535"/>
                  </a:cubicBezTo>
                  <a:cubicBezTo>
                    <a:pt x="1007" y="610"/>
                    <a:pt x="1041" y="664"/>
                    <a:pt x="1132" y="664"/>
                  </a:cubicBezTo>
                  <a:cubicBezTo>
                    <a:pt x="1159" y="664"/>
                    <a:pt x="1193" y="659"/>
                    <a:pt x="1219" y="647"/>
                  </a:cubicBezTo>
                  <a:cubicBezTo>
                    <a:pt x="1224" y="645"/>
                    <a:pt x="1228" y="643"/>
                    <a:pt x="1227" y="635"/>
                  </a:cubicBezTo>
                  <a:lnTo>
                    <a:pt x="1219" y="578"/>
                  </a:lnTo>
                  <a:close/>
                  <a:moveTo>
                    <a:pt x="3346" y="384"/>
                  </a:moveTo>
                  <a:cubicBezTo>
                    <a:pt x="3354" y="331"/>
                    <a:pt x="3379" y="267"/>
                    <a:pt x="3450" y="267"/>
                  </a:cubicBezTo>
                  <a:cubicBezTo>
                    <a:pt x="3524" y="267"/>
                    <a:pt x="3549" y="326"/>
                    <a:pt x="3552" y="384"/>
                  </a:cubicBezTo>
                  <a:lnTo>
                    <a:pt x="3346" y="384"/>
                  </a:lnTo>
                  <a:close/>
                  <a:moveTo>
                    <a:pt x="3458" y="664"/>
                  </a:moveTo>
                  <a:cubicBezTo>
                    <a:pt x="3524" y="664"/>
                    <a:pt x="3577" y="647"/>
                    <a:pt x="3617" y="625"/>
                  </a:cubicBezTo>
                  <a:cubicBezTo>
                    <a:pt x="3624" y="621"/>
                    <a:pt x="3627" y="614"/>
                    <a:pt x="3624" y="607"/>
                  </a:cubicBezTo>
                  <a:cubicBezTo>
                    <a:pt x="3603" y="555"/>
                    <a:pt x="3603" y="555"/>
                    <a:pt x="3603" y="555"/>
                  </a:cubicBezTo>
                  <a:cubicBezTo>
                    <a:pt x="3600" y="548"/>
                    <a:pt x="3592" y="545"/>
                    <a:pt x="3585" y="548"/>
                  </a:cubicBezTo>
                  <a:cubicBezTo>
                    <a:pt x="3548" y="566"/>
                    <a:pt x="3509" y="576"/>
                    <a:pt x="3464" y="576"/>
                  </a:cubicBezTo>
                  <a:cubicBezTo>
                    <a:pt x="3388" y="576"/>
                    <a:pt x="3352" y="521"/>
                    <a:pt x="3346" y="460"/>
                  </a:cubicBezTo>
                  <a:cubicBezTo>
                    <a:pt x="3644" y="460"/>
                    <a:pt x="3644" y="460"/>
                    <a:pt x="3644" y="460"/>
                  </a:cubicBezTo>
                  <a:cubicBezTo>
                    <a:pt x="3651" y="460"/>
                    <a:pt x="3656" y="454"/>
                    <a:pt x="3657" y="446"/>
                  </a:cubicBezTo>
                  <a:cubicBezTo>
                    <a:pt x="3657" y="436"/>
                    <a:pt x="3657" y="429"/>
                    <a:pt x="3657" y="420"/>
                  </a:cubicBezTo>
                  <a:cubicBezTo>
                    <a:pt x="3657" y="306"/>
                    <a:pt x="3599" y="182"/>
                    <a:pt x="3451" y="182"/>
                  </a:cubicBezTo>
                  <a:cubicBezTo>
                    <a:pt x="3318" y="182"/>
                    <a:pt x="3238" y="285"/>
                    <a:pt x="3238" y="425"/>
                  </a:cubicBezTo>
                  <a:cubicBezTo>
                    <a:pt x="3238" y="569"/>
                    <a:pt x="3324" y="664"/>
                    <a:pt x="3458" y="664"/>
                  </a:cubicBezTo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8" name="Freeform 6"/>
            <p:cNvSpPr>
              <a:spLocks noSelect="1"/>
            </p:cNvSpPr>
            <p:nvPr/>
          </p:nvSpPr>
          <p:spPr bwMode="gray">
            <a:xfrm>
              <a:off x="621" y="3992"/>
              <a:ext cx="695" cy="93"/>
            </a:xfrm>
            <a:custGeom>
              <a:avLst/>
              <a:gdLst/>
              <a:ahLst/>
              <a:cxnLst>
                <a:cxn ang="0">
                  <a:pos x="13" y="193"/>
                </a:cxn>
                <a:cxn ang="0">
                  <a:pos x="234" y="182"/>
                </a:cxn>
                <a:cxn ang="0">
                  <a:pos x="300" y="653"/>
                </a:cxn>
                <a:cxn ang="0">
                  <a:pos x="103" y="410"/>
                </a:cxn>
                <a:cxn ang="0">
                  <a:pos x="2735" y="269"/>
                </a:cxn>
                <a:cxn ang="0">
                  <a:pos x="2832" y="406"/>
                </a:cxn>
                <a:cxn ang="0">
                  <a:pos x="2849" y="206"/>
                </a:cxn>
                <a:cxn ang="0">
                  <a:pos x="2935" y="640"/>
                </a:cxn>
                <a:cxn ang="0">
                  <a:pos x="2837" y="593"/>
                </a:cxn>
                <a:cxn ang="0">
                  <a:pos x="4643" y="653"/>
                </a:cxn>
                <a:cxn ang="0">
                  <a:pos x="4840" y="374"/>
                </a:cxn>
                <a:cxn ang="0">
                  <a:pos x="4943" y="640"/>
                </a:cxn>
                <a:cxn ang="0">
                  <a:pos x="4645" y="206"/>
                </a:cxn>
                <a:cxn ang="0">
                  <a:pos x="4553" y="640"/>
                </a:cxn>
                <a:cxn ang="0">
                  <a:pos x="3156" y="640"/>
                </a:cxn>
                <a:cxn ang="0">
                  <a:pos x="3341" y="640"/>
                </a:cxn>
                <a:cxn ang="0">
                  <a:pos x="3443" y="359"/>
                </a:cxn>
                <a:cxn ang="0">
                  <a:pos x="3132" y="193"/>
                </a:cxn>
                <a:cxn ang="0">
                  <a:pos x="3067" y="653"/>
                </a:cxn>
                <a:cxn ang="0">
                  <a:pos x="2331" y="640"/>
                </a:cxn>
                <a:cxn ang="0">
                  <a:pos x="2434" y="15"/>
                </a:cxn>
                <a:cxn ang="0">
                  <a:pos x="691" y="267"/>
                </a:cxn>
                <a:cxn ang="0">
                  <a:pos x="479" y="425"/>
                </a:cxn>
                <a:cxn ang="0">
                  <a:pos x="884" y="460"/>
                </a:cxn>
                <a:cxn ang="0">
                  <a:pos x="843" y="555"/>
                </a:cxn>
                <a:cxn ang="0">
                  <a:pos x="1803" y="384"/>
                </a:cxn>
                <a:cxn ang="0">
                  <a:pos x="1709" y="664"/>
                </a:cxn>
                <a:cxn ang="0">
                  <a:pos x="1907" y="447"/>
                </a:cxn>
                <a:cxn ang="0">
                  <a:pos x="1836" y="548"/>
                </a:cxn>
                <a:cxn ang="0">
                  <a:pos x="1709" y="664"/>
                </a:cxn>
                <a:cxn ang="0">
                  <a:pos x="1380" y="653"/>
                </a:cxn>
                <a:cxn ang="0">
                  <a:pos x="1164" y="664"/>
                </a:cxn>
                <a:cxn ang="0">
                  <a:pos x="1291" y="23"/>
                </a:cxn>
                <a:cxn ang="0">
                  <a:pos x="1184" y="269"/>
                </a:cxn>
                <a:cxn ang="0">
                  <a:pos x="1291" y="406"/>
                </a:cxn>
                <a:cxn ang="0">
                  <a:pos x="4359" y="384"/>
                </a:cxn>
                <a:cxn ang="0">
                  <a:pos x="4464" y="420"/>
                </a:cxn>
                <a:cxn ang="0">
                  <a:pos x="4271" y="576"/>
                </a:cxn>
                <a:cxn ang="0">
                  <a:pos x="4425" y="625"/>
                </a:cxn>
                <a:cxn ang="0">
                  <a:pos x="3955" y="640"/>
                </a:cxn>
                <a:cxn ang="0">
                  <a:pos x="3858" y="593"/>
                </a:cxn>
                <a:cxn ang="0">
                  <a:pos x="3852" y="233"/>
                </a:cxn>
                <a:cxn ang="0">
                  <a:pos x="3853" y="406"/>
                </a:cxn>
                <a:cxn ang="0">
                  <a:pos x="3853" y="427"/>
                </a:cxn>
                <a:cxn ang="0">
                  <a:pos x="2094" y="252"/>
                </a:cxn>
                <a:cxn ang="0">
                  <a:pos x="1998" y="206"/>
                </a:cxn>
                <a:cxn ang="0">
                  <a:pos x="2101" y="640"/>
                </a:cxn>
                <a:cxn ang="0">
                  <a:pos x="2248" y="276"/>
                </a:cxn>
              </a:cxnLst>
              <a:rect l="0" t="0" r="r" b="b"/>
              <a:pathLst>
                <a:path w="4943" h="664">
                  <a:moveTo>
                    <a:pt x="13" y="653"/>
                  </a:moveTo>
                  <a:cubicBezTo>
                    <a:pt x="6" y="653"/>
                    <a:pt x="0" y="647"/>
                    <a:pt x="0" y="64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0" y="199"/>
                    <a:pt x="6" y="193"/>
                    <a:pt x="13" y="193"/>
                  </a:cubicBezTo>
                  <a:cubicBezTo>
                    <a:pt x="79" y="193"/>
                    <a:pt x="79" y="193"/>
                    <a:pt x="79" y="193"/>
                  </a:cubicBezTo>
                  <a:cubicBezTo>
                    <a:pt x="85" y="193"/>
                    <a:pt x="91" y="199"/>
                    <a:pt x="92" y="206"/>
                  </a:cubicBezTo>
                  <a:cubicBezTo>
                    <a:pt x="96" y="252"/>
                    <a:pt x="96" y="252"/>
                    <a:pt x="96" y="252"/>
                  </a:cubicBezTo>
                  <a:cubicBezTo>
                    <a:pt x="127" y="215"/>
                    <a:pt x="178" y="182"/>
                    <a:pt x="234" y="182"/>
                  </a:cubicBezTo>
                  <a:cubicBezTo>
                    <a:pt x="321" y="182"/>
                    <a:pt x="390" y="234"/>
                    <a:pt x="390" y="359"/>
                  </a:cubicBezTo>
                  <a:cubicBezTo>
                    <a:pt x="390" y="640"/>
                    <a:pt x="390" y="640"/>
                    <a:pt x="390" y="640"/>
                  </a:cubicBezTo>
                  <a:cubicBezTo>
                    <a:pt x="390" y="647"/>
                    <a:pt x="384" y="653"/>
                    <a:pt x="377" y="653"/>
                  </a:cubicBezTo>
                  <a:cubicBezTo>
                    <a:pt x="300" y="653"/>
                    <a:pt x="300" y="653"/>
                    <a:pt x="300" y="653"/>
                  </a:cubicBezTo>
                  <a:cubicBezTo>
                    <a:pt x="293" y="653"/>
                    <a:pt x="287" y="647"/>
                    <a:pt x="287" y="640"/>
                  </a:cubicBezTo>
                  <a:cubicBezTo>
                    <a:pt x="287" y="374"/>
                    <a:pt x="287" y="374"/>
                    <a:pt x="287" y="374"/>
                  </a:cubicBezTo>
                  <a:cubicBezTo>
                    <a:pt x="287" y="299"/>
                    <a:pt x="247" y="276"/>
                    <a:pt x="206" y="276"/>
                  </a:cubicBezTo>
                  <a:cubicBezTo>
                    <a:pt x="152" y="276"/>
                    <a:pt x="103" y="323"/>
                    <a:pt x="103" y="410"/>
                  </a:cubicBezTo>
                  <a:cubicBezTo>
                    <a:pt x="103" y="640"/>
                    <a:pt x="103" y="640"/>
                    <a:pt x="103" y="640"/>
                  </a:cubicBezTo>
                  <a:cubicBezTo>
                    <a:pt x="103" y="647"/>
                    <a:pt x="97" y="653"/>
                    <a:pt x="90" y="653"/>
                  </a:cubicBezTo>
                  <a:lnTo>
                    <a:pt x="13" y="653"/>
                  </a:lnTo>
                  <a:close/>
                  <a:moveTo>
                    <a:pt x="2735" y="269"/>
                  </a:moveTo>
                  <a:cubicBezTo>
                    <a:pt x="2672" y="269"/>
                    <a:pt x="2629" y="330"/>
                    <a:pt x="2629" y="421"/>
                  </a:cubicBezTo>
                  <a:cubicBezTo>
                    <a:pt x="2629" y="503"/>
                    <a:pt x="2667" y="576"/>
                    <a:pt x="2736" y="576"/>
                  </a:cubicBezTo>
                  <a:cubicBezTo>
                    <a:pt x="2775" y="576"/>
                    <a:pt x="2832" y="547"/>
                    <a:pt x="2832" y="428"/>
                  </a:cubicBezTo>
                  <a:cubicBezTo>
                    <a:pt x="2832" y="406"/>
                    <a:pt x="2832" y="406"/>
                    <a:pt x="2832" y="406"/>
                  </a:cubicBezTo>
                  <a:cubicBezTo>
                    <a:pt x="2832" y="304"/>
                    <a:pt x="2782" y="269"/>
                    <a:pt x="2735" y="269"/>
                  </a:cubicBezTo>
                  <a:moveTo>
                    <a:pt x="2715" y="182"/>
                  </a:moveTo>
                  <a:cubicBezTo>
                    <a:pt x="2773" y="182"/>
                    <a:pt x="2815" y="210"/>
                    <a:pt x="2844" y="247"/>
                  </a:cubicBezTo>
                  <a:cubicBezTo>
                    <a:pt x="2849" y="206"/>
                    <a:pt x="2849" y="206"/>
                    <a:pt x="2849" y="206"/>
                  </a:cubicBezTo>
                  <a:cubicBezTo>
                    <a:pt x="2850" y="200"/>
                    <a:pt x="2856" y="193"/>
                    <a:pt x="2863" y="193"/>
                  </a:cubicBezTo>
                  <a:cubicBezTo>
                    <a:pt x="2922" y="193"/>
                    <a:pt x="2922" y="193"/>
                    <a:pt x="2922" y="193"/>
                  </a:cubicBezTo>
                  <a:cubicBezTo>
                    <a:pt x="2930" y="193"/>
                    <a:pt x="2935" y="199"/>
                    <a:pt x="2935" y="206"/>
                  </a:cubicBezTo>
                  <a:cubicBezTo>
                    <a:pt x="2935" y="640"/>
                    <a:pt x="2935" y="640"/>
                    <a:pt x="2935" y="640"/>
                  </a:cubicBezTo>
                  <a:cubicBezTo>
                    <a:pt x="2935" y="647"/>
                    <a:pt x="2930" y="653"/>
                    <a:pt x="2922" y="653"/>
                  </a:cubicBezTo>
                  <a:cubicBezTo>
                    <a:pt x="2858" y="653"/>
                    <a:pt x="2858" y="653"/>
                    <a:pt x="2858" y="653"/>
                  </a:cubicBezTo>
                  <a:cubicBezTo>
                    <a:pt x="2851" y="653"/>
                    <a:pt x="2845" y="646"/>
                    <a:pt x="2844" y="640"/>
                  </a:cubicBezTo>
                  <a:cubicBezTo>
                    <a:pt x="2837" y="593"/>
                    <a:pt x="2837" y="593"/>
                    <a:pt x="2837" y="593"/>
                  </a:cubicBezTo>
                  <a:cubicBezTo>
                    <a:pt x="2815" y="631"/>
                    <a:pt x="2768" y="664"/>
                    <a:pt x="2714" y="664"/>
                  </a:cubicBezTo>
                  <a:cubicBezTo>
                    <a:pt x="2593" y="664"/>
                    <a:pt x="2522" y="555"/>
                    <a:pt x="2522" y="422"/>
                  </a:cubicBezTo>
                  <a:cubicBezTo>
                    <a:pt x="2522" y="261"/>
                    <a:pt x="2616" y="182"/>
                    <a:pt x="2715" y="182"/>
                  </a:cubicBezTo>
                  <a:moveTo>
                    <a:pt x="4643" y="653"/>
                  </a:moveTo>
                  <a:cubicBezTo>
                    <a:pt x="4650" y="653"/>
                    <a:pt x="4656" y="647"/>
                    <a:pt x="4656" y="640"/>
                  </a:cubicBezTo>
                  <a:cubicBezTo>
                    <a:pt x="4656" y="410"/>
                    <a:pt x="4656" y="410"/>
                    <a:pt x="4656" y="410"/>
                  </a:cubicBezTo>
                  <a:cubicBezTo>
                    <a:pt x="4656" y="323"/>
                    <a:pt x="4705" y="276"/>
                    <a:pt x="4759" y="276"/>
                  </a:cubicBezTo>
                  <a:cubicBezTo>
                    <a:pt x="4800" y="276"/>
                    <a:pt x="4840" y="299"/>
                    <a:pt x="4840" y="374"/>
                  </a:cubicBezTo>
                  <a:cubicBezTo>
                    <a:pt x="4840" y="640"/>
                    <a:pt x="4840" y="640"/>
                    <a:pt x="4840" y="640"/>
                  </a:cubicBezTo>
                  <a:cubicBezTo>
                    <a:pt x="4840" y="647"/>
                    <a:pt x="4846" y="653"/>
                    <a:pt x="4853" y="653"/>
                  </a:cubicBezTo>
                  <a:cubicBezTo>
                    <a:pt x="4930" y="653"/>
                    <a:pt x="4930" y="653"/>
                    <a:pt x="4930" y="653"/>
                  </a:cubicBezTo>
                  <a:cubicBezTo>
                    <a:pt x="4937" y="653"/>
                    <a:pt x="4943" y="647"/>
                    <a:pt x="4943" y="640"/>
                  </a:cubicBezTo>
                  <a:cubicBezTo>
                    <a:pt x="4943" y="359"/>
                    <a:pt x="4943" y="359"/>
                    <a:pt x="4943" y="359"/>
                  </a:cubicBezTo>
                  <a:cubicBezTo>
                    <a:pt x="4943" y="234"/>
                    <a:pt x="4874" y="182"/>
                    <a:pt x="4787" y="182"/>
                  </a:cubicBezTo>
                  <a:cubicBezTo>
                    <a:pt x="4731" y="182"/>
                    <a:pt x="4680" y="215"/>
                    <a:pt x="4649" y="252"/>
                  </a:cubicBezTo>
                  <a:cubicBezTo>
                    <a:pt x="4645" y="206"/>
                    <a:pt x="4645" y="206"/>
                    <a:pt x="4645" y="206"/>
                  </a:cubicBezTo>
                  <a:cubicBezTo>
                    <a:pt x="4644" y="199"/>
                    <a:pt x="4638" y="193"/>
                    <a:pt x="4632" y="193"/>
                  </a:cubicBezTo>
                  <a:cubicBezTo>
                    <a:pt x="4566" y="193"/>
                    <a:pt x="4566" y="193"/>
                    <a:pt x="4566" y="193"/>
                  </a:cubicBezTo>
                  <a:cubicBezTo>
                    <a:pt x="4559" y="193"/>
                    <a:pt x="4553" y="199"/>
                    <a:pt x="4553" y="206"/>
                  </a:cubicBezTo>
                  <a:cubicBezTo>
                    <a:pt x="4553" y="640"/>
                    <a:pt x="4553" y="640"/>
                    <a:pt x="4553" y="640"/>
                  </a:cubicBezTo>
                  <a:cubicBezTo>
                    <a:pt x="4553" y="647"/>
                    <a:pt x="4559" y="653"/>
                    <a:pt x="4566" y="653"/>
                  </a:cubicBezTo>
                  <a:lnTo>
                    <a:pt x="4643" y="653"/>
                  </a:lnTo>
                  <a:close/>
                  <a:moveTo>
                    <a:pt x="3143" y="653"/>
                  </a:moveTo>
                  <a:cubicBezTo>
                    <a:pt x="3151" y="653"/>
                    <a:pt x="3156" y="647"/>
                    <a:pt x="3156" y="640"/>
                  </a:cubicBezTo>
                  <a:cubicBezTo>
                    <a:pt x="3156" y="410"/>
                    <a:pt x="3156" y="410"/>
                    <a:pt x="3156" y="410"/>
                  </a:cubicBezTo>
                  <a:cubicBezTo>
                    <a:pt x="3156" y="323"/>
                    <a:pt x="3206" y="276"/>
                    <a:pt x="3259" y="276"/>
                  </a:cubicBezTo>
                  <a:cubicBezTo>
                    <a:pt x="3301" y="276"/>
                    <a:pt x="3340" y="299"/>
                    <a:pt x="3341" y="374"/>
                  </a:cubicBezTo>
                  <a:cubicBezTo>
                    <a:pt x="3341" y="640"/>
                    <a:pt x="3341" y="640"/>
                    <a:pt x="3341" y="640"/>
                  </a:cubicBezTo>
                  <a:cubicBezTo>
                    <a:pt x="3341" y="647"/>
                    <a:pt x="3346" y="653"/>
                    <a:pt x="3354" y="653"/>
                  </a:cubicBezTo>
                  <a:cubicBezTo>
                    <a:pt x="3430" y="653"/>
                    <a:pt x="3430" y="653"/>
                    <a:pt x="3430" y="653"/>
                  </a:cubicBezTo>
                  <a:cubicBezTo>
                    <a:pt x="3437" y="653"/>
                    <a:pt x="3443" y="647"/>
                    <a:pt x="3443" y="640"/>
                  </a:cubicBezTo>
                  <a:cubicBezTo>
                    <a:pt x="3443" y="359"/>
                    <a:pt x="3443" y="359"/>
                    <a:pt x="3443" y="359"/>
                  </a:cubicBezTo>
                  <a:cubicBezTo>
                    <a:pt x="3443" y="234"/>
                    <a:pt x="3375" y="182"/>
                    <a:pt x="3287" y="182"/>
                  </a:cubicBezTo>
                  <a:cubicBezTo>
                    <a:pt x="3231" y="182"/>
                    <a:pt x="3180" y="215"/>
                    <a:pt x="3150" y="252"/>
                  </a:cubicBezTo>
                  <a:cubicBezTo>
                    <a:pt x="3146" y="206"/>
                    <a:pt x="3146" y="206"/>
                    <a:pt x="3146" y="206"/>
                  </a:cubicBezTo>
                  <a:cubicBezTo>
                    <a:pt x="3145" y="199"/>
                    <a:pt x="3139" y="193"/>
                    <a:pt x="3132" y="193"/>
                  </a:cubicBezTo>
                  <a:cubicBezTo>
                    <a:pt x="3067" y="193"/>
                    <a:pt x="3067" y="193"/>
                    <a:pt x="3067" y="193"/>
                  </a:cubicBezTo>
                  <a:cubicBezTo>
                    <a:pt x="3059" y="193"/>
                    <a:pt x="3054" y="199"/>
                    <a:pt x="3054" y="206"/>
                  </a:cubicBezTo>
                  <a:cubicBezTo>
                    <a:pt x="3054" y="640"/>
                    <a:pt x="3054" y="640"/>
                    <a:pt x="3054" y="640"/>
                  </a:cubicBezTo>
                  <a:cubicBezTo>
                    <a:pt x="3054" y="647"/>
                    <a:pt x="3059" y="653"/>
                    <a:pt x="3067" y="653"/>
                  </a:cubicBezTo>
                  <a:lnTo>
                    <a:pt x="3143" y="653"/>
                  </a:lnTo>
                  <a:close/>
                  <a:moveTo>
                    <a:pt x="2344" y="9"/>
                  </a:moveTo>
                  <a:cubicBezTo>
                    <a:pt x="2336" y="10"/>
                    <a:pt x="2331" y="15"/>
                    <a:pt x="2331" y="22"/>
                  </a:cubicBezTo>
                  <a:cubicBezTo>
                    <a:pt x="2331" y="640"/>
                    <a:pt x="2331" y="640"/>
                    <a:pt x="2331" y="640"/>
                  </a:cubicBezTo>
                  <a:cubicBezTo>
                    <a:pt x="2331" y="647"/>
                    <a:pt x="2337" y="653"/>
                    <a:pt x="2344" y="653"/>
                  </a:cubicBezTo>
                  <a:cubicBezTo>
                    <a:pt x="2421" y="653"/>
                    <a:pt x="2421" y="653"/>
                    <a:pt x="2421" y="653"/>
                  </a:cubicBezTo>
                  <a:cubicBezTo>
                    <a:pt x="2428" y="653"/>
                    <a:pt x="2434" y="647"/>
                    <a:pt x="2434" y="640"/>
                  </a:cubicBezTo>
                  <a:cubicBezTo>
                    <a:pt x="2434" y="15"/>
                    <a:pt x="2434" y="15"/>
                    <a:pt x="2434" y="15"/>
                  </a:cubicBezTo>
                  <a:cubicBezTo>
                    <a:pt x="2434" y="8"/>
                    <a:pt x="2428" y="0"/>
                    <a:pt x="2421" y="2"/>
                  </a:cubicBezTo>
                  <a:lnTo>
                    <a:pt x="2344" y="9"/>
                  </a:lnTo>
                  <a:close/>
                  <a:moveTo>
                    <a:pt x="793" y="384"/>
                  </a:moveTo>
                  <a:cubicBezTo>
                    <a:pt x="789" y="326"/>
                    <a:pt x="764" y="267"/>
                    <a:pt x="691" y="267"/>
                  </a:cubicBezTo>
                  <a:cubicBezTo>
                    <a:pt x="619" y="267"/>
                    <a:pt x="594" y="331"/>
                    <a:pt x="587" y="384"/>
                  </a:cubicBezTo>
                  <a:lnTo>
                    <a:pt x="793" y="384"/>
                  </a:lnTo>
                  <a:close/>
                  <a:moveTo>
                    <a:pt x="698" y="664"/>
                  </a:moveTo>
                  <a:cubicBezTo>
                    <a:pt x="565" y="664"/>
                    <a:pt x="479" y="569"/>
                    <a:pt x="479" y="425"/>
                  </a:cubicBezTo>
                  <a:cubicBezTo>
                    <a:pt x="479" y="286"/>
                    <a:pt x="558" y="182"/>
                    <a:pt x="692" y="182"/>
                  </a:cubicBezTo>
                  <a:cubicBezTo>
                    <a:pt x="840" y="182"/>
                    <a:pt x="897" y="307"/>
                    <a:pt x="897" y="420"/>
                  </a:cubicBezTo>
                  <a:cubicBezTo>
                    <a:pt x="897" y="429"/>
                    <a:pt x="898" y="436"/>
                    <a:pt x="897" y="447"/>
                  </a:cubicBezTo>
                  <a:cubicBezTo>
                    <a:pt x="897" y="454"/>
                    <a:pt x="891" y="460"/>
                    <a:pt x="884" y="460"/>
                  </a:cubicBezTo>
                  <a:cubicBezTo>
                    <a:pt x="587" y="460"/>
                    <a:pt x="587" y="460"/>
                    <a:pt x="587" y="460"/>
                  </a:cubicBezTo>
                  <a:cubicBezTo>
                    <a:pt x="593" y="522"/>
                    <a:pt x="628" y="576"/>
                    <a:pt x="704" y="576"/>
                  </a:cubicBezTo>
                  <a:cubicBezTo>
                    <a:pt x="750" y="576"/>
                    <a:pt x="788" y="566"/>
                    <a:pt x="826" y="548"/>
                  </a:cubicBezTo>
                  <a:cubicBezTo>
                    <a:pt x="833" y="545"/>
                    <a:pt x="840" y="548"/>
                    <a:pt x="843" y="555"/>
                  </a:cubicBezTo>
                  <a:cubicBezTo>
                    <a:pt x="865" y="607"/>
                    <a:pt x="865" y="607"/>
                    <a:pt x="865" y="607"/>
                  </a:cubicBezTo>
                  <a:cubicBezTo>
                    <a:pt x="868" y="614"/>
                    <a:pt x="864" y="621"/>
                    <a:pt x="858" y="625"/>
                  </a:cubicBezTo>
                  <a:cubicBezTo>
                    <a:pt x="817" y="647"/>
                    <a:pt x="765" y="664"/>
                    <a:pt x="698" y="664"/>
                  </a:cubicBezTo>
                  <a:moveTo>
                    <a:pt x="1803" y="384"/>
                  </a:moveTo>
                  <a:cubicBezTo>
                    <a:pt x="1800" y="326"/>
                    <a:pt x="1775" y="267"/>
                    <a:pt x="1701" y="267"/>
                  </a:cubicBezTo>
                  <a:cubicBezTo>
                    <a:pt x="1629" y="267"/>
                    <a:pt x="1604" y="331"/>
                    <a:pt x="1597" y="384"/>
                  </a:cubicBezTo>
                  <a:lnTo>
                    <a:pt x="1803" y="384"/>
                  </a:lnTo>
                  <a:close/>
                  <a:moveTo>
                    <a:pt x="1709" y="664"/>
                  </a:moveTo>
                  <a:cubicBezTo>
                    <a:pt x="1575" y="664"/>
                    <a:pt x="1489" y="569"/>
                    <a:pt x="1489" y="425"/>
                  </a:cubicBezTo>
                  <a:cubicBezTo>
                    <a:pt x="1489" y="286"/>
                    <a:pt x="1569" y="182"/>
                    <a:pt x="1702" y="182"/>
                  </a:cubicBezTo>
                  <a:cubicBezTo>
                    <a:pt x="1850" y="182"/>
                    <a:pt x="1907" y="307"/>
                    <a:pt x="1907" y="420"/>
                  </a:cubicBezTo>
                  <a:cubicBezTo>
                    <a:pt x="1907" y="429"/>
                    <a:pt x="1908" y="436"/>
                    <a:pt x="1907" y="447"/>
                  </a:cubicBezTo>
                  <a:cubicBezTo>
                    <a:pt x="1907" y="454"/>
                    <a:pt x="1902" y="460"/>
                    <a:pt x="1894" y="460"/>
                  </a:cubicBezTo>
                  <a:cubicBezTo>
                    <a:pt x="1597" y="460"/>
                    <a:pt x="1597" y="460"/>
                    <a:pt x="1597" y="460"/>
                  </a:cubicBezTo>
                  <a:cubicBezTo>
                    <a:pt x="1603" y="522"/>
                    <a:pt x="1638" y="576"/>
                    <a:pt x="1714" y="576"/>
                  </a:cubicBezTo>
                  <a:cubicBezTo>
                    <a:pt x="1760" y="576"/>
                    <a:pt x="1798" y="566"/>
                    <a:pt x="1836" y="548"/>
                  </a:cubicBezTo>
                  <a:cubicBezTo>
                    <a:pt x="1843" y="545"/>
                    <a:pt x="1851" y="548"/>
                    <a:pt x="1854" y="555"/>
                  </a:cubicBezTo>
                  <a:cubicBezTo>
                    <a:pt x="1875" y="607"/>
                    <a:pt x="1875" y="607"/>
                    <a:pt x="1875" y="607"/>
                  </a:cubicBezTo>
                  <a:cubicBezTo>
                    <a:pt x="1878" y="614"/>
                    <a:pt x="1875" y="621"/>
                    <a:pt x="1868" y="625"/>
                  </a:cubicBezTo>
                  <a:cubicBezTo>
                    <a:pt x="1828" y="647"/>
                    <a:pt x="1775" y="664"/>
                    <a:pt x="1709" y="664"/>
                  </a:cubicBezTo>
                  <a:moveTo>
                    <a:pt x="1380" y="2"/>
                  </a:moveTo>
                  <a:cubicBezTo>
                    <a:pt x="1388" y="0"/>
                    <a:pt x="1393" y="8"/>
                    <a:pt x="1393" y="15"/>
                  </a:cubicBezTo>
                  <a:cubicBezTo>
                    <a:pt x="1393" y="640"/>
                    <a:pt x="1393" y="640"/>
                    <a:pt x="1393" y="640"/>
                  </a:cubicBezTo>
                  <a:cubicBezTo>
                    <a:pt x="1393" y="647"/>
                    <a:pt x="1388" y="653"/>
                    <a:pt x="1380" y="653"/>
                  </a:cubicBezTo>
                  <a:cubicBezTo>
                    <a:pt x="1317" y="653"/>
                    <a:pt x="1317" y="653"/>
                    <a:pt x="1317" y="653"/>
                  </a:cubicBezTo>
                  <a:cubicBezTo>
                    <a:pt x="1310" y="653"/>
                    <a:pt x="1305" y="646"/>
                    <a:pt x="1304" y="640"/>
                  </a:cubicBezTo>
                  <a:cubicBezTo>
                    <a:pt x="1297" y="593"/>
                    <a:pt x="1297" y="593"/>
                    <a:pt x="1297" y="593"/>
                  </a:cubicBezTo>
                  <a:cubicBezTo>
                    <a:pt x="1274" y="631"/>
                    <a:pt x="1217" y="664"/>
                    <a:pt x="1164" y="664"/>
                  </a:cubicBezTo>
                  <a:cubicBezTo>
                    <a:pt x="1042" y="664"/>
                    <a:pt x="971" y="555"/>
                    <a:pt x="971" y="422"/>
                  </a:cubicBezTo>
                  <a:cubicBezTo>
                    <a:pt x="971" y="261"/>
                    <a:pt x="1065" y="182"/>
                    <a:pt x="1164" y="182"/>
                  </a:cubicBezTo>
                  <a:cubicBezTo>
                    <a:pt x="1215" y="182"/>
                    <a:pt x="1260" y="203"/>
                    <a:pt x="1291" y="233"/>
                  </a:cubicBezTo>
                  <a:cubicBezTo>
                    <a:pt x="1291" y="23"/>
                    <a:pt x="1291" y="23"/>
                    <a:pt x="1291" y="23"/>
                  </a:cubicBezTo>
                  <a:cubicBezTo>
                    <a:pt x="1291" y="15"/>
                    <a:pt x="1296" y="10"/>
                    <a:pt x="1304" y="9"/>
                  </a:cubicBezTo>
                  <a:cubicBezTo>
                    <a:pt x="1380" y="2"/>
                    <a:pt x="1380" y="2"/>
                    <a:pt x="1380" y="2"/>
                  </a:cubicBezTo>
                  <a:moveTo>
                    <a:pt x="1291" y="406"/>
                  </a:moveTo>
                  <a:cubicBezTo>
                    <a:pt x="1291" y="304"/>
                    <a:pt x="1231" y="269"/>
                    <a:pt x="1184" y="269"/>
                  </a:cubicBezTo>
                  <a:cubicBezTo>
                    <a:pt x="1122" y="269"/>
                    <a:pt x="1078" y="330"/>
                    <a:pt x="1078" y="421"/>
                  </a:cubicBezTo>
                  <a:cubicBezTo>
                    <a:pt x="1078" y="503"/>
                    <a:pt x="1116" y="576"/>
                    <a:pt x="1186" y="576"/>
                  </a:cubicBezTo>
                  <a:cubicBezTo>
                    <a:pt x="1224" y="576"/>
                    <a:pt x="1291" y="547"/>
                    <a:pt x="1291" y="427"/>
                  </a:cubicBezTo>
                  <a:lnTo>
                    <a:pt x="1291" y="406"/>
                  </a:lnTo>
                  <a:close/>
                  <a:moveTo>
                    <a:pt x="4359" y="384"/>
                  </a:moveTo>
                  <a:cubicBezTo>
                    <a:pt x="4356" y="326"/>
                    <a:pt x="4331" y="267"/>
                    <a:pt x="4258" y="267"/>
                  </a:cubicBezTo>
                  <a:cubicBezTo>
                    <a:pt x="4186" y="267"/>
                    <a:pt x="4161" y="331"/>
                    <a:pt x="4154" y="384"/>
                  </a:cubicBezTo>
                  <a:lnTo>
                    <a:pt x="4359" y="384"/>
                  </a:lnTo>
                  <a:close/>
                  <a:moveTo>
                    <a:pt x="4265" y="664"/>
                  </a:moveTo>
                  <a:cubicBezTo>
                    <a:pt x="4131" y="664"/>
                    <a:pt x="4045" y="569"/>
                    <a:pt x="4045" y="425"/>
                  </a:cubicBezTo>
                  <a:cubicBezTo>
                    <a:pt x="4045" y="286"/>
                    <a:pt x="4125" y="182"/>
                    <a:pt x="4259" y="182"/>
                  </a:cubicBezTo>
                  <a:cubicBezTo>
                    <a:pt x="4406" y="182"/>
                    <a:pt x="4464" y="307"/>
                    <a:pt x="4464" y="420"/>
                  </a:cubicBezTo>
                  <a:cubicBezTo>
                    <a:pt x="4464" y="429"/>
                    <a:pt x="4464" y="436"/>
                    <a:pt x="4464" y="447"/>
                  </a:cubicBezTo>
                  <a:cubicBezTo>
                    <a:pt x="4464" y="454"/>
                    <a:pt x="4458" y="460"/>
                    <a:pt x="4451" y="460"/>
                  </a:cubicBezTo>
                  <a:cubicBezTo>
                    <a:pt x="4154" y="460"/>
                    <a:pt x="4154" y="460"/>
                    <a:pt x="4154" y="460"/>
                  </a:cubicBezTo>
                  <a:cubicBezTo>
                    <a:pt x="4159" y="522"/>
                    <a:pt x="4195" y="576"/>
                    <a:pt x="4271" y="576"/>
                  </a:cubicBezTo>
                  <a:cubicBezTo>
                    <a:pt x="4317" y="576"/>
                    <a:pt x="4355" y="566"/>
                    <a:pt x="4393" y="548"/>
                  </a:cubicBezTo>
                  <a:cubicBezTo>
                    <a:pt x="4399" y="545"/>
                    <a:pt x="4407" y="548"/>
                    <a:pt x="4410" y="555"/>
                  </a:cubicBezTo>
                  <a:cubicBezTo>
                    <a:pt x="4432" y="607"/>
                    <a:pt x="4432" y="607"/>
                    <a:pt x="4432" y="607"/>
                  </a:cubicBezTo>
                  <a:cubicBezTo>
                    <a:pt x="4434" y="614"/>
                    <a:pt x="4431" y="621"/>
                    <a:pt x="4425" y="625"/>
                  </a:cubicBezTo>
                  <a:cubicBezTo>
                    <a:pt x="4384" y="647"/>
                    <a:pt x="4332" y="664"/>
                    <a:pt x="4265" y="664"/>
                  </a:cubicBezTo>
                  <a:moveTo>
                    <a:pt x="3942" y="2"/>
                  </a:moveTo>
                  <a:cubicBezTo>
                    <a:pt x="3949" y="0"/>
                    <a:pt x="3955" y="8"/>
                    <a:pt x="3955" y="15"/>
                  </a:cubicBezTo>
                  <a:cubicBezTo>
                    <a:pt x="3955" y="640"/>
                    <a:pt x="3955" y="640"/>
                    <a:pt x="3955" y="640"/>
                  </a:cubicBezTo>
                  <a:cubicBezTo>
                    <a:pt x="3955" y="647"/>
                    <a:pt x="3949" y="653"/>
                    <a:pt x="3942" y="653"/>
                  </a:cubicBezTo>
                  <a:cubicBezTo>
                    <a:pt x="3879" y="653"/>
                    <a:pt x="3879" y="653"/>
                    <a:pt x="3879" y="653"/>
                  </a:cubicBezTo>
                  <a:cubicBezTo>
                    <a:pt x="3872" y="653"/>
                    <a:pt x="3866" y="646"/>
                    <a:pt x="3865" y="640"/>
                  </a:cubicBezTo>
                  <a:cubicBezTo>
                    <a:pt x="3858" y="593"/>
                    <a:pt x="3858" y="593"/>
                    <a:pt x="3858" y="593"/>
                  </a:cubicBezTo>
                  <a:cubicBezTo>
                    <a:pt x="3835" y="631"/>
                    <a:pt x="3779" y="664"/>
                    <a:pt x="3726" y="664"/>
                  </a:cubicBezTo>
                  <a:cubicBezTo>
                    <a:pt x="3604" y="664"/>
                    <a:pt x="3533" y="555"/>
                    <a:pt x="3533" y="422"/>
                  </a:cubicBezTo>
                  <a:cubicBezTo>
                    <a:pt x="3533" y="261"/>
                    <a:pt x="3627" y="182"/>
                    <a:pt x="3726" y="182"/>
                  </a:cubicBezTo>
                  <a:cubicBezTo>
                    <a:pt x="3777" y="182"/>
                    <a:pt x="3822" y="203"/>
                    <a:pt x="3852" y="233"/>
                  </a:cubicBezTo>
                  <a:cubicBezTo>
                    <a:pt x="3852" y="23"/>
                    <a:pt x="3852" y="23"/>
                    <a:pt x="3852" y="23"/>
                  </a:cubicBezTo>
                  <a:cubicBezTo>
                    <a:pt x="3852" y="15"/>
                    <a:pt x="3858" y="10"/>
                    <a:pt x="3866" y="9"/>
                  </a:cubicBezTo>
                  <a:cubicBezTo>
                    <a:pt x="3942" y="2"/>
                    <a:pt x="3942" y="2"/>
                    <a:pt x="3942" y="2"/>
                  </a:cubicBezTo>
                  <a:moveTo>
                    <a:pt x="3853" y="406"/>
                  </a:moveTo>
                  <a:cubicBezTo>
                    <a:pt x="3853" y="304"/>
                    <a:pt x="3793" y="269"/>
                    <a:pt x="3746" y="269"/>
                  </a:cubicBezTo>
                  <a:cubicBezTo>
                    <a:pt x="3683" y="269"/>
                    <a:pt x="3640" y="330"/>
                    <a:pt x="3640" y="421"/>
                  </a:cubicBezTo>
                  <a:cubicBezTo>
                    <a:pt x="3640" y="503"/>
                    <a:pt x="3677" y="576"/>
                    <a:pt x="3747" y="576"/>
                  </a:cubicBezTo>
                  <a:cubicBezTo>
                    <a:pt x="3786" y="576"/>
                    <a:pt x="3853" y="547"/>
                    <a:pt x="3853" y="427"/>
                  </a:cubicBezTo>
                  <a:lnTo>
                    <a:pt x="3853" y="406"/>
                  </a:lnTo>
                  <a:close/>
                  <a:moveTo>
                    <a:pt x="2248" y="195"/>
                  </a:moveTo>
                  <a:cubicBezTo>
                    <a:pt x="2248" y="188"/>
                    <a:pt x="2242" y="182"/>
                    <a:pt x="2235" y="182"/>
                  </a:cubicBezTo>
                  <a:cubicBezTo>
                    <a:pt x="2179" y="182"/>
                    <a:pt x="2125" y="215"/>
                    <a:pt x="2094" y="252"/>
                  </a:cubicBezTo>
                  <a:cubicBezTo>
                    <a:pt x="2090" y="206"/>
                    <a:pt x="2090" y="206"/>
                    <a:pt x="2090" y="206"/>
                  </a:cubicBezTo>
                  <a:cubicBezTo>
                    <a:pt x="2089" y="199"/>
                    <a:pt x="2083" y="193"/>
                    <a:pt x="2077" y="193"/>
                  </a:cubicBezTo>
                  <a:cubicBezTo>
                    <a:pt x="2011" y="193"/>
                    <a:pt x="2011" y="193"/>
                    <a:pt x="2011" y="193"/>
                  </a:cubicBezTo>
                  <a:cubicBezTo>
                    <a:pt x="2004" y="193"/>
                    <a:pt x="1998" y="199"/>
                    <a:pt x="1998" y="206"/>
                  </a:cubicBezTo>
                  <a:cubicBezTo>
                    <a:pt x="1998" y="640"/>
                    <a:pt x="1998" y="640"/>
                    <a:pt x="1998" y="640"/>
                  </a:cubicBezTo>
                  <a:cubicBezTo>
                    <a:pt x="1998" y="647"/>
                    <a:pt x="2004" y="653"/>
                    <a:pt x="2011" y="653"/>
                  </a:cubicBezTo>
                  <a:cubicBezTo>
                    <a:pt x="2088" y="653"/>
                    <a:pt x="2088" y="653"/>
                    <a:pt x="2088" y="653"/>
                  </a:cubicBezTo>
                  <a:cubicBezTo>
                    <a:pt x="2095" y="653"/>
                    <a:pt x="2101" y="647"/>
                    <a:pt x="2101" y="640"/>
                  </a:cubicBezTo>
                  <a:cubicBezTo>
                    <a:pt x="2101" y="415"/>
                    <a:pt x="2101" y="415"/>
                    <a:pt x="2101" y="415"/>
                  </a:cubicBezTo>
                  <a:cubicBezTo>
                    <a:pt x="2101" y="322"/>
                    <a:pt x="2158" y="286"/>
                    <a:pt x="2210" y="286"/>
                  </a:cubicBezTo>
                  <a:cubicBezTo>
                    <a:pt x="2218" y="286"/>
                    <a:pt x="2225" y="288"/>
                    <a:pt x="2230" y="288"/>
                  </a:cubicBezTo>
                  <a:cubicBezTo>
                    <a:pt x="2241" y="290"/>
                    <a:pt x="2248" y="284"/>
                    <a:pt x="2248" y="276"/>
                  </a:cubicBezTo>
                  <a:lnTo>
                    <a:pt x="2248" y="19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grpSp>
        <p:nvGrpSpPr>
          <p:cNvPr id="29" name="HR logo"/>
          <p:cNvGrpSpPr>
            <a:grpSpLocks noSelect="1"/>
          </p:cNvGrpSpPr>
          <p:nvPr userDrawn="1"/>
        </p:nvGrpSpPr>
        <p:grpSpPr bwMode="gray">
          <a:xfrm>
            <a:off x="374400" y="6076800"/>
            <a:ext cx="504000" cy="514800"/>
            <a:chOff x="0" y="0"/>
            <a:chExt cx="562610" cy="574675"/>
          </a:xfrm>
        </p:grpSpPr>
        <p:sp>
          <p:nvSpPr>
            <p:cNvPr id="30" name="Freeform 35"/>
            <p:cNvSpPr>
              <a:spLocks noSelect="1"/>
            </p:cNvSpPr>
            <p:nvPr userDrawn="1"/>
          </p:nvSpPr>
          <p:spPr bwMode="gray">
            <a:xfrm>
              <a:off x="0" y="0"/>
              <a:ext cx="562610" cy="574675"/>
            </a:xfrm>
            <a:custGeom>
              <a:avLst/>
              <a:gdLst>
                <a:gd name="T0" fmla="*/ 1771 w 1771"/>
                <a:gd name="T1" fmla="*/ 874 h 1807"/>
                <a:gd name="T2" fmla="*/ 1770 w 1771"/>
                <a:gd name="T3" fmla="*/ 851 h 1807"/>
                <a:gd name="T4" fmla="*/ 1768 w 1771"/>
                <a:gd name="T5" fmla="*/ 828 h 1807"/>
                <a:gd name="T6" fmla="*/ 1765 w 1771"/>
                <a:gd name="T7" fmla="*/ 799 h 1807"/>
                <a:gd name="T8" fmla="*/ 1762 w 1771"/>
                <a:gd name="T9" fmla="*/ 775 h 1807"/>
                <a:gd name="T10" fmla="*/ 1758 w 1771"/>
                <a:gd name="T11" fmla="*/ 748 h 1807"/>
                <a:gd name="T12" fmla="*/ 1739 w 1771"/>
                <a:gd name="T13" fmla="*/ 663 h 1807"/>
                <a:gd name="T14" fmla="*/ 1732 w 1771"/>
                <a:gd name="T15" fmla="*/ 642 h 1807"/>
                <a:gd name="T16" fmla="*/ 1726 w 1771"/>
                <a:gd name="T17" fmla="*/ 622 h 1807"/>
                <a:gd name="T18" fmla="*/ 1589 w 1771"/>
                <a:gd name="T19" fmla="*/ 360 h 1807"/>
                <a:gd name="T20" fmla="*/ 1559 w 1771"/>
                <a:gd name="T21" fmla="*/ 322 h 1807"/>
                <a:gd name="T22" fmla="*/ 1544 w 1771"/>
                <a:gd name="T23" fmla="*/ 304 h 1807"/>
                <a:gd name="T24" fmla="*/ 1511 w 1771"/>
                <a:gd name="T25" fmla="*/ 269 h 1807"/>
                <a:gd name="T26" fmla="*/ 1477 w 1771"/>
                <a:gd name="T27" fmla="*/ 236 h 1807"/>
                <a:gd name="T28" fmla="*/ 1449 w 1771"/>
                <a:gd name="T29" fmla="*/ 212 h 1807"/>
                <a:gd name="T30" fmla="*/ 1431 w 1771"/>
                <a:gd name="T31" fmla="*/ 197 h 1807"/>
                <a:gd name="T32" fmla="*/ 1402 w 1771"/>
                <a:gd name="T33" fmla="*/ 175 h 1807"/>
                <a:gd name="T34" fmla="*/ 1383 w 1771"/>
                <a:gd name="T35" fmla="*/ 162 h 1807"/>
                <a:gd name="T36" fmla="*/ 1353 w 1771"/>
                <a:gd name="T37" fmla="*/ 141 h 1807"/>
                <a:gd name="T38" fmla="*/ 1321 w 1771"/>
                <a:gd name="T39" fmla="*/ 122 h 1807"/>
                <a:gd name="T40" fmla="*/ 1301 w 1771"/>
                <a:gd name="T41" fmla="*/ 111 h 1807"/>
                <a:gd name="T42" fmla="*/ 1263 w 1771"/>
                <a:gd name="T43" fmla="*/ 91 h 1807"/>
                <a:gd name="T44" fmla="*/ 1241 w 1771"/>
                <a:gd name="T45" fmla="*/ 81 h 1807"/>
                <a:gd name="T46" fmla="*/ 1208 w 1771"/>
                <a:gd name="T47" fmla="*/ 66 h 1807"/>
                <a:gd name="T48" fmla="*/ 1162 w 1771"/>
                <a:gd name="T49" fmla="*/ 49 h 1807"/>
                <a:gd name="T50" fmla="*/ 1120 w 1771"/>
                <a:gd name="T51" fmla="*/ 36 h 1807"/>
                <a:gd name="T52" fmla="*/ 1097 w 1771"/>
                <a:gd name="T53" fmla="*/ 30 h 1807"/>
                <a:gd name="T54" fmla="*/ 1061 w 1771"/>
                <a:gd name="T55" fmla="*/ 21 h 1807"/>
                <a:gd name="T56" fmla="*/ 1037 w 1771"/>
                <a:gd name="T57" fmla="*/ 16 h 1807"/>
                <a:gd name="T58" fmla="*/ 175 w 1771"/>
                <a:gd name="T59" fmla="*/ 323 h 1807"/>
                <a:gd name="T60" fmla="*/ 1304 w 1771"/>
                <a:gd name="T61" fmla="*/ 402 h 1807"/>
                <a:gd name="T62" fmla="*/ 1372 w 1771"/>
                <a:gd name="T63" fmla="*/ 1125 h 1807"/>
                <a:gd name="T64" fmla="*/ 590 w 1771"/>
                <a:gd name="T65" fmla="*/ 1394 h 1807"/>
                <a:gd name="T66" fmla="*/ 403 w 1771"/>
                <a:gd name="T67" fmla="*/ 1396 h 1807"/>
                <a:gd name="T68" fmla="*/ 400 w 1771"/>
                <a:gd name="T69" fmla="*/ 1396 h 1807"/>
                <a:gd name="T70" fmla="*/ 381 w 1771"/>
                <a:gd name="T71" fmla="*/ 1380 h 1807"/>
                <a:gd name="T72" fmla="*/ 380 w 1771"/>
                <a:gd name="T73" fmla="*/ 1371 h 1807"/>
                <a:gd name="T74" fmla="*/ 510 w 1771"/>
                <a:gd name="T75" fmla="*/ 732 h 1807"/>
                <a:gd name="T76" fmla="*/ 519 w 1771"/>
                <a:gd name="T77" fmla="*/ 716 h 1807"/>
                <a:gd name="T78" fmla="*/ 786 w 1771"/>
                <a:gd name="T79" fmla="*/ 705 h 1807"/>
                <a:gd name="T80" fmla="*/ 0 w 1771"/>
                <a:gd name="T81" fmla="*/ 1037 h 1807"/>
                <a:gd name="T82" fmla="*/ 1292 w 1771"/>
                <a:gd name="T83" fmla="*/ 1701 h 1807"/>
                <a:gd name="T84" fmla="*/ 1313 w 1771"/>
                <a:gd name="T85" fmla="*/ 1689 h 1807"/>
                <a:gd name="T86" fmla="*/ 1333 w 1771"/>
                <a:gd name="T87" fmla="*/ 1677 h 1807"/>
                <a:gd name="T88" fmla="*/ 1354 w 1771"/>
                <a:gd name="T89" fmla="*/ 1665 h 1807"/>
                <a:gd name="T90" fmla="*/ 1374 w 1771"/>
                <a:gd name="T91" fmla="*/ 1651 h 1807"/>
                <a:gd name="T92" fmla="*/ 1394 w 1771"/>
                <a:gd name="T93" fmla="*/ 1638 h 1807"/>
                <a:gd name="T94" fmla="*/ 1418 w 1771"/>
                <a:gd name="T95" fmla="*/ 1620 h 1807"/>
                <a:gd name="T96" fmla="*/ 1441 w 1771"/>
                <a:gd name="T97" fmla="*/ 1601 h 1807"/>
                <a:gd name="T98" fmla="*/ 1504 w 1771"/>
                <a:gd name="T99" fmla="*/ 1545 h 1807"/>
                <a:gd name="T100" fmla="*/ 1520 w 1771"/>
                <a:gd name="T101" fmla="*/ 1528 h 1807"/>
                <a:gd name="T102" fmla="*/ 1538 w 1771"/>
                <a:gd name="T103" fmla="*/ 1509 h 1807"/>
                <a:gd name="T104" fmla="*/ 1759 w 1771"/>
                <a:gd name="T105" fmla="*/ 1052 h 1807"/>
                <a:gd name="T106" fmla="*/ 1762 w 1771"/>
                <a:gd name="T107" fmla="*/ 1029 h 1807"/>
                <a:gd name="T108" fmla="*/ 1765 w 1771"/>
                <a:gd name="T109" fmla="*/ 1005 h 1807"/>
                <a:gd name="T110" fmla="*/ 1767 w 1771"/>
                <a:gd name="T111" fmla="*/ 986 h 1807"/>
                <a:gd name="T112" fmla="*/ 1769 w 1771"/>
                <a:gd name="T113" fmla="*/ 966 h 1807"/>
                <a:gd name="T114" fmla="*/ 1770 w 1771"/>
                <a:gd name="T115" fmla="*/ 947 h 1807"/>
                <a:gd name="T116" fmla="*/ 1771 w 1771"/>
                <a:gd name="T117" fmla="*/ 928 h 1807"/>
                <a:gd name="T118" fmla="*/ 1771 w 1771"/>
                <a:gd name="T119" fmla="*/ 908 h 1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71" h="1807">
                  <a:moveTo>
                    <a:pt x="1771" y="893"/>
                  </a:moveTo>
                  <a:cubicBezTo>
                    <a:pt x="1771" y="892"/>
                    <a:pt x="1771" y="892"/>
                    <a:pt x="1771" y="892"/>
                  </a:cubicBezTo>
                  <a:cubicBezTo>
                    <a:pt x="1771" y="887"/>
                    <a:pt x="1771" y="887"/>
                    <a:pt x="1771" y="887"/>
                  </a:cubicBezTo>
                  <a:cubicBezTo>
                    <a:pt x="1771" y="885"/>
                    <a:pt x="1771" y="885"/>
                    <a:pt x="1771" y="885"/>
                  </a:cubicBezTo>
                  <a:cubicBezTo>
                    <a:pt x="1771" y="881"/>
                    <a:pt x="1771" y="881"/>
                    <a:pt x="1771" y="881"/>
                  </a:cubicBezTo>
                  <a:cubicBezTo>
                    <a:pt x="1771" y="880"/>
                    <a:pt x="1771" y="880"/>
                    <a:pt x="1771" y="880"/>
                  </a:cubicBezTo>
                  <a:cubicBezTo>
                    <a:pt x="1771" y="875"/>
                    <a:pt x="1771" y="875"/>
                    <a:pt x="1771" y="875"/>
                  </a:cubicBezTo>
                  <a:cubicBezTo>
                    <a:pt x="1771" y="874"/>
                    <a:pt x="1771" y="874"/>
                    <a:pt x="1771" y="874"/>
                  </a:cubicBezTo>
                  <a:cubicBezTo>
                    <a:pt x="1771" y="870"/>
                    <a:pt x="1771" y="870"/>
                    <a:pt x="1771" y="870"/>
                  </a:cubicBezTo>
                  <a:cubicBezTo>
                    <a:pt x="1770" y="868"/>
                    <a:pt x="1770" y="868"/>
                    <a:pt x="1770" y="868"/>
                  </a:cubicBezTo>
                  <a:cubicBezTo>
                    <a:pt x="1770" y="864"/>
                    <a:pt x="1770" y="864"/>
                    <a:pt x="1770" y="864"/>
                  </a:cubicBezTo>
                  <a:cubicBezTo>
                    <a:pt x="1770" y="862"/>
                    <a:pt x="1770" y="862"/>
                    <a:pt x="1770" y="862"/>
                  </a:cubicBezTo>
                  <a:cubicBezTo>
                    <a:pt x="1770" y="859"/>
                    <a:pt x="1770" y="859"/>
                    <a:pt x="1770" y="859"/>
                  </a:cubicBezTo>
                  <a:cubicBezTo>
                    <a:pt x="1770" y="857"/>
                    <a:pt x="1770" y="857"/>
                    <a:pt x="1770" y="857"/>
                  </a:cubicBezTo>
                  <a:cubicBezTo>
                    <a:pt x="1770" y="852"/>
                    <a:pt x="1770" y="852"/>
                    <a:pt x="1770" y="852"/>
                  </a:cubicBezTo>
                  <a:cubicBezTo>
                    <a:pt x="1770" y="851"/>
                    <a:pt x="1770" y="851"/>
                    <a:pt x="1770" y="851"/>
                  </a:cubicBezTo>
                  <a:cubicBezTo>
                    <a:pt x="1769" y="847"/>
                    <a:pt x="1769" y="847"/>
                    <a:pt x="1769" y="847"/>
                  </a:cubicBezTo>
                  <a:cubicBezTo>
                    <a:pt x="1769" y="845"/>
                    <a:pt x="1769" y="845"/>
                    <a:pt x="1769" y="845"/>
                  </a:cubicBezTo>
                  <a:cubicBezTo>
                    <a:pt x="1769" y="841"/>
                    <a:pt x="1769" y="841"/>
                    <a:pt x="1769" y="841"/>
                  </a:cubicBezTo>
                  <a:cubicBezTo>
                    <a:pt x="1769" y="839"/>
                    <a:pt x="1769" y="839"/>
                    <a:pt x="1769" y="839"/>
                  </a:cubicBezTo>
                  <a:cubicBezTo>
                    <a:pt x="1769" y="836"/>
                    <a:pt x="1769" y="836"/>
                    <a:pt x="1769" y="836"/>
                  </a:cubicBezTo>
                  <a:cubicBezTo>
                    <a:pt x="1768" y="834"/>
                    <a:pt x="1768" y="834"/>
                    <a:pt x="1768" y="834"/>
                  </a:cubicBezTo>
                  <a:cubicBezTo>
                    <a:pt x="1768" y="830"/>
                    <a:pt x="1768" y="830"/>
                    <a:pt x="1768" y="830"/>
                  </a:cubicBezTo>
                  <a:cubicBezTo>
                    <a:pt x="1768" y="828"/>
                    <a:pt x="1768" y="828"/>
                    <a:pt x="1768" y="828"/>
                  </a:cubicBezTo>
                  <a:cubicBezTo>
                    <a:pt x="1768" y="824"/>
                    <a:pt x="1768" y="824"/>
                    <a:pt x="1768" y="824"/>
                  </a:cubicBezTo>
                  <a:cubicBezTo>
                    <a:pt x="1768" y="822"/>
                    <a:pt x="1768" y="822"/>
                    <a:pt x="1768" y="822"/>
                  </a:cubicBezTo>
                  <a:cubicBezTo>
                    <a:pt x="1767" y="819"/>
                    <a:pt x="1767" y="819"/>
                    <a:pt x="1767" y="819"/>
                  </a:cubicBezTo>
                  <a:cubicBezTo>
                    <a:pt x="1767" y="816"/>
                    <a:pt x="1767" y="816"/>
                    <a:pt x="1767" y="816"/>
                  </a:cubicBezTo>
                  <a:cubicBezTo>
                    <a:pt x="1767" y="813"/>
                    <a:pt x="1767" y="813"/>
                    <a:pt x="1767" y="813"/>
                  </a:cubicBezTo>
                  <a:cubicBezTo>
                    <a:pt x="1766" y="810"/>
                    <a:pt x="1766" y="810"/>
                    <a:pt x="1766" y="810"/>
                  </a:cubicBezTo>
                  <a:cubicBezTo>
                    <a:pt x="1766" y="808"/>
                    <a:pt x="1766" y="808"/>
                    <a:pt x="1766" y="808"/>
                  </a:cubicBezTo>
                  <a:cubicBezTo>
                    <a:pt x="1765" y="799"/>
                    <a:pt x="1765" y="799"/>
                    <a:pt x="1765" y="799"/>
                  </a:cubicBezTo>
                  <a:cubicBezTo>
                    <a:pt x="1765" y="797"/>
                    <a:pt x="1765" y="797"/>
                    <a:pt x="1765" y="797"/>
                  </a:cubicBezTo>
                  <a:cubicBezTo>
                    <a:pt x="1765" y="794"/>
                    <a:pt x="1765" y="794"/>
                    <a:pt x="1765" y="794"/>
                  </a:cubicBezTo>
                  <a:cubicBezTo>
                    <a:pt x="1764" y="793"/>
                    <a:pt x="1764" y="793"/>
                    <a:pt x="1764" y="793"/>
                  </a:cubicBezTo>
                  <a:cubicBezTo>
                    <a:pt x="1764" y="787"/>
                    <a:pt x="1764" y="787"/>
                    <a:pt x="1764" y="787"/>
                  </a:cubicBezTo>
                  <a:cubicBezTo>
                    <a:pt x="1763" y="786"/>
                    <a:pt x="1763" y="786"/>
                    <a:pt x="1763" y="786"/>
                  </a:cubicBezTo>
                  <a:cubicBezTo>
                    <a:pt x="1763" y="783"/>
                    <a:pt x="1763" y="783"/>
                    <a:pt x="1763" y="783"/>
                  </a:cubicBezTo>
                  <a:cubicBezTo>
                    <a:pt x="1763" y="782"/>
                    <a:pt x="1763" y="782"/>
                    <a:pt x="1763" y="782"/>
                  </a:cubicBezTo>
                  <a:cubicBezTo>
                    <a:pt x="1762" y="775"/>
                    <a:pt x="1762" y="775"/>
                    <a:pt x="1762" y="775"/>
                  </a:cubicBezTo>
                  <a:cubicBezTo>
                    <a:pt x="1762" y="774"/>
                    <a:pt x="1762" y="774"/>
                    <a:pt x="1762" y="774"/>
                  </a:cubicBezTo>
                  <a:cubicBezTo>
                    <a:pt x="1761" y="771"/>
                    <a:pt x="1761" y="771"/>
                    <a:pt x="1761" y="771"/>
                  </a:cubicBezTo>
                  <a:cubicBezTo>
                    <a:pt x="1761" y="770"/>
                    <a:pt x="1761" y="770"/>
                    <a:pt x="1761" y="770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0"/>
                    <a:pt x="1760" y="760"/>
                    <a:pt x="1760" y="760"/>
                  </a:cubicBezTo>
                  <a:cubicBezTo>
                    <a:pt x="1760" y="759"/>
                    <a:pt x="1760" y="759"/>
                    <a:pt x="1760" y="759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4" y="728"/>
                    <a:pt x="1750" y="708"/>
                    <a:pt x="1745" y="688"/>
                  </a:cubicBezTo>
                  <a:cubicBezTo>
                    <a:pt x="1745" y="688"/>
                    <a:pt x="1745" y="688"/>
                    <a:pt x="1745" y="688"/>
                  </a:cubicBezTo>
                  <a:cubicBezTo>
                    <a:pt x="1743" y="677"/>
                    <a:pt x="1743" y="677"/>
                    <a:pt x="1743" y="677"/>
                  </a:cubicBezTo>
                  <a:cubicBezTo>
                    <a:pt x="1742" y="677"/>
                    <a:pt x="1742" y="677"/>
                    <a:pt x="1742" y="677"/>
                  </a:cubicBezTo>
                  <a:cubicBezTo>
                    <a:pt x="1740" y="667"/>
                    <a:pt x="1740" y="667"/>
                    <a:pt x="1740" y="667"/>
                  </a:cubicBezTo>
                  <a:cubicBezTo>
                    <a:pt x="1739" y="665"/>
                    <a:pt x="1739" y="665"/>
                    <a:pt x="1739" y="665"/>
                  </a:cubicBezTo>
                  <a:cubicBezTo>
                    <a:pt x="1739" y="663"/>
                    <a:pt x="1739" y="663"/>
                    <a:pt x="1739" y="663"/>
                  </a:cubicBezTo>
                  <a:cubicBezTo>
                    <a:pt x="1738" y="661"/>
                    <a:pt x="1738" y="661"/>
                    <a:pt x="1738" y="661"/>
                  </a:cubicBezTo>
                  <a:cubicBezTo>
                    <a:pt x="1737" y="657"/>
                    <a:pt x="1737" y="657"/>
                    <a:pt x="1737" y="657"/>
                  </a:cubicBezTo>
                  <a:cubicBezTo>
                    <a:pt x="1736" y="654"/>
                    <a:pt x="1736" y="654"/>
                    <a:pt x="1736" y="654"/>
                  </a:cubicBezTo>
                  <a:cubicBezTo>
                    <a:pt x="1736" y="652"/>
                    <a:pt x="1736" y="652"/>
                    <a:pt x="1736" y="652"/>
                  </a:cubicBezTo>
                  <a:cubicBezTo>
                    <a:pt x="1735" y="650"/>
                    <a:pt x="1735" y="650"/>
                    <a:pt x="1735" y="650"/>
                  </a:cubicBezTo>
                  <a:cubicBezTo>
                    <a:pt x="1734" y="646"/>
                    <a:pt x="1734" y="646"/>
                    <a:pt x="1734" y="646"/>
                  </a:cubicBezTo>
                  <a:cubicBezTo>
                    <a:pt x="1733" y="643"/>
                    <a:pt x="1733" y="643"/>
                    <a:pt x="1733" y="643"/>
                  </a:cubicBezTo>
                  <a:cubicBezTo>
                    <a:pt x="1732" y="642"/>
                    <a:pt x="1732" y="642"/>
                    <a:pt x="1732" y="642"/>
                  </a:cubicBezTo>
                  <a:cubicBezTo>
                    <a:pt x="1732" y="638"/>
                    <a:pt x="1732" y="638"/>
                    <a:pt x="1732" y="638"/>
                  </a:cubicBezTo>
                  <a:cubicBezTo>
                    <a:pt x="1731" y="637"/>
                    <a:pt x="1731" y="637"/>
                    <a:pt x="1731" y="637"/>
                  </a:cubicBezTo>
                  <a:cubicBezTo>
                    <a:pt x="1730" y="633"/>
                    <a:pt x="1730" y="633"/>
                    <a:pt x="1730" y="633"/>
                  </a:cubicBezTo>
                  <a:cubicBezTo>
                    <a:pt x="1729" y="631"/>
                    <a:pt x="1729" y="631"/>
                    <a:pt x="1729" y="631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19" y="599"/>
                    <a:pt x="1710" y="577"/>
                    <a:pt x="1701" y="555"/>
                  </a:cubicBezTo>
                  <a:cubicBezTo>
                    <a:pt x="1696" y="543"/>
                    <a:pt x="1691" y="530"/>
                    <a:pt x="1685" y="518"/>
                  </a:cubicBezTo>
                  <a:cubicBezTo>
                    <a:pt x="1672" y="491"/>
                    <a:pt x="1658" y="465"/>
                    <a:pt x="1643" y="440"/>
                  </a:cubicBezTo>
                  <a:cubicBezTo>
                    <a:pt x="1640" y="435"/>
                    <a:pt x="1640" y="435"/>
                    <a:pt x="1640" y="435"/>
                  </a:cubicBezTo>
                  <a:cubicBezTo>
                    <a:pt x="1640" y="434"/>
                    <a:pt x="1640" y="434"/>
                    <a:pt x="1640" y="434"/>
                  </a:cubicBezTo>
                  <a:cubicBezTo>
                    <a:pt x="1625" y="410"/>
                    <a:pt x="1609" y="387"/>
                    <a:pt x="1593" y="365"/>
                  </a:cubicBezTo>
                  <a:cubicBezTo>
                    <a:pt x="1593" y="364"/>
                    <a:pt x="1593" y="364"/>
                    <a:pt x="1593" y="364"/>
                  </a:cubicBezTo>
                  <a:cubicBezTo>
                    <a:pt x="1589" y="360"/>
                    <a:pt x="1589" y="360"/>
                    <a:pt x="1589" y="360"/>
                  </a:cubicBezTo>
                  <a:cubicBezTo>
                    <a:pt x="1589" y="359"/>
                    <a:pt x="1589" y="359"/>
                    <a:pt x="1589" y="359"/>
                  </a:cubicBezTo>
                  <a:cubicBezTo>
                    <a:pt x="1586" y="355"/>
                    <a:pt x="1586" y="355"/>
                    <a:pt x="1586" y="355"/>
                  </a:cubicBezTo>
                  <a:cubicBezTo>
                    <a:pt x="1585" y="355"/>
                    <a:pt x="1585" y="355"/>
                    <a:pt x="1585" y="355"/>
                  </a:cubicBezTo>
                  <a:cubicBezTo>
                    <a:pt x="1582" y="351"/>
                    <a:pt x="1582" y="351"/>
                    <a:pt x="1582" y="351"/>
                  </a:cubicBezTo>
                  <a:cubicBezTo>
                    <a:pt x="1582" y="350"/>
                    <a:pt x="1582" y="350"/>
                    <a:pt x="1582" y="350"/>
                  </a:cubicBezTo>
                  <a:cubicBezTo>
                    <a:pt x="1578" y="346"/>
                    <a:pt x="1578" y="346"/>
                    <a:pt x="1578" y="346"/>
                  </a:cubicBezTo>
                  <a:cubicBezTo>
                    <a:pt x="1578" y="345"/>
                    <a:pt x="1578" y="345"/>
                    <a:pt x="1578" y="345"/>
                  </a:cubicBezTo>
                  <a:cubicBezTo>
                    <a:pt x="1572" y="338"/>
                    <a:pt x="1566" y="330"/>
                    <a:pt x="1559" y="322"/>
                  </a:cubicBezTo>
                  <a:cubicBezTo>
                    <a:pt x="1559" y="322"/>
                    <a:pt x="1559" y="322"/>
                    <a:pt x="1559" y="322"/>
                  </a:cubicBezTo>
                  <a:cubicBezTo>
                    <a:pt x="1555" y="318"/>
                    <a:pt x="1555" y="318"/>
                    <a:pt x="1555" y="318"/>
                  </a:cubicBezTo>
                  <a:cubicBezTo>
                    <a:pt x="1555" y="317"/>
                    <a:pt x="1555" y="317"/>
                    <a:pt x="1555" y="317"/>
                  </a:cubicBezTo>
                  <a:cubicBezTo>
                    <a:pt x="1552" y="313"/>
                    <a:pt x="1552" y="313"/>
                    <a:pt x="1552" y="313"/>
                  </a:cubicBezTo>
                  <a:cubicBezTo>
                    <a:pt x="1551" y="313"/>
                    <a:pt x="1551" y="313"/>
                    <a:pt x="1551" y="313"/>
                  </a:cubicBezTo>
                  <a:cubicBezTo>
                    <a:pt x="1548" y="309"/>
                    <a:pt x="1548" y="309"/>
                    <a:pt x="1548" y="309"/>
                  </a:cubicBezTo>
                  <a:cubicBezTo>
                    <a:pt x="1547" y="308"/>
                    <a:pt x="1547" y="308"/>
                    <a:pt x="1547" y="308"/>
                  </a:cubicBezTo>
                  <a:cubicBezTo>
                    <a:pt x="1544" y="304"/>
                    <a:pt x="1544" y="304"/>
                    <a:pt x="1544" y="304"/>
                  </a:cubicBezTo>
                  <a:cubicBezTo>
                    <a:pt x="1543" y="304"/>
                    <a:pt x="1543" y="304"/>
                    <a:pt x="1543" y="304"/>
                  </a:cubicBezTo>
                  <a:cubicBezTo>
                    <a:pt x="1537" y="297"/>
                    <a:pt x="1530" y="289"/>
                    <a:pt x="1523" y="282"/>
                  </a:cubicBezTo>
                  <a:cubicBezTo>
                    <a:pt x="1523" y="282"/>
                    <a:pt x="1523" y="282"/>
                    <a:pt x="1523" y="282"/>
                  </a:cubicBezTo>
                  <a:cubicBezTo>
                    <a:pt x="1519" y="278"/>
                    <a:pt x="1519" y="278"/>
                    <a:pt x="1519" y="278"/>
                  </a:cubicBezTo>
                  <a:cubicBezTo>
                    <a:pt x="1519" y="277"/>
                    <a:pt x="1519" y="277"/>
                    <a:pt x="1519" y="277"/>
                  </a:cubicBezTo>
                  <a:cubicBezTo>
                    <a:pt x="1515" y="274"/>
                    <a:pt x="1515" y="274"/>
                    <a:pt x="1515" y="274"/>
                  </a:cubicBezTo>
                  <a:cubicBezTo>
                    <a:pt x="1515" y="273"/>
                    <a:pt x="1515" y="273"/>
                    <a:pt x="1515" y="273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510" y="269"/>
                    <a:pt x="1510" y="269"/>
                    <a:pt x="1510" y="269"/>
                  </a:cubicBezTo>
                  <a:cubicBezTo>
                    <a:pt x="1507" y="265"/>
                    <a:pt x="1507" y="265"/>
                    <a:pt x="1507" y="265"/>
                  </a:cubicBezTo>
                  <a:cubicBezTo>
                    <a:pt x="1506" y="265"/>
                    <a:pt x="1506" y="265"/>
                    <a:pt x="1506" y="265"/>
                  </a:cubicBezTo>
                  <a:cubicBezTo>
                    <a:pt x="1499" y="258"/>
                    <a:pt x="1492" y="251"/>
                    <a:pt x="1485" y="244"/>
                  </a:cubicBezTo>
                  <a:cubicBezTo>
                    <a:pt x="1485" y="244"/>
                    <a:pt x="1485" y="244"/>
                    <a:pt x="1485" y="244"/>
                  </a:cubicBezTo>
                  <a:cubicBezTo>
                    <a:pt x="1481" y="240"/>
                    <a:pt x="1481" y="240"/>
                    <a:pt x="1481" y="240"/>
                  </a:cubicBezTo>
                  <a:cubicBezTo>
                    <a:pt x="1480" y="239"/>
                    <a:pt x="1480" y="239"/>
                    <a:pt x="1480" y="239"/>
                  </a:cubicBezTo>
                  <a:cubicBezTo>
                    <a:pt x="1477" y="236"/>
                    <a:pt x="1477" y="236"/>
                    <a:pt x="1477" y="236"/>
                  </a:cubicBezTo>
                  <a:cubicBezTo>
                    <a:pt x="1476" y="235"/>
                    <a:pt x="1476" y="235"/>
                    <a:pt x="1476" y="235"/>
                  </a:cubicBezTo>
                  <a:cubicBezTo>
                    <a:pt x="1472" y="232"/>
                    <a:pt x="1472" y="232"/>
                    <a:pt x="1472" y="232"/>
                  </a:cubicBezTo>
                  <a:cubicBezTo>
                    <a:pt x="1471" y="232"/>
                    <a:pt x="1471" y="232"/>
                    <a:pt x="1471" y="232"/>
                  </a:cubicBezTo>
                  <a:cubicBezTo>
                    <a:pt x="1468" y="228"/>
                    <a:pt x="1468" y="228"/>
                    <a:pt x="1468" y="228"/>
                  </a:cubicBezTo>
                  <a:cubicBezTo>
                    <a:pt x="1467" y="228"/>
                    <a:pt x="1467" y="228"/>
                    <a:pt x="1467" y="228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5" y="209"/>
                    <a:pt x="1445" y="209"/>
                    <a:pt x="1445" y="209"/>
                  </a:cubicBezTo>
                  <a:cubicBezTo>
                    <a:pt x="1444" y="208"/>
                    <a:pt x="1444" y="208"/>
                    <a:pt x="1444" y="208"/>
                  </a:cubicBezTo>
                  <a:cubicBezTo>
                    <a:pt x="1440" y="205"/>
                    <a:pt x="1440" y="205"/>
                    <a:pt x="1440" y="205"/>
                  </a:cubicBezTo>
                  <a:cubicBezTo>
                    <a:pt x="1439" y="204"/>
                    <a:pt x="1439" y="204"/>
                    <a:pt x="1439" y="204"/>
                  </a:cubicBezTo>
                  <a:cubicBezTo>
                    <a:pt x="1436" y="201"/>
                    <a:pt x="1436" y="201"/>
                    <a:pt x="1436" y="201"/>
                  </a:cubicBezTo>
                  <a:cubicBezTo>
                    <a:pt x="1435" y="200"/>
                    <a:pt x="1435" y="200"/>
                    <a:pt x="1435" y="200"/>
                  </a:cubicBezTo>
                  <a:cubicBezTo>
                    <a:pt x="1431" y="197"/>
                    <a:pt x="1431" y="197"/>
                    <a:pt x="1431" y="197"/>
                  </a:cubicBezTo>
                  <a:cubicBezTo>
                    <a:pt x="1430" y="197"/>
                    <a:pt x="1430" y="197"/>
                    <a:pt x="1430" y="197"/>
                  </a:cubicBezTo>
                  <a:cubicBezTo>
                    <a:pt x="1426" y="194"/>
                    <a:pt x="1426" y="194"/>
                    <a:pt x="1426" y="194"/>
                  </a:cubicBezTo>
                  <a:cubicBezTo>
                    <a:pt x="1425" y="193"/>
                    <a:pt x="1425" y="193"/>
                    <a:pt x="1425" y="193"/>
                  </a:cubicBezTo>
                  <a:cubicBezTo>
                    <a:pt x="1421" y="190"/>
                    <a:pt x="1421" y="190"/>
                    <a:pt x="1421" y="190"/>
                  </a:cubicBezTo>
                  <a:cubicBezTo>
                    <a:pt x="1421" y="189"/>
                    <a:pt x="1421" y="189"/>
                    <a:pt x="1421" y="189"/>
                  </a:cubicBezTo>
                  <a:cubicBezTo>
                    <a:pt x="1407" y="179"/>
                    <a:pt x="1407" y="179"/>
                    <a:pt x="1407" y="179"/>
                  </a:cubicBezTo>
                  <a:cubicBezTo>
                    <a:pt x="1406" y="178"/>
                    <a:pt x="1406" y="178"/>
                    <a:pt x="1406" y="178"/>
                  </a:cubicBezTo>
                  <a:cubicBezTo>
                    <a:pt x="1402" y="175"/>
                    <a:pt x="1402" y="175"/>
                    <a:pt x="1402" y="175"/>
                  </a:cubicBezTo>
                  <a:cubicBezTo>
                    <a:pt x="1401" y="174"/>
                    <a:pt x="1401" y="174"/>
                    <a:pt x="1401" y="174"/>
                  </a:cubicBezTo>
                  <a:cubicBezTo>
                    <a:pt x="1398" y="172"/>
                    <a:pt x="1398" y="172"/>
                    <a:pt x="1398" y="172"/>
                  </a:cubicBezTo>
                  <a:cubicBezTo>
                    <a:pt x="1396" y="171"/>
                    <a:pt x="1396" y="171"/>
                    <a:pt x="1396" y="171"/>
                  </a:cubicBezTo>
                  <a:cubicBezTo>
                    <a:pt x="1393" y="169"/>
                    <a:pt x="1393" y="169"/>
                    <a:pt x="1393" y="169"/>
                  </a:cubicBezTo>
                  <a:cubicBezTo>
                    <a:pt x="1391" y="167"/>
                    <a:pt x="1391" y="167"/>
                    <a:pt x="1391" y="167"/>
                  </a:cubicBezTo>
                  <a:cubicBezTo>
                    <a:pt x="1388" y="165"/>
                    <a:pt x="1388" y="165"/>
                    <a:pt x="1388" y="165"/>
                  </a:cubicBezTo>
                  <a:cubicBezTo>
                    <a:pt x="1387" y="164"/>
                    <a:pt x="1387" y="164"/>
                    <a:pt x="1387" y="164"/>
                  </a:cubicBezTo>
                  <a:cubicBezTo>
                    <a:pt x="1383" y="162"/>
                    <a:pt x="1383" y="162"/>
                    <a:pt x="1383" y="162"/>
                  </a:cubicBezTo>
                  <a:cubicBezTo>
                    <a:pt x="1382" y="161"/>
                    <a:pt x="1382" y="161"/>
                    <a:pt x="1382" y="161"/>
                  </a:cubicBezTo>
                  <a:cubicBezTo>
                    <a:pt x="1378" y="158"/>
                    <a:pt x="1378" y="158"/>
                    <a:pt x="1378" y="158"/>
                  </a:cubicBezTo>
                  <a:cubicBezTo>
                    <a:pt x="1377" y="158"/>
                    <a:pt x="1377" y="158"/>
                    <a:pt x="1377" y="158"/>
                  </a:cubicBezTo>
                  <a:cubicBezTo>
                    <a:pt x="1363" y="148"/>
                    <a:pt x="1363" y="148"/>
                    <a:pt x="1363" y="148"/>
                  </a:cubicBezTo>
                  <a:cubicBezTo>
                    <a:pt x="1362" y="147"/>
                    <a:pt x="1362" y="147"/>
                    <a:pt x="1362" y="147"/>
                  </a:cubicBezTo>
                  <a:cubicBezTo>
                    <a:pt x="1358" y="145"/>
                    <a:pt x="1358" y="145"/>
                    <a:pt x="1358" y="145"/>
                  </a:cubicBezTo>
                  <a:cubicBezTo>
                    <a:pt x="1356" y="144"/>
                    <a:pt x="1356" y="144"/>
                    <a:pt x="1356" y="144"/>
                  </a:cubicBezTo>
                  <a:cubicBezTo>
                    <a:pt x="1353" y="141"/>
                    <a:pt x="1353" y="141"/>
                    <a:pt x="1353" y="141"/>
                  </a:cubicBezTo>
                  <a:cubicBezTo>
                    <a:pt x="1352" y="141"/>
                    <a:pt x="1352" y="141"/>
                    <a:pt x="1352" y="141"/>
                  </a:cubicBezTo>
                  <a:cubicBezTo>
                    <a:pt x="1348" y="138"/>
                    <a:pt x="1348" y="138"/>
                    <a:pt x="1348" y="138"/>
                  </a:cubicBezTo>
                  <a:cubicBezTo>
                    <a:pt x="1347" y="138"/>
                    <a:pt x="1347" y="138"/>
                    <a:pt x="1347" y="138"/>
                  </a:cubicBezTo>
                  <a:cubicBezTo>
                    <a:pt x="1343" y="135"/>
                    <a:pt x="1343" y="135"/>
                    <a:pt x="1343" y="135"/>
                  </a:cubicBezTo>
                  <a:cubicBezTo>
                    <a:pt x="1342" y="134"/>
                    <a:pt x="1342" y="134"/>
                    <a:pt x="1342" y="134"/>
                  </a:cubicBezTo>
                  <a:cubicBezTo>
                    <a:pt x="1338" y="132"/>
                    <a:pt x="1338" y="132"/>
                    <a:pt x="1338" y="132"/>
                  </a:cubicBezTo>
                  <a:cubicBezTo>
                    <a:pt x="1337" y="131"/>
                    <a:pt x="1337" y="131"/>
                    <a:pt x="1337" y="131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16" y="119"/>
                    <a:pt x="1316" y="119"/>
                    <a:pt x="1316" y="119"/>
                  </a:cubicBezTo>
                  <a:cubicBezTo>
                    <a:pt x="1315" y="119"/>
                    <a:pt x="1315" y="119"/>
                    <a:pt x="1315" y="119"/>
                  </a:cubicBezTo>
                  <a:cubicBezTo>
                    <a:pt x="1311" y="116"/>
                    <a:pt x="1311" y="116"/>
                    <a:pt x="1311" y="116"/>
                  </a:cubicBezTo>
                  <a:cubicBezTo>
                    <a:pt x="1310" y="116"/>
                    <a:pt x="1310" y="116"/>
                    <a:pt x="1310" y="116"/>
                  </a:cubicBezTo>
                  <a:cubicBezTo>
                    <a:pt x="1306" y="114"/>
                    <a:pt x="1306" y="114"/>
                    <a:pt x="1306" y="114"/>
                  </a:cubicBezTo>
                  <a:cubicBezTo>
                    <a:pt x="1305" y="113"/>
                    <a:pt x="1305" y="113"/>
                    <a:pt x="1305" y="113"/>
                  </a:cubicBezTo>
                  <a:cubicBezTo>
                    <a:pt x="1301" y="111"/>
                    <a:pt x="1301" y="111"/>
                    <a:pt x="1301" y="111"/>
                  </a:cubicBezTo>
                  <a:cubicBezTo>
                    <a:pt x="1300" y="110"/>
                    <a:pt x="1300" y="110"/>
                    <a:pt x="1300" y="110"/>
                  </a:cubicBezTo>
                  <a:cubicBezTo>
                    <a:pt x="1296" y="108"/>
                    <a:pt x="1296" y="108"/>
                    <a:pt x="1296" y="108"/>
                  </a:cubicBezTo>
                  <a:cubicBezTo>
                    <a:pt x="1295" y="107"/>
                    <a:pt x="1295" y="107"/>
                    <a:pt x="1295" y="107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89" y="105"/>
                    <a:pt x="1289" y="105"/>
                    <a:pt x="1289" y="105"/>
                  </a:cubicBezTo>
                  <a:cubicBezTo>
                    <a:pt x="1282" y="101"/>
                    <a:pt x="1275" y="97"/>
                    <a:pt x="1268" y="94"/>
                  </a:cubicBezTo>
                  <a:cubicBezTo>
                    <a:pt x="1267" y="93"/>
                    <a:pt x="1267" y="93"/>
                    <a:pt x="1267" y="93"/>
                  </a:cubicBezTo>
                  <a:cubicBezTo>
                    <a:pt x="1263" y="91"/>
                    <a:pt x="1263" y="91"/>
                    <a:pt x="1263" y="91"/>
                  </a:cubicBezTo>
                  <a:cubicBezTo>
                    <a:pt x="1262" y="91"/>
                    <a:pt x="1262" y="91"/>
                    <a:pt x="1262" y="91"/>
                  </a:cubicBezTo>
                  <a:cubicBezTo>
                    <a:pt x="1258" y="89"/>
                    <a:pt x="1258" y="89"/>
                    <a:pt x="1258" y="89"/>
                  </a:cubicBezTo>
                  <a:cubicBezTo>
                    <a:pt x="1256" y="88"/>
                    <a:pt x="1256" y="88"/>
                    <a:pt x="1256" y="88"/>
                  </a:cubicBezTo>
                  <a:cubicBezTo>
                    <a:pt x="1252" y="86"/>
                    <a:pt x="1252" y="86"/>
                    <a:pt x="1252" y="86"/>
                  </a:cubicBezTo>
                  <a:cubicBezTo>
                    <a:pt x="1251" y="86"/>
                    <a:pt x="1251" y="86"/>
                    <a:pt x="1251" y="86"/>
                  </a:cubicBezTo>
                  <a:cubicBezTo>
                    <a:pt x="1247" y="83"/>
                    <a:pt x="1247" y="83"/>
                    <a:pt x="1247" y="83"/>
                  </a:cubicBezTo>
                  <a:cubicBezTo>
                    <a:pt x="1246" y="83"/>
                    <a:pt x="1246" y="83"/>
                    <a:pt x="1246" y="83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35" y="78"/>
                    <a:pt x="1229" y="76"/>
                    <a:pt x="1224" y="73"/>
                  </a:cubicBezTo>
                  <a:cubicBezTo>
                    <a:pt x="1224" y="73"/>
                    <a:pt x="1224" y="73"/>
                    <a:pt x="1224" y="73"/>
                  </a:cubicBezTo>
                  <a:cubicBezTo>
                    <a:pt x="1219" y="71"/>
                    <a:pt x="1219" y="71"/>
                    <a:pt x="1219" y="71"/>
                  </a:cubicBezTo>
                  <a:cubicBezTo>
                    <a:pt x="1218" y="71"/>
                    <a:pt x="1218" y="71"/>
                    <a:pt x="1218" y="71"/>
                  </a:cubicBezTo>
                  <a:cubicBezTo>
                    <a:pt x="1213" y="69"/>
                    <a:pt x="1213" y="69"/>
                    <a:pt x="1213" y="69"/>
                  </a:cubicBezTo>
                  <a:cubicBezTo>
                    <a:pt x="1212" y="68"/>
                    <a:pt x="1212" y="68"/>
                    <a:pt x="1212" y="68"/>
                  </a:cubicBezTo>
                  <a:cubicBezTo>
                    <a:pt x="1208" y="66"/>
                    <a:pt x="1208" y="66"/>
                    <a:pt x="1208" y="66"/>
                  </a:cubicBezTo>
                  <a:cubicBezTo>
                    <a:pt x="1207" y="66"/>
                    <a:pt x="1207" y="66"/>
                    <a:pt x="1207" y="66"/>
                  </a:cubicBezTo>
                  <a:cubicBezTo>
                    <a:pt x="1202" y="64"/>
                    <a:pt x="1202" y="64"/>
                    <a:pt x="1202" y="64"/>
                  </a:cubicBezTo>
                  <a:cubicBezTo>
                    <a:pt x="1201" y="64"/>
                    <a:pt x="1201" y="64"/>
                    <a:pt x="1201" y="64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86" y="58"/>
                    <a:pt x="1177" y="55"/>
                    <a:pt x="1167" y="51"/>
                  </a:cubicBezTo>
                  <a:cubicBezTo>
                    <a:pt x="1166" y="51"/>
                    <a:pt x="1166" y="51"/>
                    <a:pt x="1166" y="51"/>
                  </a:cubicBezTo>
                  <a:cubicBezTo>
                    <a:pt x="1162" y="49"/>
                    <a:pt x="1162" y="49"/>
                    <a:pt x="1162" y="49"/>
                  </a:cubicBezTo>
                  <a:cubicBezTo>
                    <a:pt x="1161" y="49"/>
                    <a:pt x="1161" y="49"/>
                    <a:pt x="1161" y="49"/>
                  </a:cubicBezTo>
                  <a:cubicBezTo>
                    <a:pt x="1156" y="47"/>
                    <a:pt x="1156" y="47"/>
                    <a:pt x="1156" y="47"/>
                  </a:cubicBezTo>
                  <a:cubicBezTo>
                    <a:pt x="1155" y="47"/>
                    <a:pt x="1155" y="47"/>
                    <a:pt x="1155" y="47"/>
                  </a:cubicBezTo>
                  <a:cubicBezTo>
                    <a:pt x="1150" y="45"/>
                    <a:pt x="1150" y="45"/>
                    <a:pt x="1150" y="45"/>
                  </a:cubicBezTo>
                  <a:cubicBezTo>
                    <a:pt x="1149" y="45"/>
                    <a:pt x="1149" y="45"/>
                    <a:pt x="1149" y="45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36" y="41"/>
                    <a:pt x="1128" y="38"/>
                    <a:pt x="1120" y="36"/>
                  </a:cubicBezTo>
                  <a:cubicBezTo>
                    <a:pt x="1120" y="36"/>
                    <a:pt x="1120" y="36"/>
                    <a:pt x="1120" y="36"/>
                  </a:cubicBezTo>
                  <a:cubicBezTo>
                    <a:pt x="1115" y="35"/>
                    <a:pt x="1115" y="35"/>
                    <a:pt x="1115" y="35"/>
                  </a:cubicBezTo>
                  <a:cubicBezTo>
                    <a:pt x="1114" y="34"/>
                    <a:pt x="1114" y="34"/>
                    <a:pt x="1114" y="34"/>
                  </a:cubicBezTo>
                  <a:cubicBezTo>
                    <a:pt x="1109" y="33"/>
                    <a:pt x="1109" y="33"/>
                    <a:pt x="1109" y="33"/>
                  </a:cubicBezTo>
                  <a:cubicBezTo>
                    <a:pt x="1108" y="33"/>
                    <a:pt x="1108" y="33"/>
                    <a:pt x="1108" y="33"/>
                  </a:cubicBezTo>
                  <a:cubicBezTo>
                    <a:pt x="1103" y="31"/>
                    <a:pt x="1103" y="31"/>
                    <a:pt x="1103" y="31"/>
                  </a:cubicBezTo>
                  <a:cubicBezTo>
                    <a:pt x="1102" y="31"/>
                    <a:pt x="1102" y="31"/>
                    <a:pt x="1102" y="31"/>
                  </a:cubicBezTo>
                  <a:cubicBezTo>
                    <a:pt x="1097" y="30"/>
                    <a:pt x="1097" y="30"/>
                    <a:pt x="1097" y="30"/>
                  </a:cubicBezTo>
                  <a:cubicBezTo>
                    <a:pt x="1096" y="29"/>
                    <a:pt x="1096" y="29"/>
                    <a:pt x="1096" y="29"/>
                  </a:cubicBezTo>
                  <a:cubicBezTo>
                    <a:pt x="1091" y="28"/>
                    <a:pt x="1091" y="28"/>
                    <a:pt x="1091" y="28"/>
                  </a:cubicBezTo>
                  <a:cubicBezTo>
                    <a:pt x="1090" y="28"/>
                    <a:pt x="1090" y="28"/>
                    <a:pt x="1090" y="28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79" y="25"/>
                    <a:pt x="1073" y="24"/>
                    <a:pt x="1067" y="22"/>
                  </a:cubicBezTo>
                  <a:cubicBezTo>
                    <a:pt x="1066" y="22"/>
                    <a:pt x="1066" y="22"/>
                    <a:pt x="1066" y="22"/>
                  </a:cubicBezTo>
                  <a:cubicBezTo>
                    <a:pt x="1061" y="21"/>
                    <a:pt x="1061" y="21"/>
                    <a:pt x="1061" y="21"/>
                  </a:cubicBezTo>
                  <a:cubicBezTo>
                    <a:pt x="1059" y="21"/>
                    <a:pt x="1059" y="21"/>
                    <a:pt x="1059" y="21"/>
                  </a:cubicBezTo>
                  <a:cubicBezTo>
                    <a:pt x="1055" y="20"/>
                    <a:pt x="1055" y="20"/>
                    <a:pt x="1055" y="20"/>
                  </a:cubicBezTo>
                  <a:cubicBezTo>
                    <a:pt x="1053" y="19"/>
                    <a:pt x="1053" y="19"/>
                    <a:pt x="1053" y="19"/>
                  </a:cubicBezTo>
                  <a:cubicBezTo>
                    <a:pt x="1049" y="19"/>
                    <a:pt x="1049" y="19"/>
                    <a:pt x="1049" y="19"/>
                  </a:cubicBezTo>
                  <a:cubicBezTo>
                    <a:pt x="1047" y="18"/>
                    <a:pt x="1047" y="18"/>
                    <a:pt x="1047" y="18"/>
                  </a:cubicBezTo>
                  <a:cubicBezTo>
                    <a:pt x="1043" y="17"/>
                    <a:pt x="1043" y="17"/>
                    <a:pt x="1043" y="17"/>
                  </a:cubicBezTo>
                  <a:cubicBezTo>
                    <a:pt x="1041" y="17"/>
                    <a:pt x="1041" y="17"/>
                    <a:pt x="1041" y="17"/>
                  </a:cubicBezTo>
                  <a:cubicBezTo>
                    <a:pt x="1037" y="16"/>
                    <a:pt x="1037" y="16"/>
                    <a:pt x="1037" y="16"/>
                  </a:cubicBezTo>
                  <a:cubicBezTo>
                    <a:pt x="1035" y="16"/>
                    <a:pt x="1035" y="16"/>
                    <a:pt x="1035" y="16"/>
                  </a:cubicBezTo>
                  <a:cubicBezTo>
                    <a:pt x="1031" y="15"/>
                    <a:pt x="1031" y="15"/>
                    <a:pt x="1031" y="15"/>
                  </a:cubicBezTo>
                  <a:cubicBezTo>
                    <a:pt x="1030" y="15"/>
                    <a:pt x="1030" y="15"/>
                    <a:pt x="1030" y="15"/>
                  </a:cubicBezTo>
                  <a:cubicBezTo>
                    <a:pt x="1024" y="14"/>
                    <a:pt x="1024" y="14"/>
                    <a:pt x="1024" y="14"/>
                  </a:cubicBezTo>
                  <a:cubicBezTo>
                    <a:pt x="1023" y="14"/>
                    <a:pt x="1023" y="14"/>
                    <a:pt x="1023" y="14"/>
                  </a:cubicBezTo>
                  <a:cubicBezTo>
                    <a:pt x="975" y="5"/>
                    <a:pt x="926" y="1"/>
                    <a:pt x="876" y="0"/>
                  </a:cubicBezTo>
                  <a:cubicBezTo>
                    <a:pt x="868" y="0"/>
                    <a:pt x="868" y="0"/>
                    <a:pt x="868" y="0"/>
                  </a:cubicBezTo>
                  <a:cubicBezTo>
                    <a:pt x="590" y="0"/>
                    <a:pt x="341" y="126"/>
                    <a:pt x="175" y="323"/>
                  </a:cubicBezTo>
                  <a:cubicBezTo>
                    <a:pt x="158" y="344"/>
                    <a:pt x="149" y="358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50" y="375"/>
                    <a:pt x="159" y="379"/>
                    <a:pt x="178" y="379"/>
                  </a:cubicBezTo>
                  <a:cubicBezTo>
                    <a:pt x="559" y="379"/>
                    <a:pt x="559" y="379"/>
                    <a:pt x="559" y="379"/>
                  </a:cubicBezTo>
                  <a:cubicBezTo>
                    <a:pt x="1261" y="379"/>
                    <a:pt x="1261" y="379"/>
                    <a:pt x="1261" y="379"/>
                  </a:cubicBezTo>
                  <a:cubicBezTo>
                    <a:pt x="1269" y="379"/>
                    <a:pt x="1278" y="382"/>
                    <a:pt x="1287" y="387"/>
                  </a:cubicBezTo>
                  <a:cubicBezTo>
                    <a:pt x="1294" y="391"/>
                    <a:pt x="1300" y="396"/>
                    <a:pt x="1304" y="402"/>
                  </a:cubicBezTo>
                  <a:cubicBezTo>
                    <a:pt x="1452" y="634"/>
                    <a:pt x="1452" y="634"/>
                    <a:pt x="1452" y="634"/>
                  </a:cubicBezTo>
                  <a:cubicBezTo>
                    <a:pt x="1455" y="638"/>
                    <a:pt x="1457" y="643"/>
                    <a:pt x="1459" y="648"/>
                  </a:cubicBezTo>
                  <a:cubicBezTo>
                    <a:pt x="1461" y="655"/>
                    <a:pt x="1461" y="655"/>
                    <a:pt x="1461" y="655"/>
                  </a:cubicBezTo>
                  <a:cubicBezTo>
                    <a:pt x="1461" y="656"/>
                    <a:pt x="1461" y="656"/>
                    <a:pt x="1461" y="656"/>
                  </a:cubicBezTo>
                  <a:cubicBezTo>
                    <a:pt x="1461" y="657"/>
                    <a:pt x="1461" y="657"/>
                    <a:pt x="1461" y="657"/>
                  </a:cubicBezTo>
                  <a:cubicBezTo>
                    <a:pt x="1463" y="664"/>
                    <a:pt x="1463" y="671"/>
                    <a:pt x="1463" y="677"/>
                  </a:cubicBezTo>
                  <a:cubicBezTo>
                    <a:pt x="1462" y="685"/>
                    <a:pt x="1462" y="685"/>
                    <a:pt x="1462" y="685"/>
                  </a:cubicBezTo>
                  <a:cubicBezTo>
                    <a:pt x="1372" y="1125"/>
                    <a:pt x="1372" y="1125"/>
                    <a:pt x="1372" y="1125"/>
                  </a:cubicBezTo>
                  <a:cubicBezTo>
                    <a:pt x="1322" y="1367"/>
                    <a:pt x="1322" y="1367"/>
                    <a:pt x="1322" y="1367"/>
                  </a:cubicBezTo>
                  <a:cubicBezTo>
                    <a:pt x="1319" y="1383"/>
                    <a:pt x="1304" y="1395"/>
                    <a:pt x="1289" y="1395"/>
                  </a:cubicBezTo>
                  <a:cubicBezTo>
                    <a:pt x="1046" y="1395"/>
                    <a:pt x="1046" y="1395"/>
                    <a:pt x="1046" y="1395"/>
                  </a:cubicBezTo>
                  <a:cubicBezTo>
                    <a:pt x="1030" y="1395"/>
                    <a:pt x="1011" y="1384"/>
                    <a:pt x="1002" y="1371"/>
                  </a:cubicBezTo>
                  <a:cubicBezTo>
                    <a:pt x="705" y="923"/>
                    <a:pt x="705" y="923"/>
                    <a:pt x="705" y="923"/>
                  </a:cubicBezTo>
                  <a:cubicBezTo>
                    <a:pt x="684" y="1030"/>
                    <a:pt x="684" y="1030"/>
                    <a:pt x="684" y="1030"/>
                  </a:cubicBezTo>
                  <a:cubicBezTo>
                    <a:pt x="615" y="1368"/>
                    <a:pt x="615" y="1368"/>
                    <a:pt x="615" y="1368"/>
                  </a:cubicBezTo>
                  <a:cubicBezTo>
                    <a:pt x="613" y="1380"/>
                    <a:pt x="602" y="1391"/>
                    <a:pt x="590" y="1394"/>
                  </a:cubicBezTo>
                  <a:cubicBezTo>
                    <a:pt x="590" y="1394"/>
                    <a:pt x="590" y="1394"/>
                    <a:pt x="590" y="1394"/>
                  </a:cubicBezTo>
                  <a:cubicBezTo>
                    <a:pt x="590" y="1395"/>
                    <a:pt x="590" y="1395"/>
                    <a:pt x="590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2" y="1396"/>
                    <a:pt x="582" y="1396"/>
                    <a:pt x="582" y="1396"/>
                  </a:cubicBezTo>
                  <a:cubicBezTo>
                    <a:pt x="581" y="1396"/>
                    <a:pt x="581" y="1396"/>
                    <a:pt x="581" y="1396"/>
                  </a:cubicBezTo>
                  <a:cubicBezTo>
                    <a:pt x="553" y="1396"/>
                    <a:pt x="553" y="1396"/>
                    <a:pt x="553" y="1396"/>
                  </a:cubicBezTo>
                  <a:cubicBezTo>
                    <a:pt x="403" y="1396"/>
                    <a:pt x="403" y="1396"/>
                    <a:pt x="403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1" y="1394"/>
                    <a:pt x="384" y="1389"/>
                    <a:pt x="382" y="1382"/>
                  </a:cubicBezTo>
                  <a:cubicBezTo>
                    <a:pt x="382" y="1382"/>
                    <a:pt x="382" y="1382"/>
                    <a:pt x="382" y="1382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1" y="1368"/>
                    <a:pt x="381" y="1368"/>
                    <a:pt x="381" y="1368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10" y="733"/>
                    <a:pt x="510" y="733"/>
                    <a:pt x="510" y="733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6" y="720"/>
                    <a:pt x="516" y="720"/>
                    <a:pt x="516" y="720"/>
                  </a:cubicBezTo>
                  <a:cubicBezTo>
                    <a:pt x="517" y="719"/>
                    <a:pt x="517" y="719"/>
                    <a:pt x="517" y="719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43" y="705"/>
                    <a:pt x="543" y="705"/>
                    <a:pt x="543" y="705"/>
                  </a:cubicBezTo>
                  <a:cubicBezTo>
                    <a:pt x="544" y="705"/>
                    <a:pt x="544" y="705"/>
                    <a:pt x="544" y="705"/>
                  </a:cubicBezTo>
                  <a:cubicBezTo>
                    <a:pt x="555" y="705"/>
                    <a:pt x="555" y="705"/>
                    <a:pt x="555" y="705"/>
                  </a:cubicBezTo>
                  <a:cubicBezTo>
                    <a:pt x="557" y="705"/>
                    <a:pt x="557" y="705"/>
                    <a:pt x="557" y="705"/>
                  </a:cubicBezTo>
                  <a:cubicBezTo>
                    <a:pt x="786" y="705"/>
                    <a:pt x="786" y="705"/>
                    <a:pt x="786" y="705"/>
                  </a:cubicBezTo>
                  <a:cubicBezTo>
                    <a:pt x="802" y="705"/>
                    <a:pt x="821" y="716"/>
                    <a:pt x="829" y="729"/>
                  </a:cubicBezTo>
                  <a:cubicBezTo>
                    <a:pt x="1127" y="1178"/>
                    <a:pt x="1127" y="1178"/>
                    <a:pt x="1127" y="1178"/>
                  </a:cubicBezTo>
                  <a:cubicBezTo>
                    <a:pt x="1244" y="590"/>
                    <a:pt x="1244" y="590"/>
                    <a:pt x="1244" y="590"/>
                  </a:cubicBezTo>
                  <a:cubicBezTo>
                    <a:pt x="557" y="590"/>
                    <a:pt x="557" y="590"/>
                    <a:pt x="557" y="590"/>
                  </a:cubicBezTo>
                  <a:cubicBezTo>
                    <a:pt x="555" y="590"/>
                    <a:pt x="555" y="590"/>
                    <a:pt x="555" y="590"/>
                  </a:cubicBezTo>
                  <a:cubicBezTo>
                    <a:pt x="475" y="590"/>
                    <a:pt x="475" y="590"/>
                    <a:pt x="475" y="590"/>
                  </a:cubicBezTo>
                  <a:cubicBezTo>
                    <a:pt x="435" y="590"/>
                    <a:pt x="395" y="593"/>
                    <a:pt x="357" y="600"/>
                  </a:cubicBezTo>
                  <a:cubicBezTo>
                    <a:pt x="162" y="632"/>
                    <a:pt x="0" y="756"/>
                    <a:pt x="0" y="1037"/>
                  </a:cubicBezTo>
                  <a:cubicBezTo>
                    <a:pt x="0" y="1321"/>
                    <a:pt x="239" y="1662"/>
                    <a:pt x="616" y="1772"/>
                  </a:cubicBezTo>
                  <a:cubicBezTo>
                    <a:pt x="694" y="1794"/>
                    <a:pt x="779" y="1807"/>
                    <a:pt x="868" y="1807"/>
                  </a:cubicBezTo>
                  <a:cubicBezTo>
                    <a:pt x="873" y="1807"/>
                    <a:pt x="873" y="1807"/>
                    <a:pt x="873" y="1807"/>
                  </a:cubicBezTo>
                  <a:cubicBezTo>
                    <a:pt x="1020" y="1806"/>
                    <a:pt x="1158" y="1770"/>
                    <a:pt x="1280" y="1707"/>
                  </a:cubicBezTo>
                  <a:cubicBezTo>
                    <a:pt x="1285" y="1705"/>
                    <a:pt x="1285" y="1705"/>
                    <a:pt x="1285" y="1705"/>
                  </a:cubicBezTo>
                  <a:cubicBezTo>
                    <a:pt x="1286" y="1704"/>
                    <a:pt x="1286" y="1704"/>
                    <a:pt x="1286" y="1704"/>
                  </a:cubicBezTo>
                  <a:cubicBezTo>
                    <a:pt x="1291" y="1702"/>
                    <a:pt x="1291" y="1702"/>
                    <a:pt x="1291" y="1702"/>
                  </a:cubicBezTo>
                  <a:cubicBezTo>
                    <a:pt x="1292" y="1701"/>
                    <a:pt x="1292" y="1701"/>
                    <a:pt x="1292" y="1701"/>
                  </a:cubicBezTo>
                  <a:cubicBezTo>
                    <a:pt x="1295" y="1699"/>
                    <a:pt x="1295" y="1699"/>
                    <a:pt x="1295" y="1699"/>
                  </a:cubicBezTo>
                  <a:cubicBezTo>
                    <a:pt x="1297" y="1698"/>
                    <a:pt x="1297" y="1698"/>
                    <a:pt x="1297" y="1698"/>
                  </a:cubicBezTo>
                  <a:cubicBezTo>
                    <a:pt x="1301" y="1696"/>
                    <a:pt x="1301" y="1696"/>
                    <a:pt x="1301" y="1696"/>
                  </a:cubicBezTo>
                  <a:cubicBezTo>
                    <a:pt x="1302" y="1695"/>
                    <a:pt x="1302" y="1695"/>
                    <a:pt x="1302" y="1695"/>
                  </a:cubicBezTo>
                  <a:cubicBezTo>
                    <a:pt x="1306" y="1693"/>
                    <a:pt x="1306" y="1693"/>
                    <a:pt x="1306" y="1693"/>
                  </a:cubicBezTo>
                  <a:cubicBezTo>
                    <a:pt x="1307" y="1693"/>
                    <a:pt x="1307" y="1693"/>
                    <a:pt x="1307" y="1693"/>
                  </a:cubicBezTo>
                  <a:cubicBezTo>
                    <a:pt x="1311" y="1690"/>
                    <a:pt x="1311" y="1690"/>
                    <a:pt x="1311" y="1690"/>
                  </a:cubicBezTo>
                  <a:cubicBezTo>
                    <a:pt x="1313" y="1689"/>
                    <a:pt x="1313" y="1689"/>
                    <a:pt x="1313" y="1689"/>
                  </a:cubicBezTo>
                  <a:cubicBezTo>
                    <a:pt x="1317" y="1687"/>
                    <a:pt x="1317" y="1687"/>
                    <a:pt x="1317" y="1687"/>
                  </a:cubicBezTo>
                  <a:cubicBezTo>
                    <a:pt x="1318" y="1687"/>
                    <a:pt x="1318" y="1687"/>
                    <a:pt x="1318" y="1687"/>
                  </a:cubicBezTo>
                  <a:cubicBezTo>
                    <a:pt x="1322" y="1684"/>
                    <a:pt x="1322" y="1684"/>
                    <a:pt x="1322" y="1684"/>
                  </a:cubicBezTo>
                  <a:cubicBezTo>
                    <a:pt x="1323" y="1684"/>
                    <a:pt x="1323" y="1684"/>
                    <a:pt x="1323" y="1684"/>
                  </a:cubicBezTo>
                  <a:cubicBezTo>
                    <a:pt x="1327" y="1681"/>
                    <a:pt x="1327" y="1681"/>
                    <a:pt x="1327" y="1681"/>
                  </a:cubicBezTo>
                  <a:cubicBezTo>
                    <a:pt x="1329" y="1680"/>
                    <a:pt x="1329" y="1680"/>
                    <a:pt x="1329" y="1680"/>
                  </a:cubicBezTo>
                  <a:cubicBezTo>
                    <a:pt x="1332" y="1678"/>
                    <a:pt x="1332" y="1678"/>
                    <a:pt x="1332" y="1678"/>
                  </a:cubicBezTo>
                  <a:cubicBezTo>
                    <a:pt x="1333" y="1677"/>
                    <a:pt x="1333" y="1677"/>
                    <a:pt x="1333" y="1677"/>
                  </a:cubicBezTo>
                  <a:cubicBezTo>
                    <a:pt x="1338" y="1675"/>
                    <a:pt x="1338" y="1675"/>
                    <a:pt x="1338" y="1675"/>
                  </a:cubicBezTo>
                  <a:cubicBezTo>
                    <a:pt x="1339" y="1674"/>
                    <a:pt x="1339" y="1674"/>
                    <a:pt x="1339" y="1674"/>
                  </a:cubicBezTo>
                  <a:cubicBezTo>
                    <a:pt x="1343" y="1672"/>
                    <a:pt x="1343" y="1672"/>
                    <a:pt x="1343" y="1672"/>
                  </a:cubicBezTo>
                  <a:cubicBezTo>
                    <a:pt x="1343" y="1671"/>
                    <a:pt x="1343" y="1671"/>
                    <a:pt x="1343" y="1671"/>
                  </a:cubicBezTo>
                  <a:cubicBezTo>
                    <a:pt x="1348" y="1669"/>
                    <a:pt x="1348" y="1669"/>
                    <a:pt x="1348" y="1669"/>
                  </a:cubicBezTo>
                  <a:cubicBezTo>
                    <a:pt x="1349" y="1668"/>
                    <a:pt x="1349" y="1668"/>
                    <a:pt x="1349" y="1668"/>
                  </a:cubicBezTo>
                  <a:cubicBezTo>
                    <a:pt x="1353" y="1665"/>
                    <a:pt x="1353" y="1665"/>
                    <a:pt x="1353" y="1665"/>
                  </a:cubicBezTo>
                  <a:cubicBezTo>
                    <a:pt x="1354" y="1665"/>
                    <a:pt x="1354" y="1665"/>
                    <a:pt x="1354" y="1665"/>
                  </a:cubicBezTo>
                  <a:cubicBezTo>
                    <a:pt x="1358" y="1662"/>
                    <a:pt x="1358" y="1662"/>
                    <a:pt x="1358" y="1662"/>
                  </a:cubicBezTo>
                  <a:cubicBezTo>
                    <a:pt x="1359" y="1661"/>
                    <a:pt x="1359" y="1661"/>
                    <a:pt x="1359" y="1661"/>
                  </a:cubicBezTo>
                  <a:cubicBezTo>
                    <a:pt x="1363" y="1659"/>
                    <a:pt x="1363" y="1659"/>
                    <a:pt x="1363" y="1659"/>
                  </a:cubicBezTo>
                  <a:cubicBezTo>
                    <a:pt x="1364" y="1658"/>
                    <a:pt x="1364" y="1658"/>
                    <a:pt x="1364" y="1658"/>
                  </a:cubicBezTo>
                  <a:cubicBezTo>
                    <a:pt x="1368" y="1655"/>
                    <a:pt x="1368" y="1655"/>
                    <a:pt x="1368" y="1655"/>
                  </a:cubicBezTo>
                  <a:cubicBezTo>
                    <a:pt x="1369" y="1655"/>
                    <a:pt x="1369" y="1655"/>
                    <a:pt x="1369" y="1655"/>
                  </a:cubicBezTo>
                  <a:cubicBezTo>
                    <a:pt x="1373" y="1652"/>
                    <a:pt x="1373" y="1652"/>
                    <a:pt x="1373" y="1652"/>
                  </a:cubicBezTo>
                  <a:cubicBezTo>
                    <a:pt x="1374" y="1651"/>
                    <a:pt x="1374" y="1651"/>
                    <a:pt x="1374" y="1651"/>
                  </a:cubicBezTo>
                  <a:cubicBezTo>
                    <a:pt x="1378" y="1648"/>
                    <a:pt x="1378" y="1648"/>
                    <a:pt x="1378" y="1648"/>
                  </a:cubicBezTo>
                  <a:cubicBezTo>
                    <a:pt x="1379" y="1648"/>
                    <a:pt x="1379" y="1648"/>
                    <a:pt x="1379" y="1648"/>
                  </a:cubicBezTo>
                  <a:cubicBezTo>
                    <a:pt x="1383" y="1645"/>
                    <a:pt x="1383" y="1645"/>
                    <a:pt x="1383" y="1645"/>
                  </a:cubicBezTo>
                  <a:cubicBezTo>
                    <a:pt x="1384" y="1645"/>
                    <a:pt x="1384" y="1645"/>
                    <a:pt x="1384" y="1645"/>
                  </a:cubicBezTo>
                  <a:cubicBezTo>
                    <a:pt x="1388" y="1642"/>
                    <a:pt x="1388" y="1642"/>
                    <a:pt x="1388" y="1642"/>
                  </a:cubicBezTo>
                  <a:cubicBezTo>
                    <a:pt x="1389" y="1641"/>
                    <a:pt x="1389" y="1641"/>
                    <a:pt x="1389" y="1641"/>
                  </a:cubicBezTo>
                  <a:cubicBezTo>
                    <a:pt x="1393" y="1638"/>
                    <a:pt x="1393" y="1638"/>
                    <a:pt x="1393" y="1638"/>
                  </a:cubicBezTo>
                  <a:cubicBezTo>
                    <a:pt x="1394" y="1638"/>
                    <a:pt x="1394" y="1638"/>
                    <a:pt x="1394" y="1638"/>
                  </a:cubicBezTo>
                  <a:cubicBezTo>
                    <a:pt x="1398" y="1635"/>
                    <a:pt x="1398" y="1635"/>
                    <a:pt x="1398" y="1635"/>
                  </a:cubicBezTo>
                  <a:cubicBezTo>
                    <a:pt x="1399" y="1634"/>
                    <a:pt x="1399" y="1634"/>
                    <a:pt x="1399" y="1634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8" y="1628"/>
                    <a:pt x="1408" y="1628"/>
                    <a:pt x="1408" y="1628"/>
                  </a:cubicBezTo>
                  <a:cubicBezTo>
                    <a:pt x="1408" y="1627"/>
                    <a:pt x="1408" y="1627"/>
                    <a:pt x="1408" y="1627"/>
                  </a:cubicBezTo>
                  <a:cubicBezTo>
                    <a:pt x="1417" y="1620"/>
                    <a:pt x="1417" y="1620"/>
                    <a:pt x="1417" y="1620"/>
                  </a:cubicBezTo>
                  <a:cubicBezTo>
                    <a:pt x="1418" y="1620"/>
                    <a:pt x="1418" y="1620"/>
                    <a:pt x="1418" y="1620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74" y="1573"/>
                    <a:pt x="1485" y="1563"/>
                    <a:pt x="1495" y="1554"/>
                  </a:cubicBezTo>
                  <a:cubicBezTo>
                    <a:pt x="1495" y="1553"/>
                    <a:pt x="1495" y="1553"/>
                    <a:pt x="1495" y="1553"/>
                  </a:cubicBezTo>
                  <a:cubicBezTo>
                    <a:pt x="1503" y="1545"/>
                    <a:pt x="1503" y="1545"/>
                    <a:pt x="1503" y="1545"/>
                  </a:cubicBezTo>
                  <a:cubicBezTo>
                    <a:pt x="1504" y="1545"/>
                    <a:pt x="1504" y="1545"/>
                    <a:pt x="1504" y="1545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12" y="1537"/>
                    <a:pt x="1512" y="1537"/>
                    <a:pt x="1512" y="1537"/>
                  </a:cubicBezTo>
                  <a:cubicBezTo>
                    <a:pt x="1512" y="1536"/>
                    <a:pt x="1512" y="1536"/>
                    <a:pt x="1512" y="1536"/>
                  </a:cubicBezTo>
                  <a:cubicBezTo>
                    <a:pt x="1516" y="1533"/>
                    <a:pt x="1516" y="1533"/>
                    <a:pt x="1516" y="1533"/>
                  </a:cubicBezTo>
                  <a:cubicBezTo>
                    <a:pt x="1516" y="1532"/>
                    <a:pt x="1516" y="1532"/>
                    <a:pt x="1516" y="1532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4" y="1524"/>
                    <a:pt x="1524" y="1524"/>
                    <a:pt x="1524" y="1524"/>
                  </a:cubicBezTo>
                  <a:cubicBezTo>
                    <a:pt x="1525" y="1523"/>
                    <a:pt x="1525" y="1523"/>
                    <a:pt x="1525" y="1523"/>
                  </a:cubicBezTo>
                  <a:cubicBezTo>
                    <a:pt x="1528" y="1519"/>
                    <a:pt x="1528" y="1519"/>
                    <a:pt x="1528" y="1519"/>
                  </a:cubicBezTo>
                  <a:cubicBezTo>
                    <a:pt x="1529" y="1519"/>
                    <a:pt x="1529" y="1519"/>
                    <a:pt x="1529" y="1519"/>
                  </a:cubicBezTo>
                  <a:cubicBezTo>
                    <a:pt x="1532" y="1516"/>
                    <a:pt x="1532" y="1516"/>
                    <a:pt x="1532" y="1516"/>
                  </a:cubicBezTo>
                  <a:cubicBezTo>
                    <a:pt x="1533" y="1514"/>
                    <a:pt x="1533" y="1514"/>
                    <a:pt x="1533" y="1514"/>
                  </a:cubicBezTo>
                  <a:cubicBezTo>
                    <a:pt x="1536" y="1511"/>
                    <a:pt x="1536" y="1511"/>
                    <a:pt x="1536" y="1511"/>
                  </a:cubicBezTo>
                  <a:cubicBezTo>
                    <a:pt x="1538" y="1509"/>
                    <a:pt x="1538" y="1509"/>
                    <a:pt x="1538" y="1509"/>
                  </a:cubicBezTo>
                  <a:cubicBezTo>
                    <a:pt x="1539" y="1507"/>
                    <a:pt x="1539" y="1507"/>
                    <a:pt x="1539" y="1507"/>
                  </a:cubicBezTo>
                  <a:cubicBezTo>
                    <a:pt x="1543" y="1504"/>
                    <a:pt x="1543" y="1504"/>
                    <a:pt x="1543" y="1504"/>
                  </a:cubicBezTo>
                  <a:cubicBezTo>
                    <a:pt x="1544" y="1502"/>
                    <a:pt x="1544" y="1502"/>
                    <a:pt x="1544" y="1502"/>
                  </a:cubicBezTo>
                  <a:cubicBezTo>
                    <a:pt x="1546" y="1500"/>
                    <a:pt x="1546" y="1500"/>
                    <a:pt x="1546" y="1500"/>
                  </a:cubicBezTo>
                  <a:cubicBezTo>
                    <a:pt x="1547" y="1499"/>
                    <a:pt x="1547" y="1499"/>
                    <a:pt x="1547" y="1499"/>
                  </a:cubicBezTo>
                  <a:cubicBezTo>
                    <a:pt x="1655" y="1376"/>
                    <a:pt x="1730" y="1224"/>
                    <a:pt x="1758" y="1056"/>
                  </a:cubicBezTo>
                  <a:cubicBezTo>
                    <a:pt x="1758" y="1056"/>
                    <a:pt x="1758" y="1056"/>
                    <a:pt x="1758" y="1056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1" y="1037"/>
                    <a:pt x="1761" y="1037"/>
                    <a:pt x="1761" y="1037"/>
                  </a:cubicBezTo>
                  <a:cubicBezTo>
                    <a:pt x="1761" y="1036"/>
                    <a:pt x="1761" y="1036"/>
                    <a:pt x="1761" y="1036"/>
                  </a:cubicBezTo>
                  <a:cubicBezTo>
                    <a:pt x="1762" y="1033"/>
                    <a:pt x="1762" y="1033"/>
                    <a:pt x="1762" y="1033"/>
                  </a:cubicBezTo>
                  <a:cubicBezTo>
                    <a:pt x="1762" y="1032"/>
                    <a:pt x="1762" y="1032"/>
                    <a:pt x="1762" y="1032"/>
                  </a:cubicBezTo>
                  <a:cubicBezTo>
                    <a:pt x="1762" y="1029"/>
                    <a:pt x="1762" y="1029"/>
                    <a:pt x="1762" y="1029"/>
                  </a:cubicBezTo>
                  <a:cubicBezTo>
                    <a:pt x="1763" y="1028"/>
                    <a:pt x="1763" y="1028"/>
                    <a:pt x="1763" y="1028"/>
                  </a:cubicBezTo>
                  <a:cubicBezTo>
                    <a:pt x="1763" y="1025"/>
                    <a:pt x="1763" y="1025"/>
                    <a:pt x="1763" y="1025"/>
                  </a:cubicBezTo>
                  <a:cubicBezTo>
                    <a:pt x="1763" y="1024"/>
                    <a:pt x="1763" y="1024"/>
                    <a:pt x="1763" y="1024"/>
                  </a:cubicBezTo>
                  <a:cubicBezTo>
                    <a:pt x="1764" y="1014"/>
                    <a:pt x="1764" y="1014"/>
                    <a:pt x="1764" y="1014"/>
                  </a:cubicBezTo>
                  <a:cubicBezTo>
                    <a:pt x="1765" y="1012"/>
                    <a:pt x="1765" y="1012"/>
                    <a:pt x="1765" y="1012"/>
                  </a:cubicBezTo>
                  <a:cubicBezTo>
                    <a:pt x="1765" y="1010"/>
                    <a:pt x="1765" y="1010"/>
                    <a:pt x="1765" y="1010"/>
                  </a:cubicBezTo>
                  <a:cubicBezTo>
                    <a:pt x="1765" y="1008"/>
                    <a:pt x="1765" y="1008"/>
                    <a:pt x="1765" y="1008"/>
                  </a:cubicBezTo>
                  <a:cubicBezTo>
                    <a:pt x="1765" y="1005"/>
                    <a:pt x="1765" y="1005"/>
                    <a:pt x="1765" y="1005"/>
                  </a:cubicBezTo>
                  <a:cubicBezTo>
                    <a:pt x="1766" y="1004"/>
                    <a:pt x="1766" y="1004"/>
                    <a:pt x="1766" y="1004"/>
                  </a:cubicBezTo>
                  <a:cubicBezTo>
                    <a:pt x="1766" y="1001"/>
                    <a:pt x="1766" y="1001"/>
                    <a:pt x="1766" y="1001"/>
                  </a:cubicBezTo>
                  <a:cubicBezTo>
                    <a:pt x="1766" y="999"/>
                    <a:pt x="1766" y="999"/>
                    <a:pt x="1766" y="999"/>
                  </a:cubicBezTo>
                  <a:cubicBezTo>
                    <a:pt x="1767" y="994"/>
                    <a:pt x="1767" y="994"/>
                    <a:pt x="1767" y="994"/>
                  </a:cubicBezTo>
                  <a:cubicBezTo>
                    <a:pt x="1767" y="993"/>
                    <a:pt x="1767" y="993"/>
                    <a:pt x="1767" y="993"/>
                  </a:cubicBezTo>
                  <a:cubicBezTo>
                    <a:pt x="1767" y="990"/>
                    <a:pt x="1767" y="990"/>
                    <a:pt x="1767" y="990"/>
                  </a:cubicBezTo>
                  <a:cubicBezTo>
                    <a:pt x="1767" y="988"/>
                    <a:pt x="1767" y="988"/>
                    <a:pt x="1767" y="988"/>
                  </a:cubicBezTo>
                  <a:cubicBezTo>
                    <a:pt x="1767" y="986"/>
                    <a:pt x="1767" y="986"/>
                    <a:pt x="1767" y="986"/>
                  </a:cubicBezTo>
                  <a:cubicBezTo>
                    <a:pt x="1768" y="984"/>
                    <a:pt x="1768" y="984"/>
                    <a:pt x="1768" y="984"/>
                  </a:cubicBezTo>
                  <a:cubicBezTo>
                    <a:pt x="1768" y="981"/>
                    <a:pt x="1768" y="981"/>
                    <a:pt x="1768" y="981"/>
                  </a:cubicBezTo>
                  <a:cubicBezTo>
                    <a:pt x="1768" y="979"/>
                    <a:pt x="1768" y="979"/>
                    <a:pt x="1768" y="979"/>
                  </a:cubicBezTo>
                  <a:cubicBezTo>
                    <a:pt x="1768" y="977"/>
                    <a:pt x="1768" y="977"/>
                    <a:pt x="1768" y="977"/>
                  </a:cubicBezTo>
                  <a:cubicBezTo>
                    <a:pt x="1768" y="974"/>
                    <a:pt x="1768" y="974"/>
                    <a:pt x="1768" y="974"/>
                  </a:cubicBezTo>
                  <a:cubicBezTo>
                    <a:pt x="1769" y="971"/>
                    <a:pt x="1769" y="971"/>
                    <a:pt x="1769" y="971"/>
                  </a:cubicBezTo>
                  <a:cubicBezTo>
                    <a:pt x="1769" y="968"/>
                    <a:pt x="1769" y="968"/>
                    <a:pt x="1769" y="968"/>
                  </a:cubicBezTo>
                  <a:cubicBezTo>
                    <a:pt x="1769" y="966"/>
                    <a:pt x="1769" y="966"/>
                    <a:pt x="1769" y="966"/>
                  </a:cubicBezTo>
                  <a:cubicBezTo>
                    <a:pt x="1769" y="964"/>
                    <a:pt x="1769" y="964"/>
                    <a:pt x="1769" y="964"/>
                  </a:cubicBezTo>
                  <a:cubicBezTo>
                    <a:pt x="1769" y="962"/>
                    <a:pt x="1769" y="962"/>
                    <a:pt x="1769" y="962"/>
                  </a:cubicBezTo>
                  <a:cubicBezTo>
                    <a:pt x="1769" y="959"/>
                    <a:pt x="1769" y="959"/>
                    <a:pt x="1769" y="959"/>
                  </a:cubicBezTo>
                  <a:cubicBezTo>
                    <a:pt x="1769" y="957"/>
                    <a:pt x="1769" y="957"/>
                    <a:pt x="1769" y="957"/>
                  </a:cubicBezTo>
                  <a:cubicBezTo>
                    <a:pt x="1770" y="954"/>
                    <a:pt x="1770" y="954"/>
                    <a:pt x="1770" y="954"/>
                  </a:cubicBezTo>
                  <a:cubicBezTo>
                    <a:pt x="1770" y="953"/>
                    <a:pt x="1770" y="953"/>
                    <a:pt x="1770" y="953"/>
                  </a:cubicBezTo>
                  <a:cubicBezTo>
                    <a:pt x="1770" y="948"/>
                    <a:pt x="1770" y="948"/>
                    <a:pt x="1770" y="948"/>
                  </a:cubicBezTo>
                  <a:cubicBezTo>
                    <a:pt x="1770" y="947"/>
                    <a:pt x="1770" y="947"/>
                    <a:pt x="1770" y="947"/>
                  </a:cubicBezTo>
                  <a:cubicBezTo>
                    <a:pt x="1770" y="944"/>
                    <a:pt x="1770" y="944"/>
                    <a:pt x="1770" y="944"/>
                  </a:cubicBezTo>
                  <a:cubicBezTo>
                    <a:pt x="1770" y="942"/>
                    <a:pt x="1770" y="942"/>
                    <a:pt x="1770" y="942"/>
                  </a:cubicBezTo>
                  <a:cubicBezTo>
                    <a:pt x="1770" y="939"/>
                    <a:pt x="1770" y="939"/>
                    <a:pt x="1770" y="939"/>
                  </a:cubicBezTo>
                  <a:cubicBezTo>
                    <a:pt x="1771" y="937"/>
                    <a:pt x="1771" y="937"/>
                    <a:pt x="1771" y="937"/>
                  </a:cubicBezTo>
                  <a:cubicBezTo>
                    <a:pt x="1771" y="934"/>
                    <a:pt x="1771" y="934"/>
                    <a:pt x="1771" y="934"/>
                  </a:cubicBezTo>
                  <a:cubicBezTo>
                    <a:pt x="1771" y="933"/>
                    <a:pt x="1771" y="933"/>
                    <a:pt x="1771" y="933"/>
                  </a:cubicBezTo>
                  <a:cubicBezTo>
                    <a:pt x="1771" y="929"/>
                    <a:pt x="1771" y="929"/>
                    <a:pt x="1771" y="929"/>
                  </a:cubicBezTo>
                  <a:cubicBezTo>
                    <a:pt x="1771" y="928"/>
                    <a:pt x="1771" y="928"/>
                    <a:pt x="1771" y="928"/>
                  </a:cubicBezTo>
                  <a:cubicBezTo>
                    <a:pt x="1771" y="924"/>
                    <a:pt x="1771" y="924"/>
                    <a:pt x="1771" y="924"/>
                  </a:cubicBezTo>
                  <a:cubicBezTo>
                    <a:pt x="1771" y="922"/>
                    <a:pt x="1771" y="922"/>
                    <a:pt x="1771" y="922"/>
                  </a:cubicBezTo>
                  <a:cubicBezTo>
                    <a:pt x="1771" y="919"/>
                    <a:pt x="1771" y="919"/>
                    <a:pt x="1771" y="919"/>
                  </a:cubicBezTo>
                  <a:cubicBezTo>
                    <a:pt x="1771" y="917"/>
                    <a:pt x="1771" y="917"/>
                    <a:pt x="1771" y="917"/>
                  </a:cubicBezTo>
                  <a:cubicBezTo>
                    <a:pt x="1771" y="914"/>
                    <a:pt x="1771" y="914"/>
                    <a:pt x="1771" y="914"/>
                  </a:cubicBezTo>
                  <a:cubicBezTo>
                    <a:pt x="1771" y="913"/>
                    <a:pt x="1771" y="913"/>
                    <a:pt x="1771" y="913"/>
                  </a:cubicBezTo>
                  <a:cubicBezTo>
                    <a:pt x="1771" y="910"/>
                    <a:pt x="1771" y="910"/>
                    <a:pt x="1771" y="910"/>
                  </a:cubicBezTo>
                  <a:cubicBezTo>
                    <a:pt x="1771" y="908"/>
                    <a:pt x="1771" y="908"/>
                    <a:pt x="1771" y="908"/>
                  </a:cubicBezTo>
                  <a:cubicBezTo>
                    <a:pt x="1771" y="898"/>
                    <a:pt x="1771" y="898"/>
                    <a:pt x="1771" y="898"/>
                  </a:cubicBezTo>
                  <a:cubicBezTo>
                    <a:pt x="1771" y="897"/>
                    <a:pt x="1771" y="897"/>
                    <a:pt x="1771" y="897"/>
                  </a:cubicBezTo>
                  <a:lnTo>
                    <a:pt x="1771" y="893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 dirty="0"/>
            </a:p>
          </p:txBody>
        </p:sp>
        <p:grpSp>
          <p:nvGrpSpPr>
            <p:cNvPr id="31" name="Groep 30"/>
            <p:cNvGrpSpPr>
              <a:grpSpLocks noSelect="1"/>
            </p:cNvGrpSpPr>
            <p:nvPr userDrawn="1"/>
          </p:nvGrpSpPr>
          <p:grpSpPr bwMode="gray">
            <a:xfrm>
              <a:off x="0" y="0"/>
              <a:ext cx="561975" cy="572770"/>
              <a:chOff x="902335" y="290830"/>
              <a:chExt cx="561975" cy="572770"/>
            </a:xfrm>
          </p:grpSpPr>
          <p:sp>
            <p:nvSpPr>
              <p:cNvPr id="32" name="Freeform 5"/>
              <p:cNvSpPr>
                <a:spLocks noSelect="1"/>
              </p:cNvSpPr>
              <p:nvPr userDrawn="1"/>
            </p:nvSpPr>
            <p:spPr bwMode="gray">
              <a:xfrm>
                <a:off x="984250" y="534035"/>
                <a:ext cx="77470" cy="199390"/>
              </a:xfrm>
              <a:custGeom>
                <a:avLst/>
                <a:gdLst>
                  <a:gd name="T0" fmla="*/ 155 w 244"/>
                  <a:gd name="T1" fmla="*/ 0 h 629"/>
                  <a:gd name="T2" fmla="*/ 120 w 244"/>
                  <a:gd name="T3" fmla="*/ 28 h 629"/>
                  <a:gd name="T4" fmla="*/ 0 w 244"/>
                  <a:gd name="T5" fmla="*/ 601 h 629"/>
                  <a:gd name="T6" fmla="*/ 0 w 244"/>
                  <a:gd name="T7" fmla="*/ 606 h 629"/>
                  <a:gd name="T8" fmla="*/ 0 w 244"/>
                  <a:gd name="T9" fmla="*/ 607 h 629"/>
                  <a:gd name="T10" fmla="*/ 23 w 244"/>
                  <a:gd name="T11" fmla="*/ 629 h 629"/>
                  <a:gd name="T12" fmla="*/ 145 w 244"/>
                  <a:gd name="T13" fmla="*/ 629 h 629"/>
                  <a:gd name="T14" fmla="*/ 144 w 244"/>
                  <a:gd name="T15" fmla="*/ 629 h 629"/>
                  <a:gd name="T16" fmla="*/ 144 w 244"/>
                  <a:gd name="T17" fmla="*/ 629 h 629"/>
                  <a:gd name="T18" fmla="*/ 143 w 244"/>
                  <a:gd name="T19" fmla="*/ 629 h 629"/>
                  <a:gd name="T20" fmla="*/ 143 w 244"/>
                  <a:gd name="T21" fmla="*/ 629 h 629"/>
                  <a:gd name="T22" fmla="*/ 143 w 244"/>
                  <a:gd name="T23" fmla="*/ 629 h 629"/>
                  <a:gd name="T24" fmla="*/ 142 w 244"/>
                  <a:gd name="T25" fmla="*/ 629 h 629"/>
                  <a:gd name="T26" fmla="*/ 142 w 244"/>
                  <a:gd name="T27" fmla="*/ 629 h 629"/>
                  <a:gd name="T28" fmla="*/ 142 w 244"/>
                  <a:gd name="T29" fmla="*/ 629 h 629"/>
                  <a:gd name="T30" fmla="*/ 141 w 244"/>
                  <a:gd name="T31" fmla="*/ 629 h 629"/>
                  <a:gd name="T32" fmla="*/ 141 w 244"/>
                  <a:gd name="T33" fmla="*/ 629 h 629"/>
                  <a:gd name="T34" fmla="*/ 141 w 244"/>
                  <a:gd name="T35" fmla="*/ 629 h 629"/>
                  <a:gd name="T36" fmla="*/ 141 w 244"/>
                  <a:gd name="T37" fmla="*/ 629 h 629"/>
                  <a:gd name="T38" fmla="*/ 123 w 244"/>
                  <a:gd name="T39" fmla="*/ 615 h 629"/>
                  <a:gd name="T40" fmla="*/ 123 w 244"/>
                  <a:gd name="T41" fmla="*/ 615 h 629"/>
                  <a:gd name="T42" fmla="*/ 123 w 244"/>
                  <a:gd name="T43" fmla="*/ 614 h 629"/>
                  <a:gd name="T44" fmla="*/ 123 w 244"/>
                  <a:gd name="T45" fmla="*/ 614 h 629"/>
                  <a:gd name="T46" fmla="*/ 122 w 244"/>
                  <a:gd name="T47" fmla="*/ 613 h 629"/>
                  <a:gd name="T48" fmla="*/ 122 w 244"/>
                  <a:gd name="T49" fmla="*/ 613 h 629"/>
                  <a:gd name="T50" fmla="*/ 122 w 244"/>
                  <a:gd name="T51" fmla="*/ 613 h 629"/>
                  <a:gd name="T52" fmla="*/ 122 w 244"/>
                  <a:gd name="T53" fmla="*/ 612 h 629"/>
                  <a:gd name="T54" fmla="*/ 122 w 244"/>
                  <a:gd name="T55" fmla="*/ 612 h 629"/>
                  <a:gd name="T56" fmla="*/ 122 w 244"/>
                  <a:gd name="T57" fmla="*/ 612 h 629"/>
                  <a:gd name="T58" fmla="*/ 122 w 244"/>
                  <a:gd name="T59" fmla="*/ 612 h 629"/>
                  <a:gd name="T60" fmla="*/ 122 w 244"/>
                  <a:gd name="T61" fmla="*/ 605 h 629"/>
                  <a:gd name="T62" fmla="*/ 122 w 244"/>
                  <a:gd name="T63" fmla="*/ 605 h 629"/>
                  <a:gd name="T64" fmla="*/ 122 w 244"/>
                  <a:gd name="T65" fmla="*/ 605 h 629"/>
                  <a:gd name="T66" fmla="*/ 122 w 244"/>
                  <a:gd name="T67" fmla="*/ 602 h 629"/>
                  <a:gd name="T68" fmla="*/ 244 w 244"/>
                  <a:gd name="T69" fmla="*/ 0 h 629"/>
                  <a:gd name="T70" fmla="*/ 155 w 244"/>
                  <a:gd name="T71" fmla="*/ 0 h 6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4" h="629">
                    <a:moveTo>
                      <a:pt x="155" y="0"/>
                    </a:moveTo>
                    <a:cubicBezTo>
                      <a:pt x="139" y="0"/>
                      <a:pt x="123" y="13"/>
                      <a:pt x="120" y="28"/>
                    </a:cubicBezTo>
                    <a:cubicBezTo>
                      <a:pt x="0" y="601"/>
                      <a:pt x="0" y="601"/>
                      <a:pt x="0" y="601"/>
                    </a:cubicBezTo>
                    <a:cubicBezTo>
                      <a:pt x="0" y="606"/>
                      <a:pt x="0" y="606"/>
                      <a:pt x="0" y="606"/>
                    </a:cubicBezTo>
                    <a:cubicBezTo>
                      <a:pt x="0" y="607"/>
                      <a:pt x="0" y="607"/>
                      <a:pt x="0" y="607"/>
                    </a:cubicBezTo>
                    <a:cubicBezTo>
                      <a:pt x="0" y="620"/>
                      <a:pt x="10" y="629"/>
                      <a:pt x="23" y="629"/>
                    </a:cubicBezTo>
                    <a:cubicBezTo>
                      <a:pt x="145" y="629"/>
                      <a:pt x="145" y="629"/>
                      <a:pt x="145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32" y="628"/>
                      <a:pt x="126" y="623"/>
                      <a:pt x="123" y="615"/>
                    </a:cubicBezTo>
                    <a:cubicBezTo>
                      <a:pt x="123" y="615"/>
                      <a:pt x="123" y="615"/>
                      <a:pt x="123" y="615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2"/>
                      <a:pt x="122" y="602"/>
                      <a:pt x="122" y="602"/>
                    </a:cubicBezTo>
                    <a:cubicBezTo>
                      <a:pt x="244" y="0"/>
                      <a:pt x="244" y="0"/>
                      <a:pt x="244" y="0"/>
                    </a:cubicBezTo>
                    <a:lnTo>
                      <a:pt x="155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3" name="Freeform 6"/>
              <p:cNvSpPr>
                <a:spLocks noSelect="1"/>
              </p:cNvSpPr>
              <p:nvPr userDrawn="1"/>
            </p:nvSpPr>
            <p:spPr bwMode="gray">
              <a:xfrm>
                <a:off x="1078865" y="478155"/>
                <a:ext cx="218440" cy="186055"/>
              </a:xfrm>
              <a:custGeom>
                <a:avLst/>
                <a:gdLst>
                  <a:gd name="T0" fmla="*/ 0 w 687"/>
                  <a:gd name="T1" fmla="*/ 0 h 587"/>
                  <a:gd name="T2" fmla="*/ 0 w 687"/>
                  <a:gd name="T3" fmla="*/ 115 h 587"/>
                  <a:gd name="T4" fmla="*/ 229 w 687"/>
                  <a:gd name="T5" fmla="*/ 115 h 587"/>
                  <a:gd name="T6" fmla="*/ 272 w 687"/>
                  <a:gd name="T7" fmla="*/ 139 h 587"/>
                  <a:gd name="T8" fmla="*/ 569 w 687"/>
                  <a:gd name="T9" fmla="*/ 587 h 587"/>
                  <a:gd name="T10" fmla="*/ 687 w 687"/>
                  <a:gd name="T11" fmla="*/ 0 h 587"/>
                  <a:gd name="T12" fmla="*/ 0 w 687"/>
                  <a:gd name="T13" fmla="*/ 0 h 5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7" h="587">
                    <a:moveTo>
                      <a:pt x="0" y="0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229" y="115"/>
                      <a:pt x="229" y="115"/>
                      <a:pt x="229" y="115"/>
                    </a:cubicBezTo>
                    <a:cubicBezTo>
                      <a:pt x="244" y="115"/>
                      <a:pt x="264" y="126"/>
                      <a:pt x="272" y="139"/>
                    </a:cubicBezTo>
                    <a:cubicBezTo>
                      <a:pt x="569" y="587"/>
                      <a:pt x="569" y="587"/>
                      <a:pt x="569" y="587"/>
                    </a:cubicBezTo>
                    <a:cubicBezTo>
                      <a:pt x="687" y="0"/>
                      <a:pt x="687" y="0"/>
                      <a:pt x="68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4" name="Freeform 7"/>
              <p:cNvSpPr>
                <a:spLocks noSelect="1"/>
              </p:cNvSpPr>
              <p:nvPr userDrawn="1"/>
            </p:nvSpPr>
            <p:spPr bwMode="gray">
              <a:xfrm>
                <a:off x="902335" y="478155"/>
                <a:ext cx="406400" cy="385445"/>
              </a:xfrm>
              <a:custGeom>
                <a:avLst/>
                <a:gdLst>
                  <a:gd name="T0" fmla="*/ 555 w 1280"/>
                  <a:gd name="T1" fmla="*/ 0 h 1216"/>
                  <a:gd name="T2" fmla="*/ 475 w 1280"/>
                  <a:gd name="T3" fmla="*/ 0 h 1216"/>
                  <a:gd name="T4" fmla="*/ 357 w 1280"/>
                  <a:gd name="T5" fmla="*/ 9 h 1216"/>
                  <a:gd name="T6" fmla="*/ 0 w 1280"/>
                  <a:gd name="T7" fmla="*/ 447 h 1216"/>
                  <a:gd name="T8" fmla="*/ 616 w 1280"/>
                  <a:gd name="T9" fmla="*/ 1181 h 1216"/>
                  <a:gd name="T10" fmla="*/ 867 w 1280"/>
                  <a:gd name="T11" fmla="*/ 1216 h 1216"/>
                  <a:gd name="T12" fmla="*/ 872 w 1280"/>
                  <a:gd name="T13" fmla="*/ 1216 h 1216"/>
                  <a:gd name="T14" fmla="*/ 1280 w 1280"/>
                  <a:gd name="T15" fmla="*/ 1117 h 1216"/>
                  <a:gd name="T16" fmla="*/ 1033 w 1280"/>
                  <a:gd name="T17" fmla="*/ 1153 h 1216"/>
                  <a:gd name="T18" fmla="*/ 1033 w 1280"/>
                  <a:gd name="T19" fmla="*/ 1153 h 1216"/>
                  <a:gd name="T20" fmla="*/ 1033 w 1280"/>
                  <a:gd name="T21" fmla="*/ 1153 h 1216"/>
                  <a:gd name="T22" fmla="*/ 552 w 1280"/>
                  <a:gd name="T23" fmla="*/ 805 h 1216"/>
                  <a:gd name="T24" fmla="*/ 403 w 1280"/>
                  <a:gd name="T25" fmla="*/ 805 h 1216"/>
                  <a:gd name="T26" fmla="*/ 281 w 1280"/>
                  <a:gd name="T27" fmla="*/ 805 h 1216"/>
                  <a:gd name="T28" fmla="*/ 258 w 1280"/>
                  <a:gd name="T29" fmla="*/ 783 h 1216"/>
                  <a:gd name="T30" fmla="*/ 258 w 1280"/>
                  <a:gd name="T31" fmla="*/ 782 h 1216"/>
                  <a:gd name="T32" fmla="*/ 258 w 1280"/>
                  <a:gd name="T33" fmla="*/ 777 h 1216"/>
                  <a:gd name="T34" fmla="*/ 378 w 1280"/>
                  <a:gd name="T35" fmla="*/ 204 h 1216"/>
                  <a:gd name="T36" fmla="*/ 413 w 1280"/>
                  <a:gd name="T37" fmla="*/ 176 h 1216"/>
                  <a:gd name="T38" fmla="*/ 502 w 1280"/>
                  <a:gd name="T39" fmla="*/ 176 h 1216"/>
                  <a:gd name="T40" fmla="*/ 502 w 1280"/>
                  <a:gd name="T41" fmla="*/ 176 h 1216"/>
                  <a:gd name="T42" fmla="*/ 509 w 1280"/>
                  <a:gd name="T43" fmla="*/ 143 h 1216"/>
                  <a:gd name="T44" fmla="*/ 509 w 1280"/>
                  <a:gd name="T45" fmla="*/ 141 h 1216"/>
                  <a:gd name="T46" fmla="*/ 509 w 1280"/>
                  <a:gd name="T47" fmla="*/ 141 h 1216"/>
                  <a:gd name="T48" fmla="*/ 515 w 1280"/>
                  <a:gd name="T49" fmla="*/ 130 h 1216"/>
                  <a:gd name="T50" fmla="*/ 516 w 1280"/>
                  <a:gd name="T51" fmla="*/ 128 h 1216"/>
                  <a:gd name="T52" fmla="*/ 517 w 1280"/>
                  <a:gd name="T53" fmla="*/ 128 h 1216"/>
                  <a:gd name="T54" fmla="*/ 517 w 1280"/>
                  <a:gd name="T55" fmla="*/ 127 h 1216"/>
                  <a:gd name="T56" fmla="*/ 518 w 1280"/>
                  <a:gd name="T57" fmla="*/ 127 h 1216"/>
                  <a:gd name="T58" fmla="*/ 518 w 1280"/>
                  <a:gd name="T59" fmla="*/ 127 h 1216"/>
                  <a:gd name="T60" fmla="*/ 518 w 1280"/>
                  <a:gd name="T61" fmla="*/ 126 h 1216"/>
                  <a:gd name="T62" fmla="*/ 518 w 1280"/>
                  <a:gd name="T63" fmla="*/ 126 h 1216"/>
                  <a:gd name="T64" fmla="*/ 532 w 1280"/>
                  <a:gd name="T65" fmla="*/ 117 h 1216"/>
                  <a:gd name="T66" fmla="*/ 532 w 1280"/>
                  <a:gd name="T67" fmla="*/ 117 h 1216"/>
                  <a:gd name="T68" fmla="*/ 532 w 1280"/>
                  <a:gd name="T69" fmla="*/ 117 h 1216"/>
                  <a:gd name="T70" fmla="*/ 543 w 1280"/>
                  <a:gd name="T71" fmla="*/ 115 h 1216"/>
                  <a:gd name="T72" fmla="*/ 543 w 1280"/>
                  <a:gd name="T73" fmla="*/ 115 h 1216"/>
                  <a:gd name="T74" fmla="*/ 555 w 1280"/>
                  <a:gd name="T75" fmla="*/ 115 h 1216"/>
                  <a:gd name="T76" fmla="*/ 557 w 1280"/>
                  <a:gd name="T77" fmla="*/ 115 h 1216"/>
                  <a:gd name="T78" fmla="*/ 557 w 1280"/>
                  <a:gd name="T79" fmla="*/ 0 h 1216"/>
                  <a:gd name="T80" fmla="*/ 555 w 1280"/>
                  <a:gd name="T81" fmla="*/ 0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280" h="1216">
                    <a:moveTo>
                      <a:pt x="555" y="0"/>
                    </a:moveTo>
                    <a:cubicBezTo>
                      <a:pt x="475" y="0"/>
                      <a:pt x="475" y="0"/>
                      <a:pt x="475" y="0"/>
                    </a:cubicBezTo>
                    <a:cubicBezTo>
                      <a:pt x="435" y="0"/>
                      <a:pt x="395" y="3"/>
                      <a:pt x="357" y="9"/>
                    </a:cubicBezTo>
                    <a:cubicBezTo>
                      <a:pt x="161" y="42"/>
                      <a:pt x="0" y="165"/>
                      <a:pt x="0" y="447"/>
                    </a:cubicBezTo>
                    <a:cubicBezTo>
                      <a:pt x="0" y="730"/>
                      <a:pt x="239" y="1072"/>
                      <a:pt x="616" y="1181"/>
                    </a:cubicBezTo>
                    <a:cubicBezTo>
                      <a:pt x="694" y="1204"/>
                      <a:pt x="778" y="1216"/>
                      <a:pt x="867" y="1216"/>
                    </a:cubicBezTo>
                    <a:cubicBezTo>
                      <a:pt x="872" y="1216"/>
                      <a:pt x="872" y="1216"/>
                      <a:pt x="872" y="1216"/>
                    </a:cubicBezTo>
                    <a:cubicBezTo>
                      <a:pt x="1019" y="1216"/>
                      <a:pt x="1157" y="1180"/>
                      <a:pt x="1280" y="1117"/>
                    </a:cubicBezTo>
                    <a:cubicBezTo>
                      <a:pt x="1190" y="1142"/>
                      <a:pt x="1108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728" y="1153"/>
                      <a:pt x="552" y="970"/>
                      <a:pt x="552" y="805"/>
                    </a:cubicBezTo>
                    <a:cubicBezTo>
                      <a:pt x="403" y="805"/>
                      <a:pt x="403" y="805"/>
                      <a:pt x="403" y="805"/>
                    </a:cubicBezTo>
                    <a:cubicBezTo>
                      <a:pt x="281" y="805"/>
                      <a:pt x="281" y="805"/>
                      <a:pt x="281" y="805"/>
                    </a:cubicBezTo>
                    <a:cubicBezTo>
                      <a:pt x="268" y="805"/>
                      <a:pt x="258" y="796"/>
                      <a:pt x="258" y="783"/>
                    </a:cubicBezTo>
                    <a:cubicBezTo>
                      <a:pt x="258" y="782"/>
                      <a:pt x="258" y="782"/>
                      <a:pt x="258" y="782"/>
                    </a:cubicBezTo>
                    <a:cubicBezTo>
                      <a:pt x="258" y="777"/>
                      <a:pt x="258" y="777"/>
                      <a:pt x="258" y="777"/>
                    </a:cubicBezTo>
                    <a:cubicBezTo>
                      <a:pt x="378" y="204"/>
                      <a:pt x="378" y="204"/>
                      <a:pt x="378" y="204"/>
                    </a:cubicBezTo>
                    <a:cubicBezTo>
                      <a:pt x="381" y="189"/>
                      <a:pt x="397" y="176"/>
                      <a:pt x="413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9" y="143"/>
                      <a:pt x="509" y="143"/>
                      <a:pt x="509" y="143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15" y="130"/>
                      <a:pt x="515" y="130"/>
                      <a:pt x="515" y="130"/>
                    </a:cubicBezTo>
                    <a:cubicBezTo>
                      <a:pt x="516" y="128"/>
                      <a:pt x="516" y="128"/>
                      <a:pt x="516" y="128"/>
                    </a:cubicBezTo>
                    <a:cubicBezTo>
                      <a:pt x="517" y="128"/>
                      <a:pt x="517" y="128"/>
                      <a:pt x="517" y="128"/>
                    </a:cubicBezTo>
                    <a:cubicBezTo>
                      <a:pt x="517" y="127"/>
                      <a:pt x="517" y="127"/>
                      <a:pt x="517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55" y="115"/>
                      <a:pt x="555" y="115"/>
                      <a:pt x="555" y="115"/>
                    </a:cubicBezTo>
                    <a:cubicBezTo>
                      <a:pt x="557" y="115"/>
                      <a:pt x="557" y="115"/>
                      <a:pt x="557" y="115"/>
                    </a:cubicBezTo>
                    <a:cubicBezTo>
                      <a:pt x="557" y="0"/>
                      <a:pt x="557" y="0"/>
                      <a:pt x="557" y="0"/>
                    </a:cubicBezTo>
                    <a:lnTo>
                      <a:pt x="555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5" name="Freeform 8"/>
              <p:cNvSpPr>
                <a:spLocks noSelect="1"/>
              </p:cNvSpPr>
              <p:nvPr userDrawn="1"/>
            </p:nvSpPr>
            <p:spPr bwMode="gray">
              <a:xfrm>
                <a:off x="1077595" y="429895"/>
                <a:ext cx="386715" cy="414020"/>
              </a:xfrm>
              <a:custGeom>
                <a:avLst/>
                <a:gdLst>
                  <a:gd name="T0" fmla="*/ 770 w 1219"/>
                  <a:gd name="T1" fmla="*/ 928 h 1304"/>
                  <a:gd name="T2" fmla="*/ 350 w 1219"/>
                  <a:gd name="T3" fmla="*/ 929 h 1304"/>
                  <a:gd name="T4" fmla="*/ 38 w 1219"/>
                  <a:gd name="T5" fmla="*/ 955 h 1304"/>
                  <a:gd name="T6" fmla="*/ 30 w 1219"/>
                  <a:gd name="T7" fmla="*/ 956 h 1304"/>
                  <a:gd name="T8" fmla="*/ 481 w 1219"/>
                  <a:gd name="T9" fmla="*/ 1304 h 1304"/>
                  <a:gd name="T10" fmla="*/ 734 w 1219"/>
                  <a:gd name="T11" fmla="*/ 1265 h 1304"/>
                  <a:gd name="T12" fmla="*/ 744 w 1219"/>
                  <a:gd name="T13" fmla="*/ 1259 h 1304"/>
                  <a:gd name="T14" fmla="*/ 755 w 1219"/>
                  <a:gd name="T15" fmla="*/ 1253 h 1304"/>
                  <a:gd name="T16" fmla="*/ 765 w 1219"/>
                  <a:gd name="T17" fmla="*/ 1247 h 1304"/>
                  <a:gd name="T18" fmla="*/ 776 w 1219"/>
                  <a:gd name="T19" fmla="*/ 1241 h 1304"/>
                  <a:gd name="T20" fmla="*/ 786 w 1219"/>
                  <a:gd name="T21" fmla="*/ 1235 h 1304"/>
                  <a:gd name="T22" fmla="*/ 797 w 1219"/>
                  <a:gd name="T23" fmla="*/ 1228 h 1304"/>
                  <a:gd name="T24" fmla="*/ 806 w 1219"/>
                  <a:gd name="T25" fmla="*/ 1222 h 1304"/>
                  <a:gd name="T26" fmla="*/ 816 w 1219"/>
                  <a:gd name="T27" fmla="*/ 1215 h 1304"/>
                  <a:gd name="T28" fmla="*/ 826 w 1219"/>
                  <a:gd name="T29" fmla="*/ 1209 h 1304"/>
                  <a:gd name="T30" fmla="*/ 836 w 1219"/>
                  <a:gd name="T31" fmla="*/ 1202 h 1304"/>
                  <a:gd name="T32" fmla="*/ 846 w 1219"/>
                  <a:gd name="T33" fmla="*/ 1195 h 1304"/>
                  <a:gd name="T34" fmla="*/ 856 w 1219"/>
                  <a:gd name="T35" fmla="*/ 1188 h 1304"/>
                  <a:gd name="T36" fmla="*/ 870 w 1219"/>
                  <a:gd name="T37" fmla="*/ 1177 h 1304"/>
                  <a:gd name="T38" fmla="*/ 879 w 1219"/>
                  <a:gd name="T39" fmla="*/ 1169 h 1304"/>
                  <a:gd name="T40" fmla="*/ 898 w 1219"/>
                  <a:gd name="T41" fmla="*/ 1154 h 1304"/>
                  <a:gd name="T42" fmla="*/ 942 w 1219"/>
                  <a:gd name="T43" fmla="*/ 1114 h 1304"/>
                  <a:gd name="T44" fmla="*/ 955 w 1219"/>
                  <a:gd name="T45" fmla="*/ 1101 h 1304"/>
                  <a:gd name="T46" fmla="*/ 964 w 1219"/>
                  <a:gd name="T47" fmla="*/ 1092 h 1304"/>
                  <a:gd name="T48" fmla="*/ 972 w 1219"/>
                  <a:gd name="T49" fmla="*/ 1084 h 1304"/>
                  <a:gd name="T50" fmla="*/ 981 w 1219"/>
                  <a:gd name="T51" fmla="*/ 1075 h 1304"/>
                  <a:gd name="T52" fmla="*/ 990 w 1219"/>
                  <a:gd name="T53" fmla="*/ 1064 h 1304"/>
                  <a:gd name="T54" fmla="*/ 1206 w 1219"/>
                  <a:gd name="T55" fmla="*/ 617 h 1304"/>
                  <a:gd name="T56" fmla="*/ 1207 w 1219"/>
                  <a:gd name="T57" fmla="*/ 609 h 1304"/>
                  <a:gd name="T58" fmla="*/ 1209 w 1219"/>
                  <a:gd name="T59" fmla="*/ 594 h 1304"/>
                  <a:gd name="T60" fmla="*/ 1211 w 1219"/>
                  <a:gd name="T61" fmla="*/ 585 h 1304"/>
                  <a:gd name="T62" fmla="*/ 1212 w 1219"/>
                  <a:gd name="T63" fmla="*/ 570 h 1304"/>
                  <a:gd name="T64" fmla="*/ 1213 w 1219"/>
                  <a:gd name="T65" fmla="*/ 561 h 1304"/>
                  <a:gd name="T66" fmla="*/ 1215 w 1219"/>
                  <a:gd name="T67" fmla="*/ 551 h 1304"/>
                  <a:gd name="T68" fmla="*/ 1215 w 1219"/>
                  <a:gd name="T69" fmla="*/ 542 h 1304"/>
                  <a:gd name="T70" fmla="*/ 1216 w 1219"/>
                  <a:gd name="T71" fmla="*/ 532 h 1304"/>
                  <a:gd name="T72" fmla="*/ 1217 w 1219"/>
                  <a:gd name="T73" fmla="*/ 522 h 1304"/>
                  <a:gd name="T74" fmla="*/ 1217 w 1219"/>
                  <a:gd name="T75" fmla="*/ 513 h 1304"/>
                  <a:gd name="T76" fmla="*/ 1218 w 1219"/>
                  <a:gd name="T77" fmla="*/ 502 h 1304"/>
                  <a:gd name="T78" fmla="*/ 1218 w 1219"/>
                  <a:gd name="T79" fmla="*/ 493 h 1304"/>
                  <a:gd name="T80" fmla="*/ 1218 w 1219"/>
                  <a:gd name="T81" fmla="*/ 483 h 1304"/>
                  <a:gd name="T82" fmla="*/ 1219 w 1219"/>
                  <a:gd name="T83" fmla="*/ 473 h 1304"/>
                  <a:gd name="T84" fmla="*/ 1219 w 1219"/>
                  <a:gd name="T85" fmla="*/ 459 h 1304"/>
                  <a:gd name="T86" fmla="*/ 1218 w 1219"/>
                  <a:gd name="T87" fmla="*/ 447 h 1304"/>
                  <a:gd name="T88" fmla="*/ 1218 w 1219"/>
                  <a:gd name="T89" fmla="*/ 436 h 1304"/>
                  <a:gd name="T90" fmla="*/ 1218 w 1219"/>
                  <a:gd name="T91" fmla="*/ 424 h 1304"/>
                  <a:gd name="T92" fmla="*/ 1217 w 1219"/>
                  <a:gd name="T93" fmla="*/ 413 h 1304"/>
                  <a:gd name="T94" fmla="*/ 1216 w 1219"/>
                  <a:gd name="T95" fmla="*/ 402 h 1304"/>
                  <a:gd name="T96" fmla="*/ 1216 w 1219"/>
                  <a:gd name="T97" fmla="*/ 391 h 1304"/>
                  <a:gd name="T98" fmla="*/ 1215 w 1219"/>
                  <a:gd name="T99" fmla="*/ 380 h 1304"/>
                  <a:gd name="T100" fmla="*/ 1214 w 1219"/>
                  <a:gd name="T101" fmla="*/ 369 h 1304"/>
                  <a:gd name="T102" fmla="*/ 1212 w 1219"/>
                  <a:gd name="T103" fmla="*/ 353 h 1304"/>
                  <a:gd name="T104" fmla="*/ 1210 w 1219"/>
                  <a:gd name="T105" fmla="*/ 342 h 1304"/>
                  <a:gd name="T106" fmla="*/ 1209 w 1219"/>
                  <a:gd name="T107" fmla="*/ 331 h 1304"/>
                  <a:gd name="T108" fmla="*/ 1207 w 1219"/>
                  <a:gd name="T109" fmla="*/ 320 h 1304"/>
                  <a:gd name="T110" fmla="*/ 1193 w 1219"/>
                  <a:gd name="T111" fmla="*/ 248 h 1304"/>
                  <a:gd name="T112" fmla="*/ 1187 w 1219"/>
                  <a:gd name="T113" fmla="*/ 226 h 1304"/>
                  <a:gd name="T114" fmla="*/ 1184 w 1219"/>
                  <a:gd name="T115" fmla="*/ 215 h 1304"/>
                  <a:gd name="T116" fmla="*/ 1181 w 1219"/>
                  <a:gd name="T117" fmla="*/ 204 h 1304"/>
                  <a:gd name="T118" fmla="*/ 1177 w 1219"/>
                  <a:gd name="T119" fmla="*/ 193 h 1304"/>
                  <a:gd name="T120" fmla="*/ 1174 w 1219"/>
                  <a:gd name="T121" fmla="*/ 182 h 1304"/>
                  <a:gd name="T122" fmla="*/ 1090 w 1219"/>
                  <a:gd name="T123" fmla="*/ 0 h 1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219" h="1304">
                    <a:moveTo>
                      <a:pt x="1126" y="206"/>
                    </a:moveTo>
                    <a:cubicBezTo>
                      <a:pt x="1126" y="329"/>
                      <a:pt x="1089" y="447"/>
                      <a:pt x="1016" y="537"/>
                    </a:cubicBezTo>
                    <a:cubicBezTo>
                      <a:pt x="972" y="592"/>
                      <a:pt x="902" y="646"/>
                      <a:pt x="820" y="685"/>
                    </a:cubicBezTo>
                    <a:cubicBezTo>
                      <a:pt x="770" y="928"/>
                      <a:pt x="770" y="928"/>
                      <a:pt x="770" y="928"/>
                    </a:cubicBezTo>
                    <a:cubicBezTo>
                      <a:pt x="767" y="943"/>
                      <a:pt x="751" y="956"/>
                      <a:pt x="736" y="956"/>
                    </a:cubicBezTo>
                    <a:cubicBezTo>
                      <a:pt x="493" y="956"/>
                      <a:pt x="493" y="956"/>
                      <a:pt x="493" y="956"/>
                    </a:cubicBezTo>
                    <a:cubicBezTo>
                      <a:pt x="399" y="956"/>
                      <a:pt x="399" y="956"/>
                      <a:pt x="399" y="956"/>
                    </a:cubicBezTo>
                    <a:cubicBezTo>
                      <a:pt x="381" y="956"/>
                      <a:pt x="359" y="944"/>
                      <a:pt x="350" y="929"/>
                    </a:cubicBezTo>
                    <a:cubicBezTo>
                      <a:pt x="131" y="590"/>
                      <a:pt x="131" y="590"/>
                      <a:pt x="131" y="590"/>
                    </a:cubicBezTo>
                    <a:cubicBezTo>
                      <a:pt x="63" y="929"/>
                      <a:pt x="63" y="929"/>
                      <a:pt x="63" y="929"/>
                    </a:cubicBezTo>
                    <a:cubicBezTo>
                      <a:pt x="60" y="941"/>
                      <a:pt x="50" y="951"/>
                      <a:pt x="38" y="955"/>
                    </a:cubicBezTo>
                    <a:cubicBezTo>
                      <a:pt x="38" y="955"/>
                      <a:pt x="38" y="955"/>
                      <a:pt x="38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0" y="956"/>
                      <a:pt x="30" y="956"/>
                      <a:pt x="30" y="956"/>
                    </a:cubicBezTo>
                    <a:cubicBezTo>
                      <a:pt x="29" y="956"/>
                      <a:pt x="29" y="956"/>
                      <a:pt x="29" y="956"/>
                    </a:cubicBezTo>
                    <a:cubicBezTo>
                      <a:pt x="0" y="956"/>
                      <a:pt x="0" y="956"/>
                      <a:pt x="0" y="956"/>
                    </a:cubicBezTo>
                    <a:cubicBezTo>
                      <a:pt x="0" y="1121"/>
                      <a:pt x="176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556" y="1304"/>
                      <a:pt x="638" y="1293"/>
                      <a:pt x="728" y="1268"/>
                    </a:cubicBezTo>
                    <a:cubicBezTo>
                      <a:pt x="732" y="1265"/>
                      <a:pt x="732" y="1265"/>
                      <a:pt x="732" y="1265"/>
                    </a:cubicBezTo>
                    <a:cubicBezTo>
                      <a:pt x="734" y="1265"/>
                      <a:pt x="734" y="1265"/>
                      <a:pt x="734" y="1265"/>
                    </a:cubicBezTo>
                    <a:cubicBezTo>
                      <a:pt x="738" y="1262"/>
                      <a:pt x="738" y="1262"/>
                      <a:pt x="738" y="1262"/>
                    </a:cubicBezTo>
                    <a:cubicBezTo>
                      <a:pt x="739" y="1262"/>
                      <a:pt x="739" y="1262"/>
                      <a:pt x="739" y="1262"/>
                    </a:cubicBezTo>
                    <a:cubicBezTo>
                      <a:pt x="743" y="1260"/>
                      <a:pt x="743" y="1260"/>
                      <a:pt x="743" y="1260"/>
                    </a:cubicBezTo>
                    <a:cubicBezTo>
                      <a:pt x="744" y="1259"/>
                      <a:pt x="744" y="1259"/>
                      <a:pt x="744" y="1259"/>
                    </a:cubicBezTo>
                    <a:cubicBezTo>
                      <a:pt x="749" y="1257"/>
                      <a:pt x="749" y="1257"/>
                      <a:pt x="749" y="1257"/>
                    </a:cubicBezTo>
                    <a:cubicBezTo>
                      <a:pt x="750" y="1256"/>
                      <a:pt x="750" y="1256"/>
                      <a:pt x="750" y="1256"/>
                    </a:cubicBezTo>
                    <a:cubicBezTo>
                      <a:pt x="754" y="1254"/>
                      <a:pt x="754" y="1254"/>
                      <a:pt x="754" y="1254"/>
                    </a:cubicBezTo>
                    <a:cubicBezTo>
                      <a:pt x="755" y="1253"/>
                      <a:pt x="755" y="1253"/>
                      <a:pt x="755" y="1253"/>
                    </a:cubicBezTo>
                    <a:cubicBezTo>
                      <a:pt x="759" y="1251"/>
                      <a:pt x="759" y="1251"/>
                      <a:pt x="759" y="1251"/>
                    </a:cubicBezTo>
                    <a:cubicBezTo>
                      <a:pt x="760" y="1250"/>
                      <a:pt x="760" y="1250"/>
                      <a:pt x="760" y="1250"/>
                    </a:cubicBezTo>
                    <a:cubicBezTo>
                      <a:pt x="765" y="1248"/>
                      <a:pt x="765" y="1248"/>
                      <a:pt x="765" y="1248"/>
                    </a:cubicBezTo>
                    <a:cubicBezTo>
                      <a:pt x="765" y="1247"/>
                      <a:pt x="765" y="1247"/>
                      <a:pt x="765" y="1247"/>
                    </a:cubicBezTo>
                    <a:cubicBezTo>
                      <a:pt x="769" y="1245"/>
                      <a:pt x="769" y="1245"/>
                      <a:pt x="769" y="1245"/>
                    </a:cubicBezTo>
                    <a:cubicBezTo>
                      <a:pt x="771" y="1244"/>
                      <a:pt x="771" y="1244"/>
                      <a:pt x="771" y="1244"/>
                    </a:cubicBezTo>
                    <a:cubicBezTo>
                      <a:pt x="775" y="1242"/>
                      <a:pt x="775" y="1242"/>
                      <a:pt x="775" y="1242"/>
                    </a:cubicBezTo>
                    <a:cubicBezTo>
                      <a:pt x="776" y="1241"/>
                      <a:pt x="776" y="1241"/>
                      <a:pt x="776" y="1241"/>
                    </a:cubicBezTo>
                    <a:cubicBezTo>
                      <a:pt x="780" y="1239"/>
                      <a:pt x="780" y="1239"/>
                      <a:pt x="780" y="1239"/>
                    </a:cubicBezTo>
                    <a:cubicBezTo>
                      <a:pt x="781" y="1238"/>
                      <a:pt x="781" y="1238"/>
                      <a:pt x="781" y="1238"/>
                    </a:cubicBezTo>
                    <a:cubicBezTo>
                      <a:pt x="785" y="1236"/>
                      <a:pt x="785" y="1236"/>
                      <a:pt x="785" y="1236"/>
                    </a:cubicBezTo>
                    <a:cubicBezTo>
                      <a:pt x="786" y="1235"/>
                      <a:pt x="786" y="1235"/>
                      <a:pt x="786" y="1235"/>
                    </a:cubicBezTo>
                    <a:cubicBezTo>
                      <a:pt x="790" y="1232"/>
                      <a:pt x="790" y="1232"/>
                      <a:pt x="790" y="1232"/>
                    </a:cubicBezTo>
                    <a:cubicBezTo>
                      <a:pt x="791" y="1232"/>
                      <a:pt x="791" y="1232"/>
                      <a:pt x="791" y="1232"/>
                    </a:cubicBezTo>
                    <a:cubicBezTo>
                      <a:pt x="795" y="1229"/>
                      <a:pt x="795" y="1229"/>
                      <a:pt x="795" y="1229"/>
                    </a:cubicBezTo>
                    <a:cubicBezTo>
                      <a:pt x="797" y="1228"/>
                      <a:pt x="797" y="1228"/>
                      <a:pt x="797" y="1228"/>
                    </a:cubicBezTo>
                    <a:cubicBezTo>
                      <a:pt x="801" y="1226"/>
                      <a:pt x="801" y="1226"/>
                      <a:pt x="801" y="1226"/>
                    </a:cubicBezTo>
                    <a:cubicBezTo>
                      <a:pt x="802" y="1225"/>
                      <a:pt x="802" y="1225"/>
                      <a:pt x="802" y="1225"/>
                    </a:cubicBezTo>
                    <a:cubicBezTo>
                      <a:pt x="805" y="1223"/>
                      <a:pt x="805" y="1223"/>
                      <a:pt x="805" y="1223"/>
                    </a:cubicBezTo>
                    <a:cubicBezTo>
                      <a:pt x="806" y="1222"/>
                      <a:pt x="806" y="1222"/>
                      <a:pt x="806" y="1222"/>
                    </a:cubicBezTo>
                    <a:cubicBezTo>
                      <a:pt x="811" y="1219"/>
                      <a:pt x="811" y="1219"/>
                      <a:pt x="811" y="1219"/>
                    </a:cubicBezTo>
                    <a:cubicBezTo>
                      <a:pt x="812" y="1219"/>
                      <a:pt x="812" y="1219"/>
                      <a:pt x="812" y="1219"/>
                    </a:cubicBezTo>
                    <a:cubicBezTo>
                      <a:pt x="815" y="1216"/>
                      <a:pt x="815" y="1216"/>
                      <a:pt x="815" y="1216"/>
                    </a:cubicBezTo>
                    <a:cubicBezTo>
                      <a:pt x="816" y="1215"/>
                      <a:pt x="816" y="1215"/>
                      <a:pt x="816" y="1215"/>
                    </a:cubicBezTo>
                    <a:cubicBezTo>
                      <a:pt x="821" y="1213"/>
                      <a:pt x="821" y="1213"/>
                      <a:pt x="821" y="1213"/>
                    </a:cubicBezTo>
                    <a:cubicBezTo>
                      <a:pt x="822" y="1212"/>
                      <a:pt x="822" y="1212"/>
                      <a:pt x="822" y="1212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31" y="1206"/>
                      <a:pt x="831" y="1206"/>
                      <a:pt x="831" y="1206"/>
                    </a:cubicBezTo>
                    <a:cubicBezTo>
                      <a:pt x="831" y="1205"/>
                      <a:pt x="831" y="1205"/>
                      <a:pt x="831" y="1205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40" y="1199"/>
                      <a:pt x="840" y="1199"/>
                      <a:pt x="840" y="1199"/>
                    </a:cubicBezTo>
                    <a:cubicBezTo>
                      <a:pt x="841" y="1198"/>
                      <a:pt x="841" y="1198"/>
                      <a:pt x="841" y="1198"/>
                    </a:cubicBezTo>
                    <a:cubicBezTo>
                      <a:pt x="845" y="1195"/>
                      <a:pt x="845" y="1195"/>
                      <a:pt x="845" y="1195"/>
                    </a:cubicBezTo>
                    <a:cubicBezTo>
                      <a:pt x="846" y="1195"/>
                      <a:pt x="846" y="1195"/>
                      <a:pt x="846" y="1195"/>
                    </a:cubicBezTo>
                    <a:cubicBezTo>
                      <a:pt x="850" y="1192"/>
                      <a:pt x="850" y="1192"/>
                      <a:pt x="850" y="1192"/>
                    </a:cubicBezTo>
                    <a:cubicBezTo>
                      <a:pt x="851" y="1191"/>
                      <a:pt x="851" y="1191"/>
                      <a:pt x="851" y="1191"/>
                    </a:cubicBezTo>
                    <a:cubicBezTo>
                      <a:pt x="855" y="1188"/>
                      <a:pt x="855" y="1188"/>
                      <a:pt x="855" y="1188"/>
                    </a:cubicBezTo>
                    <a:cubicBezTo>
                      <a:pt x="856" y="1188"/>
                      <a:pt x="856" y="1188"/>
                      <a:pt x="856" y="1188"/>
                    </a:cubicBezTo>
                    <a:cubicBezTo>
                      <a:pt x="865" y="1181"/>
                      <a:pt x="865" y="1181"/>
                      <a:pt x="865" y="1181"/>
                    </a:cubicBezTo>
                    <a:cubicBezTo>
                      <a:pt x="865" y="1180"/>
                      <a:pt x="865" y="1180"/>
                      <a:pt x="865" y="1180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4" y="1173"/>
                      <a:pt x="874" y="1173"/>
                      <a:pt x="874" y="1173"/>
                    </a:cubicBezTo>
                    <a:cubicBezTo>
                      <a:pt x="875" y="1173"/>
                      <a:pt x="875" y="1173"/>
                      <a:pt x="875" y="1173"/>
                    </a:cubicBezTo>
                    <a:cubicBezTo>
                      <a:pt x="879" y="1170"/>
                      <a:pt x="879" y="1170"/>
                      <a:pt x="879" y="1170"/>
                    </a:cubicBezTo>
                    <a:cubicBezTo>
                      <a:pt x="879" y="1169"/>
                      <a:pt x="879" y="1169"/>
                      <a:pt x="879" y="1169"/>
                    </a:cubicBezTo>
                    <a:cubicBezTo>
                      <a:pt x="888" y="1162"/>
                      <a:pt x="888" y="1162"/>
                      <a:pt x="888" y="1162"/>
                    </a:cubicBezTo>
                    <a:cubicBezTo>
                      <a:pt x="889" y="1162"/>
                      <a:pt x="889" y="1162"/>
                      <a:pt x="889" y="1162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911" y="1143"/>
                      <a:pt x="911" y="1143"/>
                      <a:pt x="911" y="1143"/>
                    </a:cubicBezTo>
                    <a:cubicBezTo>
                      <a:pt x="911" y="1142"/>
                      <a:pt x="911" y="1142"/>
                      <a:pt x="911" y="1142"/>
                    </a:cubicBezTo>
                    <a:cubicBezTo>
                      <a:pt x="922" y="1133"/>
                      <a:pt x="932" y="1124"/>
                      <a:pt x="942" y="1114"/>
                    </a:cubicBezTo>
                    <a:cubicBezTo>
                      <a:pt x="942" y="1114"/>
                      <a:pt x="942" y="1114"/>
                      <a:pt x="942" y="1114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9" y="1097"/>
                      <a:pt x="959" y="1097"/>
                      <a:pt x="959" y="1097"/>
                    </a:cubicBezTo>
                    <a:cubicBezTo>
                      <a:pt x="960" y="1097"/>
                      <a:pt x="960" y="1097"/>
                      <a:pt x="960" y="1097"/>
                    </a:cubicBezTo>
                    <a:cubicBezTo>
                      <a:pt x="963" y="1093"/>
                      <a:pt x="963" y="1093"/>
                      <a:pt x="963" y="1093"/>
                    </a:cubicBezTo>
                    <a:cubicBezTo>
                      <a:pt x="964" y="1092"/>
                      <a:pt x="964" y="1092"/>
                      <a:pt x="964" y="1092"/>
                    </a:cubicBezTo>
                    <a:cubicBezTo>
                      <a:pt x="967" y="1089"/>
                      <a:pt x="967" y="1089"/>
                      <a:pt x="967" y="1089"/>
                    </a:cubicBezTo>
                    <a:cubicBezTo>
                      <a:pt x="968" y="1088"/>
                      <a:pt x="968" y="1088"/>
                      <a:pt x="968" y="1088"/>
                    </a:cubicBezTo>
                    <a:cubicBezTo>
                      <a:pt x="971" y="1085"/>
                      <a:pt x="971" y="1085"/>
                      <a:pt x="971" y="1085"/>
                    </a:cubicBezTo>
                    <a:cubicBezTo>
                      <a:pt x="972" y="1084"/>
                      <a:pt x="972" y="1084"/>
                      <a:pt x="972" y="1084"/>
                    </a:cubicBezTo>
                    <a:cubicBezTo>
                      <a:pt x="976" y="1080"/>
                      <a:pt x="976" y="1080"/>
                      <a:pt x="976" y="1080"/>
                    </a:cubicBezTo>
                    <a:cubicBezTo>
                      <a:pt x="977" y="1079"/>
                      <a:pt x="977" y="1079"/>
                      <a:pt x="977" y="1079"/>
                    </a:cubicBezTo>
                    <a:cubicBezTo>
                      <a:pt x="979" y="1076"/>
                      <a:pt x="979" y="1076"/>
                      <a:pt x="979" y="1076"/>
                    </a:cubicBezTo>
                    <a:cubicBezTo>
                      <a:pt x="981" y="1075"/>
                      <a:pt x="981" y="1075"/>
                      <a:pt x="981" y="1075"/>
                    </a:cubicBezTo>
                    <a:cubicBezTo>
                      <a:pt x="984" y="1072"/>
                      <a:pt x="984" y="1072"/>
                      <a:pt x="984" y="1072"/>
                    </a:cubicBezTo>
                    <a:cubicBezTo>
                      <a:pt x="985" y="1070"/>
                      <a:pt x="985" y="1070"/>
                      <a:pt x="985" y="1070"/>
                    </a:cubicBezTo>
                    <a:cubicBezTo>
                      <a:pt x="987" y="1068"/>
                      <a:pt x="987" y="1068"/>
                      <a:pt x="987" y="1068"/>
                    </a:cubicBezTo>
                    <a:cubicBezTo>
                      <a:pt x="990" y="1064"/>
                      <a:pt x="990" y="1064"/>
                      <a:pt x="990" y="1064"/>
                    </a:cubicBezTo>
                    <a:cubicBezTo>
                      <a:pt x="991" y="1063"/>
                      <a:pt x="991" y="1063"/>
                      <a:pt x="991" y="1063"/>
                    </a:cubicBezTo>
                    <a:cubicBezTo>
                      <a:pt x="994" y="1061"/>
                      <a:pt x="994" y="1061"/>
                      <a:pt x="994" y="1061"/>
                    </a:cubicBezTo>
                    <a:cubicBezTo>
                      <a:pt x="994" y="1060"/>
                      <a:pt x="994" y="1060"/>
                      <a:pt x="994" y="1060"/>
                    </a:cubicBezTo>
                    <a:cubicBezTo>
                      <a:pt x="1102" y="937"/>
                      <a:pt x="1177" y="785"/>
                      <a:pt x="1206" y="617"/>
                    </a:cubicBezTo>
                    <a:cubicBezTo>
                      <a:pt x="1206" y="617"/>
                      <a:pt x="1206" y="617"/>
                      <a:pt x="1206" y="617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4"/>
                      <a:pt x="1209" y="594"/>
                      <a:pt x="1209" y="594"/>
                    </a:cubicBezTo>
                    <a:cubicBezTo>
                      <a:pt x="1210" y="593"/>
                      <a:pt x="1210" y="593"/>
                      <a:pt x="1210" y="593"/>
                    </a:cubicBezTo>
                    <a:cubicBezTo>
                      <a:pt x="1210" y="589"/>
                      <a:pt x="1210" y="589"/>
                      <a:pt x="1210" y="589"/>
                    </a:cubicBezTo>
                    <a:cubicBezTo>
                      <a:pt x="1210" y="588"/>
                      <a:pt x="1210" y="588"/>
                      <a:pt x="1210" y="588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2" y="574"/>
                      <a:pt x="1212" y="574"/>
                      <a:pt x="1212" y="574"/>
                    </a:cubicBezTo>
                    <a:cubicBezTo>
                      <a:pt x="1212" y="573"/>
                      <a:pt x="1212" y="573"/>
                      <a:pt x="1212" y="573"/>
                    </a:cubicBezTo>
                    <a:cubicBezTo>
                      <a:pt x="1212" y="570"/>
                      <a:pt x="1212" y="570"/>
                      <a:pt x="1212" y="570"/>
                    </a:cubicBezTo>
                    <a:cubicBezTo>
                      <a:pt x="1213" y="568"/>
                      <a:pt x="1213" y="568"/>
                      <a:pt x="1213" y="568"/>
                    </a:cubicBezTo>
                    <a:cubicBezTo>
                      <a:pt x="1213" y="566"/>
                      <a:pt x="1213" y="566"/>
                      <a:pt x="1213" y="566"/>
                    </a:cubicBezTo>
                    <a:cubicBezTo>
                      <a:pt x="1213" y="564"/>
                      <a:pt x="1213" y="564"/>
                      <a:pt x="1213" y="564"/>
                    </a:cubicBezTo>
                    <a:cubicBezTo>
                      <a:pt x="1213" y="561"/>
                      <a:pt x="1213" y="561"/>
                      <a:pt x="1213" y="561"/>
                    </a:cubicBezTo>
                    <a:cubicBezTo>
                      <a:pt x="1214" y="560"/>
                      <a:pt x="1214" y="560"/>
                      <a:pt x="1214" y="560"/>
                    </a:cubicBezTo>
                    <a:cubicBezTo>
                      <a:pt x="1214" y="555"/>
                      <a:pt x="1214" y="555"/>
                      <a:pt x="1214" y="555"/>
                    </a:cubicBezTo>
                    <a:cubicBezTo>
                      <a:pt x="1214" y="553"/>
                      <a:pt x="1214" y="553"/>
                      <a:pt x="1214" y="553"/>
                    </a:cubicBezTo>
                    <a:cubicBezTo>
                      <a:pt x="1215" y="551"/>
                      <a:pt x="1215" y="551"/>
                      <a:pt x="1215" y="551"/>
                    </a:cubicBezTo>
                    <a:cubicBezTo>
                      <a:pt x="1215" y="549"/>
                      <a:pt x="1215" y="549"/>
                      <a:pt x="1215" y="549"/>
                    </a:cubicBezTo>
                    <a:cubicBezTo>
                      <a:pt x="1215" y="546"/>
                      <a:pt x="1215" y="546"/>
                      <a:pt x="1215" y="546"/>
                    </a:cubicBezTo>
                    <a:cubicBezTo>
                      <a:pt x="1215" y="544"/>
                      <a:pt x="1215" y="544"/>
                      <a:pt x="1215" y="544"/>
                    </a:cubicBezTo>
                    <a:cubicBezTo>
                      <a:pt x="1215" y="542"/>
                      <a:pt x="1215" y="542"/>
                      <a:pt x="1215" y="542"/>
                    </a:cubicBezTo>
                    <a:cubicBezTo>
                      <a:pt x="1215" y="540"/>
                      <a:pt x="1215" y="540"/>
                      <a:pt x="1215" y="540"/>
                    </a:cubicBezTo>
                    <a:cubicBezTo>
                      <a:pt x="1216" y="537"/>
                      <a:pt x="1216" y="537"/>
                      <a:pt x="1216" y="537"/>
                    </a:cubicBezTo>
                    <a:cubicBezTo>
                      <a:pt x="1216" y="534"/>
                      <a:pt x="1216" y="534"/>
                      <a:pt x="1216" y="534"/>
                    </a:cubicBezTo>
                    <a:cubicBezTo>
                      <a:pt x="1216" y="532"/>
                      <a:pt x="1216" y="532"/>
                      <a:pt x="1216" y="532"/>
                    </a:cubicBezTo>
                    <a:cubicBezTo>
                      <a:pt x="1216" y="529"/>
                      <a:pt x="1216" y="529"/>
                      <a:pt x="1216" y="529"/>
                    </a:cubicBezTo>
                    <a:cubicBezTo>
                      <a:pt x="1216" y="527"/>
                      <a:pt x="1216" y="527"/>
                      <a:pt x="1216" y="527"/>
                    </a:cubicBezTo>
                    <a:cubicBezTo>
                      <a:pt x="1217" y="524"/>
                      <a:pt x="1217" y="524"/>
                      <a:pt x="1217" y="524"/>
                    </a:cubicBezTo>
                    <a:cubicBezTo>
                      <a:pt x="1217" y="522"/>
                      <a:pt x="1217" y="522"/>
                      <a:pt x="1217" y="522"/>
                    </a:cubicBezTo>
                    <a:cubicBezTo>
                      <a:pt x="1217" y="520"/>
                      <a:pt x="1217" y="520"/>
                      <a:pt x="1217" y="520"/>
                    </a:cubicBezTo>
                    <a:cubicBezTo>
                      <a:pt x="1217" y="518"/>
                      <a:pt x="1217" y="518"/>
                      <a:pt x="1217" y="518"/>
                    </a:cubicBezTo>
                    <a:cubicBezTo>
                      <a:pt x="1217" y="515"/>
                      <a:pt x="1217" y="515"/>
                      <a:pt x="1217" y="515"/>
                    </a:cubicBezTo>
                    <a:cubicBezTo>
                      <a:pt x="1217" y="513"/>
                      <a:pt x="1217" y="513"/>
                      <a:pt x="1217" y="513"/>
                    </a:cubicBezTo>
                    <a:cubicBezTo>
                      <a:pt x="1218" y="509"/>
                      <a:pt x="1218" y="509"/>
                      <a:pt x="1218" y="509"/>
                    </a:cubicBezTo>
                    <a:cubicBezTo>
                      <a:pt x="1218" y="507"/>
                      <a:pt x="1218" y="507"/>
                      <a:pt x="1218" y="507"/>
                    </a:cubicBezTo>
                    <a:cubicBezTo>
                      <a:pt x="1218" y="504"/>
                      <a:pt x="1218" y="504"/>
                      <a:pt x="1218" y="504"/>
                    </a:cubicBezTo>
                    <a:cubicBezTo>
                      <a:pt x="1218" y="502"/>
                      <a:pt x="1218" y="502"/>
                      <a:pt x="1218" y="502"/>
                    </a:cubicBezTo>
                    <a:cubicBezTo>
                      <a:pt x="1218" y="500"/>
                      <a:pt x="1218" y="500"/>
                      <a:pt x="1218" y="500"/>
                    </a:cubicBezTo>
                    <a:cubicBezTo>
                      <a:pt x="1218" y="498"/>
                      <a:pt x="1218" y="498"/>
                      <a:pt x="1218" y="498"/>
                    </a:cubicBezTo>
                    <a:cubicBezTo>
                      <a:pt x="1218" y="495"/>
                      <a:pt x="1218" y="495"/>
                      <a:pt x="1218" y="495"/>
                    </a:cubicBezTo>
                    <a:cubicBezTo>
                      <a:pt x="1218" y="493"/>
                      <a:pt x="1218" y="493"/>
                      <a:pt x="1218" y="493"/>
                    </a:cubicBezTo>
                    <a:cubicBezTo>
                      <a:pt x="1218" y="490"/>
                      <a:pt x="1218" y="490"/>
                      <a:pt x="1218" y="490"/>
                    </a:cubicBezTo>
                    <a:cubicBezTo>
                      <a:pt x="1218" y="489"/>
                      <a:pt x="1218" y="489"/>
                      <a:pt x="1218" y="489"/>
                    </a:cubicBezTo>
                    <a:cubicBezTo>
                      <a:pt x="1218" y="484"/>
                      <a:pt x="1218" y="484"/>
                      <a:pt x="1218" y="484"/>
                    </a:cubicBezTo>
                    <a:cubicBezTo>
                      <a:pt x="1218" y="483"/>
                      <a:pt x="1218" y="483"/>
                      <a:pt x="1218" y="483"/>
                    </a:cubicBezTo>
                    <a:cubicBezTo>
                      <a:pt x="1218" y="480"/>
                      <a:pt x="1218" y="480"/>
                      <a:pt x="1218" y="480"/>
                    </a:cubicBezTo>
                    <a:cubicBezTo>
                      <a:pt x="1219" y="478"/>
                      <a:pt x="1219" y="478"/>
                      <a:pt x="1219" y="478"/>
                    </a:cubicBezTo>
                    <a:cubicBezTo>
                      <a:pt x="1219" y="475"/>
                      <a:pt x="1219" y="475"/>
                      <a:pt x="1219" y="475"/>
                    </a:cubicBezTo>
                    <a:cubicBezTo>
                      <a:pt x="1219" y="473"/>
                      <a:pt x="1219" y="473"/>
                      <a:pt x="1219" y="473"/>
                    </a:cubicBezTo>
                    <a:cubicBezTo>
                      <a:pt x="1219" y="470"/>
                      <a:pt x="1219" y="470"/>
                      <a:pt x="1219" y="470"/>
                    </a:cubicBezTo>
                    <a:cubicBezTo>
                      <a:pt x="1219" y="469"/>
                      <a:pt x="1219" y="469"/>
                      <a:pt x="1219" y="469"/>
                    </a:cubicBezTo>
                    <a:cubicBezTo>
                      <a:pt x="1219" y="464"/>
                      <a:pt x="1219" y="464"/>
                      <a:pt x="1219" y="464"/>
                    </a:cubicBezTo>
                    <a:cubicBezTo>
                      <a:pt x="1219" y="459"/>
                      <a:pt x="1219" y="459"/>
                      <a:pt x="1219" y="459"/>
                    </a:cubicBezTo>
                    <a:cubicBezTo>
                      <a:pt x="1219" y="458"/>
                      <a:pt x="1219" y="458"/>
                      <a:pt x="1219" y="458"/>
                    </a:cubicBezTo>
                    <a:cubicBezTo>
                      <a:pt x="1219" y="453"/>
                      <a:pt x="1219" y="453"/>
                      <a:pt x="1219" y="453"/>
                    </a:cubicBezTo>
                    <a:cubicBezTo>
                      <a:pt x="1219" y="452"/>
                      <a:pt x="1219" y="452"/>
                      <a:pt x="1219" y="452"/>
                    </a:cubicBezTo>
                    <a:cubicBezTo>
                      <a:pt x="1218" y="447"/>
                      <a:pt x="1218" y="447"/>
                      <a:pt x="1218" y="447"/>
                    </a:cubicBezTo>
                    <a:cubicBezTo>
                      <a:pt x="1218" y="446"/>
                      <a:pt x="1218" y="446"/>
                      <a:pt x="1218" y="446"/>
                    </a:cubicBezTo>
                    <a:cubicBezTo>
                      <a:pt x="1218" y="442"/>
                      <a:pt x="1218" y="442"/>
                      <a:pt x="1218" y="442"/>
                    </a:cubicBezTo>
                    <a:cubicBezTo>
                      <a:pt x="1218" y="441"/>
                      <a:pt x="1218" y="441"/>
                      <a:pt x="1218" y="441"/>
                    </a:cubicBezTo>
                    <a:cubicBezTo>
                      <a:pt x="1218" y="436"/>
                      <a:pt x="1218" y="436"/>
                      <a:pt x="1218" y="436"/>
                    </a:cubicBezTo>
                    <a:cubicBezTo>
                      <a:pt x="1218" y="434"/>
                      <a:pt x="1218" y="434"/>
                      <a:pt x="1218" y="434"/>
                    </a:cubicBezTo>
                    <a:cubicBezTo>
                      <a:pt x="1218" y="430"/>
                      <a:pt x="1218" y="430"/>
                      <a:pt x="1218" y="430"/>
                    </a:cubicBezTo>
                    <a:cubicBezTo>
                      <a:pt x="1218" y="429"/>
                      <a:pt x="1218" y="429"/>
                      <a:pt x="1218" y="429"/>
                    </a:cubicBezTo>
                    <a:cubicBezTo>
                      <a:pt x="1218" y="424"/>
                      <a:pt x="1218" y="424"/>
                      <a:pt x="1218" y="424"/>
                    </a:cubicBezTo>
                    <a:cubicBezTo>
                      <a:pt x="1218" y="423"/>
                      <a:pt x="1218" y="423"/>
                      <a:pt x="1218" y="423"/>
                    </a:cubicBezTo>
                    <a:cubicBezTo>
                      <a:pt x="1217" y="419"/>
                      <a:pt x="1217" y="419"/>
                      <a:pt x="1217" y="419"/>
                    </a:cubicBezTo>
                    <a:cubicBezTo>
                      <a:pt x="1217" y="417"/>
                      <a:pt x="1217" y="417"/>
                      <a:pt x="1217" y="417"/>
                    </a:cubicBezTo>
                    <a:cubicBezTo>
                      <a:pt x="1217" y="413"/>
                      <a:pt x="1217" y="413"/>
                      <a:pt x="1217" y="413"/>
                    </a:cubicBezTo>
                    <a:cubicBezTo>
                      <a:pt x="1217" y="411"/>
                      <a:pt x="1217" y="411"/>
                      <a:pt x="1217" y="411"/>
                    </a:cubicBezTo>
                    <a:cubicBezTo>
                      <a:pt x="1217" y="408"/>
                      <a:pt x="1217" y="408"/>
                      <a:pt x="1217" y="408"/>
                    </a:cubicBezTo>
                    <a:cubicBezTo>
                      <a:pt x="1217" y="406"/>
                      <a:pt x="1217" y="406"/>
                      <a:pt x="1217" y="406"/>
                    </a:cubicBezTo>
                    <a:cubicBezTo>
                      <a:pt x="1216" y="402"/>
                      <a:pt x="1216" y="402"/>
                      <a:pt x="1216" y="402"/>
                    </a:cubicBezTo>
                    <a:cubicBezTo>
                      <a:pt x="1216" y="400"/>
                      <a:pt x="1216" y="400"/>
                      <a:pt x="1216" y="400"/>
                    </a:cubicBezTo>
                    <a:cubicBezTo>
                      <a:pt x="1216" y="396"/>
                      <a:pt x="1216" y="396"/>
                      <a:pt x="1216" y="396"/>
                    </a:cubicBezTo>
                    <a:cubicBezTo>
                      <a:pt x="1216" y="394"/>
                      <a:pt x="1216" y="394"/>
                      <a:pt x="1216" y="394"/>
                    </a:cubicBezTo>
                    <a:cubicBezTo>
                      <a:pt x="1216" y="391"/>
                      <a:pt x="1216" y="391"/>
                      <a:pt x="1216" y="391"/>
                    </a:cubicBezTo>
                    <a:cubicBezTo>
                      <a:pt x="1215" y="388"/>
                      <a:pt x="1215" y="388"/>
                      <a:pt x="1215" y="388"/>
                    </a:cubicBezTo>
                    <a:cubicBezTo>
                      <a:pt x="1215" y="385"/>
                      <a:pt x="1215" y="385"/>
                      <a:pt x="1215" y="385"/>
                    </a:cubicBezTo>
                    <a:cubicBezTo>
                      <a:pt x="1215" y="383"/>
                      <a:pt x="1215" y="383"/>
                      <a:pt x="1215" y="383"/>
                    </a:cubicBezTo>
                    <a:cubicBezTo>
                      <a:pt x="1215" y="380"/>
                      <a:pt x="1215" y="380"/>
                      <a:pt x="1215" y="380"/>
                    </a:cubicBezTo>
                    <a:cubicBezTo>
                      <a:pt x="1214" y="377"/>
                      <a:pt x="1214" y="377"/>
                      <a:pt x="1214" y="377"/>
                    </a:cubicBezTo>
                    <a:cubicBezTo>
                      <a:pt x="1214" y="374"/>
                      <a:pt x="1214" y="374"/>
                      <a:pt x="1214" y="374"/>
                    </a:cubicBezTo>
                    <a:cubicBezTo>
                      <a:pt x="1214" y="371"/>
                      <a:pt x="1214" y="371"/>
                      <a:pt x="1214" y="371"/>
                    </a:cubicBezTo>
                    <a:cubicBezTo>
                      <a:pt x="1214" y="369"/>
                      <a:pt x="1214" y="369"/>
                      <a:pt x="1214" y="369"/>
                    </a:cubicBezTo>
                    <a:cubicBezTo>
                      <a:pt x="1213" y="359"/>
                      <a:pt x="1213" y="359"/>
                      <a:pt x="1213" y="359"/>
                    </a:cubicBezTo>
                    <a:cubicBezTo>
                      <a:pt x="1212" y="358"/>
                      <a:pt x="1212" y="358"/>
                      <a:pt x="1212" y="358"/>
                    </a:cubicBezTo>
                    <a:cubicBezTo>
                      <a:pt x="1212" y="355"/>
                      <a:pt x="1212" y="355"/>
                      <a:pt x="1212" y="355"/>
                    </a:cubicBezTo>
                    <a:cubicBezTo>
                      <a:pt x="1212" y="353"/>
                      <a:pt x="1212" y="353"/>
                      <a:pt x="1212" y="353"/>
                    </a:cubicBezTo>
                    <a:cubicBezTo>
                      <a:pt x="1211" y="348"/>
                      <a:pt x="1211" y="348"/>
                      <a:pt x="1211" y="348"/>
                    </a:cubicBezTo>
                    <a:cubicBezTo>
                      <a:pt x="1211" y="346"/>
                      <a:pt x="1211" y="346"/>
                      <a:pt x="1211" y="346"/>
                    </a:cubicBezTo>
                    <a:cubicBezTo>
                      <a:pt x="1211" y="343"/>
                      <a:pt x="1211" y="343"/>
                      <a:pt x="1211" y="343"/>
                    </a:cubicBezTo>
                    <a:cubicBezTo>
                      <a:pt x="1210" y="342"/>
                      <a:pt x="1210" y="342"/>
                      <a:pt x="1210" y="342"/>
                    </a:cubicBezTo>
                    <a:cubicBezTo>
                      <a:pt x="1210" y="336"/>
                      <a:pt x="1210" y="336"/>
                      <a:pt x="1210" y="336"/>
                    </a:cubicBezTo>
                    <a:cubicBezTo>
                      <a:pt x="1209" y="335"/>
                      <a:pt x="1209" y="335"/>
                      <a:pt x="1209" y="335"/>
                    </a:cubicBezTo>
                    <a:cubicBezTo>
                      <a:pt x="1209" y="332"/>
                      <a:pt x="1209" y="332"/>
                      <a:pt x="1209" y="332"/>
                    </a:cubicBezTo>
                    <a:cubicBezTo>
                      <a:pt x="1209" y="331"/>
                      <a:pt x="1209" y="331"/>
                      <a:pt x="1209" y="331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5" y="309"/>
                      <a:pt x="1205" y="309"/>
                      <a:pt x="1205" y="309"/>
                    </a:cubicBezTo>
                    <a:cubicBezTo>
                      <a:pt x="1205" y="308"/>
                      <a:pt x="1205" y="308"/>
                      <a:pt x="1205" y="308"/>
                    </a:cubicBezTo>
                    <a:cubicBezTo>
                      <a:pt x="1202" y="288"/>
                      <a:pt x="1198" y="269"/>
                      <a:pt x="1193" y="249"/>
                    </a:cubicBezTo>
                    <a:cubicBezTo>
                      <a:pt x="1193" y="248"/>
                      <a:pt x="1193" y="248"/>
                      <a:pt x="1193" y="248"/>
                    </a:cubicBezTo>
                    <a:cubicBezTo>
                      <a:pt x="1190" y="238"/>
                      <a:pt x="1190" y="238"/>
                      <a:pt x="1190" y="238"/>
                    </a:cubicBezTo>
                    <a:cubicBezTo>
                      <a:pt x="1190" y="237"/>
                      <a:pt x="1190" y="237"/>
                      <a:pt x="1190" y="237"/>
                    </a:cubicBezTo>
                    <a:cubicBezTo>
                      <a:pt x="1187" y="228"/>
                      <a:pt x="1187" y="228"/>
                      <a:pt x="1187" y="228"/>
                    </a:cubicBezTo>
                    <a:cubicBezTo>
                      <a:pt x="1187" y="226"/>
                      <a:pt x="1187" y="226"/>
                      <a:pt x="1187" y="226"/>
                    </a:cubicBezTo>
                    <a:cubicBezTo>
                      <a:pt x="1186" y="223"/>
                      <a:pt x="1186" y="223"/>
                      <a:pt x="1186" y="223"/>
                    </a:cubicBezTo>
                    <a:cubicBezTo>
                      <a:pt x="1186" y="221"/>
                      <a:pt x="1186" y="221"/>
                      <a:pt x="1186" y="221"/>
                    </a:cubicBezTo>
                    <a:cubicBezTo>
                      <a:pt x="1184" y="217"/>
                      <a:pt x="1184" y="217"/>
                      <a:pt x="1184" y="217"/>
                    </a:cubicBezTo>
                    <a:cubicBezTo>
                      <a:pt x="1184" y="215"/>
                      <a:pt x="1184" y="215"/>
                      <a:pt x="1184" y="215"/>
                    </a:cubicBezTo>
                    <a:cubicBezTo>
                      <a:pt x="1183" y="213"/>
                      <a:pt x="1183" y="213"/>
                      <a:pt x="1183" y="213"/>
                    </a:cubicBezTo>
                    <a:cubicBezTo>
                      <a:pt x="1182" y="210"/>
                      <a:pt x="1182" y="210"/>
                      <a:pt x="1182" y="210"/>
                    </a:cubicBezTo>
                    <a:cubicBezTo>
                      <a:pt x="1181" y="207"/>
                      <a:pt x="1181" y="207"/>
                      <a:pt x="1181" y="207"/>
                    </a:cubicBezTo>
                    <a:cubicBezTo>
                      <a:pt x="1181" y="204"/>
                      <a:pt x="1181" y="204"/>
                      <a:pt x="1181" y="204"/>
                    </a:cubicBezTo>
                    <a:cubicBezTo>
                      <a:pt x="1180" y="202"/>
                      <a:pt x="1180" y="202"/>
                      <a:pt x="1180" y="202"/>
                    </a:cubicBezTo>
                    <a:cubicBezTo>
                      <a:pt x="1179" y="199"/>
                      <a:pt x="1179" y="199"/>
                      <a:pt x="1179" y="199"/>
                    </a:cubicBezTo>
                    <a:cubicBezTo>
                      <a:pt x="1179" y="198"/>
                      <a:pt x="1179" y="198"/>
                      <a:pt x="1179" y="198"/>
                    </a:cubicBezTo>
                    <a:cubicBezTo>
                      <a:pt x="1177" y="193"/>
                      <a:pt x="1177" y="193"/>
                      <a:pt x="1177" y="193"/>
                    </a:cubicBezTo>
                    <a:cubicBezTo>
                      <a:pt x="1177" y="192"/>
                      <a:pt x="1177" y="192"/>
                      <a:pt x="1177" y="192"/>
                    </a:cubicBezTo>
                    <a:cubicBezTo>
                      <a:pt x="1176" y="188"/>
                      <a:pt x="1176" y="188"/>
                      <a:pt x="1176" y="188"/>
                    </a:cubicBezTo>
                    <a:cubicBezTo>
                      <a:pt x="1175" y="187"/>
                      <a:pt x="1175" y="187"/>
                      <a:pt x="1175" y="187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66" y="160"/>
                      <a:pt x="1158" y="137"/>
                      <a:pt x="1149" y="116"/>
                    </a:cubicBezTo>
                    <a:cubicBezTo>
                      <a:pt x="1144" y="103"/>
                      <a:pt x="1138" y="91"/>
                      <a:pt x="1132" y="79"/>
                    </a:cubicBezTo>
                    <a:cubicBezTo>
                      <a:pt x="1120" y="52"/>
                      <a:pt x="1106" y="26"/>
                      <a:pt x="1090" y="0"/>
                    </a:cubicBezTo>
                    <a:cubicBezTo>
                      <a:pt x="1115" y="67"/>
                      <a:pt x="1126" y="137"/>
                      <a:pt x="1126" y="206"/>
                    </a:cubicBezTo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6" name="Freeform 9"/>
              <p:cNvSpPr>
                <a:spLocks noSelect="1"/>
              </p:cNvSpPr>
              <p:nvPr userDrawn="1"/>
            </p:nvSpPr>
            <p:spPr bwMode="gray">
              <a:xfrm>
                <a:off x="1118870" y="583565"/>
                <a:ext cx="114935" cy="149860"/>
              </a:xfrm>
              <a:custGeom>
                <a:avLst/>
                <a:gdLst>
                  <a:gd name="T0" fmla="*/ 0 w 362"/>
                  <a:gd name="T1" fmla="*/ 106 h 472"/>
                  <a:gd name="T2" fmla="*/ 219 w 362"/>
                  <a:gd name="T3" fmla="*/ 445 h 472"/>
                  <a:gd name="T4" fmla="*/ 268 w 362"/>
                  <a:gd name="T5" fmla="*/ 472 h 472"/>
                  <a:gd name="T6" fmla="*/ 362 w 362"/>
                  <a:gd name="T7" fmla="*/ 472 h 472"/>
                  <a:gd name="T8" fmla="*/ 319 w 362"/>
                  <a:gd name="T9" fmla="*/ 448 h 472"/>
                  <a:gd name="T10" fmla="*/ 22 w 362"/>
                  <a:gd name="T11" fmla="*/ 0 h 472"/>
                  <a:gd name="T12" fmla="*/ 0 w 362"/>
                  <a:gd name="T13" fmla="*/ 106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2" h="472">
                    <a:moveTo>
                      <a:pt x="0" y="106"/>
                    </a:moveTo>
                    <a:cubicBezTo>
                      <a:pt x="219" y="445"/>
                      <a:pt x="219" y="445"/>
                      <a:pt x="219" y="445"/>
                    </a:cubicBezTo>
                    <a:cubicBezTo>
                      <a:pt x="228" y="460"/>
                      <a:pt x="250" y="472"/>
                      <a:pt x="268" y="472"/>
                    </a:cubicBezTo>
                    <a:cubicBezTo>
                      <a:pt x="362" y="472"/>
                      <a:pt x="362" y="472"/>
                      <a:pt x="362" y="472"/>
                    </a:cubicBezTo>
                    <a:cubicBezTo>
                      <a:pt x="347" y="472"/>
                      <a:pt x="327" y="461"/>
                      <a:pt x="319" y="448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0" y="106"/>
                    </a:lnTo>
                    <a:close/>
                  </a:path>
                </a:pathLst>
              </a:cu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7" name="Freeform 10"/>
              <p:cNvSpPr>
                <a:spLocks noSelect="1"/>
              </p:cNvSpPr>
              <p:nvPr userDrawn="1"/>
            </p:nvSpPr>
            <p:spPr bwMode="gray">
              <a:xfrm>
                <a:off x="949325" y="290830"/>
                <a:ext cx="277495" cy="120015"/>
              </a:xfrm>
              <a:custGeom>
                <a:avLst/>
                <a:gdLst>
                  <a:gd name="T0" fmla="*/ 27 w 874"/>
                  <a:gd name="T1" fmla="*/ 323 h 378"/>
                  <a:gd name="T2" fmla="*/ 1 w 874"/>
                  <a:gd name="T3" fmla="*/ 366 h 378"/>
                  <a:gd name="T4" fmla="*/ 1 w 874"/>
                  <a:gd name="T5" fmla="*/ 367 h 378"/>
                  <a:gd name="T6" fmla="*/ 1 w 874"/>
                  <a:gd name="T7" fmla="*/ 367 h 378"/>
                  <a:gd name="T8" fmla="*/ 30 w 874"/>
                  <a:gd name="T9" fmla="*/ 378 h 378"/>
                  <a:gd name="T10" fmla="*/ 410 w 874"/>
                  <a:gd name="T11" fmla="*/ 378 h 378"/>
                  <a:gd name="T12" fmla="*/ 400 w 874"/>
                  <a:gd name="T13" fmla="*/ 293 h 378"/>
                  <a:gd name="T14" fmla="*/ 439 w 874"/>
                  <a:gd name="T15" fmla="*/ 165 h 378"/>
                  <a:gd name="T16" fmla="*/ 471 w 874"/>
                  <a:gd name="T17" fmla="*/ 129 h 378"/>
                  <a:gd name="T18" fmla="*/ 820 w 874"/>
                  <a:gd name="T19" fmla="*/ 11 h 378"/>
                  <a:gd name="T20" fmla="*/ 838 w 874"/>
                  <a:gd name="T21" fmla="*/ 12 h 378"/>
                  <a:gd name="T22" fmla="*/ 874 w 874"/>
                  <a:gd name="T23" fmla="*/ 13 h 378"/>
                  <a:gd name="T24" fmla="*/ 728 w 874"/>
                  <a:gd name="T25" fmla="*/ 0 h 378"/>
                  <a:gd name="T26" fmla="*/ 719 w 874"/>
                  <a:gd name="T27" fmla="*/ 0 h 378"/>
                  <a:gd name="T28" fmla="*/ 27 w 874"/>
                  <a:gd name="T29" fmla="*/ 323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4" h="378">
                    <a:moveTo>
                      <a:pt x="27" y="323"/>
                    </a:moveTo>
                    <a:cubicBezTo>
                      <a:pt x="10" y="343"/>
                      <a:pt x="0" y="357"/>
                      <a:pt x="1" y="366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2" y="375"/>
                      <a:pt x="11" y="378"/>
                      <a:pt x="30" y="378"/>
                    </a:cubicBezTo>
                    <a:cubicBezTo>
                      <a:pt x="410" y="378"/>
                      <a:pt x="410" y="378"/>
                      <a:pt x="410" y="378"/>
                    </a:cubicBezTo>
                    <a:cubicBezTo>
                      <a:pt x="404" y="349"/>
                      <a:pt x="400" y="320"/>
                      <a:pt x="400" y="293"/>
                    </a:cubicBezTo>
                    <a:cubicBezTo>
                      <a:pt x="400" y="244"/>
                      <a:pt x="412" y="200"/>
                      <a:pt x="439" y="165"/>
                    </a:cubicBezTo>
                    <a:cubicBezTo>
                      <a:pt x="449" y="152"/>
                      <a:pt x="460" y="140"/>
                      <a:pt x="471" y="129"/>
                    </a:cubicBezTo>
                    <a:cubicBezTo>
                      <a:pt x="555" y="49"/>
                      <a:pt x="683" y="11"/>
                      <a:pt x="820" y="11"/>
                    </a:cubicBezTo>
                    <a:cubicBezTo>
                      <a:pt x="826" y="11"/>
                      <a:pt x="832" y="11"/>
                      <a:pt x="838" y="12"/>
                    </a:cubicBezTo>
                    <a:cubicBezTo>
                      <a:pt x="850" y="12"/>
                      <a:pt x="862" y="12"/>
                      <a:pt x="874" y="13"/>
                    </a:cubicBezTo>
                    <a:cubicBezTo>
                      <a:pt x="827" y="5"/>
                      <a:pt x="778" y="0"/>
                      <a:pt x="728" y="0"/>
                    </a:cubicBezTo>
                    <a:cubicBezTo>
                      <a:pt x="719" y="0"/>
                      <a:pt x="719" y="0"/>
                      <a:pt x="719" y="0"/>
                    </a:cubicBezTo>
                    <a:cubicBezTo>
                      <a:pt x="441" y="0"/>
                      <a:pt x="192" y="125"/>
                      <a:pt x="27" y="323"/>
                    </a:cubicBezTo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8" name="Freeform 11"/>
              <p:cNvSpPr>
                <a:spLocks noSelect="1"/>
              </p:cNvSpPr>
              <p:nvPr userDrawn="1"/>
            </p:nvSpPr>
            <p:spPr bwMode="gray">
              <a:xfrm>
                <a:off x="1076325" y="294005"/>
                <a:ext cx="358775" cy="353695"/>
              </a:xfrm>
              <a:custGeom>
                <a:avLst/>
                <a:gdLst>
                  <a:gd name="T0" fmla="*/ 0 w 1130"/>
                  <a:gd name="T1" fmla="*/ 282 h 1113"/>
                  <a:gd name="T2" fmla="*/ 738 w 1130"/>
                  <a:gd name="T3" fmla="*/ 375 h 1113"/>
                  <a:gd name="T4" fmla="*/ 910 w 1130"/>
                  <a:gd name="T5" fmla="*/ 637 h 1113"/>
                  <a:gd name="T6" fmla="*/ 913 w 1130"/>
                  <a:gd name="T7" fmla="*/ 645 h 1113"/>
                  <a:gd name="T8" fmla="*/ 824 w 1130"/>
                  <a:gd name="T9" fmla="*/ 1113 h 1113"/>
                  <a:gd name="T10" fmla="*/ 1094 w 1130"/>
                  <a:gd name="T11" fmla="*/ 428 h 1113"/>
                  <a:gd name="T12" fmla="*/ 1044 w 1130"/>
                  <a:gd name="T13" fmla="*/ 353 h 1113"/>
                  <a:gd name="T14" fmla="*/ 1040 w 1130"/>
                  <a:gd name="T15" fmla="*/ 348 h 1113"/>
                  <a:gd name="T16" fmla="*/ 1034 w 1130"/>
                  <a:gd name="T17" fmla="*/ 339 h 1113"/>
                  <a:gd name="T18" fmla="*/ 1030 w 1130"/>
                  <a:gd name="T19" fmla="*/ 334 h 1113"/>
                  <a:gd name="T20" fmla="*/ 1007 w 1130"/>
                  <a:gd name="T21" fmla="*/ 306 h 1113"/>
                  <a:gd name="T22" fmla="*/ 1003 w 1130"/>
                  <a:gd name="T23" fmla="*/ 301 h 1113"/>
                  <a:gd name="T24" fmla="*/ 995 w 1130"/>
                  <a:gd name="T25" fmla="*/ 293 h 1113"/>
                  <a:gd name="T26" fmla="*/ 974 w 1130"/>
                  <a:gd name="T27" fmla="*/ 270 h 1113"/>
                  <a:gd name="T28" fmla="*/ 967 w 1130"/>
                  <a:gd name="T29" fmla="*/ 262 h 1113"/>
                  <a:gd name="T30" fmla="*/ 962 w 1130"/>
                  <a:gd name="T31" fmla="*/ 257 h 1113"/>
                  <a:gd name="T32" fmla="*/ 937 w 1130"/>
                  <a:gd name="T33" fmla="*/ 233 h 1113"/>
                  <a:gd name="T34" fmla="*/ 932 w 1130"/>
                  <a:gd name="T35" fmla="*/ 228 h 1113"/>
                  <a:gd name="T36" fmla="*/ 924 w 1130"/>
                  <a:gd name="T37" fmla="*/ 221 h 1113"/>
                  <a:gd name="T38" fmla="*/ 919 w 1130"/>
                  <a:gd name="T39" fmla="*/ 216 h 1113"/>
                  <a:gd name="T40" fmla="*/ 901 w 1130"/>
                  <a:gd name="T41" fmla="*/ 201 h 1113"/>
                  <a:gd name="T42" fmla="*/ 895 w 1130"/>
                  <a:gd name="T43" fmla="*/ 196 h 1113"/>
                  <a:gd name="T44" fmla="*/ 887 w 1130"/>
                  <a:gd name="T45" fmla="*/ 190 h 1113"/>
                  <a:gd name="T46" fmla="*/ 882 w 1130"/>
                  <a:gd name="T47" fmla="*/ 185 h 1113"/>
                  <a:gd name="T48" fmla="*/ 873 w 1130"/>
                  <a:gd name="T49" fmla="*/ 178 h 1113"/>
                  <a:gd name="T50" fmla="*/ 858 w 1130"/>
                  <a:gd name="T51" fmla="*/ 167 h 1113"/>
                  <a:gd name="T52" fmla="*/ 849 w 1130"/>
                  <a:gd name="T53" fmla="*/ 160 h 1113"/>
                  <a:gd name="T54" fmla="*/ 843 w 1130"/>
                  <a:gd name="T55" fmla="*/ 156 h 1113"/>
                  <a:gd name="T56" fmla="*/ 835 w 1130"/>
                  <a:gd name="T57" fmla="*/ 150 h 1113"/>
                  <a:gd name="T58" fmla="*/ 829 w 1130"/>
                  <a:gd name="T59" fmla="*/ 146 h 1113"/>
                  <a:gd name="T60" fmla="*/ 809 w 1130"/>
                  <a:gd name="T61" fmla="*/ 133 h 1113"/>
                  <a:gd name="T62" fmla="*/ 803 w 1130"/>
                  <a:gd name="T63" fmla="*/ 129 h 1113"/>
                  <a:gd name="T64" fmla="*/ 794 w 1130"/>
                  <a:gd name="T65" fmla="*/ 124 h 1113"/>
                  <a:gd name="T66" fmla="*/ 788 w 1130"/>
                  <a:gd name="T67" fmla="*/ 120 h 1113"/>
                  <a:gd name="T68" fmla="*/ 768 w 1130"/>
                  <a:gd name="T69" fmla="*/ 108 h 1113"/>
                  <a:gd name="T70" fmla="*/ 762 w 1130"/>
                  <a:gd name="T71" fmla="*/ 104 h 1113"/>
                  <a:gd name="T72" fmla="*/ 753 w 1130"/>
                  <a:gd name="T73" fmla="*/ 99 h 1113"/>
                  <a:gd name="T74" fmla="*/ 746 w 1130"/>
                  <a:gd name="T75" fmla="*/ 96 h 1113"/>
                  <a:gd name="T76" fmla="*/ 720 w 1130"/>
                  <a:gd name="T77" fmla="*/ 82 h 1113"/>
                  <a:gd name="T78" fmla="*/ 713 w 1130"/>
                  <a:gd name="T79" fmla="*/ 79 h 1113"/>
                  <a:gd name="T80" fmla="*/ 704 w 1130"/>
                  <a:gd name="T81" fmla="*/ 75 h 1113"/>
                  <a:gd name="T82" fmla="*/ 697 w 1130"/>
                  <a:gd name="T83" fmla="*/ 72 h 1113"/>
                  <a:gd name="T84" fmla="*/ 675 w 1130"/>
                  <a:gd name="T85" fmla="*/ 62 h 1113"/>
                  <a:gd name="T86" fmla="*/ 669 w 1130"/>
                  <a:gd name="T87" fmla="*/ 59 h 1113"/>
                  <a:gd name="T88" fmla="*/ 659 w 1130"/>
                  <a:gd name="T89" fmla="*/ 55 h 1113"/>
                  <a:gd name="T90" fmla="*/ 653 w 1130"/>
                  <a:gd name="T91" fmla="*/ 52 h 1113"/>
                  <a:gd name="T92" fmla="*/ 619 w 1130"/>
                  <a:gd name="T93" fmla="*/ 40 h 1113"/>
                  <a:gd name="T94" fmla="*/ 612 w 1130"/>
                  <a:gd name="T95" fmla="*/ 38 h 1113"/>
                  <a:gd name="T96" fmla="*/ 602 w 1130"/>
                  <a:gd name="T97" fmla="*/ 34 h 1113"/>
                  <a:gd name="T98" fmla="*/ 595 w 1130"/>
                  <a:gd name="T99" fmla="*/ 32 h 1113"/>
                  <a:gd name="T100" fmla="*/ 566 w 1130"/>
                  <a:gd name="T101" fmla="*/ 23 h 1113"/>
                  <a:gd name="T102" fmla="*/ 559 w 1130"/>
                  <a:gd name="T103" fmla="*/ 21 h 1113"/>
                  <a:gd name="T104" fmla="*/ 549 w 1130"/>
                  <a:gd name="T105" fmla="*/ 18 h 1113"/>
                  <a:gd name="T106" fmla="*/ 542 w 1130"/>
                  <a:gd name="T107" fmla="*/ 17 h 1113"/>
                  <a:gd name="T108" fmla="*/ 518 w 1130"/>
                  <a:gd name="T109" fmla="*/ 11 h 1113"/>
                  <a:gd name="T110" fmla="*/ 511 w 1130"/>
                  <a:gd name="T111" fmla="*/ 9 h 1113"/>
                  <a:gd name="T112" fmla="*/ 501 w 1130"/>
                  <a:gd name="T113" fmla="*/ 7 h 1113"/>
                  <a:gd name="T114" fmla="*/ 493 w 1130"/>
                  <a:gd name="T115" fmla="*/ 6 h 1113"/>
                  <a:gd name="T116" fmla="*/ 482 w 1130"/>
                  <a:gd name="T117" fmla="*/ 4 h 1113"/>
                  <a:gd name="T118" fmla="*/ 474 w 1130"/>
                  <a:gd name="T119" fmla="*/ 2 h 1113"/>
                  <a:gd name="T120" fmla="*/ 71 w 1130"/>
                  <a:gd name="T121" fmla="*/ 118 h 1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30" h="1113">
                    <a:moveTo>
                      <a:pt x="71" y="118"/>
                    </a:moveTo>
                    <a:cubicBezTo>
                      <a:pt x="60" y="129"/>
                      <a:pt x="49" y="141"/>
                      <a:pt x="39" y="154"/>
                    </a:cubicBezTo>
                    <a:cubicBezTo>
                      <a:pt x="12" y="189"/>
                      <a:pt x="0" y="233"/>
                      <a:pt x="0" y="282"/>
                    </a:cubicBezTo>
                    <a:cubicBezTo>
                      <a:pt x="0" y="309"/>
                      <a:pt x="4" y="338"/>
                      <a:pt x="10" y="367"/>
                    </a:cubicBezTo>
                    <a:cubicBezTo>
                      <a:pt x="712" y="367"/>
                      <a:pt x="712" y="367"/>
                      <a:pt x="712" y="367"/>
                    </a:cubicBezTo>
                    <a:cubicBezTo>
                      <a:pt x="720" y="367"/>
                      <a:pt x="730" y="370"/>
                      <a:pt x="738" y="375"/>
                    </a:cubicBezTo>
                    <a:cubicBezTo>
                      <a:pt x="745" y="380"/>
                      <a:pt x="752" y="385"/>
                      <a:pt x="756" y="391"/>
                    </a:cubicBezTo>
                    <a:cubicBezTo>
                      <a:pt x="904" y="622"/>
                      <a:pt x="904" y="622"/>
                      <a:pt x="904" y="622"/>
                    </a:cubicBezTo>
                    <a:cubicBezTo>
                      <a:pt x="907" y="626"/>
                      <a:pt x="909" y="632"/>
                      <a:pt x="910" y="637"/>
                    </a:cubicBezTo>
                    <a:cubicBezTo>
                      <a:pt x="912" y="644"/>
                      <a:pt x="912" y="644"/>
                      <a:pt x="912" y="644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4" y="652"/>
                      <a:pt x="915" y="660"/>
                      <a:pt x="914" y="666"/>
                    </a:cubicBezTo>
                    <a:cubicBezTo>
                      <a:pt x="914" y="674"/>
                      <a:pt x="914" y="674"/>
                      <a:pt x="914" y="674"/>
                    </a:cubicBezTo>
                    <a:cubicBezTo>
                      <a:pt x="824" y="1113"/>
                      <a:pt x="824" y="1113"/>
                      <a:pt x="824" y="1113"/>
                    </a:cubicBezTo>
                    <a:cubicBezTo>
                      <a:pt x="906" y="1074"/>
                      <a:pt x="976" y="1020"/>
                      <a:pt x="1020" y="965"/>
                    </a:cubicBezTo>
                    <a:cubicBezTo>
                      <a:pt x="1093" y="875"/>
                      <a:pt x="1130" y="757"/>
                      <a:pt x="1130" y="634"/>
                    </a:cubicBezTo>
                    <a:cubicBezTo>
                      <a:pt x="1130" y="565"/>
                      <a:pt x="1119" y="495"/>
                      <a:pt x="1094" y="428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77" y="399"/>
                      <a:pt x="1061" y="376"/>
                      <a:pt x="1044" y="353"/>
                    </a:cubicBezTo>
                    <a:cubicBezTo>
                      <a:pt x="1044" y="353"/>
                      <a:pt x="1044" y="353"/>
                      <a:pt x="1044" y="353"/>
                    </a:cubicBezTo>
                    <a:cubicBezTo>
                      <a:pt x="1041" y="349"/>
                      <a:pt x="1041" y="349"/>
                      <a:pt x="1041" y="349"/>
                    </a:cubicBezTo>
                    <a:cubicBezTo>
                      <a:pt x="1040" y="348"/>
                      <a:pt x="1040" y="348"/>
                      <a:pt x="1040" y="348"/>
                    </a:cubicBezTo>
                    <a:cubicBezTo>
                      <a:pt x="1037" y="344"/>
                      <a:pt x="1037" y="344"/>
                      <a:pt x="1037" y="344"/>
                    </a:cubicBezTo>
                    <a:cubicBezTo>
                      <a:pt x="1037" y="343"/>
                      <a:pt x="1037" y="343"/>
                      <a:pt x="1037" y="343"/>
                    </a:cubicBezTo>
                    <a:cubicBezTo>
                      <a:pt x="1034" y="339"/>
                      <a:pt x="1034" y="339"/>
                      <a:pt x="1034" y="339"/>
                    </a:cubicBezTo>
                    <a:cubicBezTo>
                      <a:pt x="1033" y="338"/>
                      <a:pt x="1033" y="338"/>
                      <a:pt x="1033" y="338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23" y="326"/>
                      <a:pt x="1017" y="318"/>
                      <a:pt x="1011" y="311"/>
                    </a:cubicBezTo>
                    <a:cubicBezTo>
                      <a:pt x="1011" y="311"/>
                      <a:pt x="1011" y="311"/>
                      <a:pt x="1011" y="311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3" y="302"/>
                      <a:pt x="1003" y="302"/>
                      <a:pt x="1003" y="302"/>
                    </a:cubicBezTo>
                    <a:cubicBezTo>
                      <a:pt x="1003" y="301"/>
                      <a:pt x="1003" y="301"/>
                      <a:pt x="1003" y="301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88" y="285"/>
                      <a:pt x="982" y="278"/>
                      <a:pt x="975" y="271"/>
                    </a:cubicBezTo>
                    <a:cubicBezTo>
                      <a:pt x="974" y="270"/>
                      <a:pt x="974" y="270"/>
                      <a:pt x="974" y="270"/>
                    </a:cubicBezTo>
                    <a:cubicBezTo>
                      <a:pt x="971" y="266"/>
                      <a:pt x="971" y="266"/>
                      <a:pt x="971" y="266"/>
                    </a:cubicBezTo>
                    <a:cubicBezTo>
                      <a:pt x="970" y="266"/>
                      <a:pt x="970" y="266"/>
                      <a:pt x="970" y="266"/>
                    </a:cubicBezTo>
                    <a:cubicBezTo>
                      <a:pt x="967" y="262"/>
                      <a:pt x="967" y="262"/>
                      <a:pt x="967" y="262"/>
                    </a:cubicBezTo>
                    <a:cubicBezTo>
                      <a:pt x="966" y="262"/>
                      <a:pt x="966" y="262"/>
                      <a:pt x="966" y="262"/>
                    </a:cubicBezTo>
                    <a:cubicBezTo>
                      <a:pt x="963" y="258"/>
                      <a:pt x="963" y="258"/>
                      <a:pt x="963" y="258"/>
                    </a:cubicBezTo>
                    <a:cubicBezTo>
                      <a:pt x="962" y="257"/>
                      <a:pt x="962" y="257"/>
                      <a:pt x="962" y="257"/>
                    </a:cubicBezTo>
                    <a:cubicBezTo>
                      <a:pt x="958" y="254"/>
                      <a:pt x="958" y="254"/>
                      <a:pt x="958" y="254"/>
                    </a:cubicBezTo>
                    <a:cubicBezTo>
                      <a:pt x="958" y="253"/>
                      <a:pt x="958" y="253"/>
                      <a:pt x="958" y="253"/>
                    </a:cubicBezTo>
                    <a:cubicBezTo>
                      <a:pt x="951" y="246"/>
                      <a:pt x="944" y="239"/>
                      <a:pt x="937" y="233"/>
                    </a:cubicBezTo>
                    <a:cubicBezTo>
                      <a:pt x="936" y="232"/>
                      <a:pt x="936" y="232"/>
                      <a:pt x="936" y="232"/>
                    </a:cubicBezTo>
                    <a:cubicBezTo>
                      <a:pt x="932" y="229"/>
                      <a:pt x="932" y="229"/>
                      <a:pt x="932" y="229"/>
                    </a:cubicBezTo>
                    <a:cubicBezTo>
                      <a:pt x="932" y="228"/>
                      <a:pt x="932" y="228"/>
                      <a:pt x="932" y="228"/>
                    </a:cubicBezTo>
                    <a:cubicBezTo>
                      <a:pt x="928" y="225"/>
                      <a:pt x="928" y="225"/>
                      <a:pt x="928" y="225"/>
                    </a:cubicBezTo>
                    <a:cubicBezTo>
                      <a:pt x="927" y="224"/>
                      <a:pt x="927" y="224"/>
                      <a:pt x="927" y="224"/>
                    </a:cubicBezTo>
                    <a:cubicBezTo>
                      <a:pt x="924" y="221"/>
                      <a:pt x="924" y="221"/>
                      <a:pt x="924" y="221"/>
                    </a:cubicBezTo>
                    <a:cubicBezTo>
                      <a:pt x="923" y="220"/>
                      <a:pt x="923" y="220"/>
                      <a:pt x="923" y="220"/>
                    </a:cubicBezTo>
                    <a:cubicBezTo>
                      <a:pt x="919" y="217"/>
                      <a:pt x="919" y="217"/>
                      <a:pt x="919" y="217"/>
                    </a:cubicBezTo>
                    <a:cubicBezTo>
                      <a:pt x="919" y="216"/>
                      <a:pt x="919" y="216"/>
                      <a:pt x="919" y="216"/>
                    </a:cubicBezTo>
                    <a:cubicBezTo>
                      <a:pt x="914" y="213"/>
                      <a:pt x="914" y="213"/>
                      <a:pt x="914" y="213"/>
                    </a:cubicBezTo>
                    <a:cubicBezTo>
                      <a:pt x="914" y="212"/>
                      <a:pt x="914" y="212"/>
                      <a:pt x="914" y="212"/>
                    </a:cubicBezTo>
                    <a:cubicBezTo>
                      <a:pt x="901" y="201"/>
                      <a:pt x="901" y="201"/>
                      <a:pt x="901" y="201"/>
                    </a:cubicBezTo>
                    <a:cubicBezTo>
                      <a:pt x="900" y="200"/>
                      <a:pt x="900" y="200"/>
                      <a:pt x="900" y="200"/>
                    </a:cubicBezTo>
                    <a:cubicBezTo>
                      <a:pt x="896" y="197"/>
                      <a:pt x="896" y="197"/>
                      <a:pt x="896" y="197"/>
                    </a:cubicBezTo>
                    <a:cubicBezTo>
                      <a:pt x="895" y="196"/>
                      <a:pt x="895" y="196"/>
                      <a:pt x="895" y="196"/>
                    </a:cubicBezTo>
                    <a:cubicBezTo>
                      <a:pt x="892" y="193"/>
                      <a:pt x="892" y="193"/>
                      <a:pt x="892" y="193"/>
                    </a:cubicBezTo>
                    <a:cubicBezTo>
                      <a:pt x="891" y="193"/>
                      <a:pt x="891" y="193"/>
                      <a:pt x="891" y="193"/>
                    </a:cubicBezTo>
                    <a:cubicBezTo>
                      <a:pt x="887" y="190"/>
                      <a:pt x="887" y="190"/>
                      <a:pt x="887" y="190"/>
                    </a:cubicBezTo>
                    <a:cubicBezTo>
                      <a:pt x="886" y="189"/>
                      <a:pt x="886" y="189"/>
                      <a:pt x="886" y="189"/>
                    </a:cubicBezTo>
                    <a:cubicBezTo>
                      <a:pt x="883" y="186"/>
                      <a:pt x="883" y="186"/>
                      <a:pt x="883" y="186"/>
                    </a:cubicBezTo>
                    <a:cubicBezTo>
                      <a:pt x="882" y="185"/>
                      <a:pt x="882" y="185"/>
                      <a:pt x="882" y="185"/>
                    </a:cubicBezTo>
                    <a:cubicBezTo>
                      <a:pt x="878" y="182"/>
                      <a:pt x="878" y="182"/>
                      <a:pt x="878" y="182"/>
                    </a:cubicBezTo>
                    <a:cubicBezTo>
                      <a:pt x="877" y="182"/>
                      <a:pt x="877" y="182"/>
                      <a:pt x="877" y="182"/>
                    </a:cubicBezTo>
                    <a:cubicBezTo>
                      <a:pt x="873" y="178"/>
                      <a:pt x="873" y="178"/>
                      <a:pt x="873" y="178"/>
                    </a:cubicBezTo>
                    <a:cubicBezTo>
                      <a:pt x="872" y="178"/>
                      <a:pt x="872" y="178"/>
                      <a:pt x="872" y="178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4" y="164"/>
                      <a:pt x="854" y="164"/>
                      <a:pt x="854" y="164"/>
                    </a:cubicBezTo>
                    <a:cubicBezTo>
                      <a:pt x="853" y="163"/>
                      <a:pt x="853" y="163"/>
                      <a:pt x="853" y="163"/>
                    </a:cubicBezTo>
                    <a:cubicBezTo>
                      <a:pt x="849" y="160"/>
                      <a:pt x="849" y="160"/>
                      <a:pt x="849" y="160"/>
                    </a:cubicBezTo>
                    <a:cubicBezTo>
                      <a:pt x="848" y="160"/>
                      <a:pt x="848" y="160"/>
                      <a:pt x="848" y="160"/>
                    </a:cubicBezTo>
                    <a:cubicBezTo>
                      <a:pt x="844" y="157"/>
                      <a:pt x="844" y="157"/>
                      <a:pt x="844" y="157"/>
                    </a:cubicBezTo>
                    <a:cubicBezTo>
                      <a:pt x="843" y="156"/>
                      <a:pt x="843" y="156"/>
                      <a:pt x="843" y="156"/>
                    </a:cubicBezTo>
                    <a:cubicBezTo>
                      <a:pt x="839" y="154"/>
                      <a:pt x="839" y="154"/>
                      <a:pt x="839" y="154"/>
                    </a:cubicBezTo>
                    <a:cubicBezTo>
                      <a:pt x="838" y="153"/>
                      <a:pt x="838" y="153"/>
                      <a:pt x="838" y="153"/>
                    </a:cubicBezTo>
                    <a:cubicBezTo>
                      <a:pt x="835" y="150"/>
                      <a:pt x="835" y="150"/>
                      <a:pt x="835" y="150"/>
                    </a:cubicBezTo>
                    <a:cubicBezTo>
                      <a:pt x="833" y="149"/>
                      <a:pt x="833" y="149"/>
                      <a:pt x="833" y="149"/>
                    </a:cubicBezTo>
                    <a:cubicBezTo>
                      <a:pt x="829" y="147"/>
                      <a:pt x="829" y="147"/>
                      <a:pt x="829" y="147"/>
                    </a:cubicBezTo>
                    <a:cubicBezTo>
                      <a:pt x="829" y="146"/>
                      <a:pt x="829" y="146"/>
                      <a:pt x="829" y="146"/>
                    </a:cubicBezTo>
                    <a:cubicBezTo>
                      <a:pt x="814" y="136"/>
                      <a:pt x="814" y="136"/>
                      <a:pt x="814" y="136"/>
                    </a:cubicBezTo>
                    <a:cubicBezTo>
                      <a:pt x="813" y="136"/>
                      <a:pt x="813" y="136"/>
                      <a:pt x="813" y="136"/>
                    </a:cubicBezTo>
                    <a:cubicBezTo>
                      <a:pt x="809" y="133"/>
                      <a:pt x="809" y="133"/>
                      <a:pt x="809" y="133"/>
                    </a:cubicBezTo>
                    <a:cubicBezTo>
                      <a:pt x="808" y="132"/>
                      <a:pt x="808" y="132"/>
                      <a:pt x="808" y="132"/>
                    </a:cubicBezTo>
                    <a:cubicBezTo>
                      <a:pt x="804" y="130"/>
                      <a:pt x="804" y="130"/>
                      <a:pt x="804" y="130"/>
                    </a:cubicBezTo>
                    <a:cubicBezTo>
                      <a:pt x="803" y="129"/>
                      <a:pt x="803" y="129"/>
                      <a:pt x="803" y="129"/>
                    </a:cubicBezTo>
                    <a:cubicBezTo>
                      <a:pt x="799" y="127"/>
                      <a:pt x="799" y="127"/>
                      <a:pt x="799" y="127"/>
                    </a:cubicBezTo>
                    <a:cubicBezTo>
                      <a:pt x="798" y="126"/>
                      <a:pt x="798" y="126"/>
                      <a:pt x="798" y="126"/>
                    </a:cubicBezTo>
                    <a:cubicBezTo>
                      <a:pt x="794" y="124"/>
                      <a:pt x="794" y="124"/>
                      <a:pt x="794" y="124"/>
                    </a:cubicBezTo>
                    <a:cubicBezTo>
                      <a:pt x="793" y="123"/>
                      <a:pt x="793" y="123"/>
                      <a:pt x="793" y="123"/>
                    </a:cubicBezTo>
                    <a:cubicBezTo>
                      <a:pt x="789" y="121"/>
                      <a:pt x="789" y="121"/>
                      <a:pt x="789" y="121"/>
                    </a:cubicBezTo>
                    <a:cubicBezTo>
                      <a:pt x="788" y="120"/>
                      <a:pt x="788" y="120"/>
                      <a:pt x="788" y="120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68" y="108"/>
                      <a:pt x="768" y="108"/>
                      <a:pt x="768" y="108"/>
                    </a:cubicBezTo>
                    <a:cubicBezTo>
                      <a:pt x="767" y="108"/>
                      <a:pt x="767" y="108"/>
                      <a:pt x="767" y="108"/>
                    </a:cubicBezTo>
                    <a:cubicBezTo>
                      <a:pt x="763" y="105"/>
                      <a:pt x="763" y="105"/>
                      <a:pt x="763" y="105"/>
                    </a:cubicBezTo>
                    <a:cubicBezTo>
                      <a:pt x="762" y="104"/>
                      <a:pt x="762" y="104"/>
                      <a:pt x="762" y="104"/>
                    </a:cubicBezTo>
                    <a:cubicBezTo>
                      <a:pt x="758" y="102"/>
                      <a:pt x="758" y="102"/>
                      <a:pt x="758" y="102"/>
                    </a:cubicBezTo>
                    <a:cubicBezTo>
                      <a:pt x="756" y="102"/>
                      <a:pt x="756" y="102"/>
                      <a:pt x="756" y="102"/>
                    </a:cubicBezTo>
                    <a:cubicBezTo>
                      <a:pt x="753" y="99"/>
                      <a:pt x="753" y="99"/>
                      <a:pt x="753" y="99"/>
                    </a:cubicBezTo>
                    <a:cubicBezTo>
                      <a:pt x="751" y="99"/>
                      <a:pt x="751" y="99"/>
                      <a:pt x="751" y="99"/>
                    </a:cubicBezTo>
                    <a:cubicBezTo>
                      <a:pt x="747" y="97"/>
                      <a:pt x="747" y="97"/>
                      <a:pt x="747" y="97"/>
                    </a:cubicBezTo>
                    <a:cubicBezTo>
                      <a:pt x="746" y="96"/>
                      <a:pt x="746" y="96"/>
                      <a:pt x="746" y="96"/>
                    </a:cubicBezTo>
                    <a:cubicBezTo>
                      <a:pt x="742" y="94"/>
                      <a:pt x="742" y="94"/>
                      <a:pt x="742" y="94"/>
                    </a:cubicBezTo>
                    <a:cubicBezTo>
                      <a:pt x="741" y="93"/>
                      <a:pt x="741" y="93"/>
                      <a:pt x="741" y="93"/>
                    </a:cubicBezTo>
                    <a:cubicBezTo>
                      <a:pt x="734" y="90"/>
                      <a:pt x="727" y="86"/>
                      <a:pt x="720" y="82"/>
                    </a:cubicBezTo>
                    <a:cubicBezTo>
                      <a:pt x="719" y="82"/>
                      <a:pt x="719" y="82"/>
                      <a:pt x="719" y="82"/>
                    </a:cubicBezTo>
                    <a:cubicBezTo>
                      <a:pt x="714" y="80"/>
                      <a:pt x="714" y="80"/>
                      <a:pt x="714" y="80"/>
                    </a:cubicBezTo>
                    <a:cubicBezTo>
                      <a:pt x="713" y="79"/>
                      <a:pt x="713" y="79"/>
                      <a:pt x="713" y="79"/>
                    </a:cubicBezTo>
                    <a:cubicBezTo>
                      <a:pt x="709" y="77"/>
                      <a:pt x="709" y="77"/>
                      <a:pt x="709" y="77"/>
                    </a:cubicBezTo>
                    <a:cubicBezTo>
                      <a:pt x="708" y="77"/>
                      <a:pt x="708" y="77"/>
                      <a:pt x="708" y="77"/>
                    </a:cubicBezTo>
                    <a:cubicBezTo>
                      <a:pt x="704" y="75"/>
                      <a:pt x="704" y="75"/>
                      <a:pt x="704" y="75"/>
                    </a:cubicBezTo>
                    <a:cubicBezTo>
                      <a:pt x="703" y="74"/>
                      <a:pt x="703" y="74"/>
                      <a:pt x="703" y="74"/>
                    </a:cubicBezTo>
                    <a:cubicBezTo>
                      <a:pt x="698" y="72"/>
                      <a:pt x="698" y="72"/>
                      <a:pt x="698" y="72"/>
                    </a:cubicBezTo>
                    <a:cubicBezTo>
                      <a:pt x="697" y="72"/>
                      <a:pt x="697" y="72"/>
                      <a:pt x="697" y="72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87" y="67"/>
                      <a:pt x="681" y="64"/>
                      <a:pt x="675" y="62"/>
                    </a:cubicBezTo>
                    <a:cubicBezTo>
                      <a:pt x="675" y="62"/>
                      <a:pt x="675" y="62"/>
                      <a:pt x="675" y="62"/>
                    </a:cubicBezTo>
                    <a:cubicBezTo>
                      <a:pt x="670" y="60"/>
                      <a:pt x="670" y="60"/>
                      <a:pt x="670" y="60"/>
                    </a:cubicBezTo>
                    <a:cubicBezTo>
                      <a:pt x="669" y="59"/>
                      <a:pt x="669" y="59"/>
                      <a:pt x="669" y="59"/>
                    </a:cubicBezTo>
                    <a:cubicBezTo>
                      <a:pt x="665" y="57"/>
                      <a:pt x="665" y="57"/>
                      <a:pt x="665" y="57"/>
                    </a:cubicBezTo>
                    <a:cubicBezTo>
                      <a:pt x="664" y="57"/>
                      <a:pt x="664" y="57"/>
                      <a:pt x="664" y="57"/>
                    </a:cubicBezTo>
                    <a:cubicBezTo>
                      <a:pt x="659" y="55"/>
                      <a:pt x="659" y="55"/>
                      <a:pt x="659" y="55"/>
                    </a:cubicBezTo>
                    <a:cubicBezTo>
                      <a:pt x="658" y="55"/>
                      <a:pt x="658" y="55"/>
                      <a:pt x="658" y="55"/>
                    </a:cubicBezTo>
                    <a:cubicBezTo>
                      <a:pt x="654" y="53"/>
                      <a:pt x="654" y="53"/>
                      <a:pt x="654" y="53"/>
                    </a:cubicBezTo>
                    <a:cubicBezTo>
                      <a:pt x="653" y="52"/>
                      <a:pt x="653" y="52"/>
                      <a:pt x="653" y="52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38" y="47"/>
                      <a:pt x="628" y="43"/>
                      <a:pt x="619" y="40"/>
                    </a:cubicBezTo>
                    <a:cubicBezTo>
                      <a:pt x="618" y="40"/>
                      <a:pt x="618" y="40"/>
                      <a:pt x="618" y="40"/>
                    </a:cubicBezTo>
                    <a:cubicBezTo>
                      <a:pt x="613" y="38"/>
                      <a:pt x="613" y="38"/>
                      <a:pt x="613" y="38"/>
                    </a:cubicBezTo>
                    <a:cubicBezTo>
                      <a:pt x="612" y="38"/>
                      <a:pt x="612" y="38"/>
                      <a:pt x="612" y="38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2" y="34"/>
                      <a:pt x="602" y="34"/>
                      <a:pt x="602" y="34"/>
                    </a:cubicBezTo>
                    <a:cubicBezTo>
                      <a:pt x="601" y="34"/>
                      <a:pt x="601" y="34"/>
                      <a:pt x="601" y="34"/>
                    </a:cubicBezTo>
                    <a:cubicBezTo>
                      <a:pt x="596" y="32"/>
                      <a:pt x="596" y="32"/>
                      <a:pt x="596" y="32"/>
                    </a:cubicBezTo>
                    <a:cubicBezTo>
                      <a:pt x="595" y="32"/>
                      <a:pt x="595" y="32"/>
                      <a:pt x="595" y="32"/>
                    </a:cubicBezTo>
                    <a:cubicBezTo>
                      <a:pt x="587" y="29"/>
                      <a:pt x="580" y="27"/>
                      <a:pt x="572" y="25"/>
                    </a:cubicBezTo>
                    <a:cubicBezTo>
                      <a:pt x="571" y="25"/>
                      <a:pt x="571" y="25"/>
                      <a:pt x="571" y="25"/>
                    </a:cubicBezTo>
                    <a:cubicBezTo>
                      <a:pt x="566" y="23"/>
                      <a:pt x="566" y="23"/>
                      <a:pt x="566" y="23"/>
                    </a:cubicBezTo>
                    <a:cubicBezTo>
                      <a:pt x="565" y="23"/>
                      <a:pt x="565" y="23"/>
                      <a:pt x="565" y="23"/>
                    </a:cubicBezTo>
                    <a:cubicBezTo>
                      <a:pt x="560" y="22"/>
                      <a:pt x="560" y="22"/>
                      <a:pt x="560" y="22"/>
                    </a:cubicBezTo>
                    <a:cubicBezTo>
                      <a:pt x="559" y="21"/>
                      <a:pt x="559" y="21"/>
                      <a:pt x="559" y="21"/>
                    </a:cubicBezTo>
                    <a:cubicBezTo>
                      <a:pt x="555" y="20"/>
                      <a:pt x="555" y="20"/>
                      <a:pt x="555" y="20"/>
                    </a:cubicBezTo>
                    <a:cubicBezTo>
                      <a:pt x="553" y="20"/>
                      <a:pt x="553" y="20"/>
                      <a:pt x="553" y="20"/>
                    </a:cubicBezTo>
                    <a:cubicBezTo>
                      <a:pt x="549" y="18"/>
                      <a:pt x="549" y="18"/>
                      <a:pt x="549" y="18"/>
                    </a:cubicBezTo>
                    <a:cubicBezTo>
                      <a:pt x="548" y="18"/>
                      <a:pt x="548" y="18"/>
                      <a:pt x="548" y="18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0" y="14"/>
                      <a:pt x="524" y="12"/>
                      <a:pt x="518" y="11"/>
                    </a:cubicBezTo>
                    <a:cubicBezTo>
                      <a:pt x="517" y="11"/>
                      <a:pt x="517" y="11"/>
                      <a:pt x="517" y="11"/>
                    </a:cubicBezTo>
                    <a:cubicBezTo>
                      <a:pt x="512" y="10"/>
                      <a:pt x="512" y="10"/>
                      <a:pt x="512" y="10"/>
                    </a:cubicBezTo>
                    <a:cubicBezTo>
                      <a:pt x="511" y="9"/>
                      <a:pt x="511" y="9"/>
                      <a:pt x="511" y="9"/>
                    </a:cubicBezTo>
                    <a:cubicBezTo>
                      <a:pt x="506" y="8"/>
                      <a:pt x="506" y="8"/>
                      <a:pt x="506" y="8"/>
                    </a:cubicBezTo>
                    <a:cubicBezTo>
                      <a:pt x="505" y="8"/>
                      <a:pt x="505" y="8"/>
                      <a:pt x="505" y="8"/>
                    </a:cubicBezTo>
                    <a:cubicBezTo>
                      <a:pt x="501" y="7"/>
                      <a:pt x="501" y="7"/>
                      <a:pt x="501" y="7"/>
                    </a:cubicBezTo>
                    <a:cubicBezTo>
                      <a:pt x="499" y="7"/>
                      <a:pt x="499" y="7"/>
                      <a:pt x="499" y="7"/>
                    </a:cubicBezTo>
                    <a:cubicBezTo>
                      <a:pt x="495" y="6"/>
                      <a:pt x="495" y="6"/>
                      <a:pt x="495" y="6"/>
                    </a:cubicBezTo>
                    <a:cubicBezTo>
                      <a:pt x="493" y="6"/>
                      <a:pt x="493" y="6"/>
                      <a:pt x="493" y="6"/>
                    </a:cubicBezTo>
                    <a:cubicBezTo>
                      <a:pt x="489" y="5"/>
                      <a:pt x="489" y="5"/>
                      <a:pt x="489" y="5"/>
                    </a:cubicBezTo>
                    <a:cubicBezTo>
                      <a:pt x="487" y="4"/>
                      <a:pt x="487" y="4"/>
                      <a:pt x="487" y="4"/>
                    </a:cubicBezTo>
                    <a:cubicBezTo>
                      <a:pt x="482" y="4"/>
                      <a:pt x="482" y="4"/>
                      <a:pt x="482" y="4"/>
                    </a:cubicBezTo>
                    <a:cubicBezTo>
                      <a:pt x="481" y="3"/>
                      <a:pt x="481" y="3"/>
                      <a:pt x="481" y="3"/>
                    </a:cubicBezTo>
                    <a:cubicBezTo>
                      <a:pt x="475" y="2"/>
                      <a:pt x="475" y="2"/>
                      <a:pt x="475" y="2"/>
                    </a:cubicBezTo>
                    <a:cubicBezTo>
                      <a:pt x="474" y="2"/>
                      <a:pt x="474" y="2"/>
                      <a:pt x="474" y="2"/>
                    </a:cubicBezTo>
                    <a:cubicBezTo>
                      <a:pt x="462" y="1"/>
                      <a:pt x="450" y="1"/>
                      <a:pt x="438" y="1"/>
                    </a:cubicBezTo>
                    <a:cubicBezTo>
                      <a:pt x="432" y="0"/>
                      <a:pt x="426" y="0"/>
                      <a:pt x="420" y="0"/>
                    </a:cubicBezTo>
                    <a:cubicBezTo>
                      <a:pt x="283" y="0"/>
                      <a:pt x="155" y="38"/>
                      <a:pt x="71" y="118"/>
                    </a:cubicBezTo>
                  </a:path>
                </a:pathLst>
              </a:cu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inhoud 10"/>
          <p:cNvSpPr>
            <a:spLocks noGrp="1" noSelect="1"/>
          </p:cNvSpPr>
          <p:nvPr>
            <p:ph sz="quarter" idx="14" hasCustomPrompt="1"/>
          </p:nvPr>
        </p:nvSpPr>
        <p:spPr bwMode="gray">
          <a:xfrm>
            <a:off x="445533" y="1497600"/>
            <a:ext cx="6336000" cy="4032000"/>
          </a:xfrm>
        </p:spPr>
        <p:txBody>
          <a:bodyPr/>
          <a:lstStyle>
            <a:lvl4pPr>
              <a:spcAft>
                <a:spcPts val="2400"/>
              </a:spcAft>
              <a:defRPr/>
            </a:lvl4pPr>
          </a:lstStyle>
          <a:p>
            <a:pPr lvl="0"/>
            <a:r>
              <a:rPr lang="en-GB" noProof="1"/>
              <a:t>Klik om de modelstijlen te bewerken</a:t>
            </a:r>
          </a:p>
          <a:p>
            <a:pPr lvl="1"/>
            <a:r>
              <a:rPr lang="en-GB" noProof="1"/>
              <a:t>Tweede niveau</a:t>
            </a:r>
          </a:p>
          <a:p>
            <a:pPr lvl="2"/>
            <a:r>
              <a:rPr lang="en-GB" noProof="1"/>
              <a:t>Derde niveau</a:t>
            </a:r>
          </a:p>
          <a:p>
            <a:pPr lvl="3"/>
            <a:r>
              <a:rPr lang="en-GB" noProof="1"/>
              <a:t>Vierde niveau</a:t>
            </a:r>
          </a:p>
          <a:p>
            <a:pPr lvl="4"/>
            <a:r>
              <a:rPr lang="en-GB" noProof="1"/>
              <a:t>Vijfde niveau</a:t>
            </a:r>
          </a:p>
        </p:txBody>
      </p:sp>
      <p:sp>
        <p:nvSpPr>
          <p:cNvPr id="4" name="Tijdelijke aanduiding voor dianummer 3"/>
          <p:cNvSpPr>
            <a:spLocks noGrp="1" noSelect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1336C48C-F87C-4E4B-81EF-5027B17D1F61}" type="slidenum">
              <a:rPr lang="en-GB" noProof="1" smtClean="0"/>
              <a:pPr/>
              <a:t>‹Nº›</a:t>
            </a:fld>
            <a:endParaRPr lang="en-GB" noProof="1"/>
          </a:p>
        </p:txBody>
      </p:sp>
      <p:sp>
        <p:nvSpPr>
          <p:cNvPr id="5" name="Tijdelijke aanduiding voor afbeelding 4"/>
          <p:cNvSpPr>
            <a:spLocks noGrp="1" noSelect="1"/>
          </p:cNvSpPr>
          <p:nvPr>
            <p:ph type="pic" sz="quarter" idx="17" hasCustomPrompt="1"/>
          </p:nvPr>
        </p:nvSpPr>
        <p:spPr bwMode="gray">
          <a:xfrm>
            <a:off x="7757764" y="1590570"/>
            <a:ext cx="4032000" cy="4032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 Picture</a:t>
            </a:r>
          </a:p>
        </p:txBody>
      </p:sp>
      <p:sp>
        <p:nvSpPr>
          <p:cNvPr id="6" name="Titel 5"/>
          <p:cNvSpPr>
            <a:spLocks noGrp="1" noSelect="1"/>
          </p:cNvSpPr>
          <p:nvPr>
            <p:ph type="title" hasCustomPrompt="1"/>
          </p:nvPr>
        </p:nvSpPr>
        <p:spPr bwMode="gray">
          <a:xfrm>
            <a:off x="445534" y="246063"/>
            <a:ext cx="113040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525777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Select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noProof="1"/>
              <a:t>Title</a:t>
            </a:r>
          </a:p>
        </p:txBody>
      </p:sp>
      <p:sp>
        <p:nvSpPr>
          <p:cNvPr id="7" name="Tijdelijke aanduiding voor dianummer 6"/>
          <p:cNvSpPr>
            <a:spLocks noGrp="1" noSelect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1336C48C-F87C-4E4B-81EF-5027B17D1F61}" type="slidenum">
              <a:rPr lang="en-GB" noProof="1" smtClean="0"/>
              <a:pPr/>
              <a:t>‹Nº›</a:t>
            </a:fld>
            <a:endParaRPr lang="en-GB" noProof="1"/>
          </a:p>
        </p:txBody>
      </p:sp>
      <p:sp>
        <p:nvSpPr>
          <p:cNvPr id="5" name="Tijdelijke aanduiding voor afbeelding 4"/>
          <p:cNvSpPr>
            <a:spLocks noGrp="1" noSelect="1"/>
          </p:cNvSpPr>
          <p:nvPr>
            <p:ph type="pic" sz="quarter" idx="17" hasCustomPrompt="1"/>
          </p:nvPr>
        </p:nvSpPr>
        <p:spPr bwMode="gray">
          <a:xfrm>
            <a:off x="367200" y="1591200"/>
            <a:ext cx="11444400" cy="40392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608419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3"/>
          <p:cNvSpPr>
            <a:spLocks noGrp="1" noSelect="1"/>
          </p:cNvSpPr>
          <p:nvPr>
            <p:ph type="pic" sz="quarter" idx="10" hasCustomPrompt="1"/>
          </p:nvPr>
        </p:nvSpPr>
        <p:spPr bwMode="gray">
          <a:xfrm>
            <a:off x="0" y="0"/>
            <a:ext cx="12190413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2" name="Titel 1"/>
          <p:cNvSpPr>
            <a:spLocks noGrp="1" noSelect="1"/>
          </p:cNvSpPr>
          <p:nvPr>
            <p:ph type="title" hasCustomPrompt="1"/>
          </p:nvPr>
        </p:nvSpPr>
        <p:spPr bwMode="gray">
          <a:xfrm>
            <a:off x="1017468" y="763200"/>
            <a:ext cx="10193873" cy="608400"/>
          </a:xfrm>
          <a:prstGeom prst="roundRect">
            <a:avLst>
              <a:gd name="adj" fmla="val 7649"/>
            </a:avLst>
          </a:prstGeom>
          <a:solidFill>
            <a:schemeClr val="bg1"/>
          </a:solidFill>
        </p:spPr>
        <p:txBody>
          <a:bodyPr lIns="108000" rIns="108000"/>
          <a:lstStyle>
            <a:lvl1pPr>
              <a:defRPr/>
            </a:lvl1pPr>
          </a:lstStyle>
          <a:p>
            <a:r>
              <a:rPr lang="en-GB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45881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dianummer 6"/>
          <p:cNvSpPr>
            <a:spLocks noGrp="1" noSelect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1336C48C-F87C-4E4B-81EF-5027B17D1F61}" type="slidenum">
              <a:rPr lang="en-GB" noProof="1" smtClean="0"/>
              <a:pPr/>
              <a:t>‹Nº›</a:t>
            </a:fld>
            <a:endParaRPr lang="en-GB" noProof="1"/>
          </a:p>
        </p:txBody>
      </p:sp>
      <p:sp>
        <p:nvSpPr>
          <p:cNvPr id="4" name="Tijdelijke aanduiding voor grafiek 3"/>
          <p:cNvSpPr>
            <a:spLocks noGrp="1" noSelect="1"/>
          </p:cNvSpPr>
          <p:nvPr>
            <p:ph type="chart" sz="quarter" idx="12" hasCustomPrompt="1"/>
          </p:nvPr>
        </p:nvSpPr>
        <p:spPr bwMode="gray">
          <a:xfrm>
            <a:off x="445534" y="1497600"/>
            <a:ext cx="11304000" cy="4032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Chart</a:t>
            </a:r>
          </a:p>
        </p:txBody>
      </p:sp>
      <p:sp>
        <p:nvSpPr>
          <p:cNvPr id="3" name="Titel 2"/>
          <p:cNvSpPr>
            <a:spLocks noGrp="1" noSelect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</a:t>
            </a:r>
          </a:p>
        </p:txBody>
      </p:sp>
      <p:grpSp>
        <p:nvGrpSpPr>
          <p:cNvPr id="21" name="Group 4"/>
          <p:cNvGrpSpPr>
            <a:grpSpLocks noSelect="1" noChangeAspect="1"/>
          </p:cNvGrpSpPr>
          <p:nvPr userDrawn="1"/>
        </p:nvGrpSpPr>
        <p:grpSpPr bwMode="gray">
          <a:xfrm>
            <a:off x="380952" y="5843380"/>
            <a:ext cx="11424279" cy="12703"/>
            <a:chOff x="180" y="2760"/>
            <a:chExt cx="5398" cy="6"/>
          </a:xfrm>
        </p:grpSpPr>
        <p:sp>
          <p:nvSpPr>
            <p:cNvPr id="22" name="Freeform 6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3" name="Rectangle 9"/>
            <p:cNvSpPr>
              <a:spLocks noSelect="1" noChangeArrowheads="1"/>
            </p:cNvSpPr>
            <p:nvPr/>
          </p:nvSpPr>
          <p:spPr bwMode="gray">
            <a:xfrm>
              <a:off x="180" y="2760"/>
              <a:ext cx="5398" cy="6"/>
            </a:xfrm>
            <a:prstGeom prst="rect">
              <a:avLst/>
            </a:prstGeom>
            <a:solidFill>
              <a:srgbClr val="EA650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4" name="Freeform 10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grpSp>
        <p:nvGrpSpPr>
          <p:cNvPr id="25" name="Group 4"/>
          <p:cNvGrpSpPr>
            <a:grpSpLocks noSelect="1" noChangeAspect="1"/>
          </p:cNvGrpSpPr>
          <p:nvPr userDrawn="1"/>
        </p:nvGrpSpPr>
        <p:grpSpPr bwMode="gray">
          <a:xfrm>
            <a:off x="985838" y="6148406"/>
            <a:ext cx="1103313" cy="336551"/>
            <a:chOff x="621" y="3873"/>
            <a:chExt cx="695" cy="212"/>
          </a:xfrm>
        </p:grpSpPr>
        <p:sp>
          <p:nvSpPr>
            <p:cNvPr id="26" name="Freeform 5"/>
            <p:cNvSpPr>
              <a:spLocks noSelect="1"/>
            </p:cNvSpPr>
            <p:nvPr userDrawn="1"/>
          </p:nvSpPr>
          <p:spPr bwMode="gray">
            <a:xfrm>
              <a:off x="621" y="3873"/>
              <a:ext cx="515" cy="93"/>
            </a:xfrm>
            <a:custGeom>
              <a:avLst/>
              <a:gdLst/>
              <a:ahLst/>
              <a:cxnLst>
                <a:cxn ang="0">
                  <a:pos x="1955" y="422"/>
                </a:cxn>
                <a:cxn ang="0">
                  <a:pos x="1849" y="422"/>
                </a:cxn>
                <a:cxn ang="0">
                  <a:pos x="1738" y="576"/>
                </a:cxn>
                <a:cxn ang="0">
                  <a:pos x="103" y="639"/>
                </a:cxn>
                <a:cxn ang="0">
                  <a:pos x="287" y="374"/>
                </a:cxn>
                <a:cxn ang="0">
                  <a:pos x="377" y="653"/>
                </a:cxn>
                <a:cxn ang="0">
                  <a:pos x="234" y="182"/>
                </a:cxn>
                <a:cxn ang="0">
                  <a:pos x="79" y="193"/>
                </a:cxn>
                <a:cxn ang="0">
                  <a:pos x="0" y="639"/>
                </a:cxn>
                <a:cxn ang="0">
                  <a:pos x="2133" y="653"/>
                </a:cxn>
                <a:cxn ang="0">
                  <a:pos x="2249" y="276"/>
                </a:cxn>
                <a:cxn ang="0">
                  <a:pos x="2344" y="653"/>
                </a:cxn>
                <a:cxn ang="0">
                  <a:pos x="2434" y="359"/>
                </a:cxn>
                <a:cxn ang="0">
                  <a:pos x="2136" y="206"/>
                </a:cxn>
                <a:cxn ang="0">
                  <a:pos x="2044" y="206"/>
                </a:cxn>
                <a:cxn ang="0">
                  <a:pos x="2133" y="653"/>
                </a:cxn>
                <a:cxn ang="0">
                  <a:pos x="786" y="427"/>
                </a:cxn>
                <a:cxn ang="0">
                  <a:pos x="688" y="269"/>
                </a:cxn>
                <a:cxn ang="0">
                  <a:pos x="668" y="664"/>
                </a:cxn>
                <a:cxn ang="0">
                  <a:pos x="812" y="652"/>
                </a:cxn>
                <a:cxn ang="0">
                  <a:pos x="889" y="206"/>
                </a:cxn>
                <a:cxn ang="0">
                  <a:pos x="803" y="206"/>
                </a:cxn>
                <a:cxn ang="0">
                  <a:pos x="2733" y="269"/>
                </a:cxn>
                <a:cxn ang="0">
                  <a:pos x="2734" y="576"/>
                </a:cxn>
                <a:cxn ang="0">
                  <a:pos x="2713" y="182"/>
                </a:cxn>
                <a:cxn ang="0">
                  <a:pos x="2836" y="593"/>
                </a:cxn>
                <a:cxn ang="0">
                  <a:pos x="2921" y="652"/>
                </a:cxn>
                <a:cxn ang="0">
                  <a:pos x="2921" y="193"/>
                </a:cxn>
                <a:cxn ang="0">
                  <a:pos x="2842" y="247"/>
                </a:cxn>
                <a:cxn ang="0">
                  <a:pos x="1324" y="214"/>
                </a:cxn>
                <a:cxn ang="0">
                  <a:pos x="1414" y="653"/>
                </a:cxn>
                <a:cxn ang="0">
                  <a:pos x="1414" y="193"/>
                </a:cxn>
                <a:cxn ang="0">
                  <a:pos x="3045" y="22"/>
                </a:cxn>
                <a:cxn ang="0">
                  <a:pos x="3135" y="653"/>
                </a:cxn>
                <a:cxn ang="0">
                  <a:pos x="3135" y="2"/>
                </a:cxn>
                <a:cxn ang="0">
                  <a:pos x="1375" y="12"/>
                </a:cxn>
                <a:cxn ang="0">
                  <a:pos x="1436" y="73"/>
                </a:cxn>
                <a:cxn ang="0">
                  <a:pos x="1154" y="578"/>
                </a:cxn>
                <a:cxn ang="0">
                  <a:pos x="1207" y="276"/>
                </a:cxn>
                <a:cxn ang="0">
                  <a:pos x="1207" y="193"/>
                </a:cxn>
                <a:cxn ang="0">
                  <a:pos x="1097" y="57"/>
                </a:cxn>
                <a:cxn ang="0">
                  <a:pos x="1007" y="535"/>
                </a:cxn>
                <a:cxn ang="0">
                  <a:pos x="1227" y="635"/>
                </a:cxn>
                <a:cxn ang="0">
                  <a:pos x="3450" y="267"/>
                </a:cxn>
                <a:cxn ang="0">
                  <a:pos x="3458" y="664"/>
                </a:cxn>
                <a:cxn ang="0">
                  <a:pos x="3603" y="555"/>
                </a:cxn>
                <a:cxn ang="0">
                  <a:pos x="3346" y="460"/>
                </a:cxn>
                <a:cxn ang="0">
                  <a:pos x="3657" y="420"/>
                </a:cxn>
                <a:cxn ang="0">
                  <a:pos x="3458" y="664"/>
                </a:cxn>
              </a:cxnLst>
              <a:rect l="0" t="0" r="r" b="b"/>
              <a:pathLst>
                <a:path w="3657" h="664">
                  <a:moveTo>
                    <a:pt x="1517" y="422"/>
                  </a:moveTo>
                  <a:cubicBezTo>
                    <a:pt x="1517" y="287"/>
                    <a:pt x="1600" y="182"/>
                    <a:pt x="1736" y="182"/>
                  </a:cubicBezTo>
                  <a:cubicBezTo>
                    <a:pt x="1874" y="182"/>
                    <a:pt x="1955" y="286"/>
                    <a:pt x="1955" y="422"/>
                  </a:cubicBezTo>
                  <a:cubicBezTo>
                    <a:pt x="1955" y="564"/>
                    <a:pt x="1867" y="664"/>
                    <a:pt x="1735" y="664"/>
                  </a:cubicBezTo>
                  <a:cubicBezTo>
                    <a:pt x="1603" y="664"/>
                    <a:pt x="1517" y="564"/>
                    <a:pt x="1517" y="422"/>
                  </a:cubicBezTo>
                  <a:moveTo>
                    <a:pt x="1849" y="422"/>
                  </a:moveTo>
                  <a:cubicBezTo>
                    <a:pt x="1849" y="331"/>
                    <a:pt x="1804" y="270"/>
                    <a:pt x="1736" y="269"/>
                  </a:cubicBezTo>
                  <a:cubicBezTo>
                    <a:pt x="1666" y="270"/>
                    <a:pt x="1624" y="333"/>
                    <a:pt x="1624" y="422"/>
                  </a:cubicBezTo>
                  <a:cubicBezTo>
                    <a:pt x="1624" y="503"/>
                    <a:pt x="1661" y="576"/>
                    <a:pt x="1738" y="576"/>
                  </a:cubicBezTo>
                  <a:cubicBezTo>
                    <a:pt x="1806" y="576"/>
                    <a:pt x="1849" y="513"/>
                    <a:pt x="1849" y="422"/>
                  </a:cubicBezTo>
                  <a:moveTo>
                    <a:pt x="90" y="653"/>
                  </a:moveTo>
                  <a:cubicBezTo>
                    <a:pt x="97" y="653"/>
                    <a:pt x="103" y="647"/>
                    <a:pt x="103" y="639"/>
                  </a:cubicBezTo>
                  <a:cubicBezTo>
                    <a:pt x="103" y="410"/>
                    <a:pt x="103" y="410"/>
                    <a:pt x="103" y="410"/>
                  </a:cubicBezTo>
                  <a:cubicBezTo>
                    <a:pt x="103" y="322"/>
                    <a:pt x="152" y="276"/>
                    <a:pt x="206" y="276"/>
                  </a:cubicBezTo>
                  <a:cubicBezTo>
                    <a:pt x="247" y="276"/>
                    <a:pt x="287" y="299"/>
                    <a:pt x="287" y="374"/>
                  </a:cubicBezTo>
                  <a:cubicBezTo>
                    <a:pt x="287" y="639"/>
                    <a:pt x="287" y="639"/>
                    <a:pt x="287" y="639"/>
                  </a:cubicBezTo>
                  <a:cubicBezTo>
                    <a:pt x="287" y="647"/>
                    <a:pt x="293" y="653"/>
                    <a:pt x="300" y="653"/>
                  </a:cubicBezTo>
                  <a:cubicBezTo>
                    <a:pt x="377" y="653"/>
                    <a:pt x="377" y="653"/>
                    <a:pt x="377" y="653"/>
                  </a:cubicBezTo>
                  <a:cubicBezTo>
                    <a:pt x="384" y="653"/>
                    <a:pt x="390" y="647"/>
                    <a:pt x="390" y="639"/>
                  </a:cubicBezTo>
                  <a:cubicBezTo>
                    <a:pt x="390" y="359"/>
                    <a:pt x="390" y="359"/>
                    <a:pt x="390" y="359"/>
                  </a:cubicBezTo>
                  <a:cubicBezTo>
                    <a:pt x="390" y="234"/>
                    <a:pt x="321" y="182"/>
                    <a:pt x="234" y="182"/>
                  </a:cubicBezTo>
                  <a:cubicBezTo>
                    <a:pt x="178" y="182"/>
                    <a:pt x="127" y="215"/>
                    <a:pt x="96" y="252"/>
                  </a:cubicBezTo>
                  <a:cubicBezTo>
                    <a:pt x="92" y="206"/>
                    <a:pt x="92" y="206"/>
                    <a:pt x="92" y="206"/>
                  </a:cubicBezTo>
                  <a:cubicBezTo>
                    <a:pt x="91" y="199"/>
                    <a:pt x="85" y="193"/>
                    <a:pt x="79" y="193"/>
                  </a:cubicBezTo>
                  <a:cubicBezTo>
                    <a:pt x="13" y="193"/>
                    <a:pt x="13" y="193"/>
                    <a:pt x="13" y="193"/>
                  </a:cubicBezTo>
                  <a:cubicBezTo>
                    <a:pt x="6" y="193"/>
                    <a:pt x="0" y="199"/>
                    <a:pt x="0" y="206"/>
                  </a:cubicBezTo>
                  <a:cubicBezTo>
                    <a:pt x="0" y="639"/>
                    <a:pt x="0" y="639"/>
                    <a:pt x="0" y="639"/>
                  </a:cubicBezTo>
                  <a:cubicBezTo>
                    <a:pt x="0" y="647"/>
                    <a:pt x="6" y="653"/>
                    <a:pt x="13" y="653"/>
                  </a:cubicBezTo>
                  <a:lnTo>
                    <a:pt x="90" y="653"/>
                  </a:lnTo>
                  <a:close/>
                  <a:moveTo>
                    <a:pt x="2133" y="653"/>
                  </a:moveTo>
                  <a:cubicBezTo>
                    <a:pt x="2141" y="653"/>
                    <a:pt x="2147" y="647"/>
                    <a:pt x="2147" y="639"/>
                  </a:cubicBezTo>
                  <a:cubicBezTo>
                    <a:pt x="2147" y="410"/>
                    <a:pt x="2147" y="410"/>
                    <a:pt x="2147" y="410"/>
                  </a:cubicBezTo>
                  <a:cubicBezTo>
                    <a:pt x="2147" y="322"/>
                    <a:pt x="2196" y="276"/>
                    <a:pt x="2249" y="276"/>
                  </a:cubicBezTo>
                  <a:cubicBezTo>
                    <a:pt x="2291" y="276"/>
                    <a:pt x="2331" y="299"/>
                    <a:pt x="2331" y="374"/>
                  </a:cubicBezTo>
                  <a:cubicBezTo>
                    <a:pt x="2331" y="639"/>
                    <a:pt x="2331" y="639"/>
                    <a:pt x="2331" y="639"/>
                  </a:cubicBezTo>
                  <a:cubicBezTo>
                    <a:pt x="2331" y="647"/>
                    <a:pt x="2337" y="653"/>
                    <a:pt x="2344" y="653"/>
                  </a:cubicBezTo>
                  <a:cubicBezTo>
                    <a:pt x="2420" y="653"/>
                    <a:pt x="2420" y="653"/>
                    <a:pt x="2420" y="653"/>
                  </a:cubicBezTo>
                  <a:cubicBezTo>
                    <a:pt x="2428" y="653"/>
                    <a:pt x="2434" y="647"/>
                    <a:pt x="2434" y="639"/>
                  </a:cubicBezTo>
                  <a:cubicBezTo>
                    <a:pt x="2434" y="359"/>
                    <a:pt x="2434" y="359"/>
                    <a:pt x="2434" y="359"/>
                  </a:cubicBezTo>
                  <a:cubicBezTo>
                    <a:pt x="2434" y="234"/>
                    <a:pt x="2365" y="182"/>
                    <a:pt x="2278" y="182"/>
                  </a:cubicBezTo>
                  <a:cubicBezTo>
                    <a:pt x="2222" y="182"/>
                    <a:pt x="2170" y="215"/>
                    <a:pt x="2140" y="252"/>
                  </a:cubicBezTo>
                  <a:cubicBezTo>
                    <a:pt x="2136" y="206"/>
                    <a:pt x="2136" y="206"/>
                    <a:pt x="2136" y="206"/>
                  </a:cubicBezTo>
                  <a:cubicBezTo>
                    <a:pt x="2135" y="199"/>
                    <a:pt x="2129" y="193"/>
                    <a:pt x="2123" y="193"/>
                  </a:cubicBezTo>
                  <a:cubicBezTo>
                    <a:pt x="2057" y="193"/>
                    <a:pt x="2057" y="193"/>
                    <a:pt x="2057" y="193"/>
                  </a:cubicBezTo>
                  <a:cubicBezTo>
                    <a:pt x="2050" y="193"/>
                    <a:pt x="2044" y="199"/>
                    <a:pt x="2044" y="206"/>
                  </a:cubicBezTo>
                  <a:cubicBezTo>
                    <a:pt x="2044" y="639"/>
                    <a:pt x="2044" y="639"/>
                    <a:pt x="2044" y="639"/>
                  </a:cubicBezTo>
                  <a:cubicBezTo>
                    <a:pt x="2044" y="647"/>
                    <a:pt x="2050" y="653"/>
                    <a:pt x="2057" y="653"/>
                  </a:cubicBezTo>
                  <a:lnTo>
                    <a:pt x="2133" y="653"/>
                  </a:lnTo>
                  <a:close/>
                  <a:moveTo>
                    <a:pt x="688" y="269"/>
                  </a:moveTo>
                  <a:cubicBezTo>
                    <a:pt x="736" y="269"/>
                    <a:pt x="786" y="304"/>
                    <a:pt x="786" y="406"/>
                  </a:cubicBezTo>
                  <a:cubicBezTo>
                    <a:pt x="786" y="427"/>
                    <a:pt x="786" y="427"/>
                    <a:pt x="786" y="427"/>
                  </a:cubicBezTo>
                  <a:cubicBezTo>
                    <a:pt x="786" y="547"/>
                    <a:pt x="729" y="576"/>
                    <a:pt x="690" y="576"/>
                  </a:cubicBezTo>
                  <a:cubicBezTo>
                    <a:pt x="621" y="576"/>
                    <a:pt x="582" y="502"/>
                    <a:pt x="582" y="421"/>
                  </a:cubicBezTo>
                  <a:cubicBezTo>
                    <a:pt x="582" y="329"/>
                    <a:pt x="626" y="269"/>
                    <a:pt x="688" y="269"/>
                  </a:cubicBezTo>
                  <a:moveTo>
                    <a:pt x="669" y="182"/>
                  </a:moveTo>
                  <a:cubicBezTo>
                    <a:pt x="570" y="182"/>
                    <a:pt x="476" y="261"/>
                    <a:pt x="476" y="422"/>
                  </a:cubicBezTo>
                  <a:cubicBezTo>
                    <a:pt x="476" y="554"/>
                    <a:pt x="547" y="664"/>
                    <a:pt x="668" y="664"/>
                  </a:cubicBezTo>
                  <a:cubicBezTo>
                    <a:pt x="722" y="664"/>
                    <a:pt x="768" y="631"/>
                    <a:pt x="791" y="593"/>
                  </a:cubicBezTo>
                  <a:cubicBezTo>
                    <a:pt x="798" y="639"/>
                    <a:pt x="798" y="639"/>
                    <a:pt x="798" y="639"/>
                  </a:cubicBezTo>
                  <a:cubicBezTo>
                    <a:pt x="799" y="646"/>
                    <a:pt x="805" y="652"/>
                    <a:pt x="812" y="652"/>
                  </a:cubicBezTo>
                  <a:cubicBezTo>
                    <a:pt x="876" y="652"/>
                    <a:pt x="876" y="652"/>
                    <a:pt x="876" y="652"/>
                  </a:cubicBezTo>
                  <a:cubicBezTo>
                    <a:pt x="883" y="652"/>
                    <a:pt x="889" y="647"/>
                    <a:pt x="889" y="639"/>
                  </a:cubicBezTo>
                  <a:cubicBezTo>
                    <a:pt x="889" y="206"/>
                    <a:pt x="889" y="206"/>
                    <a:pt x="889" y="206"/>
                  </a:cubicBezTo>
                  <a:cubicBezTo>
                    <a:pt x="889" y="199"/>
                    <a:pt x="883" y="193"/>
                    <a:pt x="876" y="193"/>
                  </a:cubicBezTo>
                  <a:cubicBezTo>
                    <a:pt x="817" y="193"/>
                    <a:pt x="817" y="193"/>
                    <a:pt x="817" y="193"/>
                  </a:cubicBezTo>
                  <a:cubicBezTo>
                    <a:pt x="810" y="193"/>
                    <a:pt x="804" y="199"/>
                    <a:pt x="803" y="206"/>
                  </a:cubicBezTo>
                  <a:cubicBezTo>
                    <a:pt x="798" y="247"/>
                    <a:pt x="798" y="247"/>
                    <a:pt x="798" y="247"/>
                  </a:cubicBezTo>
                  <a:cubicBezTo>
                    <a:pt x="768" y="210"/>
                    <a:pt x="727" y="182"/>
                    <a:pt x="669" y="182"/>
                  </a:cubicBezTo>
                  <a:moveTo>
                    <a:pt x="2733" y="269"/>
                  </a:moveTo>
                  <a:cubicBezTo>
                    <a:pt x="2780" y="269"/>
                    <a:pt x="2830" y="304"/>
                    <a:pt x="2830" y="406"/>
                  </a:cubicBezTo>
                  <a:cubicBezTo>
                    <a:pt x="2830" y="427"/>
                    <a:pt x="2830" y="427"/>
                    <a:pt x="2830" y="427"/>
                  </a:cubicBezTo>
                  <a:cubicBezTo>
                    <a:pt x="2830" y="547"/>
                    <a:pt x="2773" y="576"/>
                    <a:pt x="2734" y="576"/>
                  </a:cubicBezTo>
                  <a:cubicBezTo>
                    <a:pt x="2665" y="576"/>
                    <a:pt x="2627" y="502"/>
                    <a:pt x="2627" y="421"/>
                  </a:cubicBezTo>
                  <a:cubicBezTo>
                    <a:pt x="2627" y="329"/>
                    <a:pt x="2670" y="269"/>
                    <a:pt x="2733" y="269"/>
                  </a:cubicBezTo>
                  <a:moveTo>
                    <a:pt x="2713" y="182"/>
                  </a:moveTo>
                  <a:cubicBezTo>
                    <a:pt x="2614" y="182"/>
                    <a:pt x="2520" y="261"/>
                    <a:pt x="2520" y="422"/>
                  </a:cubicBezTo>
                  <a:cubicBezTo>
                    <a:pt x="2520" y="554"/>
                    <a:pt x="2591" y="664"/>
                    <a:pt x="2713" y="664"/>
                  </a:cubicBezTo>
                  <a:cubicBezTo>
                    <a:pt x="2766" y="664"/>
                    <a:pt x="2813" y="631"/>
                    <a:pt x="2836" y="593"/>
                  </a:cubicBezTo>
                  <a:cubicBezTo>
                    <a:pt x="2843" y="639"/>
                    <a:pt x="2843" y="639"/>
                    <a:pt x="2843" y="639"/>
                  </a:cubicBezTo>
                  <a:cubicBezTo>
                    <a:pt x="2844" y="646"/>
                    <a:pt x="2850" y="652"/>
                    <a:pt x="2856" y="652"/>
                  </a:cubicBezTo>
                  <a:cubicBezTo>
                    <a:pt x="2921" y="652"/>
                    <a:pt x="2921" y="652"/>
                    <a:pt x="2921" y="652"/>
                  </a:cubicBezTo>
                  <a:cubicBezTo>
                    <a:pt x="2928" y="652"/>
                    <a:pt x="2934" y="647"/>
                    <a:pt x="2934" y="639"/>
                  </a:cubicBezTo>
                  <a:cubicBezTo>
                    <a:pt x="2934" y="206"/>
                    <a:pt x="2934" y="206"/>
                    <a:pt x="2934" y="206"/>
                  </a:cubicBezTo>
                  <a:cubicBezTo>
                    <a:pt x="2934" y="199"/>
                    <a:pt x="2928" y="193"/>
                    <a:pt x="2921" y="193"/>
                  </a:cubicBezTo>
                  <a:cubicBezTo>
                    <a:pt x="2861" y="193"/>
                    <a:pt x="2861" y="193"/>
                    <a:pt x="2861" y="193"/>
                  </a:cubicBezTo>
                  <a:cubicBezTo>
                    <a:pt x="2855" y="193"/>
                    <a:pt x="2849" y="199"/>
                    <a:pt x="2848" y="206"/>
                  </a:cubicBezTo>
                  <a:cubicBezTo>
                    <a:pt x="2842" y="247"/>
                    <a:pt x="2842" y="247"/>
                    <a:pt x="2842" y="247"/>
                  </a:cubicBezTo>
                  <a:cubicBezTo>
                    <a:pt x="2813" y="210"/>
                    <a:pt x="2771" y="182"/>
                    <a:pt x="2713" y="182"/>
                  </a:cubicBezTo>
                  <a:moveTo>
                    <a:pt x="1337" y="200"/>
                  </a:moveTo>
                  <a:cubicBezTo>
                    <a:pt x="1330" y="201"/>
                    <a:pt x="1324" y="206"/>
                    <a:pt x="1324" y="214"/>
                  </a:cubicBezTo>
                  <a:cubicBezTo>
                    <a:pt x="1324" y="639"/>
                    <a:pt x="1324" y="639"/>
                    <a:pt x="1324" y="639"/>
                  </a:cubicBezTo>
                  <a:cubicBezTo>
                    <a:pt x="1324" y="647"/>
                    <a:pt x="1330" y="653"/>
                    <a:pt x="1337" y="653"/>
                  </a:cubicBezTo>
                  <a:cubicBezTo>
                    <a:pt x="1414" y="653"/>
                    <a:pt x="1414" y="653"/>
                    <a:pt x="1414" y="653"/>
                  </a:cubicBezTo>
                  <a:cubicBezTo>
                    <a:pt x="1421" y="653"/>
                    <a:pt x="1427" y="647"/>
                    <a:pt x="1427" y="639"/>
                  </a:cubicBezTo>
                  <a:cubicBezTo>
                    <a:pt x="1427" y="206"/>
                    <a:pt x="1427" y="206"/>
                    <a:pt x="1427" y="206"/>
                  </a:cubicBezTo>
                  <a:cubicBezTo>
                    <a:pt x="1427" y="199"/>
                    <a:pt x="1421" y="192"/>
                    <a:pt x="1414" y="193"/>
                  </a:cubicBezTo>
                  <a:lnTo>
                    <a:pt x="1337" y="200"/>
                  </a:lnTo>
                  <a:close/>
                  <a:moveTo>
                    <a:pt x="3058" y="9"/>
                  </a:moveTo>
                  <a:cubicBezTo>
                    <a:pt x="3051" y="10"/>
                    <a:pt x="3045" y="15"/>
                    <a:pt x="3045" y="22"/>
                  </a:cubicBezTo>
                  <a:cubicBezTo>
                    <a:pt x="3045" y="639"/>
                    <a:pt x="3045" y="639"/>
                    <a:pt x="3045" y="639"/>
                  </a:cubicBezTo>
                  <a:cubicBezTo>
                    <a:pt x="3045" y="647"/>
                    <a:pt x="3051" y="653"/>
                    <a:pt x="3058" y="653"/>
                  </a:cubicBezTo>
                  <a:cubicBezTo>
                    <a:pt x="3135" y="653"/>
                    <a:pt x="3135" y="653"/>
                    <a:pt x="3135" y="653"/>
                  </a:cubicBezTo>
                  <a:cubicBezTo>
                    <a:pt x="3142" y="653"/>
                    <a:pt x="3148" y="647"/>
                    <a:pt x="3148" y="639"/>
                  </a:cubicBezTo>
                  <a:cubicBezTo>
                    <a:pt x="3148" y="15"/>
                    <a:pt x="3148" y="15"/>
                    <a:pt x="3148" y="15"/>
                  </a:cubicBezTo>
                  <a:cubicBezTo>
                    <a:pt x="3148" y="7"/>
                    <a:pt x="3142" y="0"/>
                    <a:pt x="3135" y="2"/>
                  </a:cubicBezTo>
                  <a:lnTo>
                    <a:pt x="3058" y="9"/>
                  </a:lnTo>
                  <a:close/>
                  <a:moveTo>
                    <a:pt x="1436" y="73"/>
                  </a:moveTo>
                  <a:cubicBezTo>
                    <a:pt x="1436" y="39"/>
                    <a:pt x="1409" y="12"/>
                    <a:pt x="1375" y="12"/>
                  </a:cubicBezTo>
                  <a:cubicBezTo>
                    <a:pt x="1342" y="12"/>
                    <a:pt x="1315" y="39"/>
                    <a:pt x="1315" y="73"/>
                  </a:cubicBezTo>
                  <a:cubicBezTo>
                    <a:pt x="1315" y="106"/>
                    <a:pt x="1342" y="133"/>
                    <a:pt x="1375" y="133"/>
                  </a:cubicBezTo>
                  <a:cubicBezTo>
                    <a:pt x="1409" y="133"/>
                    <a:pt x="1436" y="106"/>
                    <a:pt x="1436" y="73"/>
                  </a:cubicBezTo>
                  <a:moveTo>
                    <a:pt x="1219" y="578"/>
                  </a:moveTo>
                  <a:cubicBezTo>
                    <a:pt x="1217" y="568"/>
                    <a:pt x="1211" y="565"/>
                    <a:pt x="1199" y="570"/>
                  </a:cubicBezTo>
                  <a:cubicBezTo>
                    <a:pt x="1192" y="572"/>
                    <a:pt x="1169" y="578"/>
                    <a:pt x="1154" y="578"/>
                  </a:cubicBezTo>
                  <a:cubicBezTo>
                    <a:pt x="1124" y="578"/>
                    <a:pt x="1111" y="567"/>
                    <a:pt x="1110" y="524"/>
                  </a:cubicBezTo>
                  <a:cubicBezTo>
                    <a:pt x="1110" y="276"/>
                    <a:pt x="1110" y="276"/>
                    <a:pt x="1110" y="276"/>
                  </a:cubicBezTo>
                  <a:cubicBezTo>
                    <a:pt x="1207" y="276"/>
                    <a:pt x="1207" y="276"/>
                    <a:pt x="1207" y="276"/>
                  </a:cubicBezTo>
                  <a:cubicBezTo>
                    <a:pt x="1214" y="276"/>
                    <a:pt x="1220" y="270"/>
                    <a:pt x="1220" y="263"/>
                  </a:cubicBezTo>
                  <a:cubicBezTo>
                    <a:pt x="1220" y="206"/>
                    <a:pt x="1220" y="206"/>
                    <a:pt x="1220" y="206"/>
                  </a:cubicBezTo>
                  <a:cubicBezTo>
                    <a:pt x="1220" y="199"/>
                    <a:pt x="1214" y="193"/>
                    <a:pt x="1207" y="193"/>
                  </a:cubicBezTo>
                  <a:cubicBezTo>
                    <a:pt x="1110" y="193"/>
                    <a:pt x="1110" y="193"/>
                    <a:pt x="1110" y="193"/>
                  </a:cubicBezTo>
                  <a:cubicBezTo>
                    <a:pt x="1110" y="70"/>
                    <a:pt x="1110" y="70"/>
                    <a:pt x="1110" y="70"/>
                  </a:cubicBezTo>
                  <a:cubicBezTo>
                    <a:pt x="1110" y="62"/>
                    <a:pt x="1104" y="56"/>
                    <a:pt x="1097" y="57"/>
                  </a:cubicBezTo>
                  <a:cubicBezTo>
                    <a:pt x="1021" y="64"/>
                    <a:pt x="1021" y="64"/>
                    <a:pt x="1021" y="64"/>
                  </a:cubicBezTo>
                  <a:cubicBezTo>
                    <a:pt x="1013" y="65"/>
                    <a:pt x="1007" y="70"/>
                    <a:pt x="1007" y="77"/>
                  </a:cubicBezTo>
                  <a:cubicBezTo>
                    <a:pt x="1007" y="535"/>
                    <a:pt x="1007" y="535"/>
                    <a:pt x="1007" y="535"/>
                  </a:cubicBezTo>
                  <a:cubicBezTo>
                    <a:pt x="1007" y="610"/>
                    <a:pt x="1041" y="664"/>
                    <a:pt x="1132" y="664"/>
                  </a:cubicBezTo>
                  <a:cubicBezTo>
                    <a:pt x="1159" y="664"/>
                    <a:pt x="1193" y="659"/>
                    <a:pt x="1219" y="647"/>
                  </a:cubicBezTo>
                  <a:cubicBezTo>
                    <a:pt x="1224" y="645"/>
                    <a:pt x="1228" y="643"/>
                    <a:pt x="1227" y="635"/>
                  </a:cubicBezTo>
                  <a:lnTo>
                    <a:pt x="1219" y="578"/>
                  </a:lnTo>
                  <a:close/>
                  <a:moveTo>
                    <a:pt x="3346" y="384"/>
                  </a:moveTo>
                  <a:cubicBezTo>
                    <a:pt x="3354" y="331"/>
                    <a:pt x="3379" y="267"/>
                    <a:pt x="3450" y="267"/>
                  </a:cubicBezTo>
                  <a:cubicBezTo>
                    <a:pt x="3524" y="267"/>
                    <a:pt x="3549" y="326"/>
                    <a:pt x="3552" y="384"/>
                  </a:cubicBezTo>
                  <a:lnTo>
                    <a:pt x="3346" y="384"/>
                  </a:lnTo>
                  <a:close/>
                  <a:moveTo>
                    <a:pt x="3458" y="664"/>
                  </a:moveTo>
                  <a:cubicBezTo>
                    <a:pt x="3524" y="664"/>
                    <a:pt x="3577" y="647"/>
                    <a:pt x="3617" y="625"/>
                  </a:cubicBezTo>
                  <a:cubicBezTo>
                    <a:pt x="3624" y="621"/>
                    <a:pt x="3627" y="614"/>
                    <a:pt x="3624" y="607"/>
                  </a:cubicBezTo>
                  <a:cubicBezTo>
                    <a:pt x="3603" y="555"/>
                    <a:pt x="3603" y="555"/>
                    <a:pt x="3603" y="555"/>
                  </a:cubicBezTo>
                  <a:cubicBezTo>
                    <a:pt x="3600" y="548"/>
                    <a:pt x="3592" y="545"/>
                    <a:pt x="3585" y="548"/>
                  </a:cubicBezTo>
                  <a:cubicBezTo>
                    <a:pt x="3548" y="566"/>
                    <a:pt x="3509" y="576"/>
                    <a:pt x="3464" y="576"/>
                  </a:cubicBezTo>
                  <a:cubicBezTo>
                    <a:pt x="3388" y="576"/>
                    <a:pt x="3352" y="521"/>
                    <a:pt x="3346" y="460"/>
                  </a:cubicBezTo>
                  <a:cubicBezTo>
                    <a:pt x="3644" y="460"/>
                    <a:pt x="3644" y="460"/>
                    <a:pt x="3644" y="460"/>
                  </a:cubicBezTo>
                  <a:cubicBezTo>
                    <a:pt x="3651" y="460"/>
                    <a:pt x="3656" y="454"/>
                    <a:pt x="3657" y="446"/>
                  </a:cubicBezTo>
                  <a:cubicBezTo>
                    <a:pt x="3657" y="436"/>
                    <a:pt x="3657" y="429"/>
                    <a:pt x="3657" y="420"/>
                  </a:cubicBezTo>
                  <a:cubicBezTo>
                    <a:pt x="3657" y="306"/>
                    <a:pt x="3599" y="182"/>
                    <a:pt x="3451" y="182"/>
                  </a:cubicBezTo>
                  <a:cubicBezTo>
                    <a:pt x="3318" y="182"/>
                    <a:pt x="3238" y="285"/>
                    <a:pt x="3238" y="425"/>
                  </a:cubicBezTo>
                  <a:cubicBezTo>
                    <a:pt x="3238" y="569"/>
                    <a:pt x="3324" y="664"/>
                    <a:pt x="3458" y="664"/>
                  </a:cubicBezTo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7" name="Freeform 6"/>
            <p:cNvSpPr>
              <a:spLocks noSelect="1"/>
            </p:cNvSpPr>
            <p:nvPr/>
          </p:nvSpPr>
          <p:spPr bwMode="gray">
            <a:xfrm>
              <a:off x="621" y="3992"/>
              <a:ext cx="695" cy="93"/>
            </a:xfrm>
            <a:custGeom>
              <a:avLst/>
              <a:gdLst/>
              <a:ahLst/>
              <a:cxnLst>
                <a:cxn ang="0">
                  <a:pos x="13" y="193"/>
                </a:cxn>
                <a:cxn ang="0">
                  <a:pos x="234" y="182"/>
                </a:cxn>
                <a:cxn ang="0">
                  <a:pos x="300" y="653"/>
                </a:cxn>
                <a:cxn ang="0">
                  <a:pos x="103" y="410"/>
                </a:cxn>
                <a:cxn ang="0">
                  <a:pos x="2735" y="269"/>
                </a:cxn>
                <a:cxn ang="0">
                  <a:pos x="2832" y="406"/>
                </a:cxn>
                <a:cxn ang="0">
                  <a:pos x="2849" y="206"/>
                </a:cxn>
                <a:cxn ang="0">
                  <a:pos x="2935" y="640"/>
                </a:cxn>
                <a:cxn ang="0">
                  <a:pos x="2837" y="593"/>
                </a:cxn>
                <a:cxn ang="0">
                  <a:pos x="4643" y="653"/>
                </a:cxn>
                <a:cxn ang="0">
                  <a:pos x="4840" y="374"/>
                </a:cxn>
                <a:cxn ang="0">
                  <a:pos x="4943" y="640"/>
                </a:cxn>
                <a:cxn ang="0">
                  <a:pos x="4645" y="206"/>
                </a:cxn>
                <a:cxn ang="0">
                  <a:pos x="4553" y="640"/>
                </a:cxn>
                <a:cxn ang="0">
                  <a:pos x="3156" y="640"/>
                </a:cxn>
                <a:cxn ang="0">
                  <a:pos x="3341" y="640"/>
                </a:cxn>
                <a:cxn ang="0">
                  <a:pos x="3443" y="359"/>
                </a:cxn>
                <a:cxn ang="0">
                  <a:pos x="3132" y="193"/>
                </a:cxn>
                <a:cxn ang="0">
                  <a:pos x="3067" y="653"/>
                </a:cxn>
                <a:cxn ang="0">
                  <a:pos x="2331" y="640"/>
                </a:cxn>
                <a:cxn ang="0">
                  <a:pos x="2434" y="15"/>
                </a:cxn>
                <a:cxn ang="0">
                  <a:pos x="691" y="267"/>
                </a:cxn>
                <a:cxn ang="0">
                  <a:pos x="479" y="425"/>
                </a:cxn>
                <a:cxn ang="0">
                  <a:pos x="884" y="460"/>
                </a:cxn>
                <a:cxn ang="0">
                  <a:pos x="843" y="555"/>
                </a:cxn>
                <a:cxn ang="0">
                  <a:pos x="1803" y="384"/>
                </a:cxn>
                <a:cxn ang="0">
                  <a:pos x="1709" y="664"/>
                </a:cxn>
                <a:cxn ang="0">
                  <a:pos x="1907" y="447"/>
                </a:cxn>
                <a:cxn ang="0">
                  <a:pos x="1836" y="548"/>
                </a:cxn>
                <a:cxn ang="0">
                  <a:pos x="1709" y="664"/>
                </a:cxn>
                <a:cxn ang="0">
                  <a:pos x="1380" y="653"/>
                </a:cxn>
                <a:cxn ang="0">
                  <a:pos x="1164" y="664"/>
                </a:cxn>
                <a:cxn ang="0">
                  <a:pos x="1291" y="23"/>
                </a:cxn>
                <a:cxn ang="0">
                  <a:pos x="1184" y="269"/>
                </a:cxn>
                <a:cxn ang="0">
                  <a:pos x="1291" y="406"/>
                </a:cxn>
                <a:cxn ang="0">
                  <a:pos x="4359" y="384"/>
                </a:cxn>
                <a:cxn ang="0">
                  <a:pos x="4464" y="420"/>
                </a:cxn>
                <a:cxn ang="0">
                  <a:pos x="4271" y="576"/>
                </a:cxn>
                <a:cxn ang="0">
                  <a:pos x="4425" y="625"/>
                </a:cxn>
                <a:cxn ang="0">
                  <a:pos x="3955" y="640"/>
                </a:cxn>
                <a:cxn ang="0">
                  <a:pos x="3858" y="593"/>
                </a:cxn>
                <a:cxn ang="0">
                  <a:pos x="3852" y="233"/>
                </a:cxn>
                <a:cxn ang="0">
                  <a:pos x="3853" y="406"/>
                </a:cxn>
                <a:cxn ang="0">
                  <a:pos x="3853" y="427"/>
                </a:cxn>
                <a:cxn ang="0">
                  <a:pos x="2094" y="252"/>
                </a:cxn>
                <a:cxn ang="0">
                  <a:pos x="1998" y="206"/>
                </a:cxn>
                <a:cxn ang="0">
                  <a:pos x="2101" y="640"/>
                </a:cxn>
                <a:cxn ang="0">
                  <a:pos x="2248" y="276"/>
                </a:cxn>
              </a:cxnLst>
              <a:rect l="0" t="0" r="r" b="b"/>
              <a:pathLst>
                <a:path w="4943" h="664">
                  <a:moveTo>
                    <a:pt x="13" y="653"/>
                  </a:moveTo>
                  <a:cubicBezTo>
                    <a:pt x="6" y="653"/>
                    <a:pt x="0" y="647"/>
                    <a:pt x="0" y="64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0" y="199"/>
                    <a:pt x="6" y="193"/>
                    <a:pt x="13" y="193"/>
                  </a:cubicBezTo>
                  <a:cubicBezTo>
                    <a:pt x="79" y="193"/>
                    <a:pt x="79" y="193"/>
                    <a:pt x="79" y="193"/>
                  </a:cubicBezTo>
                  <a:cubicBezTo>
                    <a:pt x="85" y="193"/>
                    <a:pt x="91" y="199"/>
                    <a:pt x="92" y="206"/>
                  </a:cubicBezTo>
                  <a:cubicBezTo>
                    <a:pt x="96" y="252"/>
                    <a:pt x="96" y="252"/>
                    <a:pt x="96" y="252"/>
                  </a:cubicBezTo>
                  <a:cubicBezTo>
                    <a:pt x="127" y="215"/>
                    <a:pt x="178" y="182"/>
                    <a:pt x="234" y="182"/>
                  </a:cubicBezTo>
                  <a:cubicBezTo>
                    <a:pt x="321" y="182"/>
                    <a:pt x="390" y="234"/>
                    <a:pt x="390" y="359"/>
                  </a:cubicBezTo>
                  <a:cubicBezTo>
                    <a:pt x="390" y="640"/>
                    <a:pt x="390" y="640"/>
                    <a:pt x="390" y="640"/>
                  </a:cubicBezTo>
                  <a:cubicBezTo>
                    <a:pt x="390" y="647"/>
                    <a:pt x="384" y="653"/>
                    <a:pt x="377" y="653"/>
                  </a:cubicBezTo>
                  <a:cubicBezTo>
                    <a:pt x="300" y="653"/>
                    <a:pt x="300" y="653"/>
                    <a:pt x="300" y="653"/>
                  </a:cubicBezTo>
                  <a:cubicBezTo>
                    <a:pt x="293" y="653"/>
                    <a:pt x="287" y="647"/>
                    <a:pt x="287" y="640"/>
                  </a:cubicBezTo>
                  <a:cubicBezTo>
                    <a:pt x="287" y="374"/>
                    <a:pt x="287" y="374"/>
                    <a:pt x="287" y="374"/>
                  </a:cubicBezTo>
                  <a:cubicBezTo>
                    <a:pt x="287" y="299"/>
                    <a:pt x="247" y="276"/>
                    <a:pt x="206" y="276"/>
                  </a:cubicBezTo>
                  <a:cubicBezTo>
                    <a:pt x="152" y="276"/>
                    <a:pt x="103" y="323"/>
                    <a:pt x="103" y="410"/>
                  </a:cubicBezTo>
                  <a:cubicBezTo>
                    <a:pt x="103" y="640"/>
                    <a:pt x="103" y="640"/>
                    <a:pt x="103" y="640"/>
                  </a:cubicBezTo>
                  <a:cubicBezTo>
                    <a:pt x="103" y="647"/>
                    <a:pt x="97" y="653"/>
                    <a:pt x="90" y="653"/>
                  </a:cubicBezTo>
                  <a:lnTo>
                    <a:pt x="13" y="653"/>
                  </a:lnTo>
                  <a:close/>
                  <a:moveTo>
                    <a:pt x="2735" y="269"/>
                  </a:moveTo>
                  <a:cubicBezTo>
                    <a:pt x="2672" y="269"/>
                    <a:pt x="2629" y="330"/>
                    <a:pt x="2629" y="421"/>
                  </a:cubicBezTo>
                  <a:cubicBezTo>
                    <a:pt x="2629" y="503"/>
                    <a:pt x="2667" y="576"/>
                    <a:pt x="2736" y="576"/>
                  </a:cubicBezTo>
                  <a:cubicBezTo>
                    <a:pt x="2775" y="576"/>
                    <a:pt x="2832" y="547"/>
                    <a:pt x="2832" y="428"/>
                  </a:cubicBezTo>
                  <a:cubicBezTo>
                    <a:pt x="2832" y="406"/>
                    <a:pt x="2832" y="406"/>
                    <a:pt x="2832" y="406"/>
                  </a:cubicBezTo>
                  <a:cubicBezTo>
                    <a:pt x="2832" y="304"/>
                    <a:pt x="2782" y="269"/>
                    <a:pt x="2735" y="269"/>
                  </a:cubicBezTo>
                  <a:moveTo>
                    <a:pt x="2715" y="182"/>
                  </a:moveTo>
                  <a:cubicBezTo>
                    <a:pt x="2773" y="182"/>
                    <a:pt x="2815" y="210"/>
                    <a:pt x="2844" y="247"/>
                  </a:cubicBezTo>
                  <a:cubicBezTo>
                    <a:pt x="2849" y="206"/>
                    <a:pt x="2849" y="206"/>
                    <a:pt x="2849" y="206"/>
                  </a:cubicBezTo>
                  <a:cubicBezTo>
                    <a:pt x="2850" y="200"/>
                    <a:pt x="2856" y="193"/>
                    <a:pt x="2863" y="193"/>
                  </a:cubicBezTo>
                  <a:cubicBezTo>
                    <a:pt x="2922" y="193"/>
                    <a:pt x="2922" y="193"/>
                    <a:pt x="2922" y="193"/>
                  </a:cubicBezTo>
                  <a:cubicBezTo>
                    <a:pt x="2930" y="193"/>
                    <a:pt x="2935" y="199"/>
                    <a:pt x="2935" y="206"/>
                  </a:cubicBezTo>
                  <a:cubicBezTo>
                    <a:pt x="2935" y="640"/>
                    <a:pt x="2935" y="640"/>
                    <a:pt x="2935" y="640"/>
                  </a:cubicBezTo>
                  <a:cubicBezTo>
                    <a:pt x="2935" y="647"/>
                    <a:pt x="2930" y="653"/>
                    <a:pt x="2922" y="653"/>
                  </a:cubicBezTo>
                  <a:cubicBezTo>
                    <a:pt x="2858" y="653"/>
                    <a:pt x="2858" y="653"/>
                    <a:pt x="2858" y="653"/>
                  </a:cubicBezTo>
                  <a:cubicBezTo>
                    <a:pt x="2851" y="653"/>
                    <a:pt x="2845" y="646"/>
                    <a:pt x="2844" y="640"/>
                  </a:cubicBezTo>
                  <a:cubicBezTo>
                    <a:pt x="2837" y="593"/>
                    <a:pt x="2837" y="593"/>
                    <a:pt x="2837" y="593"/>
                  </a:cubicBezTo>
                  <a:cubicBezTo>
                    <a:pt x="2815" y="631"/>
                    <a:pt x="2768" y="664"/>
                    <a:pt x="2714" y="664"/>
                  </a:cubicBezTo>
                  <a:cubicBezTo>
                    <a:pt x="2593" y="664"/>
                    <a:pt x="2522" y="555"/>
                    <a:pt x="2522" y="422"/>
                  </a:cubicBezTo>
                  <a:cubicBezTo>
                    <a:pt x="2522" y="261"/>
                    <a:pt x="2616" y="182"/>
                    <a:pt x="2715" y="182"/>
                  </a:cubicBezTo>
                  <a:moveTo>
                    <a:pt x="4643" y="653"/>
                  </a:moveTo>
                  <a:cubicBezTo>
                    <a:pt x="4650" y="653"/>
                    <a:pt x="4656" y="647"/>
                    <a:pt x="4656" y="640"/>
                  </a:cubicBezTo>
                  <a:cubicBezTo>
                    <a:pt x="4656" y="410"/>
                    <a:pt x="4656" y="410"/>
                    <a:pt x="4656" y="410"/>
                  </a:cubicBezTo>
                  <a:cubicBezTo>
                    <a:pt x="4656" y="323"/>
                    <a:pt x="4705" y="276"/>
                    <a:pt x="4759" y="276"/>
                  </a:cubicBezTo>
                  <a:cubicBezTo>
                    <a:pt x="4800" y="276"/>
                    <a:pt x="4840" y="299"/>
                    <a:pt x="4840" y="374"/>
                  </a:cubicBezTo>
                  <a:cubicBezTo>
                    <a:pt x="4840" y="640"/>
                    <a:pt x="4840" y="640"/>
                    <a:pt x="4840" y="640"/>
                  </a:cubicBezTo>
                  <a:cubicBezTo>
                    <a:pt x="4840" y="647"/>
                    <a:pt x="4846" y="653"/>
                    <a:pt x="4853" y="653"/>
                  </a:cubicBezTo>
                  <a:cubicBezTo>
                    <a:pt x="4930" y="653"/>
                    <a:pt x="4930" y="653"/>
                    <a:pt x="4930" y="653"/>
                  </a:cubicBezTo>
                  <a:cubicBezTo>
                    <a:pt x="4937" y="653"/>
                    <a:pt x="4943" y="647"/>
                    <a:pt x="4943" y="640"/>
                  </a:cubicBezTo>
                  <a:cubicBezTo>
                    <a:pt x="4943" y="359"/>
                    <a:pt x="4943" y="359"/>
                    <a:pt x="4943" y="359"/>
                  </a:cubicBezTo>
                  <a:cubicBezTo>
                    <a:pt x="4943" y="234"/>
                    <a:pt x="4874" y="182"/>
                    <a:pt x="4787" y="182"/>
                  </a:cubicBezTo>
                  <a:cubicBezTo>
                    <a:pt x="4731" y="182"/>
                    <a:pt x="4680" y="215"/>
                    <a:pt x="4649" y="252"/>
                  </a:cubicBezTo>
                  <a:cubicBezTo>
                    <a:pt x="4645" y="206"/>
                    <a:pt x="4645" y="206"/>
                    <a:pt x="4645" y="206"/>
                  </a:cubicBezTo>
                  <a:cubicBezTo>
                    <a:pt x="4644" y="199"/>
                    <a:pt x="4638" y="193"/>
                    <a:pt x="4632" y="193"/>
                  </a:cubicBezTo>
                  <a:cubicBezTo>
                    <a:pt x="4566" y="193"/>
                    <a:pt x="4566" y="193"/>
                    <a:pt x="4566" y="193"/>
                  </a:cubicBezTo>
                  <a:cubicBezTo>
                    <a:pt x="4559" y="193"/>
                    <a:pt x="4553" y="199"/>
                    <a:pt x="4553" y="206"/>
                  </a:cubicBezTo>
                  <a:cubicBezTo>
                    <a:pt x="4553" y="640"/>
                    <a:pt x="4553" y="640"/>
                    <a:pt x="4553" y="640"/>
                  </a:cubicBezTo>
                  <a:cubicBezTo>
                    <a:pt x="4553" y="647"/>
                    <a:pt x="4559" y="653"/>
                    <a:pt x="4566" y="653"/>
                  </a:cubicBezTo>
                  <a:lnTo>
                    <a:pt x="4643" y="653"/>
                  </a:lnTo>
                  <a:close/>
                  <a:moveTo>
                    <a:pt x="3143" y="653"/>
                  </a:moveTo>
                  <a:cubicBezTo>
                    <a:pt x="3151" y="653"/>
                    <a:pt x="3156" y="647"/>
                    <a:pt x="3156" y="640"/>
                  </a:cubicBezTo>
                  <a:cubicBezTo>
                    <a:pt x="3156" y="410"/>
                    <a:pt x="3156" y="410"/>
                    <a:pt x="3156" y="410"/>
                  </a:cubicBezTo>
                  <a:cubicBezTo>
                    <a:pt x="3156" y="323"/>
                    <a:pt x="3206" y="276"/>
                    <a:pt x="3259" y="276"/>
                  </a:cubicBezTo>
                  <a:cubicBezTo>
                    <a:pt x="3301" y="276"/>
                    <a:pt x="3340" y="299"/>
                    <a:pt x="3341" y="374"/>
                  </a:cubicBezTo>
                  <a:cubicBezTo>
                    <a:pt x="3341" y="640"/>
                    <a:pt x="3341" y="640"/>
                    <a:pt x="3341" y="640"/>
                  </a:cubicBezTo>
                  <a:cubicBezTo>
                    <a:pt x="3341" y="647"/>
                    <a:pt x="3346" y="653"/>
                    <a:pt x="3354" y="653"/>
                  </a:cubicBezTo>
                  <a:cubicBezTo>
                    <a:pt x="3430" y="653"/>
                    <a:pt x="3430" y="653"/>
                    <a:pt x="3430" y="653"/>
                  </a:cubicBezTo>
                  <a:cubicBezTo>
                    <a:pt x="3437" y="653"/>
                    <a:pt x="3443" y="647"/>
                    <a:pt x="3443" y="640"/>
                  </a:cubicBezTo>
                  <a:cubicBezTo>
                    <a:pt x="3443" y="359"/>
                    <a:pt x="3443" y="359"/>
                    <a:pt x="3443" y="359"/>
                  </a:cubicBezTo>
                  <a:cubicBezTo>
                    <a:pt x="3443" y="234"/>
                    <a:pt x="3375" y="182"/>
                    <a:pt x="3287" y="182"/>
                  </a:cubicBezTo>
                  <a:cubicBezTo>
                    <a:pt x="3231" y="182"/>
                    <a:pt x="3180" y="215"/>
                    <a:pt x="3150" y="252"/>
                  </a:cubicBezTo>
                  <a:cubicBezTo>
                    <a:pt x="3146" y="206"/>
                    <a:pt x="3146" y="206"/>
                    <a:pt x="3146" y="206"/>
                  </a:cubicBezTo>
                  <a:cubicBezTo>
                    <a:pt x="3145" y="199"/>
                    <a:pt x="3139" y="193"/>
                    <a:pt x="3132" y="193"/>
                  </a:cubicBezTo>
                  <a:cubicBezTo>
                    <a:pt x="3067" y="193"/>
                    <a:pt x="3067" y="193"/>
                    <a:pt x="3067" y="193"/>
                  </a:cubicBezTo>
                  <a:cubicBezTo>
                    <a:pt x="3059" y="193"/>
                    <a:pt x="3054" y="199"/>
                    <a:pt x="3054" y="206"/>
                  </a:cubicBezTo>
                  <a:cubicBezTo>
                    <a:pt x="3054" y="640"/>
                    <a:pt x="3054" y="640"/>
                    <a:pt x="3054" y="640"/>
                  </a:cubicBezTo>
                  <a:cubicBezTo>
                    <a:pt x="3054" y="647"/>
                    <a:pt x="3059" y="653"/>
                    <a:pt x="3067" y="653"/>
                  </a:cubicBezTo>
                  <a:lnTo>
                    <a:pt x="3143" y="653"/>
                  </a:lnTo>
                  <a:close/>
                  <a:moveTo>
                    <a:pt x="2344" y="9"/>
                  </a:moveTo>
                  <a:cubicBezTo>
                    <a:pt x="2336" y="10"/>
                    <a:pt x="2331" y="15"/>
                    <a:pt x="2331" y="22"/>
                  </a:cubicBezTo>
                  <a:cubicBezTo>
                    <a:pt x="2331" y="640"/>
                    <a:pt x="2331" y="640"/>
                    <a:pt x="2331" y="640"/>
                  </a:cubicBezTo>
                  <a:cubicBezTo>
                    <a:pt x="2331" y="647"/>
                    <a:pt x="2337" y="653"/>
                    <a:pt x="2344" y="653"/>
                  </a:cubicBezTo>
                  <a:cubicBezTo>
                    <a:pt x="2421" y="653"/>
                    <a:pt x="2421" y="653"/>
                    <a:pt x="2421" y="653"/>
                  </a:cubicBezTo>
                  <a:cubicBezTo>
                    <a:pt x="2428" y="653"/>
                    <a:pt x="2434" y="647"/>
                    <a:pt x="2434" y="640"/>
                  </a:cubicBezTo>
                  <a:cubicBezTo>
                    <a:pt x="2434" y="15"/>
                    <a:pt x="2434" y="15"/>
                    <a:pt x="2434" y="15"/>
                  </a:cubicBezTo>
                  <a:cubicBezTo>
                    <a:pt x="2434" y="8"/>
                    <a:pt x="2428" y="0"/>
                    <a:pt x="2421" y="2"/>
                  </a:cubicBezTo>
                  <a:lnTo>
                    <a:pt x="2344" y="9"/>
                  </a:lnTo>
                  <a:close/>
                  <a:moveTo>
                    <a:pt x="793" y="384"/>
                  </a:moveTo>
                  <a:cubicBezTo>
                    <a:pt x="789" y="326"/>
                    <a:pt x="764" y="267"/>
                    <a:pt x="691" y="267"/>
                  </a:cubicBezTo>
                  <a:cubicBezTo>
                    <a:pt x="619" y="267"/>
                    <a:pt x="594" y="331"/>
                    <a:pt x="587" y="384"/>
                  </a:cubicBezTo>
                  <a:lnTo>
                    <a:pt x="793" y="384"/>
                  </a:lnTo>
                  <a:close/>
                  <a:moveTo>
                    <a:pt x="698" y="664"/>
                  </a:moveTo>
                  <a:cubicBezTo>
                    <a:pt x="565" y="664"/>
                    <a:pt x="479" y="569"/>
                    <a:pt x="479" y="425"/>
                  </a:cubicBezTo>
                  <a:cubicBezTo>
                    <a:pt x="479" y="286"/>
                    <a:pt x="558" y="182"/>
                    <a:pt x="692" y="182"/>
                  </a:cubicBezTo>
                  <a:cubicBezTo>
                    <a:pt x="840" y="182"/>
                    <a:pt x="897" y="307"/>
                    <a:pt x="897" y="420"/>
                  </a:cubicBezTo>
                  <a:cubicBezTo>
                    <a:pt x="897" y="429"/>
                    <a:pt x="898" y="436"/>
                    <a:pt x="897" y="447"/>
                  </a:cubicBezTo>
                  <a:cubicBezTo>
                    <a:pt x="897" y="454"/>
                    <a:pt x="891" y="460"/>
                    <a:pt x="884" y="460"/>
                  </a:cubicBezTo>
                  <a:cubicBezTo>
                    <a:pt x="587" y="460"/>
                    <a:pt x="587" y="460"/>
                    <a:pt x="587" y="460"/>
                  </a:cubicBezTo>
                  <a:cubicBezTo>
                    <a:pt x="593" y="522"/>
                    <a:pt x="628" y="576"/>
                    <a:pt x="704" y="576"/>
                  </a:cubicBezTo>
                  <a:cubicBezTo>
                    <a:pt x="750" y="576"/>
                    <a:pt x="788" y="566"/>
                    <a:pt x="826" y="548"/>
                  </a:cubicBezTo>
                  <a:cubicBezTo>
                    <a:pt x="833" y="545"/>
                    <a:pt x="840" y="548"/>
                    <a:pt x="843" y="555"/>
                  </a:cubicBezTo>
                  <a:cubicBezTo>
                    <a:pt x="865" y="607"/>
                    <a:pt x="865" y="607"/>
                    <a:pt x="865" y="607"/>
                  </a:cubicBezTo>
                  <a:cubicBezTo>
                    <a:pt x="868" y="614"/>
                    <a:pt x="864" y="621"/>
                    <a:pt x="858" y="625"/>
                  </a:cubicBezTo>
                  <a:cubicBezTo>
                    <a:pt x="817" y="647"/>
                    <a:pt x="765" y="664"/>
                    <a:pt x="698" y="664"/>
                  </a:cubicBezTo>
                  <a:moveTo>
                    <a:pt x="1803" y="384"/>
                  </a:moveTo>
                  <a:cubicBezTo>
                    <a:pt x="1800" y="326"/>
                    <a:pt x="1775" y="267"/>
                    <a:pt x="1701" y="267"/>
                  </a:cubicBezTo>
                  <a:cubicBezTo>
                    <a:pt x="1629" y="267"/>
                    <a:pt x="1604" y="331"/>
                    <a:pt x="1597" y="384"/>
                  </a:cubicBezTo>
                  <a:lnTo>
                    <a:pt x="1803" y="384"/>
                  </a:lnTo>
                  <a:close/>
                  <a:moveTo>
                    <a:pt x="1709" y="664"/>
                  </a:moveTo>
                  <a:cubicBezTo>
                    <a:pt x="1575" y="664"/>
                    <a:pt x="1489" y="569"/>
                    <a:pt x="1489" y="425"/>
                  </a:cubicBezTo>
                  <a:cubicBezTo>
                    <a:pt x="1489" y="286"/>
                    <a:pt x="1569" y="182"/>
                    <a:pt x="1702" y="182"/>
                  </a:cubicBezTo>
                  <a:cubicBezTo>
                    <a:pt x="1850" y="182"/>
                    <a:pt x="1907" y="307"/>
                    <a:pt x="1907" y="420"/>
                  </a:cubicBezTo>
                  <a:cubicBezTo>
                    <a:pt x="1907" y="429"/>
                    <a:pt x="1908" y="436"/>
                    <a:pt x="1907" y="447"/>
                  </a:cubicBezTo>
                  <a:cubicBezTo>
                    <a:pt x="1907" y="454"/>
                    <a:pt x="1902" y="460"/>
                    <a:pt x="1894" y="460"/>
                  </a:cubicBezTo>
                  <a:cubicBezTo>
                    <a:pt x="1597" y="460"/>
                    <a:pt x="1597" y="460"/>
                    <a:pt x="1597" y="460"/>
                  </a:cubicBezTo>
                  <a:cubicBezTo>
                    <a:pt x="1603" y="522"/>
                    <a:pt x="1638" y="576"/>
                    <a:pt x="1714" y="576"/>
                  </a:cubicBezTo>
                  <a:cubicBezTo>
                    <a:pt x="1760" y="576"/>
                    <a:pt x="1798" y="566"/>
                    <a:pt x="1836" y="548"/>
                  </a:cubicBezTo>
                  <a:cubicBezTo>
                    <a:pt x="1843" y="545"/>
                    <a:pt x="1851" y="548"/>
                    <a:pt x="1854" y="555"/>
                  </a:cubicBezTo>
                  <a:cubicBezTo>
                    <a:pt x="1875" y="607"/>
                    <a:pt x="1875" y="607"/>
                    <a:pt x="1875" y="607"/>
                  </a:cubicBezTo>
                  <a:cubicBezTo>
                    <a:pt x="1878" y="614"/>
                    <a:pt x="1875" y="621"/>
                    <a:pt x="1868" y="625"/>
                  </a:cubicBezTo>
                  <a:cubicBezTo>
                    <a:pt x="1828" y="647"/>
                    <a:pt x="1775" y="664"/>
                    <a:pt x="1709" y="664"/>
                  </a:cubicBezTo>
                  <a:moveTo>
                    <a:pt x="1380" y="2"/>
                  </a:moveTo>
                  <a:cubicBezTo>
                    <a:pt x="1388" y="0"/>
                    <a:pt x="1393" y="8"/>
                    <a:pt x="1393" y="15"/>
                  </a:cubicBezTo>
                  <a:cubicBezTo>
                    <a:pt x="1393" y="640"/>
                    <a:pt x="1393" y="640"/>
                    <a:pt x="1393" y="640"/>
                  </a:cubicBezTo>
                  <a:cubicBezTo>
                    <a:pt x="1393" y="647"/>
                    <a:pt x="1388" y="653"/>
                    <a:pt x="1380" y="653"/>
                  </a:cubicBezTo>
                  <a:cubicBezTo>
                    <a:pt x="1317" y="653"/>
                    <a:pt x="1317" y="653"/>
                    <a:pt x="1317" y="653"/>
                  </a:cubicBezTo>
                  <a:cubicBezTo>
                    <a:pt x="1310" y="653"/>
                    <a:pt x="1305" y="646"/>
                    <a:pt x="1304" y="640"/>
                  </a:cubicBezTo>
                  <a:cubicBezTo>
                    <a:pt x="1297" y="593"/>
                    <a:pt x="1297" y="593"/>
                    <a:pt x="1297" y="593"/>
                  </a:cubicBezTo>
                  <a:cubicBezTo>
                    <a:pt x="1274" y="631"/>
                    <a:pt x="1217" y="664"/>
                    <a:pt x="1164" y="664"/>
                  </a:cubicBezTo>
                  <a:cubicBezTo>
                    <a:pt x="1042" y="664"/>
                    <a:pt x="971" y="555"/>
                    <a:pt x="971" y="422"/>
                  </a:cubicBezTo>
                  <a:cubicBezTo>
                    <a:pt x="971" y="261"/>
                    <a:pt x="1065" y="182"/>
                    <a:pt x="1164" y="182"/>
                  </a:cubicBezTo>
                  <a:cubicBezTo>
                    <a:pt x="1215" y="182"/>
                    <a:pt x="1260" y="203"/>
                    <a:pt x="1291" y="233"/>
                  </a:cubicBezTo>
                  <a:cubicBezTo>
                    <a:pt x="1291" y="23"/>
                    <a:pt x="1291" y="23"/>
                    <a:pt x="1291" y="23"/>
                  </a:cubicBezTo>
                  <a:cubicBezTo>
                    <a:pt x="1291" y="15"/>
                    <a:pt x="1296" y="10"/>
                    <a:pt x="1304" y="9"/>
                  </a:cubicBezTo>
                  <a:cubicBezTo>
                    <a:pt x="1380" y="2"/>
                    <a:pt x="1380" y="2"/>
                    <a:pt x="1380" y="2"/>
                  </a:cubicBezTo>
                  <a:moveTo>
                    <a:pt x="1291" y="406"/>
                  </a:moveTo>
                  <a:cubicBezTo>
                    <a:pt x="1291" y="304"/>
                    <a:pt x="1231" y="269"/>
                    <a:pt x="1184" y="269"/>
                  </a:cubicBezTo>
                  <a:cubicBezTo>
                    <a:pt x="1122" y="269"/>
                    <a:pt x="1078" y="330"/>
                    <a:pt x="1078" y="421"/>
                  </a:cubicBezTo>
                  <a:cubicBezTo>
                    <a:pt x="1078" y="503"/>
                    <a:pt x="1116" y="576"/>
                    <a:pt x="1186" y="576"/>
                  </a:cubicBezTo>
                  <a:cubicBezTo>
                    <a:pt x="1224" y="576"/>
                    <a:pt x="1291" y="547"/>
                    <a:pt x="1291" y="427"/>
                  </a:cubicBezTo>
                  <a:lnTo>
                    <a:pt x="1291" y="406"/>
                  </a:lnTo>
                  <a:close/>
                  <a:moveTo>
                    <a:pt x="4359" y="384"/>
                  </a:moveTo>
                  <a:cubicBezTo>
                    <a:pt x="4356" y="326"/>
                    <a:pt x="4331" y="267"/>
                    <a:pt x="4258" y="267"/>
                  </a:cubicBezTo>
                  <a:cubicBezTo>
                    <a:pt x="4186" y="267"/>
                    <a:pt x="4161" y="331"/>
                    <a:pt x="4154" y="384"/>
                  </a:cubicBezTo>
                  <a:lnTo>
                    <a:pt x="4359" y="384"/>
                  </a:lnTo>
                  <a:close/>
                  <a:moveTo>
                    <a:pt x="4265" y="664"/>
                  </a:moveTo>
                  <a:cubicBezTo>
                    <a:pt x="4131" y="664"/>
                    <a:pt x="4045" y="569"/>
                    <a:pt x="4045" y="425"/>
                  </a:cubicBezTo>
                  <a:cubicBezTo>
                    <a:pt x="4045" y="286"/>
                    <a:pt x="4125" y="182"/>
                    <a:pt x="4259" y="182"/>
                  </a:cubicBezTo>
                  <a:cubicBezTo>
                    <a:pt x="4406" y="182"/>
                    <a:pt x="4464" y="307"/>
                    <a:pt x="4464" y="420"/>
                  </a:cubicBezTo>
                  <a:cubicBezTo>
                    <a:pt x="4464" y="429"/>
                    <a:pt x="4464" y="436"/>
                    <a:pt x="4464" y="447"/>
                  </a:cubicBezTo>
                  <a:cubicBezTo>
                    <a:pt x="4464" y="454"/>
                    <a:pt x="4458" y="460"/>
                    <a:pt x="4451" y="460"/>
                  </a:cubicBezTo>
                  <a:cubicBezTo>
                    <a:pt x="4154" y="460"/>
                    <a:pt x="4154" y="460"/>
                    <a:pt x="4154" y="460"/>
                  </a:cubicBezTo>
                  <a:cubicBezTo>
                    <a:pt x="4159" y="522"/>
                    <a:pt x="4195" y="576"/>
                    <a:pt x="4271" y="576"/>
                  </a:cubicBezTo>
                  <a:cubicBezTo>
                    <a:pt x="4317" y="576"/>
                    <a:pt x="4355" y="566"/>
                    <a:pt x="4393" y="548"/>
                  </a:cubicBezTo>
                  <a:cubicBezTo>
                    <a:pt x="4399" y="545"/>
                    <a:pt x="4407" y="548"/>
                    <a:pt x="4410" y="555"/>
                  </a:cubicBezTo>
                  <a:cubicBezTo>
                    <a:pt x="4432" y="607"/>
                    <a:pt x="4432" y="607"/>
                    <a:pt x="4432" y="607"/>
                  </a:cubicBezTo>
                  <a:cubicBezTo>
                    <a:pt x="4434" y="614"/>
                    <a:pt x="4431" y="621"/>
                    <a:pt x="4425" y="625"/>
                  </a:cubicBezTo>
                  <a:cubicBezTo>
                    <a:pt x="4384" y="647"/>
                    <a:pt x="4332" y="664"/>
                    <a:pt x="4265" y="664"/>
                  </a:cubicBezTo>
                  <a:moveTo>
                    <a:pt x="3942" y="2"/>
                  </a:moveTo>
                  <a:cubicBezTo>
                    <a:pt x="3949" y="0"/>
                    <a:pt x="3955" y="8"/>
                    <a:pt x="3955" y="15"/>
                  </a:cubicBezTo>
                  <a:cubicBezTo>
                    <a:pt x="3955" y="640"/>
                    <a:pt x="3955" y="640"/>
                    <a:pt x="3955" y="640"/>
                  </a:cubicBezTo>
                  <a:cubicBezTo>
                    <a:pt x="3955" y="647"/>
                    <a:pt x="3949" y="653"/>
                    <a:pt x="3942" y="653"/>
                  </a:cubicBezTo>
                  <a:cubicBezTo>
                    <a:pt x="3879" y="653"/>
                    <a:pt x="3879" y="653"/>
                    <a:pt x="3879" y="653"/>
                  </a:cubicBezTo>
                  <a:cubicBezTo>
                    <a:pt x="3872" y="653"/>
                    <a:pt x="3866" y="646"/>
                    <a:pt x="3865" y="640"/>
                  </a:cubicBezTo>
                  <a:cubicBezTo>
                    <a:pt x="3858" y="593"/>
                    <a:pt x="3858" y="593"/>
                    <a:pt x="3858" y="593"/>
                  </a:cubicBezTo>
                  <a:cubicBezTo>
                    <a:pt x="3835" y="631"/>
                    <a:pt x="3779" y="664"/>
                    <a:pt x="3726" y="664"/>
                  </a:cubicBezTo>
                  <a:cubicBezTo>
                    <a:pt x="3604" y="664"/>
                    <a:pt x="3533" y="555"/>
                    <a:pt x="3533" y="422"/>
                  </a:cubicBezTo>
                  <a:cubicBezTo>
                    <a:pt x="3533" y="261"/>
                    <a:pt x="3627" y="182"/>
                    <a:pt x="3726" y="182"/>
                  </a:cubicBezTo>
                  <a:cubicBezTo>
                    <a:pt x="3777" y="182"/>
                    <a:pt x="3822" y="203"/>
                    <a:pt x="3852" y="233"/>
                  </a:cubicBezTo>
                  <a:cubicBezTo>
                    <a:pt x="3852" y="23"/>
                    <a:pt x="3852" y="23"/>
                    <a:pt x="3852" y="23"/>
                  </a:cubicBezTo>
                  <a:cubicBezTo>
                    <a:pt x="3852" y="15"/>
                    <a:pt x="3858" y="10"/>
                    <a:pt x="3866" y="9"/>
                  </a:cubicBezTo>
                  <a:cubicBezTo>
                    <a:pt x="3942" y="2"/>
                    <a:pt x="3942" y="2"/>
                    <a:pt x="3942" y="2"/>
                  </a:cubicBezTo>
                  <a:moveTo>
                    <a:pt x="3853" y="406"/>
                  </a:moveTo>
                  <a:cubicBezTo>
                    <a:pt x="3853" y="304"/>
                    <a:pt x="3793" y="269"/>
                    <a:pt x="3746" y="269"/>
                  </a:cubicBezTo>
                  <a:cubicBezTo>
                    <a:pt x="3683" y="269"/>
                    <a:pt x="3640" y="330"/>
                    <a:pt x="3640" y="421"/>
                  </a:cubicBezTo>
                  <a:cubicBezTo>
                    <a:pt x="3640" y="503"/>
                    <a:pt x="3677" y="576"/>
                    <a:pt x="3747" y="576"/>
                  </a:cubicBezTo>
                  <a:cubicBezTo>
                    <a:pt x="3786" y="576"/>
                    <a:pt x="3853" y="547"/>
                    <a:pt x="3853" y="427"/>
                  </a:cubicBezTo>
                  <a:lnTo>
                    <a:pt x="3853" y="406"/>
                  </a:lnTo>
                  <a:close/>
                  <a:moveTo>
                    <a:pt x="2248" y="195"/>
                  </a:moveTo>
                  <a:cubicBezTo>
                    <a:pt x="2248" y="188"/>
                    <a:pt x="2242" y="182"/>
                    <a:pt x="2235" y="182"/>
                  </a:cubicBezTo>
                  <a:cubicBezTo>
                    <a:pt x="2179" y="182"/>
                    <a:pt x="2125" y="215"/>
                    <a:pt x="2094" y="252"/>
                  </a:cubicBezTo>
                  <a:cubicBezTo>
                    <a:pt x="2090" y="206"/>
                    <a:pt x="2090" y="206"/>
                    <a:pt x="2090" y="206"/>
                  </a:cubicBezTo>
                  <a:cubicBezTo>
                    <a:pt x="2089" y="199"/>
                    <a:pt x="2083" y="193"/>
                    <a:pt x="2077" y="193"/>
                  </a:cubicBezTo>
                  <a:cubicBezTo>
                    <a:pt x="2011" y="193"/>
                    <a:pt x="2011" y="193"/>
                    <a:pt x="2011" y="193"/>
                  </a:cubicBezTo>
                  <a:cubicBezTo>
                    <a:pt x="2004" y="193"/>
                    <a:pt x="1998" y="199"/>
                    <a:pt x="1998" y="206"/>
                  </a:cubicBezTo>
                  <a:cubicBezTo>
                    <a:pt x="1998" y="640"/>
                    <a:pt x="1998" y="640"/>
                    <a:pt x="1998" y="640"/>
                  </a:cubicBezTo>
                  <a:cubicBezTo>
                    <a:pt x="1998" y="647"/>
                    <a:pt x="2004" y="653"/>
                    <a:pt x="2011" y="653"/>
                  </a:cubicBezTo>
                  <a:cubicBezTo>
                    <a:pt x="2088" y="653"/>
                    <a:pt x="2088" y="653"/>
                    <a:pt x="2088" y="653"/>
                  </a:cubicBezTo>
                  <a:cubicBezTo>
                    <a:pt x="2095" y="653"/>
                    <a:pt x="2101" y="647"/>
                    <a:pt x="2101" y="640"/>
                  </a:cubicBezTo>
                  <a:cubicBezTo>
                    <a:pt x="2101" y="415"/>
                    <a:pt x="2101" y="415"/>
                    <a:pt x="2101" y="415"/>
                  </a:cubicBezTo>
                  <a:cubicBezTo>
                    <a:pt x="2101" y="322"/>
                    <a:pt x="2158" y="286"/>
                    <a:pt x="2210" y="286"/>
                  </a:cubicBezTo>
                  <a:cubicBezTo>
                    <a:pt x="2218" y="286"/>
                    <a:pt x="2225" y="288"/>
                    <a:pt x="2230" y="288"/>
                  </a:cubicBezTo>
                  <a:cubicBezTo>
                    <a:pt x="2241" y="290"/>
                    <a:pt x="2248" y="284"/>
                    <a:pt x="2248" y="276"/>
                  </a:cubicBezTo>
                  <a:lnTo>
                    <a:pt x="2248" y="19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grpSp>
        <p:nvGrpSpPr>
          <p:cNvPr id="28" name="HR logo"/>
          <p:cNvGrpSpPr>
            <a:grpSpLocks noSelect="1"/>
          </p:cNvGrpSpPr>
          <p:nvPr userDrawn="1"/>
        </p:nvGrpSpPr>
        <p:grpSpPr bwMode="gray">
          <a:xfrm>
            <a:off x="374400" y="6076800"/>
            <a:ext cx="504000" cy="514800"/>
            <a:chOff x="0" y="0"/>
            <a:chExt cx="562610" cy="574675"/>
          </a:xfrm>
        </p:grpSpPr>
        <p:sp>
          <p:nvSpPr>
            <p:cNvPr id="29" name="Freeform 35"/>
            <p:cNvSpPr>
              <a:spLocks noSelect="1"/>
            </p:cNvSpPr>
            <p:nvPr userDrawn="1"/>
          </p:nvSpPr>
          <p:spPr bwMode="gray">
            <a:xfrm>
              <a:off x="0" y="0"/>
              <a:ext cx="562610" cy="574675"/>
            </a:xfrm>
            <a:custGeom>
              <a:avLst/>
              <a:gdLst>
                <a:gd name="T0" fmla="*/ 1771 w 1771"/>
                <a:gd name="T1" fmla="*/ 874 h 1807"/>
                <a:gd name="T2" fmla="*/ 1770 w 1771"/>
                <a:gd name="T3" fmla="*/ 851 h 1807"/>
                <a:gd name="T4" fmla="*/ 1768 w 1771"/>
                <a:gd name="T5" fmla="*/ 828 h 1807"/>
                <a:gd name="T6" fmla="*/ 1765 w 1771"/>
                <a:gd name="T7" fmla="*/ 799 h 1807"/>
                <a:gd name="T8" fmla="*/ 1762 w 1771"/>
                <a:gd name="T9" fmla="*/ 775 h 1807"/>
                <a:gd name="T10" fmla="*/ 1758 w 1771"/>
                <a:gd name="T11" fmla="*/ 748 h 1807"/>
                <a:gd name="T12" fmla="*/ 1739 w 1771"/>
                <a:gd name="T13" fmla="*/ 663 h 1807"/>
                <a:gd name="T14" fmla="*/ 1732 w 1771"/>
                <a:gd name="T15" fmla="*/ 642 h 1807"/>
                <a:gd name="T16" fmla="*/ 1726 w 1771"/>
                <a:gd name="T17" fmla="*/ 622 h 1807"/>
                <a:gd name="T18" fmla="*/ 1589 w 1771"/>
                <a:gd name="T19" fmla="*/ 360 h 1807"/>
                <a:gd name="T20" fmla="*/ 1559 w 1771"/>
                <a:gd name="T21" fmla="*/ 322 h 1807"/>
                <a:gd name="T22" fmla="*/ 1544 w 1771"/>
                <a:gd name="T23" fmla="*/ 304 h 1807"/>
                <a:gd name="T24" fmla="*/ 1511 w 1771"/>
                <a:gd name="T25" fmla="*/ 269 h 1807"/>
                <a:gd name="T26" fmla="*/ 1477 w 1771"/>
                <a:gd name="T27" fmla="*/ 236 h 1807"/>
                <a:gd name="T28" fmla="*/ 1449 w 1771"/>
                <a:gd name="T29" fmla="*/ 212 h 1807"/>
                <a:gd name="T30" fmla="*/ 1431 w 1771"/>
                <a:gd name="T31" fmla="*/ 197 h 1807"/>
                <a:gd name="T32" fmla="*/ 1402 w 1771"/>
                <a:gd name="T33" fmla="*/ 175 h 1807"/>
                <a:gd name="T34" fmla="*/ 1383 w 1771"/>
                <a:gd name="T35" fmla="*/ 162 h 1807"/>
                <a:gd name="T36" fmla="*/ 1353 w 1771"/>
                <a:gd name="T37" fmla="*/ 141 h 1807"/>
                <a:gd name="T38" fmla="*/ 1321 w 1771"/>
                <a:gd name="T39" fmla="*/ 122 h 1807"/>
                <a:gd name="T40" fmla="*/ 1301 w 1771"/>
                <a:gd name="T41" fmla="*/ 111 h 1807"/>
                <a:gd name="T42" fmla="*/ 1263 w 1771"/>
                <a:gd name="T43" fmla="*/ 91 h 1807"/>
                <a:gd name="T44" fmla="*/ 1241 w 1771"/>
                <a:gd name="T45" fmla="*/ 81 h 1807"/>
                <a:gd name="T46" fmla="*/ 1208 w 1771"/>
                <a:gd name="T47" fmla="*/ 66 h 1807"/>
                <a:gd name="T48" fmla="*/ 1162 w 1771"/>
                <a:gd name="T49" fmla="*/ 49 h 1807"/>
                <a:gd name="T50" fmla="*/ 1120 w 1771"/>
                <a:gd name="T51" fmla="*/ 36 h 1807"/>
                <a:gd name="T52" fmla="*/ 1097 w 1771"/>
                <a:gd name="T53" fmla="*/ 30 h 1807"/>
                <a:gd name="T54" fmla="*/ 1061 w 1771"/>
                <a:gd name="T55" fmla="*/ 21 h 1807"/>
                <a:gd name="T56" fmla="*/ 1037 w 1771"/>
                <a:gd name="T57" fmla="*/ 16 h 1807"/>
                <a:gd name="T58" fmla="*/ 175 w 1771"/>
                <a:gd name="T59" fmla="*/ 323 h 1807"/>
                <a:gd name="T60" fmla="*/ 1304 w 1771"/>
                <a:gd name="T61" fmla="*/ 402 h 1807"/>
                <a:gd name="T62" fmla="*/ 1372 w 1771"/>
                <a:gd name="T63" fmla="*/ 1125 h 1807"/>
                <a:gd name="T64" fmla="*/ 590 w 1771"/>
                <a:gd name="T65" fmla="*/ 1394 h 1807"/>
                <a:gd name="T66" fmla="*/ 403 w 1771"/>
                <a:gd name="T67" fmla="*/ 1396 h 1807"/>
                <a:gd name="T68" fmla="*/ 400 w 1771"/>
                <a:gd name="T69" fmla="*/ 1396 h 1807"/>
                <a:gd name="T70" fmla="*/ 381 w 1771"/>
                <a:gd name="T71" fmla="*/ 1380 h 1807"/>
                <a:gd name="T72" fmla="*/ 380 w 1771"/>
                <a:gd name="T73" fmla="*/ 1371 h 1807"/>
                <a:gd name="T74" fmla="*/ 510 w 1771"/>
                <a:gd name="T75" fmla="*/ 732 h 1807"/>
                <a:gd name="T76" fmla="*/ 519 w 1771"/>
                <a:gd name="T77" fmla="*/ 716 h 1807"/>
                <a:gd name="T78" fmla="*/ 786 w 1771"/>
                <a:gd name="T79" fmla="*/ 705 h 1807"/>
                <a:gd name="T80" fmla="*/ 0 w 1771"/>
                <a:gd name="T81" fmla="*/ 1037 h 1807"/>
                <a:gd name="T82" fmla="*/ 1292 w 1771"/>
                <a:gd name="T83" fmla="*/ 1701 h 1807"/>
                <a:gd name="T84" fmla="*/ 1313 w 1771"/>
                <a:gd name="T85" fmla="*/ 1689 h 1807"/>
                <a:gd name="T86" fmla="*/ 1333 w 1771"/>
                <a:gd name="T87" fmla="*/ 1677 h 1807"/>
                <a:gd name="T88" fmla="*/ 1354 w 1771"/>
                <a:gd name="T89" fmla="*/ 1665 h 1807"/>
                <a:gd name="T90" fmla="*/ 1374 w 1771"/>
                <a:gd name="T91" fmla="*/ 1651 h 1807"/>
                <a:gd name="T92" fmla="*/ 1394 w 1771"/>
                <a:gd name="T93" fmla="*/ 1638 h 1807"/>
                <a:gd name="T94" fmla="*/ 1418 w 1771"/>
                <a:gd name="T95" fmla="*/ 1620 h 1807"/>
                <a:gd name="T96" fmla="*/ 1441 w 1771"/>
                <a:gd name="T97" fmla="*/ 1601 h 1807"/>
                <a:gd name="T98" fmla="*/ 1504 w 1771"/>
                <a:gd name="T99" fmla="*/ 1545 h 1807"/>
                <a:gd name="T100" fmla="*/ 1520 w 1771"/>
                <a:gd name="T101" fmla="*/ 1528 h 1807"/>
                <a:gd name="T102" fmla="*/ 1538 w 1771"/>
                <a:gd name="T103" fmla="*/ 1509 h 1807"/>
                <a:gd name="T104" fmla="*/ 1759 w 1771"/>
                <a:gd name="T105" fmla="*/ 1052 h 1807"/>
                <a:gd name="T106" fmla="*/ 1762 w 1771"/>
                <a:gd name="T107" fmla="*/ 1029 h 1807"/>
                <a:gd name="T108" fmla="*/ 1765 w 1771"/>
                <a:gd name="T109" fmla="*/ 1005 h 1807"/>
                <a:gd name="T110" fmla="*/ 1767 w 1771"/>
                <a:gd name="T111" fmla="*/ 986 h 1807"/>
                <a:gd name="T112" fmla="*/ 1769 w 1771"/>
                <a:gd name="T113" fmla="*/ 966 h 1807"/>
                <a:gd name="T114" fmla="*/ 1770 w 1771"/>
                <a:gd name="T115" fmla="*/ 947 h 1807"/>
                <a:gd name="T116" fmla="*/ 1771 w 1771"/>
                <a:gd name="T117" fmla="*/ 928 h 1807"/>
                <a:gd name="T118" fmla="*/ 1771 w 1771"/>
                <a:gd name="T119" fmla="*/ 908 h 1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71" h="1807">
                  <a:moveTo>
                    <a:pt x="1771" y="893"/>
                  </a:moveTo>
                  <a:cubicBezTo>
                    <a:pt x="1771" y="892"/>
                    <a:pt x="1771" y="892"/>
                    <a:pt x="1771" y="892"/>
                  </a:cubicBezTo>
                  <a:cubicBezTo>
                    <a:pt x="1771" y="887"/>
                    <a:pt x="1771" y="887"/>
                    <a:pt x="1771" y="887"/>
                  </a:cubicBezTo>
                  <a:cubicBezTo>
                    <a:pt x="1771" y="885"/>
                    <a:pt x="1771" y="885"/>
                    <a:pt x="1771" y="885"/>
                  </a:cubicBezTo>
                  <a:cubicBezTo>
                    <a:pt x="1771" y="881"/>
                    <a:pt x="1771" y="881"/>
                    <a:pt x="1771" y="881"/>
                  </a:cubicBezTo>
                  <a:cubicBezTo>
                    <a:pt x="1771" y="880"/>
                    <a:pt x="1771" y="880"/>
                    <a:pt x="1771" y="880"/>
                  </a:cubicBezTo>
                  <a:cubicBezTo>
                    <a:pt x="1771" y="875"/>
                    <a:pt x="1771" y="875"/>
                    <a:pt x="1771" y="875"/>
                  </a:cubicBezTo>
                  <a:cubicBezTo>
                    <a:pt x="1771" y="874"/>
                    <a:pt x="1771" y="874"/>
                    <a:pt x="1771" y="874"/>
                  </a:cubicBezTo>
                  <a:cubicBezTo>
                    <a:pt x="1771" y="870"/>
                    <a:pt x="1771" y="870"/>
                    <a:pt x="1771" y="870"/>
                  </a:cubicBezTo>
                  <a:cubicBezTo>
                    <a:pt x="1770" y="868"/>
                    <a:pt x="1770" y="868"/>
                    <a:pt x="1770" y="868"/>
                  </a:cubicBezTo>
                  <a:cubicBezTo>
                    <a:pt x="1770" y="864"/>
                    <a:pt x="1770" y="864"/>
                    <a:pt x="1770" y="864"/>
                  </a:cubicBezTo>
                  <a:cubicBezTo>
                    <a:pt x="1770" y="862"/>
                    <a:pt x="1770" y="862"/>
                    <a:pt x="1770" y="862"/>
                  </a:cubicBezTo>
                  <a:cubicBezTo>
                    <a:pt x="1770" y="859"/>
                    <a:pt x="1770" y="859"/>
                    <a:pt x="1770" y="859"/>
                  </a:cubicBezTo>
                  <a:cubicBezTo>
                    <a:pt x="1770" y="857"/>
                    <a:pt x="1770" y="857"/>
                    <a:pt x="1770" y="857"/>
                  </a:cubicBezTo>
                  <a:cubicBezTo>
                    <a:pt x="1770" y="852"/>
                    <a:pt x="1770" y="852"/>
                    <a:pt x="1770" y="852"/>
                  </a:cubicBezTo>
                  <a:cubicBezTo>
                    <a:pt x="1770" y="851"/>
                    <a:pt x="1770" y="851"/>
                    <a:pt x="1770" y="851"/>
                  </a:cubicBezTo>
                  <a:cubicBezTo>
                    <a:pt x="1769" y="847"/>
                    <a:pt x="1769" y="847"/>
                    <a:pt x="1769" y="847"/>
                  </a:cubicBezTo>
                  <a:cubicBezTo>
                    <a:pt x="1769" y="845"/>
                    <a:pt x="1769" y="845"/>
                    <a:pt x="1769" y="845"/>
                  </a:cubicBezTo>
                  <a:cubicBezTo>
                    <a:pt x="1769" y="841"/>
                    <a:pt x="1769" y="841"/>
                    <a:pt x="1769" y="841"/>
                  </a:cubicBezTo>
                  <a:cubicBezTo>
                    <a:pt x="1769" y="839"/>
                    <a:pt x="1769" y="839"/>
                    <a:pt x="1769" y="839"/>
                  </a:cubicBezTo>
                  <a:cubicBezTo>
                    <a:pt x="1769" y="836"/>
                    <a:pt x="1769" y="836"/>
                    <a:pt x="1769" y="836"/>
                  </a:cubicBezTo>
                  <a:cubicBezTo>
                    <a:pt x="1768" y="834"/>
                    <a:pt x="1768" y="834"/>
                    <a:pt x="1768" y="834"/>
                  </a:cubicBezTo>
                  <a:cubicBezTo>
                    <a:pt x="1768" y="830"/>
                    <a:pt x="1768" y="830"/>
                    <a:pt x="1768" y="830"/>
                  </a:cubicBezTo>
                  <a:cubicBezTo>
                    <a:pt x="1768" y="828"/>
                    <a:pt x="1768" y="828"/>
                    <a:pt x="1768" y="828"/>
                  </a:cubicBezTo>
                  <a:cubicBezTo>
                    <a:pt x="1768" y="824"/>
                    <a:pt x="1768" y="824"/>
                    <a:pt x="1768" y="824"/>
                  </a:cubicBezTo>
                  <a:cubicBezTo>
                    <a:pt x="1768" y="822"/>
                    <a:pt x="1768" y="822"/>
                    <a:pt x="1768" y="822"/>
                  </a:cubicBezTo>
                  <a:cubicBezTo>
                    <a:pt x="1767" y="819"/>
                    <a:pt x="1767" y="819"/>
                    <a:pt x="1767" y="819"/>
                  </a:cubicBezTo>
                  <a:cubicBezTo>
                    <a:pt x="1767" y="816"/>
                    <a:pt x="1767" y="816"/>
                    <a:pt x="1767" y="816"/>
                  </a:cubicBezTo>
                  <a:cubicBezTo>
                    <a:pt x="1767" y="813"/>
                    <a:pt x="1767" y="813"/>
                    <a:pt x="1767" y="813"/>
                  </a:cubicBezTo>
                  <a:cubicBezTo>
                    <a:pt x="1766" y="810"/>
                    <a:pt x="1766" y="810"/>
                    <a:pt x="1766" y="810"/>
                  </a:cubicBezTo>
                  <a:cubicBezTo>
                    <a:pt x="1766" y="808"/>
                    <a:pt x="1766" y="808"/>
                    <a:pt x="1766" y="808"/>
                  </a:cubicBezTo>
                  <a:cubicBezTo>
                    <a:pt x="1765" y="799"/>
                    <a:pt x="1765" y="799"/>
                    <a:pt x="1765" y="799"/>
                  </a:cubicBezTo>
                  <a:cubicBezTo>
                    <a:pt x="1765" y="797"/>
                    <a:pt x="1765" y="797"/>
                    <a:pt x="1765" y="797"/>
                  </a:cubicBezTo>
                  <a:cubicBezTo>
                    <a:pt x="1765" y="794"/>
                    <a:pt x="1765" y="794"/>
                    <a:pt x="1765" y="794"/>
                  </a:cubicBezTo>
                  <a:cubicBezTo>
                    <a:pt x="1764" y="793"/>
                    <a:pt x="1764" y="793"/>
                    <a:pt x="1764" y="793"/>
                  </a:cubicBezTo>
                  <a:cubicBezTo>
                    <a:pt x="1764" y="787"/>
                    <a:pt x="1764" y="787"/>
                    <a:pt x="1764" y="787"/>
                  </a:cubicBezTo>
                  <a:cubicBezTo>
                    <a:pt x="1763" y="786"/>
                    <a:pt x="1763" y="786"/>
                    <a:pt x="1763" y="786"/>
                  </a:cubicBezTo>
                  <a:cubicBezTo>
                    <a:pt x="1763" y="783"/>
                    <a:pt x="1763" y="783"/>
                    <a:pt x="1763" y="783"/>
                  </a:cubicBezTo>
                  <a:cubicBezTo>
                    <a:pt x="1763" y="782"/>
                    <a:pt x="1763" y="782"/>
                    <a:pt x="1763" y="782"/>
                  </a:cubicBezTo>
                  <a:cubicBezTo>
                    <a:pt x="1762" y="775"/>
                    <a:pt x="1762" y="775"/>
                    <a:pt x="1762" y="775"/>
                  </a:cubicBezTo>
                  <a:cubicBezTo>
                    <a:pt x="1762" y="774"/>
                    <a:pt x="1762" y="774"/>
                    <a:pt x="1762" y="774"/>
                  </a:cubicBezTo>
                  <a:cubicBezTo>
                    <a:pt x="1761" y="771"/>
                    <a:pt x="1761" y="771"/>
                    <a:pt x="1761" y="771"/>
                  </a:cubicBezTo>
                  <a:cubicBezTo>
                    <a:pt x="1761" y="770"/>
                    <a:pt x="1761" y="770"/>
                    <a:pt x="1761" y="770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0"/>
                    <a:pt x="1760" y="760"/>
                    <a:pt x="1760" y="760"/>
                  </a:cubicBezTo>
                  <a:cubicBezTo>
                    <a:pt x="1760" y="759"/>
                    <a:pt x="1760" y="759"/>
                    <a:pt x="1760" y="759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4" y="728"/>
                    <a:pt x="1750" y="708"/>
                    <a:pt x="1745" y="688"/>
                  </a:cubicBezTo>
                  <a:cubicBezTo>
                    <a:pt x="1745" y="688"/>
                    <a:pt x="1745" y="688"/>
                    <a:pt x="1745" y="688"/>
                  </a:cubicBezTo>
                  <a:cubicBezTo>
                    <a:pt x="1743" y="677"/>
                    <a:pt x="1743" y="677"/>
                    <a:pt x="1743" y="677"/>
                  </a:cubicBezTo>
                  <a:cubicBezTo>
                    <a:pt x="1742" y="677"/>
                    <a:pt x="1742" y="677"/>
                    <a:pt x="1742" y="677"/>
                  </a:cubicBezTo>
                  <a:cubicBezTo>
                    <a:pt x="1740" y="667"/>
                    <a:pt x="1740" y="667"/>
                    <a:pt x="1740" y="667"/>
                  </a:cubicBezTo>
                  <a:cubicBezTo>
                    <a:pt x="1739" y="665"/>
                    <a:pt x="1739" y="665"/>
                    <a:pt x="1739" y="665"/>
                  </a:cubicBezTo>
                  <a:cubicBezTo>
                    <a:pt x="1739" y="663"/>
                    <a:pt x="1739" y="663"/>
                    <a:pt x="1739" y="663"/>
                  </a:cubicBezTo>
                  <a:cubicBezTo>
                    <a:pt x="1738" y="661"/>
                    <a:pt x="1738" y="661"/>
                    <a:pt x="1738" y="661"/>
                  </a:cubicBezTo>
                  <a:cubicBezTo>
                    <a:pt x="1737" y="657"/>
                    <a:pt x="1737" y="657"/>
                    <a:pt x="1737" y="657"/>
                  </a:cubicBezTo>
                  <a:cubicBezTo>
                    <a:pt x="1736" y="654"/>
                    <a:pt x="1736" y="654"/>
                    <a:pt x="1736" y="654"/>
                  </a:cubicBezTo>
                  <a:cubicBezTo>
                    <a:pt x="1736" y="652"/>
                    <a:pt x="1736" y="652"/>
                    <a:pt x="1736" y="652"/>
                  </a:cubicBezTo>
                  <a:cubicBezTo>
                    <a:pt x="1735" y="650"/>
                    <a:pt x="1735" y="650"/>
                    <a:pt x="1735" y="650"/>
                  </a:cubicBezTo>
                  <a:cubicBezTo>
                    <a:pt x="1734" y="646"/>
                    <a:pt x="1734" y="646"/>
                    <a:pt x="1734" y="646"/>
                  </a:cubicBezTo>
                  <a:cubicBezTo>
                    <a:pt x="1733" y="643"/>
                    <a:pt x="1733" y="643"/>
                    <a:pt x="1733" y="643"/>
                  </a:cubicBezTo>
                  <a:cubicBezTo>
                    <a:pt x="1732" y="642"/>
                    <a:pt x="1732" y="642"/>
                    <a:pt x="1732" y="642"/>
                  </a:cubicBezTo>
                  <a:cubicBezTo>
                    <a:pt x="1732" y="638"/>
                    <a:pt x="1732" y="638"/>
                    <a:pt x="1732" y="638"/>
                  </a:cubicBezTo>
                  <a:cubicBezTo>
                    <a:pt x="1731" y="637"/>
                    <a:pt x="1731" y="637"/>
                    <a:pt x="1731" y="637"/>
                  </a:cubicBezTo>
                  <a:cubicBezTo>
                    <a:pt x="1730" y="633"/>
                    <a:pt x="1730" y="633"/>
                    <a:pt x="1730" y="633"/>
                  </a:cubicBezTo>
                  <a:cubicBezTo>
                    <a:pt x="1729" y="631"/>
                    <a:pt x="1729" y="631"/>
                    <a:pt x="1729" y="631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19" y="599"/>
                    <a:pt x="1710" y="577"/>
                    <a:pt x="1701" y="555"/>
                  </a:cubicBezTo>
                  <a:cubicBezTo>
                    <a:pt x="1696" y="543"/>
                    <a:pt x="1691" y="530"/>
                    <a:pt x="1685" y="518"/>
                  </a:cubicBezTo>
                  <a:cubicBezTo>
                    <a:pt x="1672" y="491"/>
                    <a:pt x="1658" y="465"/>
                    <a:pt x="1643" y="440"/>
                  </a:cubicBezTo>
                  <a:cubicBezTo>
                    <a:pt x="1640" y="435"/>
                    <a:pt x="1640" y="435"/>
                    <a:pt x="1640" y="435"/>
                  </a:cubicBezTo>
                  <a:cubicBezTo>
                    <a:pt x="1640" y="434"/>
                    <a:pt x="1640" y="434"/>
                    <a:pt x="1640" y="434"/>
                  </a:cubicBezTo>
                  <a:cubicBezTo>
                    <a:pt x="1625" y="410"/>
                    <a:pt x="1609" y="387"/>
                    <a:pt x="1593" y="365"/>
                  </a:cubicBezTo>
                  <a:cubicBezTo>
                    <a:pt x="1593" y="364"/>
                    <a:pt x="1593" y="364"/>
                    <a:pt x="1593" y="364"/>
                  </a:cubicBezTo>
                  <a:cubicBezTo>
                    <a:pt x="1589" y="360"/>
                    <a:pt x="1589" y="360"/>
                    <a:pt x="1589" y="360"/>
                  </a:cubicBezTo>
                  <a:cubicBezTo>
                    <a:pt x="1589" y="359"/>
                    <a:pt x="1589" y="359"/>
                    <a:pt x="1589" y="359"/>
                  </a:cubicBezTo>
                  <a:cubicBezTo>
                    <a:pt x="1586" y="355"/>
                    <a:pt x="1586" y="355"/>
                    <a:pt x="1586" y="355"/>
                  </a:cubicBezTo>
                  <a:cubicBezTo>
                    <a:pt x="1585" y="355"/>
                    <a:pt x="1585" y="355"/>
                    <a:pt x="1585" y="355"/>
                  </a:cubicBezTo>
                  <a:cubicBezTo>
                    <a:pt x="1582" y="351"/>
                    <a:pt x="1582" y="351"/>
                    <a:pt x="1582" y="351"/>
                  </a:cubicBezTo>
                  <a:cubicBezTo>
                    <a:pt x="1582" y="350"/>
                    <a:pt x="1582" y="350"/>
                    <a:pt x="1582" y="350"/>
                  </a:cubicBezTo>
                  <a:cubicBezTo>
                    <a:pt x="1578" y="346"/>
                    <a:pt x="1578" y="346"/>
                    <a:pt x="1578" y="346"/>
                  </a:cubicBezTo>
                  <a:cubicBezTo>
                    <a:pt x="1578" y="345"/>
                    <a:pt x="1578" y="345"/>
                    <a:pt x="1578" y="345"/>
                  </a:cubicBezTo>
                  <a:cubicBezTo>
                    <a:pt x="1572" y="338"/>
                    <a:pt x="1566" y="330"/>
                    <a:pt x="1559" y="322"/>
                  </a:cubicBezTo>
                  <a:cubicBezTo>
                    <a:pt x="1559" y="322"/>
                    <a:pt x="1559" y="322"/>
                    <a:pt x="1559" y="322"/>
                  </a:cubicBezTo>
                  <a:cubicBezTo>
                    <a:pt x="1555" y="318"/>
                    <a:pt x="1555" y="318"/>
                    <a:pt x="1555" y="318"/>
                  </a:cubicBezTo>
                  <a:cubicBezTo>
                    <a:pt x="1555" y="317"/>
                    <a:pt x="1555" y="317"/>
                    <a:pt x="1555" y="317"/>
                  </a:cubicBezTo>
                  <a:cubicBezTo>
                    <a:pt x="1552" y="313"/>
                    <a:pt x="1552" y="313"/>
                    <a:pt x="1552" y="313"/>
                  </a:cubicBezTo>
                  <a:cubicBezTo>
                    <a:pt x="1551" y="313"/>
                    <a:pt x="1551" y="313"/>
                    <a:pt x="1551" y="313"/>
                  </a:cubicBezTo>
                  <a:cubicBezTo>
                    <a:pt x="1548" y="309"/>
                    <a:pt x="1548" y="309"/>
                    <a:pt x="1548" y="309"/>
                  </a:cubicBezTo>
                  <a:cubicBezTo>
                    <a:pt x="1547" y="308"/>
                    <a:pt x="1547" y="308"/>
                    <a:pt x="1547" y="308"/>
                  </a:cubicBezTo>
                  <a:cubicBezTo>
                    <a:pt x="1544" y="304"/>
                    <a:pt x="1544" y="304"/>
                    <a:pt x="1544" y="304"/>
                  </a:cubicBezTo>
                  <a:cubicBezTo>
                    <a:pt x="1543" y="304"/>
                    <a:pt x="1543" y="304"/>
                    <a:pt x="1543" y="304"/>
                  </a:cubicBezTo>
                  <a:cubicBezTo>
                    <a:pt x="1537" y="297"/>
                    <a:pt x="1530" y="289"/>
                    <a:pt x="1523" y="282"/>
                  </a:cubicBezTo>
                  <a:cubicBezTo>
                    <a:pt x="1523" y="282"/>
                    <a:pt x="1523" y="282"/>
                    <a:pt x="1523" y="282"/>
                  </a:cubicBezTo>
                  <a:cubicBezTo>
                    <a:pt x="1519" y="278"/>
                    <a:pt x="1519" y="278"/>
                    <a:pt x="1519" y="278"/>
                  </a:cubicBezTo>
                  <a:cubicBezTo>
                    <a:pt x="1519" y="277"/>
                    <a:pt x="1519" y="277"/>
                    <a:pt x="1519" y="277"/>
                  </a:cubicBezTo>
                  <a:cubicBezTo>
                    <a:pt x="1515" y="274"/>
                    <a:pt x="1515" y="274"/>
                    <a:pt x="1515" y="274"/>
                  </a:cubicBezTo>
                  <a:cubicBezTo>
                    <a:pt x="1515" y="273"/>
                    <a:pt x="1515" y="273"/>
                    <a:pt x="1515" y="273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510" y="269"/>
                    <a:pt x="1510" y="269"/>
                    <a:pt x="1510" y="269"/>
                  </a:cubicBezTo>
                  <a:cubicBezTo>
                    <a:pt x="1507" y="265"/>
                    <a:pt x="1507" y="265"/>
                    <a:pt x="1507" y="265"/>
                  </a:cubicBezTo>
                  <a:cubicBezTo>
                    <a:pt x="1506" y="265"/>
                    <a:pt x="1506" y="265"/>
                    <a:pt x="1506" y="265"/>
                  </a:cubicBezTo>
                  <a:cubicBezTo>
                    <a:pt x="1499" y="258"/>
                    <a:pt x="1492" y="251"/>
                    <a:pt x="1485" y="244"/>
                  </a:cubicBezTo>
                  <a:cubicBezTo>
                    <a:pt x="1485" y="244"/>
                    <a:pt x="1485" y="244"/>
                    <a:pt x="1485" y="244"/>
                  </a:cubicBezTo>
                  <a:cubicBezTo>
                    <a:pt x="1481" y="240"/>
                    <a:pt x="1481" y="240"/>
                    <a:pt x="1481" y="240"/>
                  </a:cubicBezTo>
                  <a:cubicBezTo>
                    <a:pt x="1480" y="239"/>
                    <a:pt x="1480" y="239"/>
                    <a:pt x="1480" y="239"/>
                  </a:cubicBezTo>
                  <a:cubicBezTo>
                    <a:pt x="1477" y="236"/>
                    <a:pt x="1477" y="236"/>
                    <a:pt x="1477" y="236"/>
                  </a:cubicBezTo>
                  <a:cubicBezTo>
                    <a:pt x="1476" y="235"/>
                    <a:pt x="1476" y="235"/>
                    <a:pt x="1476" y="235"/>
                  </a:cubicBezTo>
                  <a:cubicBezTo>
                    <a:pt x="1472" y="232"/>
                    <a:pt x="1472" y="232"/>
                    <a:pt x="1472" y="232"/>
                  </a:cubicBezTo>
                  <a:cubicBezTo>
                    <a:pt x="1471" y="232"/>
                    <a:pt x="1471" y="232"/>
                    <a:pt x="1471" y="232"/>
                  </a:cubicBezTo>
                  <a:cubicBezTo>
                    <a:pt x="1468" y="228"/>
                    <a:pt x="1468" y="228"/>
                    <a:pt x="1468" y="228"/>
                  </a:cubicBezTo>
                  <a:cubicBezTo>
                    <a:pt x="1467" y="228"/>
                    <a:pt x="1467" y="228"/>
                    <a:pt x="1467" y="228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5" y="209"/>
                    <a:pt x="1445" y="209"/>
                    <a:pt x="1445" y="209"/>
                  </a:cubicBezTo>
                  <a:cubicBezTo>
                    <a:pt x="1444" y="208"/>
                    <a:pt x="1444" y="208"/>
                    <a:pt x="1444" y="208"/>
                  </a:cubicBezTo>
                  <a:cubicBezTo>
                    <a:pt x="1440" y="205"/>
                    <a:pt x="1440" y="205"/>
                    <a:pt x="1440" y="205"/>
                  </a:cubicBezTo>
                  <a:cubicBezTo>
                    <a:pt x="1439" y="204"/>
                    <a:pt x="1439" y="204"/>
                    <a:pt x="1439" y="204"/>
                  </a:cubicBezTo>
                  <a:cubicBezTo>
                    <a:pt x="1436" y="201"/>
                    <a:pt x="1436" y="201"/>
                    <a:pt x="1436" y="201"/>
                  </a:cubicBezTo>
                  <a:cubicBezTo>
                    <a:pt x="1435" y="200"/>
                    <a:pt x="1435" y="200"/>
                    <a:pt x="1435" y="200"/>
                  </a:cubicBezTo>
                  <a:cubicBezTo>
                    <a:pt x="1431" y="197"/>
                    <a:pt x="1431" y="197"/>
                    <a:pt x="1431" y="197"/>
                  </a:cubicBezTo>
                  <a:cubicBezTo>
                    <a:pt x="1430" y="197"/>
                    <a:pt x="1430" y="197"/>
                    <a:pt x="1430" y="197"/>
                  </a:cubicBezTo>
                  <a:cubicBezTo>
                    <a:pt x="1426" y="194"/>
                    <a:pt x="1426" y="194"/>
                    <a:pt x="1426" y="194"/>
                  </a:cubicBezTo>
                  <a:cubicBezTo>
                    <a:pt x="1425" y="193"/>
                    <a:pt x="1425" y="193"/>
                    <a:pt x="1425" y="193"/>
                  </a:cubicBezTo>
                  <a:cubicBezTo>
                    <a:pt x="1421" y="190"/>
                    <a:pt x="1421" y="190"/>
                    <a:pt x="1421" y="190"/>
                  </a:cubicBezTo>
                  <a:cubicBezTo>
                    <a:pt x="1421" y="189"/>
                    <a:pt x="1421" y="189"/>
                    <a:pt x="1421" y="189"/>
                  </a:cubicBezTo>
                  <a:cubicBezTo>
                    <a:pt x="1407" y="179"/>
                    <a:pt x="1407" y="179"/>
                    <a:pt x="1407" y="179"/>
                  </a:cubicBezTo>
                  <a:cubicBezTo>
                    <a:pt x="1406" y="178"/>
                    <a:pt x="1406" y="178"/>
                    <a:pt x="1406" y="178"/>
                  </a:cubicBezTo>
                  <a:cubicBezTo>
                    <a:pt x="1402" y="175"/>
                    <a:pt x="1402" y="175"/>
                    <a:pt x="1402" y="175"/>
                  </a:cubicBezTo>
                  <a:cubicBezTo>
                    <a:pt x="1401" y="174"/>
                    <a:pt x="1401" y="174"/>
                    <a:pt x="1401" y="174"/>
                  </a:cubicBezTo>
                  <a:cubicBezTo>
                    <a:pt x="1398" y="172"/>
                    <a:pt x="1398" y="172"/>
                    <a:pt x="1398" y="172"/>
                  </a:cubicBezTo>
                  <a:cubicBezTo>
                    <a:pt x="1396" y="171"/>
                    <a:pt x="1396" y="171"/>
                    <a:pt x="1396" y="171"/>
                  </a:cubicBezTo>
                  <a:cubicBezTo>
                    <a:pt x="1393" y="169"/>
                    <a:pt x="1393" y="169"/>
                    <a:pt x="1393" y="169"/>
                  </a:cubicBezTo>
                  <a:cubicBezTo>
                    <a:pt x="1391" y="167"/>
                    <a:pt x="1391" y="167"/>
                    <a:pt x="1391" y="167"/>
                  </a:cubicBezTo>
                  <a:cubicBezTo>
                    <a:pt x="1388" y="165"/>
                    <a:pt x="1388" y="165"/>
                    <a:pt x="1388" y="165"/>
                  </a:cubicBezTo>
                  <a:cubicBezTo>
                    <a:pt x="1387" y="164"/>
                    <a:pt x="1387" y="164"/>
                    <a:pt x="1387" y="164"/>
                  </a:cubicBezTo>
                  <a:cubicBezTo>
                    <a:pt x="1383" y="162"/>
                    <a:pt x="1383" y="162"/>
                    <a:pt x="1383" y="162"/>
                  </a:cubicBezTo>
                  <a:cubicBezTo>
                    <a:pt x="1382" y="161"/>
                    <a:pt x="1382" y="161"/>
                    <a:pt x="1382" y="161"/>
                  </a:cubicBezTo>
                  <a:cubicBezTo>
                    <a:pt x="1378" y="158"/>
                    <a:pt x="1378" y="158"/>
                    <a:pt x="1378" y="158"/>
                  </a:cubicBezTo>
                  <a:cubicBezTo>
                    <a:pt x="1377" y="158"/>
                    <a:pt x="1377" y="158"/>
                    <a:pt x="1377" y="158"/>
                  </a:cubicBezTo>
                  <a:cubicBezTo>
                    <a:pt x="1363" y="148"/>
                    <a:pt x="1363" y="148"/>
                    <a:pt x="1363" y="148"/>
                  </a:cubicBezTo>
                  <a:cubicBezTo>
                    <a:pt x="1362" y="147"/>
                    <a:pt x="1362" y="147"/>
                    <a:pt x="1362" y="147"/>
                  </a:cubicBezTo>
                  <a:cubicBezTo>
                    <a:pt x="1358" y="145"/>
                    <a:pt x="1358" y="145"/>
                    <a:pt x="1358" y="145"/>
                  </a:cubicBezTo>
                  <a:cubicBezTo>
                    <a:pt x="1356" y="144"/>
                    <a:pt x="1356" y="144"/>
                    <a:pt x="1356" y="144"/>
                  </a:cubicBezTo>
                  <a:cubicBezTo>
                    <a:pt x="1353" y="141"/>
                    <a:pt x="1353" y="141"/>
                    <a:pt x="1353" y="141"/>
                  </a:cubicBezTo>
                  <a:cubicBezTo>
                    <a:pt x="1352" y="141"/>
                    <a:pt x="1352" y="141"/>
                    <a:pt x="1352" y="141"/>
                  </a:cubicBezTo>
                  <a:cubicBezTo>
                    <a:pt x="1348" y="138"/>
                    <a:pt x="1348" y="138"/>
                    <a:pt x="1348" y="138"/>
                  </a:cubicBezTo>
                  <a:cubicBezTo>
                    <a:pt x="1347" y="138"/>
                    <a:pt x="1347" y="138"/>
                    <a:pt x="1347" y="138"/>
                  </a:cubicBezTo>
                  <a:cubicBezTo>
                    <a:pt x="1343" y="135"/>
                    <a:pt x="1343" y="135"/>
                    <a:pt x="1343" y="135"/>
                  </a:cubicBezTo>
                  <a:cubicBezTo>
                    <a:pt x="1342" y="134"/>
                    <a:pt x="1342" y="134"/>
                    <a:pt x="1342" y="134"/>
                  </a:cubicBezTo>
                  <a:cubicBezTo>
                    <a:pt x="1338" y="132"/>
                    <a:pt x="1338" y="132"/>
                    <a:pt x="1338" y="132"/>
                  </a:cubicBezTo>
                  <a:cubicBezTo>
                    <a:pt x="1337" y="131"/>
                    <a:pt x="1337" y="131"/>
                    <a:pt x="1337" y="131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16" y="119"/>
                    <a:pt x="1316" y="119"/>
                    <a:pt x="1316" y="119"/>
                  </a:cubicBezTo>
                  <a:cubicBezTo>
                    <a:pt x="1315" y="119"/>
                    <a:pt x="1315" y="119"/>
                    <a:pt x="1315" y="119"/>
                  </a:cubicBezTo>
                  <a:cubicBezTo>
                    <a:pt x="1311" y="116"/>
                    <a:pt x="1311" y="116"/>
                    <a:pt x="1311" y="116"/>
                  </a:cubicBezTo>
                  <a:cubicBezTo>
                    <a:pt x="1310" y="116"/>
                    <a:pt x="1310" y="116"/>
                    <a:pt x="1310" y="116"/>
                  </a:cubicBezTo>
                  <a:cubicBezTo>
                    <a:pt x="1306" y="114"/>
                    <a:pt x="1306" y="114"/>
                    <a:pt x="1306" y="114"/>
                  </a:cubicBezTo>
                  <a:cubicBezTo>
                    <a:pt x="1305" y="113"/>
                    <a:pt x="1305" y="113"/>
                    <a:pt x="1305" y="113"/>
                  </a:cubicBezTo>
                  <a:cubicBezTo>
                    <a:pt x="1301" y="111"/>
                    <a:pt x="1301" y="111"/>
                    <a:pt x="1301" y="111"/>
                  </a:cubicBezTo>
                  <a:cubicBezTo>
                    <a:pt x="1300" y="110"/>
                    <a:pt x="1300" y="110"/>
                    <a:pt x="1300" y="110"/>
                  </a:cubicBezTo>
                  <a:cubicBezTo>
                    <a:pt x="1296" y="108"/>
                    <a:pt x="1296" y="108"/>
                    <a:pt x="1296" y="108"/>
                  </a:cubicBezTo>
                  <a:cubicBezTo>
                    <a:pt x="1295" y="107"/>
                    <a:pt x="1295" y="107"/>
                    <a:pt x="1295" y="107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89" y="105"/>
                    <a:pt x="1289" y="105"/>
                    <a:pt x="1289" y="105"/>
                  </a:cubicBezTo>
                  <a:cubicBezTo>
                    <a:pt x="1282" y="101"/>
                    <a:pt x="1275" y="97"/>
                    <a:pt x="1268" y="94"/>
                  </a:cubicBezTo>
                  <a:cubicBezTo>
                    <a:pt x="1267" y="93"/>
                    <a:pt x="1267" y="93"/>
                    <a:pt x="1267" y="93"/>
                  </a:cubicBezTo>
                  <a:cubicBezTo>
                    <a:pt x="1263" y="91"/>
                    <a:pt x="1263" y="91"/>
                    <a:pt x="1263" y="91"/>
                  </a:cubicBezTo>
                  <a:cubicBezTo>
                    <a:pt x="1262" y="91"/>
                    <a:pt x="1262" y="91"/>
                    <a:pt x="1262" y="91"/>
                  </a:cubicBezTo>
                  <a:cubicBezTo>
                    <a:pt x="1258" y="89"/>
                    <a:pt x="1258" y="89"/>
                    <a:pt x="1258" y="89"/>
                  </a:cubicBezTo>
                  <a:cubicBezTo>
                    <a:pt x="1256" y="88"/>
                    <a:pt x="1256" y="88"/>
                    <a:pt x="1256" y="88"/>
                  </a:cubicBezTo>
                  <a:cubicBezTo>
                    <a:pt x="1252" y="86"/>
                    <a:pt x="1252" y="86"/>
                    <a:pt x="1252" y="86"/>
                  </a:cubicBezTo>
                  <a:cubicBezTo>
                    <a:pt x="1251" y="86"/>
                    <a:pt x="1251" y="86"/>
                    <a:pt x="1251" y="86"/>
                  </a:cubicBezTo>
                  <a:cubicBezTo>
                    <a:pt x="1247" y="83"/>
                    <a:pt x="1247" y="83"/>
                    <a:pt x="1247" y="83"/>
                  </a:cubicBezTo>
                  <a:cubicBezTo>
                    <a:pt x="1246" y="83"/>
                    <a:pt x="1246" y="83"/>
                    <a:pt x="1246" y="83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35" y="78"/>
                    <a:pt x="1229" y="76"/>
                    <a:pt x="1224" y="73"/>
                  </a:cubicBezTo>
                  <a:cubicBezTo>
                    <a:pt x="1224" y="73"/>
                    <a:pt x="1224" y="73"/>
                    <a:pt x="1224" y="73"/>
                  </a:cubicBezTo>
                  <a:cubicBezTo>
                    <a:pt x="1219" y="71"/>
                    <a:pt x="1219" y="71"/>
                    <a:pt x="1219" y="71"/>
                  </a:cubicBezTo>
                  <a:cubicBezTo>
                    <a:pt x="1218" y="71"/>
                    <a:pt x="1218" y="71"/>
                    <a:pt x="1218" y="71"/>
                  </a:cubicBezTo>
                  <a:cubicBezTo>
                    <a:pt x="1213" y="69"/>
                    <a:pt x="1213" y="69"/>
                    <a:pt x="1213" y="69"/>
                  </a:cubicBezTo>
                  <a:cubicBezTo>
                    <a:pt x="1212" y="68"/>
                    <a:pt x="1212" y="68"/>
                    <a:pt x="1212" y="68"/>
                  </a:cubicBezTo>
                  <a:cubicBezTo>
                    <a:pt x="1208" y="66"/>
                    <a:pt x="1208" y="66"/>
                    <a:pt x="1208" y="66"/>
                  </a:cubicBezTo>
                  <a:cubicBezTo>
                    <a:pt x="1207" y="66"/>
                    <a:pt x="1207" y="66"/>
                    <a:pt x="1207" y="66"/>
                  </a:cubicBezTo>
                  <a:cubicBezTo>
                    <a:pt x="1202" y="64"/>
                    <a:pt x="1202" y="64"/>
                    <a:pt x="1202" y="64"/>
                  </a:cubicBezTo>
                  <a:cubicBezTo>
                    <a:pt x="1201" y="64"/>
                    <a:pt x="1201" y="64"/>
                    <a:pt x="1201" y="64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86" y="58"/>
                    <a:pt x="1177" y="55"/>
                    <a:pt x="1167" y="51"/>
                  </a:cubicBezTo>
                  <a:cubicBezTo>
                    <a:pt x="1166" y="51"/>
                    <a:pt x="1166" y="51"/>
                    <a:pt x="1166" y="51"/>
                  </a:cubicBezTo>
                  <a:cubicBezTo>
                    <a:pt x="1162" y="49"/>
                    <a:pt x="1162" y="49"/>
                    <a:pt x="1162" y="49"/>
                  </a:cubicBezTo>
                  <a:cubicBezTo>
                    <a:pt x="1161" y="49"/>
                    <a:pt x="1161" y="49"/>
                    <a:pt x="1161" y="49"/>
                  </a:cubicBezTo>
                  <a:cubicBezTo>
                    <a:pt x="1156" y="47"/>
                    <a:pt x="1156" y="47"/>
                    <a:pt x="1156" y="47"/>
                  </a:cubicBezTo>
                  <a:cubicBezTo>
                    <a:pt x="1155" y="47"/>
                    <a:pt x="1155" y="47"/>
                    <a:pt x="1155" y="47"/>
                  </a:cubicBezTo>
                  <a:cubicBezTo>
                    <a:pt x="1150" y="45"/>
                    <a:pt x="1150" y="45"/>
                    <a:pt x="1150" y="45"/>
                  </a:cubicBezTo>
                  <a:cubicBezTo>
                    <a:pt x="1149" y="45"/>
                    <a:pt x="1149" y="45"/>
                    <a:pt x="1149" y="45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36" y="41"/>
                    <a:pt x="1128" y="38"/>
                    <a:pt x="1120" y="36"/>
                  </a:cubicBezTo>
                  <a:cubicBezTo>
                    <a:pt x="1120" y="36"/>
                    <a:pt x="1120" y="36"/>
                    <a:pt x="1120" y="36"/>
                  </a:cubicBezTo>
                  <a:cubicBezTo>
                    <a:pt x="1115" y="35"/>
                    <a:pt x="1115" y="35"/>
                    <a:pt x="1115" y="35"/>
                  </a:cubicBezTo>
                  <a:cubicBezTo>
                    <a:pt x="1114" y="34"/>
                    <a:pt x="1114" y="34"/>
                    <a:pt x="1114" y="34"/>
                  </a:cubicBezTo>
                  <a:cubicBezTo>
                    <a:pt x="1109" y="33"/>
                    <a:pt x="1109" y="33"/>
                    <a:pt x="1109" y="33"/>
                  </a:cubicBezTo>
                  <a:cubicBezTo>
                    <a:pt x="1108" y="33"/>
                    <a:pt x="1108" y="33"/>
                    <a:pt x="1108" y="33"/>
                  </a:cubicBezTo>
                  <a:cubicBezTo>
                    <a:pt x="1103" y="31"/>
                    <a:pt x="1103" y="31"/>
                    <a:pt x="1103" y="31"/>
                  </a:cubicBezTo>
                  <a:cubicBezTo>
                    <a:pt x="1102" y="31"/>
                    <a:pt x="1102" y="31"/>
                    <a:pt x="1102" y="31"/>
                  </a:cubicBezTo>
                  <a:cubicBezTo>
                    <a:pt x="1097" y="30"/>
                    <a:pt x="1097" y="30"/>
                    <a:pt x="1097" y="30"/>
                  </a:cubicBezTo>
                  <a:cubicBezTo>
                    <a:pt x="1096" y="29"/>
                    <a:pt x="1096" y="29"/>
                    <a:pt x="1096" y="29"/>
                  </a:cubicBezTo>
                  <a:cubicBezTo>
                    <a:pt x="1091" y="28"/>
                    <a:pt x="1091" y="28"/>
                    <a:pt x="1091" y="28"/>
                  </a:cubicBezTo>
                  <a:cubicBezTo>
                    <a:pt x="1090" y="28"/>
                    <a:pt x="1090" y="28"/>
                    <a:pt x="1090" y="28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79" y="25"/>
                    <a:pt x="1073" y="24"/>
                    <a:pt x="1067" y="22"/>
                  </a:cubicBezTo>
                  <a:cubicBezTo>
                    <a:pt x="1066" y="22"/>
                    <a:pt x="1066" y="22"/>
                    <a:pt x="1066" y="22"/>
                  </a:cubicBezTo>
                  <a:cubicBezTo>
                    <a:pt x="1061" y="21"/>
                    <a:pt x="1061" y="21"/>
                    <a:pt x="1061" y="21"/>
                  </a:cubicBezTo>
                  <a:cubicBezTo>
                    <a:pt x="1059" y="21"/>
                    <a:pt x="1059" y="21"/>
                    <a:pt x="1059" y="21"/>
                  </a:cubicBezTo>
                  <a:cubicBezTo>
                    <a:pt x="1055" y="20"/>
                    <a:pt x="1055" y="20"/>
                    <a:pt x="1055" y="20"/>
                  </a:cubicBezTo>
                  <a:cubicBezTo>
                    <a:pt x="1053" y="19"/>
                    <a:pt x="1053" y="19"/>
                    <a:pt x="1053" y="19"/>
                  </a:cubicBezTo>
                  <a:cubicBezTo>
                    <a:pt x="1049" y="19"/>
                    <a:pt x="1049" y="19"/>
                    <a:pt x="1049" y="19"/>
                  </a:cubicBezTo>
                  <a:cubicBezTo>
                    <a:pt x="1047" y="18"/>
                    <a:pt x="1047" y="18"/>
                    <a:pt x="1047" y="18"/>
                  </a:cubicBezTo>
                  <a:cubicBezTo>
                    <a:pt x="1043" y="17"/>
                    <a:pt x="1043" y="17"/>
                    <a:pt x="1043" y="17"/>
                  </a:cubicBezTo>
                  <a:cubicBezTo>
                    <a:pt x="1041" y="17"/>
                    <a:pt x="1041" y="17"/>
                    <a:pt x="1041" y="17"/>
                  </a:cubicBezTo>
                  <a:cubicBezTo>
                    <a:pt x="1037" y="16"/>
                    <a:pt x="1037" y="16"/>
                    <a:pt x="1037" y="16"/>
                  </a:cubicBezTo>
                  <a:cubicBezTo>
                    <a:pt x="1035" y="16"/>
                    <a:pt x="1035" y="16"/>
                    <a:pt x="1035" y="16"/>
                  </a:cubicBezTo>
                  <a:cubicBezTo>
                    <a:pt x="1031" y="15"/>
                    <a:pt x="1031" y="15"/>
                    <a:pt x="1031" y="15"/>
                  </a:cubicBezTo>
                  <a:cubicBezTo>
                    <a:pt x="1030" y="15"/>
                    <a:pt x="1030" y="15"/>
                    <a:pt x="1030" y="15"/>
                  </a:cubicBezTo>
                  <a:cubicBezTo>
                    <a:pt x="1024" y="14"/>
                    <a:pt x="1024" y="14"/>
                    <a:pt x="1024" y="14"/>
                  </a:cubicBezTo>
                  <a:cubicBezTo>
                    <a:pt x="1023" y="14"/>
                    <a:pt x="1023" y="14"/>
                    <a:pt x="1023" y="14"/>
                  </a:cubicBezTo>
                  <a:cubicBezTo>
                    <a:pt x="975" y="5"/>
                    <a:pt x="926" y="1"/>
                    <a:pt x="876" y="0"/>
                  </a:cubicBezTo>
                  <a:cubicBezTo>
                    <a:pt x="868" y="0"/>
                    <a:pt x="868" y="0"/>
                    <a:pt x="868" y="0"/>
                  </a:cubicBezTo>
                  <a:cubicBezTo>
                    <a:pt x="590" y="0"/>
                    <a:pt x="341" y="126"/>
                    <a:pt x="175" y="323"/>
                  </a:cubicBezTo>
                  <a:cubicBezTo>
                    <a:pt x="158" y="344"/>
                    <a:pt x="149" y="358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50" y="375"/>
                    <a:pt x="159" y="379"/>
                    <a:pt x="178" y="379"/>
                  </a:cubicBezTo>
                  <a:cubicBezTo>
                    <a:pt x="559" y="379"/>
                    <a:pt x="559" y="379"/>
                    <a:pt x="559" y="379"/>
                  </a:cubicBezTo>
                  <a:cubicBezTo>
                    <a:pt x="1261" y="379"/>
                    <a:pt x="1261" y="379"/>
                    <a:pt x="1261" y="379"/>
                  </a:cubicBezTo>
                  <a:cubicBezTo>
                    <a:pt x="1269" y="379"/>
                    <a:pt x="1278" y="382"/>
                    <a:pt x="1287" y="387"/>
                  </a:cubicBezTo>
                  <a:cubicBezTo>
                    <a:pt x="1294" y="391"/>
                    <a:pt x="1300" y="396"/>
                    <a:pt x="1304" y="402"/>
                  </a:cubicBezTo>
                  <a:cubicBezTo>
                    <a:pt x="1452" y="634"/>
                    <a:pt x="1452" y="634"/>
                    <a:pt x="1452" y="634"/>
                  </a:cubicBezTo>
                  <a:cubicBezTo>
                    <a:pt x="1455" y="638"/>
                    <a:pt x="1457" y="643"/>
                    <a:pt x="1459" y="648"/>
                  </a:cubicBezTo>
                  <a:cubicBezTo>
                    <a:pt x="1461" y="655"/>
                    <a:pt x="1461" y="655"/>
                    <a:pt x="1461" y="655"/>
                  </a:cubicBezTo>
                  <a:cubicBezTo>
                    <a:pt x="1461" y="656"/>
                    <a:pt x="1461" y="656"/>
                    <a:pt x="1461" y="656"/>
                  </a:cubicBezTo>
                  <a:cubicBezTo>
                    <a:pt x="1461" y="657"/>
                    <a:pt x="1461" y="657"/>
                    <a:pt x="1461" y="657"/>
                  </a:cubicBezTo>
                  <a:cubicBezTo>
                    <a:pt x="1463" y="664"/>
                    <a:pt x="1463" y="671"/>
                    <a:pt x="1463" y="677"/>
                  </a:cubicBezTo>
                  <a:cubicBezTo>
                    <a:pt x="1462" y="685"/>
                    <a:pt x="1462" y="685"/>
                    <a:pt x="1462" y="685"/>
                  </a:cubicBezTo>
                  <a:cubicBezTo>
                    <a:pt x="1372" y="1125"/>
                    <a:pt x="1372" y="1125"/>
                    <a:pt x="1372" y="1125"/>
                  </a:cubicBezTo>
                  <a:cubicBezTo>
                    <a:pt x="1322" y="1367"/>
                    <a:pt x="1322" y="1367"/>
                    <a:pt x="1322" y="1367"/>
                  </a:cubicBezTo>
                  <a:cubicBezTo>
                    <a:pt x="1319" y="1383"/>
                    <a:pt x="1304" y="1395"/>
                    <a:pt x="1289" y="1395"/>
                  </a:cubicBezTo>
                  <a:cubicBezTo>
                    <a:pt x="1046" y="1395"/>
                    <a:pt x="1046" y="1395"/>
                    <a:pt x="1046" y="1395"/>
                  </a:cubicBezTo>
                  <a:cubicBezTo>
                    <a:pt x="1030" y="1395"/>
                    <a:pt x="1011" y="1384"/>
                    <a:pt x="1002" y="1371"/>
                  </a:cubicBezTo>
                  <a:cubicBezTo>
                    <a:pt x="705" y="923"/>
                    <a:pt x="705" y="923"/>
                    <a:pt x="705" y="923"/>
                  </a:cubicBezTo>
                  <a:cubicBezTo>
                    <a:pt x="684" y="1030"/>
                    <a:pt x="684" y="1030"/>
                    <a:pt x="684" y="1030"/>
                  </a:cubicBezTo>
                  <a:cubicBezTo>
                    <a:pt x="615" y="1368"/>
                    <a:pt x="615" y="1368"/>
                    <a:pt x="615" y="1368"/>
                  </a:cubicBezTo>
                  <a:cubicBezTo>
                    <a:pt x="613" y="1380"/>
                    <a:pt x="602" y="1391"/>
                    <a:pt x="590" y="1394"/>
                  </a:cubicBezTo>
                  <a:cubicBezTo>
                    <a:pt x="590" y="1394"/>
                    <a:pt x="590" y="1394"/>
                    <a:pt x="590" y="1394"/>
                  </a:cubicBezTo>
                  <a:cubicBezTo>
                    <a:pt x="590" y="1395"/>
                    <a:pt x="590" y="1395"/>
                    <a:pt x="590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2" y="1396"/>
                    <a:pt x="582" y="1396"/>
                    <a:pt x="582" y="1396"/>
                  </a:cubicBezTo>
                  <a:cubicBezTo>
                    <a:pt x="581" y="1396"/>
                    <a:pt x="581" y="1396"/>
                    <a:pt x="581" y="1396"/>
                  </a:cubicBezTo>
                  <a:cubicBezTo>
                    <a:pt x="553" y="1396"/>
                    <a:pt x="553" y="1396"/>
                    <a:pt x="553" y="1396"/>
                  </a:cubicBezTo>
                  <a:cubicBezTo>
                    <a:pt x="403" y="1396"/>
                    <a:pt x="403" y="1396"/>
                    <a:pt x="403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1" y="1394"/>
                    <a:pt x="384" y="1389"/>
                    <a:pt x="382" y="1382"/>
                  </a:cubicBezTo>
                  <a:cubicBezTo>
                    <a:pt x="382" y="1382"/>
                    <a:pt x="382" y="1382"/>
                    <a:pt x="382" y="1382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1" y="1368"/>
                    <a:pt x="381" y="1368"/>
                    <a:pt x="381" y="1368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10" y="733"/>
                    <a:pt x="510" y="733"/>
                    <a:pt x="510" y="733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6" y="720"/>
                    <a:pt x="516" y="720"/>
                    <a:pt x="516" y="720"/>
                  </a:cubicBezTo>
                  <a:cubicBezTo>
                    <a:pt x="517" y="719"/>
                    <a:pt x="517" y="719"/>
                    <a:pt x="517" y="719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43" y="705"/>
                    <a:pt x="543" y="705"/>
                    <a:pt x="543" y="705"/>
                  </a:cubicBezTo>
                  <a:cubicBezTo>
                    <a:pt x="544" y="705"/>
                    <a:pt x="544" y="705"/>
                    <a:pt x="544" y="705"/>
                  </a:cubicBezTo>
                  <a:cubicBezTo>
                    <a:pt x="555" y="705"/>
                    <a:pt x="555" y="705"/>
                    <a:pt x="555" y="705"/>
                  </a:cubicBezTo>
                  <a:cubicBezTo>
                    <a:pt x="557" y="705"/>
                    <a:pt x="557" y="705"/>
                    <a:pt x="557" y="705"/>
                  </a:cubicBezTo>
                  <a:cubicBezTo>
                    <a:pt x="786" y="705"/>
                    <a:pt x="786" y="705"/>
                    <a:pt x="786" y="705"/>
                  </a:cubicBezTo>
                  <a:cubicBezTo>
                    <a:pt x="802" y="705"/>
                    <a:pt x="821" y="716"/>
                    <a:pt x="829" y="729"/>
                  </a:cubicBezTo>
                  <a:cubicBezTo>
                    <a:pt x="1127" y="1178"/>
                    <a:pt x="1127" y="1178"/>
                    <a:pt x="1127" y="1178"/>
                  </a:cubicBezTo>
                  <a:cubicBezTo>
                    <a:pt x="1244" y="590"/>
                    <a:pt x="1244" y="590"/>
                    <a:pt x="1244" y="590"/>
                  </a:cubicBezTo>
                  <a:cubicBezTo>
                    <a:pt x="557" y="590"/>
                    <a:pt x="557" y="590"/>
                    <a:pt x="557" y="590"/>
                  </a:cubicBezTo>
                  <a:cubicBezTo>
                    <a:pt x="555" y="590"/>
                    <a:pt x="555" y="590"/>
                    <a:pt x="555" y="590"/>
                  </a:cubicBezTo>
                  <a:cubicBezTo>
                    <a:pt x="475" y="590"/>
                    <a:pt x="475" y="590"/>
                    <a:pt x="475" y="590"/>
                  </a:cubicBezTo>
                  <a:cubicBezTo>
                    <a:pt x="435" y="590"/>
                    <a:pt x="395" y="593"/>
                    <a:pt x="357" y="600"/>
                  </a:cubicBezTo>
                  <a:cubicBezTo>
                    <a:pt x="162" y="632"/>
                    <a:pt x="0" y="756"/>
                    <a:pt x="0" y="1037"/>
                  </a:cubicBezTo>
                  <a:cubicBezTo>
                    <a:pt x="0" y="1321"/>
                    <a:pt x="239" y="1662"/>
                    <a:pt x="616" y="1772"/>
                  </a:cubicBezTo>
                  <a:cubicBezTo>
                    <a:pt x="694" y="1794"/>
                    <a:pt x="779" y="1807"/>
                    <a:pt x="868" y="1807"/>
                  </a:cubicBezTo>
                  <a:cubicBezTo>
                    <a:pt x="873" y="1807"/>
                    <a:pt x="873" y="1807"/>
                    <a:pt x="873" y="1807"/>
                  </a:cubicBezTo>
                  <a:cubicBezTo>
                    <a:pt x="1020" y="1806"/>
                    <a:pt x="1158" y="1770"/>
                    <a:pt x="1280" y="1707"/>
                  </a:cubicBezTo>
                  <a:cubicBezTo>
                    <a:pt x="1285" y="1705"/>
                    <a:pt x="1285" y="1705"/>
                    <a:pt x="1285" y="1705"/>
                  </a:cubicBezTo>
                  <a:cubicBezTo>
                    <a:pt x="1286" y="1704"/>
                    <a:pt x="1286" y="1704"/>
                    <a:pt x="1286" y="1704"/>
                  </a:cubicBezTo>
                  <a:cubicBezTo>
                    <a:pt x="1291" y="1702"/>
                    <a:pt x="1291" y="1702"/>
                    <a:pt x="1291" y="1702"/>
                  </a:cubicBezTo>
                  <a:cubicBezTo>
                    <a:pt x="1292" y="1701"/>
                    <a:pt x="1292" y="1701"/>
                    <a:pt x="1292" y="1701"/>
                  </a:cubicBezTo>
                  <a:cubicBezTo>
                    <a:pt x="1295" y="1699"/>
                    <a:pt x="1295" y="1699"/>
                    <a:pt x="1295" y="1699"/>
                  </a:cubicBezTo>
                  <a:cubicBezTo>
                    <a:pt x="1297" y="1698"/>
                    <a:pt x="1297" y="1698"/>
                    <a:pt x="1297" y="1698"/>
                  </a:cubicBezTo>
                  <a:cubicBezTo>
                    <a:pt x="1301" y="1696"/>
                    <a:pt x="1301" y="1696"/>
                    <a:pt x="1301" y="1696"/>
                  </a:cubicBezTo>
                  <a:cubicBezTo>
                    <a:pt x="1302" y="1695"/>
                    <a:pt x="1302" y="1695"/>
                    <a:pt x="1302" y="1695"/>
                  </a:cubicBezTo>
                  <a:cubicBezTo>
                    <a:pt x="1306" y="1693"/>
                    <a:pt x="1306" y="1693"/>
                    <a:pt x="1306" y="1693"/>
                  </a:cubicBezTo>
                  <a:cubicBezTo>
                    <a:pt x="1307" y="1693"/>
                    <a:pt x="1307" y="1693"/>
                    <a:pt x="1307" y="1693"/>
                  </a:cubicBezTo>
                  <a:cubicBezTo>
                    <a:pt x="1311" y="1690"/>
                    <a:pt x="1311" y="1690"/>
                    <a:pt x="1311" y="1690"/>
                  </a:cubicBezTo>
                  <a:cubicBezTo>
                    <a:pt x="1313" y="1689"/>
                    <a:pt x="1313" y="1689"/>
                    <a:pt x="1313" y="1689"/>
                  </a:cubicBezTo>
                  <a:cubicBezTo>
                    <a:pt x="1317" y="1687"/>
                    <a:pt x="1317" y="1687"/>
                    <a:pt x="1317" y="1687"/>
                  </a:cubicBezTo>
                  <a:cubicBezTo>
                    <a:pt x="1318" y="1687"/>
                    <a:pt x="1318" y="1687"/>
                    <a:pt x="1318" y="1687"/>
                  </a:cubicBezTo>
                  <a:cubicBezTo>
                    <a:pt x="1322" y="1684"/>
                    <a:pt x="1322" y="1684"/>
                    <a:pt x="1322" y="1684"/>
                  </a:cubicBezTo>
                  <a:cubicBezTo>
                    <a:pt x="1323" y="1684"/>
                    <a:pt x="1323" y="1684"/>
                    <a:pt x="1323" y="1684"/>
                  </a:cubicBezTo>
                  <a:cubicBezTo>
                    <a:pt x="1327" y="1681"/>
                    <a:pt x="1327" y="1681"/>
                    <a:pt x="1327" y="1681"/>
                  </a:cubicBezTo>
                  <a:cubicBezTo>
                    <a:pt x="1329" y="1680"/>
                    <a:pt x="1329" y="1680"/>
                    <a:pt x="1329" y="1680"/>
                  </a:cubicBezTo>
                  <a:cubicBezTo>
                    <a:pt x="1332" y="1678"/>
                    <a:pt x="1332" y="1678"/>
                    <a:pt x="1332" y="1678"/>
                  </a:cubicBezTo>
                  <a:cubicBezTo>
                    <a:pt x="1333" y="1677"/>
                    <a:pt x="1333" y="1677"/>
                    <a:pt x="1333" y="1677"/>
                  </a:cubicBezTo>
                  <a:cubicBezTo>
                    <a:pt x="1338" y="1675"/>
                    <a:pt x="1338" y="1675"/>
                    <a:pt x="1338" y="1675"/>
                  </a:cubicBezTo>
                  <a:cubicBezTo>
                    <a:pt x="1339" y="1674"/>
                    <a:pt x="1339" y="1674"/>
                    <a:pt x="1339" y="1674"/>
                  </a:cubicBezTo>
                  <a:cubicBezTo>
                    <a:pt x="1343" y="1672"/>
                    <a:pt x="1343" y="1672"/>
                    <a:pt x="1343" y="1672"/>
                  </a:cubicBezTo>
                  <a:cubicBezTo>
                    <a:pt x="1343" y="1671"/>
                    <a:pt x="1343" y="1671"/>
                    <a:pt x="1343" y="1671"/>
                  </a:cubicBezTo>
                  <a:cubicBezTo>
                    <a:pt x="1348" y="1669"/>
                    <a:pt x="1348" y="1669"/>
                    <a:pt x="1348" y="1669"/>
                  </a:cubicBezTo>
                  <a:cubicBezTo>
                    <a:pt x="1349" y="1668"/>
                    <a:pt x="1349" y="1668"/>
                    <a:pt x="1349" y="1668"/>
                  </a:cubicBezTo>
                  <a:cubicBezTo>
                    <a:pt x="1353" y="1665"/>
                    <a:pt x="1353" y="1665"/>
                    <a:pt x="1353" y="1665"/>
                  </a:cubicBezTo>
                  <a:cubicBezTo>
                    <a:pt x="1354" y="1665"/>
                    <a:pt x="1354" y="1665"/>
                    <a:pt x="1354" y="1665"/>
                  </a:cubicBezTo>
                  <a:cubicBezTo>
                    <a:pt x="1358" y="1662"/>
                    <a:pt x="1358" y="1662"/>
                    <a:pt x="1358" y="1662"/>
                  </a:cubicBezTo>
                  <a:cubicBezTo>
                    <a:pt x="1359" y="1661"/>
                    <a:pt x="1359" y="1661"/>
                    <a:pt x="1359" y="1661"/>
                  </a:cubicBezTo>
                  <a:cubicBezTo>
                    <a:pt x="1363" y="1659"/>
                    <a:pt x="1363" y="1659"/>
                    <a:pt x="1363" y="1659"/>
                  </a:cubicBezTo>
                  <a:cubicBezTo>
                    <a:pt x="1364" y="1658"/>
                    <a:pt x="1364" y="1658"/>
                    <a:pt x="1364" y="1658"/>
                  </a:cubicBezTo>
                  <a:cubicBezTo>
                    <a:pt x="1368" y="1655"/>
                    <a:pt x="1368" y="1655"/>
                    <a:pt x="1368" y="1655"/>
                  </a:cubicBezTo>
                  <a:cubicBezTo>
                    <a:pt x="1369" y="1655"/>
                    <a:pt x="1369" y="1655"/>
                    <a:pt x="1369" y="1655"/>
                  </a:cubicBezTo>
                  <a:cubicBezTo>
                    <a:pt x="1373" y="1652"/>
                    <a:pt x="1373" y="1652"/>
                    <a:pt x="1373" y="1652"/>
                  </a:cubicBezTo>
                  <a:cubicBezTo>
                    <a:pt x="1374" y="1651"/>
                    <a:pt x="1374" y="1651"/>
                    <a:pt x="1374" y="1651"/>
                  </a:cubicBezTo>
                  <a:cubicBezTo>
                    <a:pt x="1378" y="1648"/>
                    <a:pt x="1378" y="1648"/>
                    <a:pt x="1378" y="1648"/>
                  </a:cubicBezTo>
                  <a:cubicBezTo>
                    <a:pt x="1379" y="1648"/>
                    <a:pt x="1379" y="1648"/>
                    <a:pt x="1379" y="1648"/>
                  </a:cubicBezTo>
                  <a:cubicBezTo>
                    <a:pt x="1383" y="1645"/>
                    <a:pt x="1383" y="1645"/>
                    <a:pt x="1383" y="1645"/>
                  </a:cubicBezTo>
                  <a:cubicBezTo>
                    <a:pt x="1384" y="1645"/>
                    <a:pt x="1384" y="1645"/>
                    <a:pt x="1384" y="1645"/>
                  </a:cubicBezTo>
                  <a:cubicBezTo>
                    <a:pt x="1388" y="1642"/>
                    <a:pt x="1388" y="1642"/>
                    <a:pt x="1388" y="1642"/>
                  </a:cubicBezTo>
                  <a:cubicBezTo>
                    <a:pt x="1389" y="1641"/>
                    <a:pt x="1389" y="1641"/>
                    <a:pt x="1389" y="1641"/>
                  </a:cubicBezTo>
                  <a:cubicBezTo>
                    <a:pt x="1393" y="1638"/>
                    <a:pt x="1393" y="1638"/>
                    <a:pt x="1393" y="1638"/>
                  </a:cubicBezTo>
                  <a:cubicBezTo>
                    <a:pt x="1394" y="1638"/>
                    <a:pt x="1394" y="1638"/>
                    <a:pt x="1394" y="1638"/>
                  </a:cubicBezTo>
                  <a:cubicBezTo>
                    <a:pt x="1398" y="1635"/>
                    <a:pt x="1398" y="1635"/>
                    <a:pt x="1398" y="1635"/>
                  </a:cubicBezTo>
                  <a:cubicBezTo>
                    <a:pt x="1399" y="1634"/>
                    <a:pt x="1399" y="1634"/>
                    <a:pt x="1399" y="1634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8" y="1628"/>
                    <a:pt x="1408" y="1628"/>
                    <a:pt x="1408" y="1628"/>
                  </a:cubicBezTo>
                  <a:cubicBezTo>
                    <a:pt x="1408" y="1627"/>
                    <a:pt x="1408" y="1627"/>
                    <a:pt x="1408" y="1627"/>
                  </a:cubicBezTo>
                  <a:cubicBezTo>
                    <a:pt x="1417" y="1620"/>
                    <a:pt x="1417" y="1620"/>
                    <a:pt x="1417" y="1620"/>
                  </a:cubicBezTo>
                  <a:cubicBezTo>
                    <a:pt x="1418" y="1620"/>
                    <a:pt x="1418" y="1620"/>
                    <a:pt x="1418" y="1620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74" y="1573"/>
                    <a:pt x="1485" y="1563"/>
                    <a:pt x="1495" y="1554"/>
                  </a:cubicBezTo>
                  <a:cubicBezTo>
                    <a:pt x="1495" y="1553"/>
                    <a:pt x="1495" y="1553"/>
                    <a:pt x="1495" y="1553"/>
                  </a:cubicBezTo>
                  <a:cubicBezTo>
                    <a:pt x="1503" y="1545"/>
                    <a:pt x="1503" y="1545"/>
                    <a:pt x="1503" y="1545"/>
                  </a:cubicBezTo>
                  <a:cubicBezTo>
                    <a:pt x="1504" y="1545"/>
                    <a:pt x="1504" y="1545"/>
                    <a:pt x="1504" y="1545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12" y="1537"/>
                    <a:pt x="1512" y="1537"/>
                    <a:pt x="1512" y="1537"/>
                  </a:cubicBezTo>
                  <a:cubicBezTo>
                    <a:pt x="1512" y="1536"/>
                    <a:pt x="1512" y="1536"/>
                    <a:pt x="1512" y="1536"/>
                  </a:cubicBezTo>
                  <a:cubicBezTo>
                    <a:pt x="1516" y="1533"/>
                    <a:pt x="1516" y="1533"/>
                    <a:pt x="1516" y="1533"/>
                  </a:cubicBezTo>
                  <a:cubicBezTo>
                    <a:pt x="1516" y="1532"/>
                    <a:pt x="1516" y="1532"/>
                    <a:pt x="1516" y="1532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4" y="1524"/>
                    <a:pt x="1524" y="1524"/>
                    <a:pt x="1524" y="1524"/>
                  </a:cubicBezTo>
                  <a:cubicBezTo>
                    <a:pt x="1525" y="1523"/>
                    <a:pt x="1525" y="1523"/>
                    <a:pt x="1525" y="1523"/>
                  </a:cubicBezTo>
                  <a:cubicBezTo>
                    <a:pt x="1528" y="1519"/>
                    <a:pt x="1528" y="1519"/>
                    <a:pt x="1528" y="1519"/>
                  </a:cubicBezTo>
                  <a:cubicBezTo>
                    <a:pt x="1529" y="1519"/>
                    <a:pt x="1529" y="1519"/>
                    <a:pt x="1529" y="1519"/>
                  </a:cubicBezTo>
                  <a:cubicBezTo>
                    <a:pt x="1532" y="1516"/>
                    <a:pt x="1532" y="1516"/>
                    <a:pt x="1532" y="1516"/>
                  </a:cubicBezTo>
                  <a:cubicBezTo>
                    <a:pt x="1533" y="1514"/>
                    <a:pt x="1533" y="1514"/>
                    <a:pt x="1533" y="1514"/>
                  </a:cubicBezTo>
                  <a:cubicBezTo>
                    <a:pt x="1536" y="1511"/>
                    <a:pt x="1536" y="1511"/>
                    <a:pt x="1536" y="1511"/>
                  </a:cubicBezTo>
                  <a:cubicBezTo>
                    <a:pt x="1538" y="1509"/>
                    <a:pt x="1538" y="1509"/>
                    <a:pt x="1538" y="1509"/>
                  </a:cubicBezTo>
                  <a:cubicBezTo>
                    <a:pt x="1539" y="1507"/>
                    <a:pt x="1539" y="1507"/>
                    <a:pt x="1539" y="1507"/>
                  </a:cubicBezTo>
                  <a:cubicBezTo>
                    <a:pt x="1543" y="1504"/>
                    <a:pt x="1543" y="1504"/>
                    <a:pt x="1543" y="1504"/>
                  </a:cubicBezTo>
                  <a:cubicBezTo>
                    <a:pt x="1544" y="1502"/>
                    <a:pt x="1544" y="1502"/>
                    <a:pt x="1544" y="1502"/>
                  </a:cubicBezTo>
                  <a:cubicBezTo>
                    <a:pt x="1546" y="1500"/>
                    <a:pt x="1546" y="1500"/>
                    <a:pt x="1546" y="1500"/>
                  </a:cubicBezTo>
                  <a:cubicBezTo>
                    <a:pt x="1547" y="1499"/>
                    <a:pt x="1547" y="1499"/>
                    <a:pt x="1547" y="1499"/>
                  </a:cubicBezTo>
                  <a:cubicBezTo>
                    <a:pt x="1655" y="1376"/>
                    <a:pt x="1730" y="1224"/>
                    <a:pt x="1758" y="1056"/>
                  </a:cubicBezTo>
                  <a:cubicBezTo>
                    <a:pt x="1758" y="1056"/>
                    <a:pt x="1758" y="1056"/>
                    <a:pt x="1758" y="1056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1" y="1037"/>
                    <a:pt x="1761" y="1037"/>
                    <a:pt x="1761" y="1037"/>
                  </a:cubicBezTo>
                  <a:cubicBezTo>
                    <a:pt x="1761" y="1036"/>
                    <a:pt x="1761" y="1036"/>
                    <a:pt x="1761" y="1036"/>
                  </a:cubicBezTo>
                  <a:cubicBezTo>
                    <a:pt x="1762" y="1033"/>
                    <a:pt x="1762" y="1033"/>
                    <a:pt x="1762" y="1033"/>
                  </a:cubicBezTo>
                  <a:cubicBezTo>
                    <a:pt x="1762" y="1032"/>
                    <a:pt x="1762" y="1032"/>
                    <a:pt x="1762" y="1032"/>
                  </a:cubicBezTo>
                  <a:cubicBezTo>
                    <a:pt x="1762" y="1029"/>
                    <a:pt x="1762" y="1029"/>
                    <a:pt x="1762" y="1029"/>
                  </a:cubicBezTo>
                  <a:cubicBezTo>
                    <a:pt x="1763" y="1028"/>
                    <a:pt x="1763" y="1028"/>
                    <a:pt x="1763" y="1028"/>
                  </a:cubicBezTo>
                  <a:cubicBezTo>
                    <a:pt x="1763" y="1025"/>
                    <a:pt x="1763" y="1025"/>
                    <a:pt x="1763" y="1025"/>
                  </a:cubicBezTo>
                  <a:cubicBezTo>
                    <a:pt x="1763" y="1024"/>
                    <a:pt x="1763" y="1024"/>
                    <a:pt x="1763" y="1024"/>
                  </a:cubicBezTo>
                  <a:cubicBezTo>
                    <a:pt x="1764" y="1014"/>
                    <a:pt x="1764" y="1014"/>
                    <a:pt x="1764" y="1014"/>
                  </a:cubicBezTo>
                  <a:cubicBezTo>
                    <a:pt x="1765" y="1012"/>
                    <a:pt x="1765" y="1012"/>
                    <a:pt x="1765" y="1012"/>
                  </a:cubicBezTo>
                  <a:cubicBezTo>
                    <a:pt x="1765" y="1010"/>
                    <a:pt x="1765" y="1010"/>
                    <a:pt x="1765" y="1010"/>
                  </a:cubicBezTo>
                  <a:cubicBezTo>
                    <a:pt x="1765" y="1008"/>
                    <a:pt x="1765" y="1008"/>
                    <a:pt x="1765" y="1008"/>
                  </a:cubicBezTo>
                  <a:cubicBezTo>
                    <a:pt x="1765" y="1005"/>
                    <a:pt x="1765" y="1005"/>
                    <a:pt x="1765" y="1005"/>
                  </a:cubicBezTo>
                  <a:cubicBezTo>
                    <a:pt x="1766" y="1004"/>
                    <a:pt x="1766" y="1004"/>
                    <a:pt x="1766" y="1004"/>
                  </a:cubicBezTo>
                  <a:cubicBezTo>
                    <a:pt x="1766" y="1001"/>
                    <a:pt x="1766" y="1001"/>
                    <a:pt x="1766" y="1001"/>
                  </a:cubicBezTo>
                  <a:cubicBezTo>
                    <a:pt x="1766" y="999"/>
                    <a:pt x="1766" y="999"/>
                    <a:pt x="1766" y="999"/>
                  </a:cubicBezTo>
                  <a:cubicBezTo>
                    <a:pt x="1767" y="994"/>
                    <a:pt x="1767" y="994"/>
                    <a:pt x="1767" y="994"/>
                  </a:cubicBezTo>
                  <a:cubicBezTo>
                    <a:pt x="1767" y="993"/>
                    <a:pt x="1767" y="993"/>
                    <a:pt x="1767" y="993"/>
                  </a:cubicBezTo>
                  <a:cubicBezTo>
                    <a:pt x="1767" y="990"/>
                    <a:pt x="1767" y="990"/>
                    <a:pt x="1767" y="990"/>
                  </a:cubicBezTo>
                  <a:cubicBezTo>
                    <a:pt x="1767" y="988"/>
                    <a:pt x="1767" y="988"/>
                    <a:pt x="1767" y="988"/>
                  </a:cubicBezTo>
                  <a:cubicBezTo>
                    <a:pt x="1767" y="986"/>
                    <a:pt x="1767" y="986"/>
                    <a:pt x="1767" y="986"/>
                  </a:cubicBezTo>
                  <a:cubicBezTo>
                    <a:pt x="1768" y="984"/>
                    <a:pt x="1768" y="984"/>
                    <a:pt x="1768" y="984"/>
                  </a:cubicBezTo>
                  <a:cubicBezTo>
                    <a:pt x="1768" y="981"/>
                    <a:pt x="1768" y="981"/>
                    <a:pt x="1768" y="981"/>
                  </a:cubicBezTo>
                  <a:cubicBezTo>
                    <a:pt x="1768" y="979"/>
                    <a:pt x="1768" y="979"/>
                    <a:pt x="1768" y="979"/>
                  </a:cubicBezTo>
                  <a:cubicBezTo>
                    <a:pt x="1768" y="977"/>
                    <a:pt x="1768" y="977"/>
                    <a:pt x="1768" y="977"/>
                  </a:cubicBezTo>
                  <a:cubicBezTo>
                    <a:pt x="1768" y="974"/>
                    <a:pt x="1768" y="974"/>
                    <a:pt x="1768" y="974"/>
                  </a:cubicBezTo>
                  <a:cubicBezTo>
                    <a:pt x="1769" y="971"/>
                    <a:pt x="1769" y="971"/>
                    <a:pt x="1769" y="971"/>
                  </a:cubicBezTo>
                  <a:cubicBezTo>
                    <a:pt x="1769" y="968"/>
                    <a:pt x="1769" y="968"/>
                    <a:pt x="1769" y="968"/>
                  </a:cubicBezTo>
                  <a:cubicBezTo>
                    <a:pt x="1769" y="966"/>
                    <a:pt x="1769" y="966"/>
                    <a:pt x="1769" y="966"/>
                  </a:cubicBezTo>
                  <a:cubicBezTo>
                    <a:pt x="1769" y="964"/>
                    <a:pt x="1769" y="964"/>
                    <a:pt x="1769" y="964"/>
                  </a:cubicBezTo>
                  <a:cubicBezTo>
                    <a:pt x="1769" y="962"/>
                    <a:pt x="1769" y="962"/>
                    <a:pt x="1769" y="962"/>
                  </a:cubicBezTo>
                  <a:cubicBezTo>
                    <a:pt x="1769" y="959"/>
                    <a:pt x="1769" y="959"/>
                    <a:pt x="1769" y="959"/>
                  </a:cubicBezTo>
                  <a:cubicBezTo>
                    <a:pt x="1769" y="957"/>
                    <a:pt x="1769" y="957"/>
                    <a:pt x="1769" y="957"/>
                  </a:cubicBezTo>
                  <a:cubicBezTo>
                    <a:pt x="1770" y="954"/>
                    <a:pt x="1770" y="954"/>
                    <a:pt x="1770" y="954"/>
                  </a:cubicBezTo>
                  <a:cubicBezTo>
                    <a:pt x="1770" y="953"/>
                    <a:pt x="1770" y="953"/>
                    <a:pt x="1770" y="953"/>
                  </a:cubicBezTo>
                  <a:cubicBezTo>
                    <a:pt x="1770" y="948"/>
                    <a:pt x="1770" y="948"/>
                    <a:pt x="1770" y="948"/>
                  </a:cubicBezTo>
                  <a:cubicBezTo>
                    <a:pt x="1770" y="947"/>
                    <a:pt x="1770" y="947"/>
                    <a:pt x="1770" y="947"/>
                  </a:cubicBezTo>
                  <a:cubicBezTo>
                    <a:pt x="1770" y="944"/>
                    <a:pt x="1770" y="944"/>
                    <a:pt x="1770" y="944"/>
                  </a:cubicBezTo>
                  <a:cubicBezTo>
                    <a:pt x="1770" y="942"/>
                    <a:pt x="1770" y="942"/>
                    <a:pt x="1770" y="942"/>
                  </a:cubicBezTo>
                  <a:cubicBezTo>
                    <a:pt x="1770" y="939"/>
                    <a:pt x="1770" y="939"/>
                    <a:pt x="1770" y="939"/>
                  </a:cubicBezTo>
                  <a:cubicBezTo>
                    <a:pt x="1771" y="937"/>
                    <a:pt x="1771" y="937"/>
                    <a:pt x="1771" y="937"/>
                  </a:cubicBezTo>
                  <a:cubicBezTo>
                    <a:pt x="1771" y="934"/>
                    <a:pt x="1771" y="934"/>
                    <a:pt x="1771" y="934"/>
                  </a:cubicBezTo>
                  <a:cubicBezTo>
                    <a:pt x="1771" y="933"/>
                    <a:pt x="1771" y="933"/>
                    <a:pt x="1771" y="933"/>
                  </a:cubicBezTo>
                  <a:cubicBezTo>
                    <a:pt x="1771" y="929"/>
                    <a:pt x="1771" y="929"/>
                    <a:pt x="1771" y="929"/>
                  </a:cubicBezTo>
                  <a:cubicBezTo>
                    <a:pt x="1771" y="928"/>
                    <a:pt x="1771" y="928"/>
                    <a:pt x="1771" y="928"/>
                  </a:cubicBezTo>
                  <a:cubicBezTo>
                    <a:pt x="1771" y="924"/>
                    <a:pt x="1771" y="924"/>
                    <a:pt x="1771" y="924"/>
                  </a:cubicBezTo>
                  <a:cubicBezTo>
                    <a:pt x="1771" y="922"/>
                    <a:pt x="1771" y="922"/>
                    <a:pt x="1771" y="922"/>
                  </a:cubicBezTo>
                  <a:cubicBezTo>
                    <a:pt x="1771" y="919"/>
                    <a:pt x="1771" y="919"/>
                    <a:pt x="1771" y="919"/>
                  </a:cubicBezTo>
                  <a:cubicBezTo>
                    <a:pt x="1771" y="917"/>
                    <a:pt x="1771" y="917"/>
                    <a:pt x="1771" y="917"/>
                  </a:cubicBezTo>
                  <a:cubicBezTo>
                    <a:pt x="1771" y="914"/>
                    <a:pt x="1771" y="914"/>
                    <a:pt x="1771" y="914"/>
                  </a:cubicBezTo>
                  <a:cubicBezTo>
                    <a:pt x="1771" y="913"/>
                    <a:pt x="1771" y="913"/>
                    <a:pt x="1771" y="913"/>
                  </a:cubicBezTo>
                  <a:cubicBezTo>
                    <a:pt x="1771" y="910"/>
                    <a:pt x="1771" y="910"/>
                    <a:pt x="1771" y="910"/>
                  </a:cubicBezTo>
                  <a:cubicBezTo>
                    <a:pt x="1771" y="908"/>
                    <a:pt x="1771" y="908"/>
                    <a:pt x="1771" y="908"/>
                  </a:cubicBezTo>
                  <a:cubicBezTo>
                    <a:pt x="1771" y="898"/>
                    <a:pt x="1771" y="898"/>
                    <a:pt x="1771" y="898"/>
                  </a:cubicBezTo>
                  <a:cubicBezTo>
                    <a:pt x="1771" y="897"/>
                    <a:pt x="1771" y="897"/>
                    <a:pt x="1771" y="897"/>
                  </a:cubicBezTo>
                  <a:lnTo>
                    <a:pt x="1771" y="893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 dirty="0"/>
            </a:p>
          </p:txBody>
        </p:sp>
        <p:grpSp>
          <p:nvGrpSpPr>
            <p:cNvPr id="30" name="Groep 29"/>
            <p:cNvGrpSpPr>
              <a:grpSpLocks noSelect="1"/>
            </p:cNvGrpSpPr>
            <p:nvPr userDrawn="1"/>
          </p:nvGrpSpPr>
          <p:grpSpPr bwMode="gray">
            <a:xfrm>
              <a:off x="0" y="0"/>
              <a:ext cx="561975" cy="572770"/>
              <a:chOff x="902335" y="290830"/>
              <a:chExt cx="561975" cy="572770"/>
            </a:xfrm>
          </p:grpSpPr>
          <p:sp>
            <p:nvSpPr>
              <p:cNvPr id="31" name="Freeform 5"/>
              <p:cNvSpPr>
                <a:spLocks noSelect="1"/>
              </p:cNvSpPr>
              <p:nvPr userDrawn="1"/>
            </p:nvSpPr>
            <p:spPr bwMode="gray">
              <a:xfrm>
                <a:off x="984250" y="534035"/>
                <a:ext cx="77470" cy="199390"/>
              </a:xfrm>
              <a:custGeom>
                <a:avLst/>
                <a:gdLst>
                  <a:gd name="T0" fmla="*/ 155 w 244"/>
                  <a:gd name="T1" fmla="*/ 0 h 629"/>
                  <a:gd name="T2" fmla="*/ 120 w 244"/>
                  <a:gd name="T3" fmla="*/ 28 h 629"/>
                  <a:gd name="T4" fmla="*/ 0 w 244"/>
                  <a:gd name="T5" fmla="*/ 601 h 629"/>
                  <a:gd name="T6" fmla="*/ 0 w 244"/>
                  <a:gd name="T7" fmla="*/ 606 h 629"/>
                  <a:gd name="T8" fmla="*/ 0 w 244"/>
                  <a:gd name="T9" fmla="*/ 607 h 629"/>
                  <a:gd name="T10" fmla="*/ 23 w 244"/>
                  <a:gd name="T11" fmla="*/ 629 h 629"/>
                  <a:gd name="T12" fmla="*/ 145 w 244"/>
                  <a:gd name="T13" fmla="*/ 629 h 629"/>
                  <a:gd name="T14" fmla="*/ 144 w 244"/>
                  <a:gd name="T15" fmla="*/ 629 h 629"/>
                  <a:gd name="T16" fmla="*/ 144 w 244"/>
                  <a:gd name="T17" fmla="*/ 629 h 629"/>
                  <a:gd name="T18" fmla="*/ 143 w 244"/>
                  <a:gd name="T19" fmla="*/ 629 h 629"/>
                  <a:gd name="T20" fmla="*/ 143 w 244"/>
                  <a:gd name="T21" fmla="*/ 629 h 629"/>
                  <a:gd name="T22" fmla="*/ 143 w 244"/>
                  <a:gd name="T23" fmla="*/ 629 h 629"/>
                  <a:gd name="T24" fmla="*/ 142 w 244"/>
                  <a:gd name="T25" fmla="*/ 629 h 629"/>
                  <a:gd name="T26" fmla="*/ 142 w 244"/>
                  <a:gd name="T27" fmla="*/ 629 h 629"/>
                  <a:gd name="T28" fmla="*/ 142 w 244"/>
                  <a:gd name="T29" fmla="*/ 629 h 629"/>
                  <a:gd name="T30" fmla="*/ 141 w 244"/>
                  <a:gd name="T31" fmla="*/ 629 h 629"/>
                  <a:gd name="T32" fmla="*/ 141 w 244"/>
                  <a:gd name="T33" fmla="*/ 629 h 629"/>
                  <a:gd name="T34" fmla="*/ 141 w 244"/>
                  <a:gd name="T35" fmla="*/ 629 h 629"/>
                  <a:gd name="T36" fmla="*/ 141 w 244"/>
                  <a:gd name="T37" fmla="*/ 629 h 629"/>
                  <a:gd name="T38" fmla="*/ 123 w 244"/>
                  <a:gd name="T39" fmla="*/ 615 h 629"/>
                  <a:gd name="T40" fmla="*/ 123 w 244"/>
                  <a:gd name="T41" fmla="*/ 615 h 629"/>
                  <a:gd name="T42" fmla="*/ 123 w 244"/>
                  <a:gd name="T43" fmla="*/ 614 h 629"/>
                  <a:gd name="T44" fmla="*/ 123 w 244"/>
                  <a:gd name="T45" fmla="*/ 614 h 629"/>
                  <a:gd name="T46" fmla="*/ 122 w 244"/>
                  <a:gd name="T47" fmla="*/ 613 h 629"/>
                  <a:gd name="T48" fmla="*/ 122 w 244"/>
                  <a:gd name="T49" fmla="*/ 613 h 629"/>
                  <a:gd name="T50" fmla="*/ 122 w 244"/>
                  <a:gd name="T51" fmla="*/ 613 h 629"/>
                  <a:gd name="T52" fmla="*/ 122 w 244"/>
                  <a:gd name="T53" fmla="*/ 612 h 629"/>
                  <a:gd name="T54" fmla="*/ 122 w 244"/>
                  <a:gd name="T55" fmla="*/ 612 h 629"/>
                  <a:gd name="T56" fmla="*/ 122 w 244"/>
                  <a:gd name="T57" fmla="*/ 612 h 629"/>
                  <a:gd name="T58" fmla="*/ 122 w 244"/>
                  <a:gd name="T59" fmla="*/ 612 h 629"/>
                  <a:gd name="T60" fmla="*/ 122 w 244"/>
                  <a:gd name="T61" fmla="*/ 605 h 629"/>
                  <a:gd name="T62" fmla="*/ 122 w 244"/>
                  <a:gd name="T63" fmla="*/ 605 h 629"/>
                  <a:gd name="T64" fmla="*/ 122 w 244"/>
                  <a:gd name="T65" fmla="*/ 605 h 629"/>
                  <a:gd name="T66" fmla="*/ 122 w 244"/>
                  <a:gd name="T67" fmla="*/ 602 h 629"/>
                  <a:gd name="T68" fmla="*/ 244 w 244"/>
                  <a:gd name="T69" fmla="*/ 0 h 629"/>
                  <a:gd name="T70" fmla="*/ 155 w 244"/>
                  <a:gd name="T71" fmla="*/ 0 h 6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4" h="629">
                    <a:moveTo>
                      <a:pt x="155" y="0"/>
                    </a:moveTo>
                    <a:cubicBezTo>
                      <a:pt x="139" y="0"/>
                      <a:pt x="123" y="13"/>
                      <a:pt x="120" y="28"/>
                    </a:cubicBezTo>
                    <a:cubicBezTo>
                      <a:pt x="0" y="601"/>
                      <a:pt x="0" y="601"/>
                      <a:pt x="0" y="601"/>
                    </a:cubicBezTo>
                    <a:cubicBezTo>
                      <a:pt x="0" y="606"/>
                      <a:pt x="0" y="606"/>
                      <a:pt x="0" y="606"/>
                    </a:cubicBezTo>
                    <a:cubicBezTo>
                      <a:pt x="0" y="607"/>
                      <a:pt x="0" y="607"/>
                      <a:pt x="0" y="607"/>
                    </a:cubicBezTo>
                    <a:cubicBezTo>
                      <a:pt x="0" y="620"/>
                      <a:pt x="10" y="629"/>
                      <a:pt x="23" y="629"/>
                    </a:cubicBezTo>
                    <a:cubicBezTo>
                      <a:pt x="145" y="629"/>
                      <a:pt x="145" y="629"/>
                      <a:pt x="145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32" y="628"/>
                      <a:pt x="126" y="623"/>
                      <a:pt x="123" y="615"/>
                    </a:cubicBezTo>
                    <a:cubicBezTo>
                      <a:pt x="123" y="615"/>
                      <a:pt x="123" y="615"/>
                      <a:pt x="123" y="615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2"/>
                      <a:pt x="122" y="602"/>
                      <a:pt x="122" y="602"/>
                    </a:cubicBezTo>
                    <a:cubicBezTo>
                      <a:pt x="244" y="0"/>
                      <a:pt x="244" y="0"/>
                      <a:pt x="244" y="0"/>
                    </a:cubicBezTo>
                    <a:lnTo>
                      <a:pt x="155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2" name="Freeform 6"/>
              <p:cNvSpPr>
                <a:spLocks noSelect="1"/>
              </p:cNvSpPr>
              <p:nvPr userDrawn="1"/>
            </p:nvSpPr>
            <p:spPr bwMode="gray">
              <a:xfrm>
                <a:off x="1078865" y="478155"/>
                <a:ext cx="218440" cy="186055"/>
              </a:xfrm>
              <a:custGeom>
                <a:avLst/>
                <a:gdLst>
                  <a:gd name="T0" fmla="*/ 0 w 687"/>
                  <a:gd name="T1" fmla="*/ 0 h 587"/>
                  <a:gd name="T2" fmla="*/ 0 w 687"/>
                  <a:gd name="T3" fmla="*/ 115 h 587"/>
                  <a:gd name="T4" fmla="*/ 229 w 687"/>
                  <a:gd name="T5" fmla="*/ 115 h 587"/>
                  <a:gd name="T6" fmla="*/ 272 w 687"/>
                  <a:gd name="T7" fmla="*/ 139 h 587"/>
                  <a:gd name="T8" fmla="*/ 569 w 687"/>
                  <a:gd name="T9" fmla="*/ 587 h 587"/>
                  <a:gd name="T10" fmla="*/ 687 w 687"/>
                  <a:gd name="T11" fmla="*/ 0 h 587"/>
                  <a:gd name="T12" fmla="*/ 0 w 687"/>
                  <a:gd name="T13" fmla="*/ 0 h 5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7" h="587">
                    <a:moveTo>
                      <a:pt x="0" y="0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229" y="115"/>
                      <a:pt x="229" y="115"/>
                      <a:pt x="229" y="115"/>
                    </a:cubicBezTo>
                    <a:cubicBezTo>
                      <a:pt x="244" y="115"/>
                      <a:pt x="264" y="126"/>
                      <a:pt x="272" y="139"/>
                    </a:cubicBezTo>
                    <a:cubicBezTo>
                      <a:pt x="569" y="587"/>
                      <a:pt x="569" y="587"/>
                      <a:pt x="569" y="587"/>
                    </a:cubicBezTo>
                    <a:cubicBezTo>
                      <a:pt x="687" y="0"/>
                      <a:pt x="687" y="0"/>
                      <a:pt x="68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3" name="Freeform 7"/>
              <p:cNvSpPr>
                <a:spLocks noSelect="1"/>
              </p:cNvSpPr>
              <p:nvPr userDrawn="1"/>
            </p:nvSpPr>
            <p:spPr bwMode="gray">
              <a:xfrm>
                <a:off x="902335" y="478155"/>
                <a:ext cx="406400" cy="385445"/>
              </a:xfrm>
              <a:custGeom>
                <a:avLst/>
                <a:gdLst>
                  <a:gd name="T0" fmla="*/ 555 w 1280"/>
                  <a:gd name="T1" fmla="*/ 0 h 1216"/>
                  <a:gd name="T2" fmla="*/ 475 w 1280"/>
                  <a:gd name="T3" fmla="*/ 0 h 1216"/>
                  <a:gd name="T4" fmla="*/ 357 w 1280"/>
                  <a:gd name="T5" fmla="*/ 9 h 1216"/>
                  <a:gd name="T6" fmla="*/ 0 w 1280"/>
                  <a:gd name="T7" fmla="*/ 447 h 1216"/>
                  <a:gd name="T8" fmla="*/ 616 w 1280"/>
                  <a:gd name="T9" fmla="*/ 1181 h 1216"/>
                  <a:gd name="T10" fmla="*/ 867 w 1280"/>
                  <a:gd name="T11" fmla="*/ 1216 h 1216"/>
                  <a:gd name="T12" fmla="*/ 872 w 1280"/>
                  <a:gd name="T13" fmla="*/ 1216 h 1216"/>
                  <a:gd name="T14" fmla="*/ 1280 w 1280"/>
                  <a:gd name="T15" fmla="*/ 1117 h 1216"/>
                  <a:gd name="T16" fmla="*/ 1033 w 1280"/>
                  <a:gd name="T17" fmla="*/ 1153 h 1216"/>
                  <a:gd name="T18" fmla="*/ 1033 w 1280"/>
                  <a:gd name="T19" fmla="*/ 1153 h 1216"/>
                  <a:gd name="T20" fmla="*/ 1033 w 1280"/>
                  <a:gd name="T21" fmla="*/ 1153 h 1216"/>
                  <a:gd name="T22" fmla="*/ 552 w 1280"/>
                  <a:gd name="T23" fmla="*/ 805 h 1216"/>
                  <a:gd name="T24" fmla="*/ 403 w 1280"/>
                  <a:gd name="T25" fmla="*/ 805 h 1216"/>
                  <a:gd name="T26" fmla="*/ 281 w 1280"/>
                  <a:gd name="T27" fmla="*/ 805 h 1216"/>
                  <a:gd name="T28" fmla="*/ 258 w 1280"/>
                  <a:gd name="T29" fmla="*/ 783 h 1216"/>
                  <a:gd name="T30" fmla="*/ 258 w 1280"/>
                  <a:gd name="T31" fmla="*/ 782 h 1216"/>
                  <a:gd name="T32" fmla="*/ 258 w 1280"/>
                  <a:gd name="T33" fmla="*/ 777 h 1216"/>
                  <a:gd name="T34" fmla="*/ 378 w 1280"/>
                  <a:gd name="T35" fmla="*/ 204 h 1216"/>
                  <a:gd name="T36" fmla="*/ 413 w 1280"/>
                  <a:gd name="T37" fmla="*/ 176 h 1216"/>
                  <a:gd name="T38" fmla="*/ 502 w 1280"/>
                  <a:gd name="T39" fmla="*/ 176 h 1216"/>
                  <a:gd name="T40" fmla="*/ 502 w 1280"/>
                  <a:gd name="T41" fmla="*/ 176 h 1216"/>
                  <a:gd name="T42" fmla="*/ 509 w 1280"/>
                  <a:gd name="T43" fmla="*/ 143 h 1216"/>
                  <a:gd name="T44" fmla="*/ 509 w 1280"/>
                  <a:gd name="T45" fmla="*/ 141 h 1216"/>
                  <a:gd name="T46" fmla="*/ 509 w 1280"/>
                  <a:gd name="T47" fmla="*/ 141 h 1216"/>
                  <a:gd name="T48" fmla="*/ 515 w 1280"/>
                  <a:gd name="T49" fmla="*/ 130 h 1216"/>
                  <a:gd name="T50" fmla="*/ 516 w 1280"/>
                  <a:gd name="T51" fmla="*/ 128 h 1216"/>
                  <a:gd name="T52" fmla="*/ 517 w 1280"/>
                  <a:gd name="T53" fmla="*/ 128 h 1216"/>
                  <a:gd name="T54" fmla="*/ 517 w 1280"/>
                  <a:gd name="T55" fmla="*/ 127 h 1216"/>
                  <a:gd name="T56" fmla="*/ 518 w 1280"/>
                  <a:gd name="T57" fmla="*/ 127 h 1216"/>
                  <a:gd name="T58" fmla="*/ 518 w 1280"/>
                  <a:gd name="T59" fmla="*/ 127 h 1216"/>
                  <a:gd name="T60" fmla="*/ 518 w 1280"/>
                  <a:gd name="T61" fmla="*/ 126 h 1216"/>
                  <a:gd name="T62" fmla="*/ 518 w 1280"/>
                  <a:gd name="T63" fmla="*/ 126 h 1216"/>
                  <a:gd name="T64" fmla="*/ 532 w 1280"/>
                  <a:gd name="T65" fmla="*/ 117 h 1216"/>
                  <a:gd name="T66" fmla="*/ 532 w 1280"/>
                  <a:gd name="T67" fmla="*/ 117 h 1216"/>
                  <a:gd name="T68" fmla="*/ 532 w 1280"/>
                  <a:gd name="T69" fmla="*/ 117 h 1216"/>
                  <a:gd name="T70" fmla="*/ 543 w 1280"/>
                  <a:gd name="T71" fmla="*/ 115 h 1216"/>
                  <a:gd name="T72" fmla="*/ 543 w 1280"/>
                  <a:gd name="T73" fmla="*/ 115 h 1216"/>
                  <a:gd name="T74" fmla="*/ 555 w 1280"/>
                  <a:gd name="T75" fmla="*/ 115 h 1216"/>
                  <a:gd name="T76" fmla="*/ 557 w 1280"/>
                  <a:gd name="T77" fmla="*/ 115 h 1216"/>
                  <a:gd name="T78" fmla="*/ 557 w 1280"/>
                  <a:gd name="T79" fmla="*/ 0 h 1216"/>
                  <a:gd name="T80" fmla="*/ 555 w 1280"/>
                  <a:gd name="T81" fmla="*/ 0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280" h="1216">
                    <a:moveTo>
                      <a:pt x="555" y="0"/>
                    </a:moveTo>
                    <a:cubicBezTo>
                      <a:pt x="475" y="0"/>
                      <a:pt x="475" y="0"/>
                      <a:pt x="475" y="0"/>
                    </a:cubicBezTo>
                    <a:cubicBezTo>
                      <a:pt x="435" y="0"/>
                      <a:pt x="395" y="3"/>
                      <a:pt x="357" y="9"/>
                    </a:cubicBezTo>
                    <a:cubicBezTo>
                      <a:pt x="161" y="42"/>
                      <a:pt x="0" y="165"/>
                      <a:pt x="0" y="447"/>
                    </a:cubicBezTo>
                    <a:cubicBezTo>
                      <a:pt x="0" y="730"/>
                      <a:pt x="239" y="1072"/>
                      <a:pt x="616" y="1181"/>
                    </a:cubicBezTo>
                    <a:cubicBezTo>
                      <a:pt x="694" y="1204"/>
                      <a:pt x="778" y="1216"/>
                      <a:pt x="867" y="1216"/>
                    </a:cubicBezTo>
                    <a:cubicBezTo>
                      <a:pt x="872" y="1216"/>
                      <a:pt x="872" y="1216"/>
                      <a:pt x="872" y="1216"/>
                    </a:cubicBezTo>
                    <a:cubicBezTo>
                      <a:pt x="1019" y="1216"/>
                      <a:pt x="1157" y="1180"/>
                      <a:pt x="1280" y="1117"/>
                    </a:cubicBezTo>
                    <a:cubicBezTo>
                      <a:pt x="1190" y="1142"/>
                      <a:pt x="1108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728" y="1153"/>
                      <a:pt x="552" y="970"/>
                      <a:pt x="552" y="805"/>
                    </a:cubicBezTo>
                    <a:cubicBezTo>
                      <a:pt x="403" y="805"/>
                      <a:pt x="403" y="805"/>
                      <a:pt x="403" y="805"/>
                    </a:cubicBezTo>
                    <a:cubicBezTo>
                      <a:pt x="281" y="805"/>
                      <a:pt x="281" y="805"/>
                      <a:pt x="281" y="805"/>
                    </a:cubicBezTo>
                    <a:cubicBezTo>
                      <a:pt x="268" y="805"/>
                      <a:pt x="258" y="796"/>
                      <a:pt x="258" y="783"/>
                    </a:cubicBezTo>
                    <a:cubicBezTo>
                      <a:pt x="258" y="782"/>
                      <a:pt x="258" y="782"/>
                      <a:pt x="258" y="782"/>
                    </a:cubicBezTo>
                    <a:cubicBezTo>
                      <a:pt x="258" y="777"/>
                      <a:pt x="258" y="777"/>
                      <a:pt x="258" y="777"/>
                    </a:cubicBezTo>
                    <a:cubicBezTo>
                      <a:pt x="378" y="204"/>
                      <a:pt x="378" y="204"/>
                      <a:pt x="378" y="204"/>
                    </a:cubicBezTo>
                    <a:cubicBezTo>
                      <a:pt x="381" y="189"/>
                      <a:pt x="397" y="176"/>
                      <a:pt x="413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9" y="143"/>
                      <a:pt x="509" y="143"/>
                      <a:pt x="509" y="143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15" y="130"/>
                      <a:pt x="515" y="130"/>
                      <a:pt x="515" y="130"/>
                    </a:cubicBezTo>
                    <a:cubicBezTo>
                      <a:pt x="516" y="128"/>
                      <a:pt x="516" y="128"/>
                      <a:pt x="516" y="128"/>
                    </a:cubicBezTo>
                    <a:cubicBezTo>
                      <a:pt x="517" y="128"/>
                      <a:pt x="517" y="128"/>
                      <a:pt x="517" y="128"/>
                    </a:cubicBezTo>
                    <a:cubicBezTo>
                      <a:pt x="517" y="127"/>
                      <a:pt x="517" y="127"/>
                      <a:pt x="517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55" y="115"/>
                      <a:pt x="555" y="115"/>
                      <a:pt x="555" y="115"/>
                    </a:cubicBezTo>
                    <a:cubicBezTo>
                      <a:pt x="557" y="115"/>
                      <a:pt x="557" y="115"/>
                      <a:pt x="557" y="115"/>
                    </a:cubicBezTo>
                    <a:cubicBezTo>
                      <a:pt x="557" y="0"/>
                      <a:pt x="557" y="0"/>
                      <a:pt x="557" y="0"/>
                    </a:cubicBezTo>
                    <a:lnTo>
                      <a:pt x="555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4" name="Freeform 8"/>
              <p:cNvSpPr>
                <a:spLocks noSelect="1"/>
              </p:cNvSpPr>
              <p:nvPr userDrawn="1"/>
            </p:nvSpPr>
            <p:spPr bwMode="gray">
              <a:xfrm>
                <a:off x="1077595" y="429895"/>
                <a:ext cx="386715" cy="414020"/>
              </a:xfrm>
              <a:custGeom>
                <a:avLst/>
                <a:gdLst>
                  <a:gd name="T0" fmla="*/ 770 w 1219"/>
                  <a:gd name="T1" fmla="*/ 928 h 1304"/>
                  <a:gd name="T2" fmla="*/ 350 w 1219"/>
                  <a:gd name="T3" fmla="*/ 929 h 1304"/>
                  <a:gd name="T4" fmla="*/ 38 w 1219"/>
                  <a:gd name="T5" fmla="*/ 955 h 1304"/>
                  <a:gd name="T6" fmla="*/ 30 w 1219"/>
                  <a:gd name="T7" fmla="*/ 956 h 1304"/>
                  <a:gd name="T8" fmla="*/ 481 w 1219"/>
                  <a:gd name="T9" fmla="*/ 1304 h 1304"/>
                  <a:gd name="T10" fmla="*/ 734 w 1219"/>
                  <a:gd name="T11" fmla="*/ 1265 h 1304"/>
                  <a:gd name="T12" fmla="*/ 744 w 1219"/>
                  <a:gd name="T13" fmla="*/ 1259 h 1304"/>
                  <a:gd name="T14" fmla="*/ 755 w 1219"/>
                  <a:gd name="T15" fmla="*/ 1253 h 1304"/>
                  <a:gd name="T16" fmla="*/ 765 w 1219"/>
                  <a:gd name="T17" fmla="*/ 1247 h 1304"/>
                  <a:gd name="T18" fmla="*/ 776 w 1219"/>
                  <a:gd name="T19" fmla="*/ 1241 h 1304"/>
                  <a:gd name="T20" fmla="*/ 786 w 1219"/>
                  <a:gd name="T21" fmla="*/ 1235 h 1304"/>
                  <a:gd name="T22" fmla="*/ 797 w 1219"/>
                  <a:gd name="T23" fmla="*/ 1228 h 1304"/>
                  <a:gd name="T24" fmla="*/ 806 w 1219"/>
                  <a:gd name="T25" fmla="*/ 1222 h 1304"/>
                  <a:gd name="T26" fmla="*/ 816 w 1219"/>
                  <a:gd name="T27" fmla="*/ 1215 h 1304"/>
                  <a:gd name="T28" fmla="*/ 826 w 1219"/>
                  <a:gd name="T29" fmla="*/ 1209 h 1304"/>
                  <a:gd name="T30" fmla="*/ 836 w 1219"/>
                  <a:gd name="T31" fmla="*/ 1202 h 1304"/>
                  <a:gd name="T32" fmla="*/ 846 w 1219"/>
                  <a:gd name="T33" fmla="*/ 1195 h 1304"/>
                  <a:gd name="T34" fmla="*/ 856 w 1219"/>
                  <a:gd name="T35" fmla="*/ 1188 h 1304"/>
                  <a:gd name="T36" fmla="*/ 870 w 1219"/>
                  <a:gd name="T37" fmla="*/ 1177 h 1304"/>
                  <a:gd name="T38" fmla="*/ 879 w 1219"/>
                  <a:gd name="T39" fmla="*/ 1169 h 1304"/>
                  <a:gd name="T40" fmla="*/ 898 w 1219"/>
                  <a:gd name="T41" fmla="*/ 1154 h 1304"/>
                  <a:gd name="T42" fmla="*/ 942 w 1219"/>
                  <a:gd name="T43" fmla="*/ 1114 h 1304"/>
                  <a:gd name="T44" fmla="*/ 955 w 1219"/>
                  <a:gd name="T45" fmla="*/ 1101 h 1304"/>
                  <a:gd name="T46" fmla="*/ 964 w 1219"/>
                  <a:gd name="T47" fmla="*/ 1092 h 1304"/>
                  <a:gd name="T48" fmla="*/ 972 w 1219"/>
                  <a:gd name="T49" fmla="*/ 1084 h 1304"/>
                  <a:gd name="T50" fmla="*/ 981 w 1219"/>
                  <a:gd name="T51" fmla="*/ 1075 h 1304"/>
                  <a:gd name="T52" fmla="*/ 990 w 1219"/>
                  <a:gd name="T53" fmla="*/ 1064 h 1304"/>
                  <a:gd name="T54" fmla="*/ 1206 w 1219"/>
                  <a:gd name="T55" fmla="*/ 617 h 1304"/>
                  <a:gd name="T56" fmla="*/ 1207 w 1219"/>
                  <a:gd name="T57" fmla="*/ 609 h 1304"/>
                  <a:gd name="T58" fmla="*/ 1209 w 1219"/>
                  <a:gd name="T59" fmla="*/ 594 h 1304"/>
                  <a:gd name="T60" fmla="*/ 1211 w 1219"/>
                  <a:gd name="T61" fmla="*/ 585 h 1304"/>
                  <a:gd name="T62" fmla="*/ 1212 w 1219"/>
                  <a:gd name="T63" fmla="*/ 570 h 1304"/>
                  <a:gd name="T64" fmla="*/ 1213 w 1219"/>
                  <a:gd name="T65" fmla="*/ 561 h 1304"/>
                  <a:gd name="T66" fmla="*/ 1215 w 1219"/>
                  <a:gd name="T67" fmla="*/ 551 h 1304"/>
                  <a:gd name="T68" fmla="*/ 1215 w 1219"/>
                  <a:gd name="T69" fmla="*/ 542 h 1304"/>
                  <a:gd name="T70" fmla="*/ 1216 w 1219"/>
                  <a:gd name="T71" fmla="*/ 532 h 1304"/>
                  <a:gd name="T72" fmla="*/ 1217 w 1219"/>
                  <a:gd name="T73" fmla="*/ 522 h 1304"/>
                  <a:gd name="T74" fmla="*/ 1217 w 1219"/>
                  <a:gd name="T75" fmla="*/ 513 h 1304"/>
                  <a:gd name="T76" fmla="*/ 1218 w 1219"/>
                  <a:gd name="T77" fmla="*/ 502 h 1304"/>
                  <a:gd name="T78" fmla="*/ 1218 w 1219"/>
                  <a:gd name="T79" fmla="*/ 493 h 1304"/>
                  <a:gd name="T80" fmla="*/ 1218 w 1219"/>
                  <a:gd name="T81" fmla="*/ 483 h 1304"/>
                  <a:gd name="T82" fmla="*/ 1219 w 1219"/>
                  <a:gd name="T83" fmla="*/ 473 h 1304"/>
                  <a:gd name="T84" fmla="*/ 1219 w 1219"/>
                  <a:gd name="T85" fmla="*/ 459 h 1304"/>
                  <a:gd name="T86" fmla="*/ 1218 w 1219"/>
                  <a:gd name="T87" fmla="*/ 447 h 1304"/>
                  <a:gd name="T88" fmla="*/ 1218 w 1219"/>
                  <a:gd name="T89" fmla="*/ 436 h 1304"/>
                  <a:gd name="T90" fmla="*/ 1218 w 1219"/>
                  <a:gd name="T91" fmla="*/ 424 h 1304"/>
                  <a:gd name="T92" fmla="*/ 1217 w 1219"/>
                  <a:gd name="T93" fmla="*/ 413 h 1304"/>
                  <a:gd name="T94" fmla="*/ 1216 w 1219"/>
                  <a:gd name="T95" fmla="*/ 402 h 1304"/>
                  <a:gd name="T96" fmla="*/ 1216 w 1219"/>
                  <a:gd name="T97" fmla="*/ 391 h 1304"/>
                  <a:gd name="T98" fmla="*/ 1215 w 1219"/>
                  <a:gd name="T99" fmla="*/ 380 h 1304"/>
                  <a:gd name="T100" fmla="*/ 1214 w 1219"/>
                  <a:gd name="T101" fmla="*/ 369 h 1304"/>
                  <a:gd name="T102" fmla="*/ 1212 w 1219"/>
                  <a:gd name="T103" fmla="*/ 353 h 1304"/>
                  <a:gd name="T104" fmla="*/ 1210 w 1219"/>
                  <a:gd name="T105" fmla="*/ 342 h 1304"/>
                  <a:gd name="T106" fmla="*/ 1209 w 1219"/>
                  <a:gd name="T107" fmla="*/ 331 h 1304"/>
                  <a:gd name="T108" fmla="*/ 1207 w 1219"/>
                  <a:gd name="T109" fmla="*/ 320 h 1304"/>
                  <a:gd name="T110" fmla="*/ 1193 w 1219"/>
                  <a:gd name="T111" fmla="*/ 248 h 1304"/>
                  <a:gd name="T112" fmla="*/ 1187 w 1219"/>
                  <a:gd name="T113" fmla="*/ 226 h 1304"/>
                  <a:gd name="T114" fmla="*/ 1184 w 1219"/>
                  <a:gd name="T115" fmla="*/ 215 h 1304"/>
                  <a:gd name="T116" fmla="*/ 1181 w 1219"/>
                  <a:gd name="T117" fmla="*/ 204 h 1304"/>
                  <a:gd name="T118" fmla="*/ 1177 w 1219"/>
                  <a:gd name="T119" fmla="*/ 193 h 1304"/>
                  <a:gd name="T120" fmla="*/ 1174 w 1219"/>
                  <a:gd name="T121" fmla="*/ 182 h 1304"/>
                  <a:gd name="T122" fmla="*/ 1090 w 1219"/>
                  <a:gd name="T123" fmla="*/ 0 h 1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219" h="1304">
                    <a:moveTo>
                      <a:pt x="1126" y="206"/>
                    </a:moveTo>
                    <a:cubicBezTo>
                      <a:pt x="1126" y="329"/>
                      <a:pt x="1089" y="447"/>
                      <a:pt x="1016" y="537"/>
                    </a:cubicBezTo>
                    <a:cubicBezTo>
                      <a:pt x="972" y="592"/>
                      <a:pt x="902" y="646"/>
                      <a:pt x="820" y="685"/>
                    </a:cubicBezTo>
                    <a:cubicBezTo>
                      <a:pt x="770" y="928"/>
                      <a:pt x="770" y="928"/>
                      <a:pt x="770" y="928"/>
                    </a:cubicBezTo>
                    <a:cubicBezTo>
                      <a:pt x="767" y="943"/>
                      <a:pt x="751" y="956"/>
                      <a:pt x="736" y="956"/>
                    </a:cubicBezTo>
                    <a:cubicBezTo>
                      <a:pt x="493" y="956"/>
                      <a:pt x="493" y="956"/>
                      <a:pt x="493" y="956"/>
                    </a:cubicBezTo>
                    <a:cubicBezTo>
                      <a:pt x="399" y="956"/>
                      <a:pt x="399" y="956"/>
                      <a:pt x="399" y="956"/>
                    </a:cubicBezTo>
                    <a:cubicBezTo>
                      <a:pt x="381" y="956"/>
                      <a:pt x="359" y="944"/>
                      <a:pt x="350" y="929"/>
                    </a:cubicBezTo>
                    <a:cubicBezTo>
                      <a:pt x="131" y="590"/>
                      <a:pt x="131" y="590"/>
                      <a:pt x="131" y="590"/>
                    </a:cubicBezTo>
                    <a:cubicBezTo>
                      <a:pt x="63" y="929"/>
                      <a:pt x="63" y="929"/>
                      <a:pt x="63" y="929"/>
                    </a:cubicBezTo>
                    <a:cubicBezTo>
                      <a:pt x="60" y="941"/>
                      <a:pt x="50" y="951"/>
                      <a:pt x="38" y="955"/>
                    </a:cubicBezTo>
                    <a:cubicBezTo>
                      <a:pt x="38" y="955"/>
                      <a:pt x="38" y="955"/>
                      <a:pt x="38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0" y="956"/>
                      <a:pt x="30" y="956"/>
                      <a:pt x="30" y="956"/>
                    </a:cubicBezTo>
                    <a:cubicBezTo>
                      <a:pt x="29" y="956"/>
                      <a:pt x="29" y="956"/>
                      <a:pt x="29" y="956"/>
                    </a:cubicBezTo>
                    <a:cubicBezTo>
                      <a:pt x="0" y="956"/>
                      <a:pt x="0" y="956"/>
                      <a:pt x="0" y="956"/>
                    </a:cubicBezTo>
                    <a:cubicBezTo>
                      <a:pt x="0" y="1121"/>
                      <a:pt x="176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556" y="1304"/>
                      <a:pt x="638" y="1293"/>
                      <a:pt x="728" y="1268"/>
                    </a:cubicBezTo>
                    <a:cubicBezTo>
                      <a:pt x="732" y="1265"/>
                      <a:pt x="732" y="1265"/>
                      <a:pt x="732" y="1265"/>
                    </a:cubicBezTo>
                    <a:cubicBezTo>
                      <a:pt x="734" y="1265"/>
                      <a:pt x="734" y="1265"/>
                      <a:pt x="734" y="1265"/>
                    </a:cubicBezTo>
                    <a:cubicBezTo>
                      <a:pt x="738" y="1262"/>
                      <a:pt x="738" y="1262"/>
                      <a:pt x="738" y="1262"/>
                    </a:cubicBezTo>
                    <a:cubicBezTo>
                      <a:pt x="739" y="1262"/>
                      <a:pt x="739" y="1262"/>
                      <a:pt x="739" y="1262"/>
                    </a:cubicBezTo>
                    <a:cubicBezTo>
                      <a:pt x="743" y="1260"/>
                      <a:pt x="743" y="1260"/>
                      <a:pt x="743" y="1260"/>
                    </a:cubicBezTo>
                    <a:cubicBezTo>
                      <a:pt x="744" y="1259"/>
                      <a:pt x="744" y="1259"/>
                      <a:pt x="744" y="1259"/>
                    </a:cubicBezTo>
                    <a:cubicBezTo>
                      <a:pt x="749" y="1257"/>
                      <a:pt x="749" y="1257"/>
                      <a:pt x="749" y="1257"/>
                    </a:cubicBezTo>
                    <a:cubicBezTo>
                      <a:pt x="750" y="1256"/>
                      <a:pt x="750" y="1256"/>
                      <a:pt x="750" y="1256"/>
                    </a:cubicBezTo>
                    <a:cubicBezTo>
                      <a:pt x="754" y="1254"/>
                      <a:pt x="754" y="1254"/>
                      <a:pt x="754" y="1254"/>
                    </a:cubicBezTo>
                    <a:cubicBezTo>
                      <a:pt x="755" y="1253"/>
                      <a:pt x="755" y="1253"/>
                      <a:pt x="755" y="1253"/>
                    </a:cubicBezTo>
                    <a:cubicBezTo>
                      <a:pt x="759" y="1251"/>
                      <a:pt x="759" y="1251"/>
                      <a:pt x="759" y="1251"/>
                    </a:cubicBezTo>
                    <a:cubicBezTo>
                      <a:pt x="760" y="1250"/>
                      <a:pt x="760" y="1250"/>
                      <a:pt x="760" y="1250"/>
                    </a:cubicBezTo>
                    <a:cubicBezTo>
                      <a:pt x="765" y="1248"/>
                      <a:pt x="765" y="1248"/>
                      <a:pt x="765" y="1248"/>
                    </a:cubicBezTo>
                    <a:cubicBezTo>
                      <a:pt x="765" y="1247"/>
                      <a:pt x="765" y="1247"/>
                      <a:pt x="765" y="1247"/>
                    </a:cubicBezTo>
                    <a:cubicBezTo>
                      <a:pt x="769" y="1245"/>
                      <a:pt x="769" y="1245"/>
                      <a:pt x="769" y="1245"/>
                    </a:cubicBezTo>
                    <a:cubicBezTo>
                      <a:pt x="771" y="1244"/>
                      <a:pt x="771" y="1244"/>
                      <a:pt x="771" y="1244"/>
                    </a:cubicBezTo>
                    <a:cubicBezTo>
                      <a:pt x="775" y="1242"/>
                      <a:pt x="775" y="1242"/>
                      <a:pt x="775" y="1242"/>
                    </a:cubicBezTo>
                    <a:cubicBezTo>
                      <a:pt x="776" y="1241"/>
                      <a:pt x="776" y="1241"/>
                      <a:pt x="776" y="1241"/>
                    </a:cubicBezTo>
                    <a:cubicBezTo>
                      <a:pt x="780" y="1239"/>
                      <a:pt x="780" y="1239"/>
                      <a:pt x="780" y="1239"/>
                    </a:cubicBezTo>
                    <a:cubicBezTo>
                      <a:pt x="781" y="1238"/>
                      <a:pt x="781" y="1238"/>
                      <a:pt x="781" y="1238"/>
                    </a:cubicBezTo>
                    <a:cubicBezTo>
                      <a:pt x="785" y="1236"/>
                      <a:pt x="785" y="1236"/>
                      <a:pt x="785" y="1236"/>
                    </a:cubicBezTo>
                    <a:cubicBezTo>
                      <a:pt x="786" y="1235"/>
                      <a:pt x="786" y="1235"/>
                      <a:pt x="786" y="1235"/>
                    </a:cubicBezTo>
                    <a:cubicBezTo>
                      <a:pt x="790" y="1232"/>
                      <a:pt x="790" y="1232"/>
                      <a:pt x="790" y="1232"/>
                    </a:cubicBezTo>
                    <a:cubicBezTo>
                      <a:pt x="791" y="1232"/>
                      <a:pt x="791" y="1232"/>
                      <a:pt x="791" y="1232"/>
                    </a:cubicBezTo>
                    <a:cubicBezTo>
                      <a:pt x="795" y="1229"/>
                      <a:pt x="795" y="1229"/>
                      <a:pt x="795" y="1229"/>
                    </a:cubicBezTo>
                    <a:cubicBezTo>
                      <a:pt x="797" y="1228"/>
                      <a:pt x="797" y="1228"/>
                      <a:pt x="797" y="1228"/>
                    </a:cubicBezTo>
                    <a:cubicBezTo>
                      <a:pt x="801" y="1226"/>
                      <a:pt x="801" y="1226"/>
                      <a:pt x="801" y="1226"/>
                    </a:cubicBezTo>
                    <a:cubicBezTo>
                      <a:pt x="802" y="1225"/>
                      <a:pt x="802" y="1225"/>
                      <a:pt x="802" y="1225"/>
                    </a:cubicBezTo>
                    <a:cubicBezTo>
                      <a:pt x="805" y="1223"/>
                      <a:pt x="805" y="1223"/>
                      <a:pt x="805" y="1223"/>
                    </a:cubicBezTo>
                    <a:cubicBezTo>
                      <a:pt x="806" y="1222"/>
                      <a:pt x="806" y="1222"/>
                      <a:pt x="806" y="1222"/>
                    </a:cubicBezTo>
                    <a:cubicBezTo>
                      <a:pt x="811" y="1219"/>
                      <a:pt x="811" y="1219"/>
                      <a:pt x="811" y="1219"/>
                    </a:cubicBezTo>
                    <a:cubicBezTo>
                      <a:pt x="812" y="1219"/>
                      <a:pt x="812" y="1219"/>
                      <a:pt x="812" y="1219"/>
                    </a:cubicBezTo>
                    <a:cubicBezTo>
                      <a:pt x="815" y="1216"/>
                      <a:pt x="815" y="1216"/>
                      <a:pt x="815" y="1216"/>
                    </a:cubicBezTo>
                    <a:cubicBezTo>
                      <a:pt x="816" y="1215"/>
                      <a:pt x="816" y="1215"/>
                      <a:pt x="816" y="1215"/>
                    </a:cubicBezTo>
                    <a:cubicBezTo>
                      <a:pt x="821" y="1213"/>
                      <a:pt x="821" y="1213"/>
                      <a:pt x="821" y="1213"/>
                    </a:cubicBezTo>
                    <a:cubicBezTo>
                      <a:pt x="822" y="1212"/>
                      <a:pt x="822" y="1212"/>
                      <a:pt x="822" y="1212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31" y="1206"/>
                      <a:pt x="831" y="1206"/>
                      <a:pt x="831" y="1206"/>
                    </a:cubicBezTo>
                    <a:cubicBezTo>
                      <a:pt x="831" y="1205"/>
                      <a:pt x="831" y="1205"/>
                      <a:pt x="831" y="1205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40" y="1199"/>
                      <a:pt x="840" y="1199"/>
                      <a:pt x="840" y="1199"/>
                    </a:cubicBezTo>
                    <a:cubicBezTo>
                      <a:pt x="841" y="1198"/>
                      <a:pt x="841" y="1198"/>
                      <a:pt x="841" y="1198"/>
                    </a:cubicBezTo>
                    <a:cubicBezTo>
                      <a:pt x="845" y="1195"/>
                      <a:pt x="845" y="1195"/>
                      <a:pt x="845" y="1195"/>
                    </a:cubicBezTo>
                    <a:cubicBezTo>
                      <a:pt x="846" y="1195"/>
                      <a:pt x="846" y="1195"/>
                      <a:pt x="846" y="1195"/>
                    </a:cubicBezTo>
                    <a:cubicBezTo>
                      <a:pt x="850" y="1192"/>
                      <a:pt x="850" y="1192"/>
                      <a:pt x="850" y="1192"/>
                    </a:cubicBezTo>
                    <a:cubicBezTo>
                      <a:pt x="851" y="1191"/>
                      <a:pt x="851" y="1191"/>
                      <a:pt x="851" y="1191"/>
                    </a:cubicBezTo>
                    <a:cubicBezTo>
                      <a:pt x="855" y="1188"/>
                      <a:pt x="855" y="1188"/>
                      <a:pt x="855" y="1188"/>
                    </a:cubicBezTo>
                    <a:cubicBezTo>
                      <a:pt x="856" y="1188"/>
                      <a:pt x="856" y="1188"/>
                      <a:pt x="856" y="1188"/>
                    </a:cubicBezTo>
                    <a:cubicBezTo>
                      <a:pt x="865" y="1181"/>
                      <a:pt x="865" y="1181"/>
                      <a:pt x="865" y="1181"/>
                    </a:cubicBezTo>
                    <a:cubicBezTo>
                      <a:pt x="865" y="1180"/>
                      <a:pt x="865" y="1180"/>
                      <a:pt x="865" y="1180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4" y="1173"/>
                      <a:pt x="874" y="1173"/>
                      <a:pt x="874" y="1173"/>
                    </a:cubicBezTo>
                    <a:cubicBezTo>
                      <a:pt x="875" y="1173"/>
                      <a:pt x="875" y="1173"/>
                      <a:pt x="875" y="1173"/>
                    </a:cubicBezTo>
                    <a:cubicBezTo>
                      <a:pt x="879" y="1170"/>
                      <a:pt x="879" y="1170"/>
                      <a:pt x="879" y="1170"/>
                    </a:cubicBezTo>
                    <a:cubicBezTo>
                      <a:pt x="879" y="1169"/>
                      <a:pt x="879" y="1169"/>
                      <a:pt x="879" y="1169"/>
                    </a:cubicBezTo>
                    <a:cubicBezTo>
                      <a:pt x="888" y="1162"/>
                      <a:pt x="888" y="1162"/>
                      <a:pt x="888" y="1162"/>
                    </a:cubicBezTo>
                    <a:cubicBezTo>
                      <a:pt x="889" y="1162"/>
                      <a:pt x="889" y="1162"/>
                      <a:pt x="889" y="1162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911" y="1143"/>
                      <a:pt x="911" y="1143"/>
                      <a:pt x="911" y="1143"/>
                    </a:cubicBezTo>
                    <a:cubicBezTo>
                      <a:pt x="911" y="1142"/>
                      <a:pt x="911" y="1142"/>
                      <a:pt x="911" y="1142"/>
                    </a:cubicBezTo>
                    <a:cubicBezTo>
                      <a:pt x="922" y="1133"/>
                      <a:pt x="932" y="1124"/>
                      <a:pt x="942" y="1114"/>
                    </a:cubicBezTo>
                    <a:cubicBezTo>
                      <a:pt x="942" y="1114"/>
                      <a:pt x="942" y="1114"/>
                      <a:pt x="942" y="1114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9" y="1097"/>
                      <a:pt x="959" y="1097"/>
                      <a:pt x="959" y="1097"/>
                    </a:cubicBezTo>
                    <a:cubicBezTo>
                      <a:pt x="960" y="1097"/>
                      <a:pt x="960" y="1097"/>
                      <a:pt x="960" y="1097"/>
                    </a:cubicBezTo>
                    <a:cubicBezTo>
                      <a:pt x="963" y="1093"/>
                      <a:pt x="963" y="1093"/>
                      <a:pt x="963" y="1093"/>
                    </a:cubicBezTo>
                    <a:cubicBezTo>
                      <a:pt x="964" y="1092"/>
                      <a:pt x="964" y="1092"/>
                      <a:pt x="964" y="1092"/>
                    </a:cubicBezTo>
                    <a:cubicBezTo>
                      <a:pt x="967" y="1089"/>
                      <a:pt x="967" y="1089"/>
                      <a:pt x="967" y="1089"/>
                    </a:cubicBezTo>
                    <a:cubicBezTo>
                      <a:pt x="968" y="1088"/>
                      <a:pt x="968" y="1088"/>
                      <a:pt x="968" y="1088"/>
                    </a:cubicBezTo>
                    <a:cubicBezTo>
                      <a:pt x="971" y="1085"/>
                      <a:pt x="971" y="1085"/>
                      <a:pt x="971" y="1085"/>
                    </a:cubicBezTo>
                    <a:cubicBezTo>
                      <a:pt x="972" y="1084"/>
                      <a:pt x="972" y="1084"/>
                      <a:pt x="972" y="1084"/>
                    </a:cubicBezTo>
                    <a:cubicBezTo>
                      <a:pt x="976" y="1080"/>
                      <a:pt x="976" y="1080"/>
                      <a:pt x="976" y="1080"/>
                    </a:cubicBezTo>
                    <a:cubicBezTo>
                      <a:pt x="977" y="1079"/>
                      <a:pt x="977" y="1079"/>
                      <a:pt x="977" y="1079"/>
                    </a:cubicBezTo>
                    <a:cubicBezTo>
                      <a:pt x="979" y="1076"/>
                      <a:pt x="979" y="1076"/>
                      <a:pt x="979" y="1076"/>
                    </a:cubicBezTo>
                    <a:cubicBezTo>
                      <a:pt x="981" y="1075"/>
                      <a:pt x="981" y="1075"/>
                      <a:pt x="981" y="1075"/>
                    </a:cubicBezTo>
                    <a:cubicBezTo>
                      <a:pt x="984" y="1072"/>
                      <a:pt x="984" y="1072"/>
                      <a:pt x="984" y="1072"/>
                    </a:cubicBezTo>
                    <a:cubicBezTo>
                      <a:pt x="985" y="1070"/>
                      <a:pt x="985" y="1070"/>
                      <a:pt x="985" y="1070"/>
                    </a:cubicBezTo>
                    <a:cubicBezTo>
                      <a:pt x="987" y="1068"/>
                      <a:pt x="987" y="1068"/>
                      <a:pt x="987" y="1068"/>
                    </a:cubicBezTo>
                    <a:cubicBezTo>
                      <a:pt x="990" y="1064"/>
                      <a:pt x="990" y="1064"/>
                      <a:pt x="990" y="1064"/>
                    </a:cubicBezTo>
                    <a:cubicBezTo>
                      <a:pt x="991" y="1063"/>
                      <a:pt x="991" y="1063"/>
                      <a:pt x="991" y="1063"/>
                    </a:cubicBezTo>
                    <a:cubicBezTo>
                      <a:pt x="994" y="1061"/>
                      <a:pt x="994" y="1061"/>
                      <a:pt x="994" y="1061"/>
                    </a:cubicBezTo>
                    <a:cubicBezTo>
                      <a:pt x="994" y="1060"/>
                      <a:pt x="994" y="1060"/>
                      <a:pt x="994" y="1060"/>
                    </a:cubicBezTo>
                    <a:cubicBezTo>
                      <a:pt x="1102" y="937"/>
                      <a:pt x="1177" y="785"/>
                      <a:pt x="1206" y="617"/>
                    </a:cubicBezTo>
                    <a:cubicBezTo>
                      <a:pt x="1206" y="617"/>
                      <a:pt x="1206" y="617"/>
                      <a:pt x="1206" y="617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4"/>
                      <a:pt x="1209" y="594"/>
                      <a:pt x="1209" y="594"/>
                    </a:cubicBezTo>
                    <a:cubicBezTo>
                      <a:pt x="1210" y="593"/>
                      <a:pt x="1210" y="593"/>
                      <a:pt x="1210" y="593"/>
                    </a:cubicBezTo>
                    <a:cubicBezTo>
                      <a:pt x="1210" y="589"/>
                      <a:pt x="1210" y="589"/>
                      <a:pt x="1210" y="589"/>
                    </a:cubicBezTo>
                    <a:cubicBezTo>
                      <a:pt x="1210" y="588"/>
                      <a:pt x="1210" y="588"/>
                      <a:pt x="1210" y="588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2" y="574"/>
                      <a:pt x="1212" y="574"/>
                      <a:pt x="1212" y="574"/>
                    </a:cubicBezTo>
                    <a:cubicBezTo>
                      <a:pt x="1212" y="573"/>
                      <a:pt x="1212" y="573"/>
                      <a:pt x="1212" y="573"/>
                    </a:cubicBezTo>
                    <a:cubicBezTo>
                      <a:pt x="1212" y="570"/>
                      <a:pt x="1212" y="570"/>
                      <a:pt x="1212" y="570"/>
                    </a:cubicBezTo>
                    <a:cubicBezTo>
                      <a:pt x="1213" y="568"/>
                      <a:pt x="1213" y="568"/>
                      <a:pt x="1213" y="568"/>
                    </a:cubicBezTo>
                    <a:cubicBezTo>
                      <a:pt x="1213" y="566"/>
                      <a:pt x="1213" y="566"/>
                      <a:pt x="1213" y="566"/>
                    </a:cubicBezTo>
                    <a:cubicBezTo>
                      <a:pt x="1213" y="564"/>
                      <a:pt x="1213" y="564"/>
                      <a:pt x="1213" y="564"/>
                    </a:cubicBezTo>
                    <a:cubicBezTo>
                      <a:pt x="1213" y="561"/>
                      <a:pt x="1213" y="561"/>
                      <a:pt x="1213" y="561"/>
                    </a:cubicBezTo>
                    <a:cubicBezTo>
                      <a:pt x="1214" y="560"/>
                      <a:pt x="1214" y="560"/>
                      <a:pt x="1214" y="560"/>
                    </a:cubicBezTo>
                    <a:cubicBezTo>
                      <a:pt x="1214" y="555"/>
                      <a:pt x="1214" y="555"/>
                      <a:pt x="1214" y="555"/>
                    </a:cubicBezTo>
                    <a:cubicBezTo>
                      <a:pt x="1214" y="553"/>
                      <a:pt x="1214" y="553"/>
                      <a:pt x="1214" y="553"/>
                    </a:cubicBezTo>
                    <a:cubicBezTo>
                      <a:pt x="1215" y="551"/>
                      <a:pt x="1215" y="551"/>
                      <a:pt x="1215" y="551"/>
                    </a:cubicBezTo>
                    <a:cubicBezTo>
                      <a:pt x="1215" y="549"/>
                      <a:pt x="1215" y="549"/>
                      <a:pt x="1215" y="549"/>
                    </a:cubicBezTo>
                    <a:cubicBezTo>
                      <a:pt x="1215" y="546"/>
                      <a:pt x="1215" y="546"/>
                      <a:pt x="1215" y="546"/>
                    </a:cubicBezTo>
                    <a:cubicBezTo>
                      <a:pt x="1215" y="544"/>
                      <a:pt x="1215" y="544"/>
                      <a:pt x="1215" y="544"/>
                    </a:cubicBezTo>
                    <a:cubicBezTo>
                      <a:pt x="1215" y="542"/>
                      <a:pt x="1215" y="542"/>
                      <a:pt x="1215" y="542"/>
                    </a:cubicBezTo>
                    <a:cubicBezTo>
                      <a:pt x="1215" y="540"/>
                      <a:pt x="1215" y="540"/>
                      <a:pt x="1215" y="540"/>
                    </a:cubicBezTo>
                    <a:cubicBezTo>
                      <a:pt x="1216" y="537"/>
                      <a:pt x="1216" y="537"/>
                      <a:pt x="1216" y="537"/>
                    </a:cubicBezTo>
                    <a:cubicBezTo>
                      <a:pt x="1216" y="534"/>
                      <a:pt x="1216" y="534"/>
                      <a:pt x="1216" y="534"/>
                    </a:cubicBezTo>
                    <a:cubicBezTo>
                      <a:pt x="1216" y="532"/>
                      <a:pt x="1216" y="532"/>
                      <a:pt x="1216" y="532"/>
                    </a:cubicBezTo>
                    <a:cubicBezTo>
                      <a:pt x="1216" y="529"/>
                      <a:pt x="1216" y="529"/>
                      <a:pt x="1216" y="529"/>
                    </a:cubicBezTo>
                    <a:cubicBezTo>
                      <a:pt x="1216" y="527"/>
                      <a:pt x="1216" y="527"/>
                      <a:pt x="1216" y="527"/>
                    </a:cubicBezTo>
                    <a:cubicBezTo>
                      <a:pt x="1217" y="524"/>
                      <a:pt x="1217" y="524"/>
                      <a:pt x="1217" y="524"/>
                    </a:cubicBezTo>
                    <a:cubicBezTo>
                      <a:pt x="1217" y="522"/>
                      <a:pt x="1217" y="522"/>
                      <a:pt x="1217" y="522"/>
                    </a:cubicBezTo>
                    <a:cubicBezTo>
                      <a:pt x="1217" y="520"/>
                      <a:pt x="1217" y="520"/>
                      <a:pt x="1217" y="520"/>
                    </a:cubicBezTo>
                    <a:cubicBezTo>
                      <a:pt x="1217" y="518"/>
                      <a:pt x="1217" y="518"/>
                      <a:pt x="1217" y="518"/>
                    </a:cubicBezTo>
                    <a:cubicBezTo>
                      <a:pt x="1217" y="515"/>
                      <a:pt x="1217" y="515"/>
                      <a:pt x="1217" y="515"/>
                    </a:cubicBezTo>
                    <a:cubicBezTo>
                      <a:pt x="1217" y="513"/>
                      <a:pt x="1217" y="513"/>
                      <a:pt x="1217" y="513"/>
                    </a:cubicBezTo>
                    <a:cubicBezTo>
                      <a:pt x="1218" y="509"/>
                      <a:pt x="1218" y="509"/>
                      <a:pt x="1218" y="509"/>
                    </a:cubicBezTo>
                    <a:cubicBezTo>
                      <a:pt x="1218" y="507"/>
                      <a:pt x="1218" y="507"/>
                      <a:pt x="1218" y="507"/>
                    </a:cubicBezTo>
                    <a:cubicBezTo>
                      <a:pt x="1218" y="504"/>
                      <a:pt x="1218" y="504"/>
                      <a:pt x="1218" y="504"/>
                    </a:cubicBezTo>
                    <a:cubicBezTo>
                      <a:pt x="1218" y="502"/>
                      <a:pt x="1218" y="502"/>
                      <a:pt x="1218" y="502"/>
                    </a:cubicBezTo>
                    <a:cubicBezTo>
                      <a:pt x="1218" y="500"/>
                      <a:pt x="1218" y="500"/>
                      <a:pt x="1218" y="500"/>
                    </a:cubicBezTo>
                    <a:cubicBezTo>
                      <a:pt x="1218" y="498"/>
                      <a:pt x="1218" y="498"/>
                      <a:pt x="1218" y="498"/>
                    </a:cubicBezTo>
                    <a:cubicBezTo>
                      <a:pt x="1218" y="495"/>
                      <a:pt x="1218" y="495"/>
                      <a:pt x="1218" y="495"/>
                    </a:cubicBezTo>
                    <a:cubicBezTo>
                      <a:pt x="1218" y="493"/>
                      <a:pt x="1218" y="493"/>
                      <a:pt x="1218" y="493"/>
                    </a:cubicBezTo>
                    <a:cubicBezTo>
                      <a:pt x="1218" y="490"/>
                      <a:pt x="1218" y="490"/>
                      <a:pt x="1218" y="490"/>
                    </a:cubicBezTo>
                    <a:cubicBezTo>
                      <a:pt x="1218" y="489"/>
                      <a:pt x="1218" y="489"/>
                      <a:pt x="1218" y="489"/>
                    </a:cubicBezTo>
                    <a:cubicBezTo>
                      <a:pt x="1218" y="484"/>
                      <a:pt x="1218" y="484"/>
                      <a:pt x="1218" y="484"/>
                    </a:cubicBezTo>
                    <a:cubicBezTo>
                      <a:pt x="1218" y="483"/>
                      <a:pt x="1218" y="483"/>
                      <a:pt x="1218" y="483"/>
                    </a:cubicBezTo>
                    <a:cubicBezTo>
                      <a:pt x="1218" y="480"/>
                      <a:pt x="1218" y="480"/>
                      <a:pt x="1218" y="480"/>
                    </a:cubicBezTo>
                    <a:cubicBezTo>
                      <a:pt x="1219" y="478"/>
                      <a:pt x="1219" y="478"/>
                      <a:pt x="1219" y="478"/>
                    </a:cubicBezTo>
                    <a:cubicBezTo>
                      <a:pt x="1219" y="475"/>
                      <a:pt x="1219" y="475"/>
                      <a:pt x="1219" y="475"/>
                    </a:cubicBezTo>
                    <a:cubicBezTo>
                      <a:pt x="1219" y="473"/>
                      <a:pt x="1219" y="473"/>
                      <a:pt x="1219" y="473"/>
                    </a:cubicBezTo>
                    <a:cubicBezTo>
                      <a:pt x="1219" y="470"/>
                      <a:pt x="1219" y="470"/>
                      <a:pt x="1219" y="470"/>
                    </a:cubicBezTo>
                    <a:cubicBezTo>
                      <a:pt x="1219" y="469"/>
                      <a:pt x="1219" y="469"/>
                      <a:pt x="1219" y="469"/>
                    </a:cubicBezTo>
                    <a:cubicBezTo>
                      <a:pt x="1219" y="464"/>
                      <a:pt x="1219" y="464"/>
                      <a:pt x="1219" y="464"/>
                    </a:cubicBezTo>
                    <a:cubicBezTo>
                      <a:pt x="1219" y="459"/>
                      <a:pt x="1219" y="459"/>
                      <a:pt x="1219" y="459"/>
                    </a:cubicBezTo>
                    <a:cubicBezTo>
                      <a:pt x="1219" y="458"/>
                      <a:pt x="1219" y="458"/>
                      <a:pt x="1219" y="458"/>
                    </a:cubicBezTo>
                    <a:cubicBezTo>
                      <a:pt x="1219" y="453"/>
                      <a:pt x="1219" y="453"/>
                      <a:pt x="1219" y="453"/>
                    </a:cubicBezTo>
                    <a:cubicBezTo>
                      <a:pt x="1219" y="452"/>
                      <a:pt x="1219" y="452"/>
                      <a:pt x="1219" y="452"/>
                    </a:cubicBezTo>
                    <a:cubicBezTo>
                      <a:pt x="1218" y="447"/>
                      <a:pt x="1218" y="447"/>
                      <a:pt x="1218" y="447"/>
                    </a:cubicBezTo>
                    <a:cubicBezTo>
                      <a:pt x="1218" y="446"/>
                      <a:pt x="1218" y="446"/>
                      <a:pt x="1218" y="446"/>
                    </a:cubicBezTo>
                    <a:cubicBezTo>
                      <a:pt x="1218" y="442"/>
                      <a:pt x="1218" y="442"/>
                      <a:pt x="1218" y="442"/>
                    </a:cubicBezTo>
                    <a:cubicBezTo>
                      <a:pt x="1218" y="441"/>
                      <a:pt x="1218" y="441"/>
                      <a:pt x="1218" y="441"/>
                    </a:cubicBezTo>
                    <a:cubicBezTo>
                      <a:pt x="1218" y="436"/>
                      <a:pt x="1218" y="436"/>
                      <a:pt x="1218" y="436"/>
                    </a:cubicBezTo>
                    <a:cubicBezTo>
                      <a:pt x="1218" y="434"/>
                      <a:pt x="1218" y="434"/>
                      <a:pt x="1218" y="434"/>
                    </a:cubicBezTo>
                    <a:cubicBezTo>
                      <a:pt x="1218" y="430"/>
                      <a:pt x="1218" y="430"/>
                      <a:pt x="1218" y="430"/>
                    </a:cubicBezTo>
                    <a:cubicBezTo>
                      <a:pt x="1218" y="429"/>
                      <a:pt x="1218" y="429"/>
                      <a:pt x="1218" y="429"/>
                    </a:cubicBezTo>
                    <a:cubicBezTo>
                      <a:pt x="1218" y="424"/>
                      <a:pt x="1218" y="424"/>
                      <a:pt x="1218" y="424"/>
                    </a:cubicBezTo>
                    <a:cubicBezTo>
                      <a:pt x="1218" y="423"/>
                      <a:pt x="1218" y="423"/>
                      <a:pt x="1218" y="423"/>
                    </a:cubicBezTo>
                    <a:cubicBezTo>
                      <a:pt x="1217" y="419"/>
                      <a:pt x="1217" y="419"/>
                      <a:pt x="1217" y="419"/>
                    </a:cubicBezTo>
                    <a:cubicBezTo>
                      <a:pt x="1217" y="417"/>
                      <a:pt x="1217" y="417"/>
                      <a:pt x="1217" y="417"/>
                    </a:cubicBezTo>
                    <a:cubicBezTo>
                      <a:pt x="1217" y="413"/>
                      <a:pt x="1217" y="413"/>
                      <a:pt x="1217" y="413"/>
                    </a:cubicBezTo>
                    <a:cubicBezTo>
                      <a:pt x="1217" y="411"/>
                      <a:pt x="1217" y="411"/>
                      <a:pt x="1217" y="411"/>
                    </a:cubicBezTo>
                    <a:cubicBezTo>
                      <a:pt x="1217" y="408"/>
                      <a:pt x="1217" y="408"/>
                      <a:pt x="1217" y="408"/>
                    </a:cubicBezTo>
                    <a:cubicBezTo>
                      <a:pt x="1217" y="406"/>
                      <a:pt x="1217" y="406"/>
                      <a:pt x="1217" y="406"/>
                    </a:cubicBezTo>
                    <a:cubicBezTo>
                      <a:pt x="1216" y="402"/>
                      <a:pt x="1216" y="402"/>
                      <a:pt x="1216" y="402"/>
                    </a:cubicBezTo>
                    <a:cubicBezTo>
                      <a:pt x="1216" y="400"/>
                      <a:pt x="1216" y="400"/>
                      <a:pt x="1216" y="400"/>
                    </a:cubicBezTo>
                    <a:cubicBezTo>
                      <a:pt x="1216" y="396"/>
                      <a:pt x="1216" y="396"/>
                      <a:pt x="1216" y="396"/>
                    </a:cubicBezTo>
                    <a:cubicBezTo>
                      <a:pt x="1216" y="394"/>
                      <a:pt x="1216" y="394"/>
                      <a:pt x="1216" y="394"/>
                    </a:cubicBezTo>
                    <a:cubicBezTo>
                      <a:pt x="1216" y="391"/>
                      <a:pt x="1216" y="391"/>
                      <a:pt x="1216" y="391"/>
                    </a:cubicBezTo>
                    <a:cubicBezTo>
                      <a:pt x="1215" y="388"/>
                      <a:pt x="1215" y="388"/>
                      <a:pt x="1215" y="388"/>
                    </a:cubicBezTo>
                    <a:cubicBezTo>
                      <a:pt x="1215" y="385"/>
                      <a:pt x="1215" y="385"/>
                      <a:pt x="1215" y="385"/>
                    </a:cubicBezTo>
                    <a:cubicBezTo>
                      <a:pt x="1215" y="383"/>
                      <a:pt x="1215" y="383"/>
                      <a:pt x="1215" y="383"/>
                    </a:cubicBezTo>
                    <a:cubicBezTo>
                      <a:pt x="1215" y="380"/>
                      <a:pt x="1215" y="380"/>
                      <a:pt x="1215" y="380"/>
                    </a:cubicBezTo>
                    <a:cubicBezTo>
                      <a:pt x="1214" y="377"/>
                      <a:pt x="1214" y="377"/>
                      <a:pt x="1214" y="377"/>
                    </a:cubicBezTo>
                    <a:cubicBezTo>
                      <a:pt x="1214" y="374"/>
                      <a:pt x="1214" y="374"/>
                      <a:pt x="1214" y="374"/>
                    </a:cubicBezTo>
                    <a:cubicBezTo>
                      <a:pt x="1214" y="371"/>
                      <a:pt x="1214" y="371"/>
                      <a:pt x="1214" y="371"/>
                    </a:cubicBezTo>
                    <a:cubicBezTo>
                      <a:pt x="1214" y="369"/>
                      <a:pt x="1214" y="369"/>
                      <a:pt x="1214" y="369"/>
                    </a:cubicBezTo>
                    <a:cubicBezTo>
                      <a:pt x="1213" y="359"/>
                      <a:pt x="1213" y="359"/>
                      <a:pt x="1213" y="359"/>
                    </a:cubicBezTo>
                    <a:cubicBezTo>
                      <a:pt x="1212" y="358"/>
                      <a:pt x="1212" y="358"/>
                      <a:pt x="1212" y="358"/>
                    </a:cubicBezTo>
                    <a:cubicBezTo>
                      <a:pt x="1212" y="355"/>
                      <a:pt x="1212" y="355"/>
                      <a:pt x="1212" y="355"/>
                    </a:cubicBezTo>
                    <a:cubicBezTo>
                      <a:pt x="1212" y="353"/>
                      <a:pt x="1212" y="353"/>
                      <a:pt x="1212" y="353"/>
                    </a:cubicBezTo>
                    <a:cubicBezTo>
                      <a:pt x="1211" y="348"/>
                      <a:pt x="1211" y="348"/>
                      <a:pt x="1211" y="348"/>
                    </a:cubicBezTo>
                    <a:cubicBezTo>
                      <a:pt x="1211" y="346"/>
                      <a:pt x="1211" y="346"/>
                      <a:pt x="1211" y="346"/>
                    </a:cubicBezTo>
                    <a:cubicBezTo>
                      <a:pt x="1211" y="343"/>
                      <a:pt x="1211" y="343"/>
                      <a:pt x="1211" y="343"/>
                    </a:cubicBezTo>
                    <a:cubicBezTo>
                      <a:pt x="1210" y="342"/>
                      <a:pt x="1210" y="342"/>
                      <a:pt x="1210" y="342"/>
                    </a:cubicBezTo>
                    <a:cubicBezTo>
                      <a:pt x="1210" y="336"/>
                      <a:pt x="1210" y="336"/>
                      <a:pt x="1210" y="336"/>
                    </a:cubicBezTo>
                    <a:cubicBezTo>
                      <a:pt x="1209" y="335"/>
                      <a:pt x="1209" y="335"/>
                      <a:pt x="1209" y="335"/>
                    </a:cubicBezTo>
                    <a:cubicBezTo>
                      <a:pt x="1209" y="332"/>
                      <a:pt x="1209" y="332"/>
                      <a:pt x="1209" y="332"/>
                    </a:cubicBezTo>
                    <a:cubicBezTo>
                      <a:pt x="1209" y="331"/>
                      <a:pt x="1209" y="331"/>
                      <a:pt x="1209" y="331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5" y="309"/>
                      <a:pt x="1205" y="309"/>
                      <a:pt x="1205" y="309"/>
                    </a:cubicBezTo>
                    <a:cubicBezTo>
                      <a:pt x="1205" y="308"/>
                      <a:pt x="1205" y="308"/>
                      <a:pt x="1205" y="308"/>
                    </a:cubicBezTo>
                    <a:cubicBezTo>
                      <a:pt x="1202" y="288"/>
                      <a:pt x="1198" y="269"/>
                      <a:pt x="1193" y="249"/>
                    </a:cubicBezTo>
                    <a:cubicBezTo>
                      <a:pt x="1193" y="248"/>
                      <a:pt x="1193" y="248"/>
                      <a:pt x="1193" y="248"/>
                    </a:cubicBezTo>
                    <a:cubicBezTo>
                      <a:pt x="1190" y="238"/>
                      <a:pt x="1190" y="238"/>
                      <a:pt x="1190" y="238"/>
                    </a:cubicBezTo>
                    <a:cubicBezTo>
                      <a:pt x="1190" y="237"/>
                      <a:pt x="1190" y="237"/>
                      <a:pt x="1190" y="237"/>
                    </a:cubicBezTo>
                    <a:cubicBezTo>
                      <a:pt x="1187" y="228"/>
                      <a:pt x="1187" y="228"/>
                      <a:pt x="1187" y="228"/>
                    </a:cubicBezTo>
                    <a:cubicBezTo>
                      <a:pt x="1187" y="226"/>
                      <a:pt x="1187" y="226"/>
                      <a:pt x="1187" y="226"/>
                    </a:cubicBezTo>
                    <a:cubicBezTo>
                      <a:pt x="1186" y="223"/>
                      <a:pt x="1186" y="223"/>
                      <a:pt x="1186" y="223"/>
                    </a:cubicBezTo>
                    <a:cubicBezTo>
                      <a:pt x="1186" y="221"/>
                      <a:pt x="1186" y="221"/>
                      <a:pt x="1186" y="221"/>
                    </a:cubicBezTo>
                    <a:cubicBezTo>
                      <a:pt x="1184" y="217"/>
                      <a:pt x="1184" y="217"/>
                      <a:pt x="1184" y="217"/>
                    </a:cubicBezTo>
                    <a:cubicBezTo>
                      <a:pt x="1184" y="215"/>
                      <a:pt x="1184" y="215"/>
                      <a:pt x="1184" y="215"/>
                    </a:cubicBezTo>
                    <a:cubicBezTo>
                      <a:pt x="1183" y="213"/>
                      <a:pt x="1183" y="213"/>
                      <a:pt x="1183" y="213"/>
                    </a:cubicBezTo>
                    <a:cubicBezTo>
                      <a:pt x="1182" y="210"/>
                      <a:pt x="1182" y="210"/>
                      <a:pt x="1182" y="210"/>
                    </a:cubicBezTo>
                    <a:cubicBezTo>
                      <a:pt x="1181" y="207"/>
                      <a:pt x="1181" y="207"/>
                      <a:pt x="1181" y="207"/>
                    </a:cubicBezTo>
                    <a:cubicBezTo>
                      <a:pt x="1181" y="204"/>
                      <a:pt x="1181" y="204"/>
                      <a:pt x="1181" y="204"/>
                    </a:cubicBezTo>
                    <a:cubicBezTo>
                      <a:pt x="1180" y="202"/>
                      <a:pt x="1180" y="202"/>
                      <a:pt x="1180" y="202"/>
                    </a:cubicBezTo>
                    <a:cubicBezTo>
                      <a:pt x="1179" y="199"/>
                      <a:pt x="1179" y="199"/>
                      <a:pt x="1179" y="199"/>
                    </a:cubicBezTo>
                    <a:cubicBezTo>
                      <a:pt x="1179" y="198"/>
                      <a:pt x="1179" y="198"/>
                      <a:pt x="1179" y="198"/>
                    </a:cubicBezTo>
                    <a:cubicBezTo>
                      <a:pt x="1177" y="193"/>
                      <a:pt x="1177" y="193"/>
                      <a:pt x="1177" y="193"/>
                    </a:cubicBezTo>
                    <a:cubicBezTo>
                      <a:pt x="1177" y="192"/>
                      <a:pt x="1177" y="192"/>
                      <a:pt x="1177" y="192"/>
                    </a:cubicBezTo>
                    <a:cubicBezTo>
                      <a:pt x="1176" y="188"/>
                      <a:pt x="1176" y="188"/>
                      <a:pt x="1176" y="188"/>
                    </a:cubicBezTo>
                    <a:cubicBezTo>
                      <a:pt x="1175" y="187"/>
                      <a:pt x="1175" y="187"/>
                      <a:pt x="1175" y="187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66" y="160"/>
                      <a:pt x="1158" y="137"/>
                      <a:pt x="1149" y="116"/>
                    </a:cubicBezTo>
                    <a:cubicBezTo>
                      <a:pt x="1144" y="103"/>
                      <a:pt x="1138" y="91"/>
                      <a:pt x="1132" y="79"/>
                    </a:cubicBezTo>
                    <a:cubicBezTo>
                      <a:pt x="1120" y="52"/>
                      <a:pt x="1106" y="26"/>
                      <a:pt x="1090" y="0"/>
                    </a:cubicBezTo>
                    <a:cubicBezTo>
                      <a:pt x="1115" y="67"/>
                      <a:pt x="1126" y="137"/>
                      <a:pt x="1126" y="206"/>
                    </a:cubicBezTo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5" name="Freeform 9"/>
              <p:cNvSpPr>
                <a:spLocks noSelect="1"/>
              </p:cNvSpPr>
              <p:nvPr userDrawn="1"/>
            </p:nvSpPr>
            <p:spPr bwMode="gray">
              <a:xfrm>
                <a:off x="1118870" y="583565"/>
                <a:ext cx="114935" cy="149860"/>
              </a:xfrm>
              <a:custGeom>
                <a:avLst/>
                <a:gdLst>
                  <a:gd name="T0" fmla="*/ 0 w 362"/>
                  <a:gd name="T1" fmla="*/ 106 h 472"/>
                  <a:gd name="T2" fmla="*/ 219 w 362"/>
                  <a:gd name="T3" fmla="*/ 445 h 472"/>
                  <a:gd name="T4" fmla="*/ 268 w 362"/>
                  <a:gd name="T5" fmla="*/ 472 h 472"/>
                  <a:gd name="T6" fmla="*/ 362 w 362"/>
                  <a:gd name="T7" fmla="*/ 472 h 472"/>
                  <a:gd name="T8" fmla="*/ 319 w 362"/>
                  <a:gd name="T9" fmla="*/ 448 h 472"/>
                  <a:gd name="T10" fmla="*/ 22 w 362"/>
                  <a:gd name="T11" fmla="*/ 0 h 472"/>
                  <a:gd name="T12" fmla="*/ 0 w 362"/>
                  <a:gd name="T13" fmla="*/ 106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2" h="472">
                    <a:moveTo>
                      <a:pt x="0" y="106"/>
                    </a:moveTo>
                    <a:cubicBezTo>
                      <a:pt x="219" y="445"/>
                      <a:pt x="219" y="445"/>
                      <a:pt x="219" y="445"/>
                    </a:cubicBezTo>
                    <a:cubicBezTo>
                      <a:pt x="228" y="460"/>
                      <a:pt x="250" y="472"/>
                      <a:pt x="268" y="472"/>
                    </a:cubicBezTo>
                    <a:cubicBezTo>
                      <a:pt x="362" y="472"/>
                      <a:pt x="362" y="472"/>
                      <a:pt x="362" y="472"/>
                    </a:cubicBezTo>
                    <a:cubicBezTo>
                      <a:pt x="347" y="472"/>
                      <a:pt x="327" y="461"/>
                      <a:pt x="319" y="448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0" y="106"/>
                    </a:lnTo>
                    <a:close/>
                  </a:path>
                </a:pathLst>
              </a:cu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6" name="Freeform 10"/>
              <p:cNvSpPr>
                <a:spLocks noSelect="1"/>
              </p:cNvSpPr>
              <p:nvPr userDrawn="1"/>
            </p:nvSpPr>
            <p:spPr bwMode="gray">
              <a:xfrm>
                <a:off x="949325" y="290830"/>
                <a:ext cx="277495" cy="120015"/>
              </a:xfrm>
              <a:custGeom>
                <a:avLst/>
                <a:gdLst>
                  <a:gd name="T0" fmla="*/ 27 w 874"/>
                  <a:gd name="T1" fmla="*/ 323 h 378"/>
                  <a:gd name="T2" fmla="*/ 1 w 874"/>
                  <a:gd name="T3" fmla="*/ 366 h 378"/>
                  <a:gd name="T4" fmla="*/ 1 w 874"/>
                  <a:gd name="T5" fmla="*/ 367 h 378"/>
                  <a:gd name="T6" fmla="*/ 1 w 874"/>
                  <a:gd name="T7" fmla="*/ 367 h 378"/>
                  <a:gd name="T8" fmla="*/ 30 w 874"/>
                  <a:gd name="T9" fmla="*/ 378 h 378"/>
                  <a:gd name="T10" fmla="*/ 410 w 874"/>
                  <a:gd name="T11" fmla="*/ 378 h 378"/>
                  <a:gd name="T12" fmla="*/ 400 w 874"/>
                  <a:gd name="T13" fmla="*/ 293 h 378"/>
                  <a:gd name="T14" fmla="*/ 439 w 874"/>
                  <a:gd name="T15" fmla="*/ 165 h 378"/>
                  <a:gd name="T16" fmla="*/ 471 w 874"/>
                  <a:gd name="T17" fmla="*/ 129 h 378"/>
                  <a:gd name="T18" fmla="*/ 820 w 874"/>
                  <a:gd name="T19" fmla="*/ 11 h 378"/>
                  <a:gd name="T20" fmla="*/ 838 w 874"/>
                  <a:gd name="T21" fmla="*/ 12 h 378"/>
                  <a:gd name="T22" fmla="*/ 874 w 874"/>
                  <a:gd name="T23" fmla="*/ 13 h 378"/>
                  <a:gd name="T24" fmla="*/ 728 w 874"/>
                  <a:gd name="T25" fmla="*/ 0 h 378"/>
                  <a:gd name="T26" fmla="*/ 719 w 874"/>
                  <a:gd name="T27" fmla="*/ 0 h 378"/>
                  <a:gd name="T28" fmla="*/ 27 w 874"/>
                  <a:gd name="T29" fmla="*/ 323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4" h="378">
                    <a:moveTo>
                      <a:pt x="27" y="323"/>
                    </a:moveTo>
                    <a:cubicBezTo>
                      <a:pt x="10" y="343"/>
                      <a:pt x="0" y="357"/>
                      <a:pt x="1" y="366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2" y="375"/>
                      <a:pt x="11" y="378"/>
                      <a:pt x="30" y="378"/>
                    </a:cubicBezTo>
                    <a:cubicBezTo>
                      <a:pt x="410" y="378"/>
                      <a:pt x="410" y="378"/>
                      <a:pt x="410" y="378"/>
                    </a:cubicBezTo>
                    <a:cubicBezTo>
                      <a:pt x="404" y="349"/>
                      <a:pt x="400" y="320"/>
                      <a:pt x="400" y="293"/>
                    </a:cubicBezTo>
                    <a:cubicBezTo>
                      <a:pt x="400" y="244"/>
                      <a:pt x="412" y="200"/>
                      <a:pt x="439" y="165"/>
                    </a:cubicBezTo>
                    <a:cubicBezTo>
                      <a:pt x="449" y="152"/>
                      <a:pt x="460" y="140"/>
                      <a:pt x="471" y="129"/>
                    </a:cubicBezTo>
                    <a:cubicBezTo>
                      <a:pt x="555" y="49"/>
                      <a:pt x="683" y="11"/>
                      <a:pt x="820" y="11"/>
                    </a:cubicBezTo>
                    <a:cubicBezTo>
                      <a:pt x="826" y="11"/>
                      <a:pt x="832" y="11"/>
                      <a:pt x="838" y="12"/>
                    </a:cubicBezTo>
                    <a:cubicBezTo>
                      <a:pt x="850" y="12"/>
                      <a:pt x="862" y="12"/>
                      <a:pt x="874" y="13"/>
                    </a:cubicBezTo>
                    <a:cubicBezTo>
                      <a:pt x="827" y="5"/>
                      <a:pt x="778" y="0"/>
                      <a:pt x="728" y="0"/>
                    </a:cubicBezTo>
                    <a:cubicBezTo>
                      <a:pt x="719" y="0"/>
                      <a:pt x="719" y="0"/>
                      <a:pt x="719" y="0"/>
                    </a:cubicBezTo>
                    <a:cubicBezTo>
                      <a:pt x="441" y="0"/>
                      <a:pt x="192" y="125"/>
                      <a:pt x="27" y="323"/>
                    </a:cubicBezTo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7" name="Freeform 11"/>
              <p:cNvSpPr>
                <a:spLocks noSelect="1"/>
              </p:cNvSpPr>
              <p:nvPr userDrawn="1"/>
            </p:nvSpPr>
            <p:spPr bwMode="gray">
              <a:xfrm>
                <a:off x="1076325" y="294005"/>
                <a:ext cx="358775" cy="353695"/>
              </a:xfrm>
              <a:custGeom>
                <a:avLst/>
                <a:gdLst>
                  <a:gd name="T0" fmla="*/ 0 w 1130"/>
                  <a:gd name="T1" fmla="*/ 282 h 1113"/>
                  <a:gd name="T2" fmla="*/ 738 w 1130"/>
                  <a:gd name="T3" fmla="*/ 375 h 1113"/>
                  <a:gd name="T4" fmla="*/ 910 w 1130"/>
                  <a:gd name="T5" fmla="*/ 637 h 1113"/>
                  <a:gd name="T6" fmla="*/ 913 w 1130"/>
                  <a:gd name="T7" fmla="*/ 645 h 1113"/>
                  <a:gd name="T8" fmla="*/ 824 w 1130"/>
                  <a:gd name="T9" fmla="*/ 1113 h 1113"/>
                  <a:gd name="T10" fmla="*/ 1094 w 1130"/>
                  <a:gd name="T11" fmla="*/ 428 h 1113"/>
                  <a:gd name="T12" fmla="*/ 1044 w 1130"/>
                  <a:gd name="T13" fmla="*/ 353 h 1113"/>
                  <a:gd name="T14" fmla="*/ 1040 w 1130"/>
                  <a:gd name="T15" fmla="*/ 348 h 1113"/>
                  <a:gd name="T16" fmla="*/ 1034 w 1130"/>
                  <a:gd name="T17" fmla="*/ 339 h 1113"/>
                  <a:gd name="T18" fmla="*/ 1030 w 1130"/>
                  <a:gd name="T19" fmla="*/ 334 h 1113"/>
                  <a:gd name="T20" fmla="*/ 1007 w 1130"/>
                  <a:gd name="T21" fmla="*/ 306 h 1113"/>
                  <a:gd name="T22" fmla="*/ 1003 w 1130"/>
                  <a:gd name="T23" fmla="*/ 301 h 1113"/>
                  <a:gd name="T24" fmla="*/ 995 w 1130"/>
                  <a:gd name="T25" fmla="*/ 293 h 1113"/>
                  <a:gd name="T26" fmla="*/ 974 w 1130"/>
                  <a:gd name="T27" fmla="*/ 270 h 1113"/>
                  <a:gd name="T28" fmla="*/ 967 w 1130"/>
                  <a:gd name="T29" fmla="*/ 262 h 1113"/>
                  <a:gd name="T30" fmla="*/ 962 w 1130"/>
                  <a:gd name="T31" fmla="*/ 257 h 1113"/>
                  <a:gd name="T32" fmla="*/ 937 w 1130"/>
                  <a:gd name="T33" fmla="*/ 233 h 1113"/>
                  <a:gd name="T34" fmla="*/ 932 w 1130"/>
                  <a:gd name="T35" fmla="*/ 228 h 1113"/>
                  <a:gd name="T36" fmla="*/ 924 w 1130"/>
                  <a:gd name="T37" fmla="*/ 221 h 1113"/>
                  <a:gd name="T38" fmla="*/ 919 w 1130"/>
                  <a:gd name="T39" fmla="*/ 216 h 1113"/>
                  <a:gd name="T40" fmla="*/ 901 w 1130"/>
                  <a:gd name="T41" fmla="*/ 201 h 1113"/>
                  <a:gd name="T42" fmla="*/ 895 w 1130"/>
                  <a:gd name="T43" fmla="*/ 196 h 1113"/>
                  <a:gd name="T44" fmla="*/ 887 w 1130"/>
                  <a:gd name="T45" fmla="*/ 190 h 1113"/>
                  <a:gd name="T46" fmla="*/ 882 w 1130"/>
                  <a:gd name="T47" fmla="*/ 185 h 1113"/>
                  <a:gd name="T48" fmla="*/ 873 w 1130"/>
                  <a:gd name="T49" fmla="*/ 178 h 1113"/>
                  <a:gd name="T50" fmla="*/ 858 w 1130"/>
                  <a:gd name="T51" fmla="*/ 167 h 1113"/>
                  <a:gd name="T52" fmla="*/ 849 w 1130"/>
                  <a:gd name="T53" fmla="*/ 160 h 1113"/>
                  <a:gd name="T54" fmla="*/ 843 w 1130"/>
                  <a:gd name="T55" fmla="*/ 156 h 1113"/>
                  <a:gd name="T56" fmla="*/ 835 w 1130"/>
                  <a:gd name="T57" fmla="*/ 150 h 1113"/>
                  <a:gd name="T58" fmla="*/ 829 w 1130"/>
                  <a:gd name="T59" fmla="*/ 146 h 1113"/>
                  <a:gd name="T60" fmla="*/ 809 w 1130"/>
                  <a:gd name="T61" fmla="*/ 133 h 1113"/>
                  <a:gd name="T62" fmla="*/ 803 w 1130"/>
                  <a:gd name="T63" fmla="*/ 129 h 1113"/>
                  <a:gd name="T64" fmla="*/ 794 w 1130"/>
                  <a:gd name="T65" fmla="*/ 124 h 1113"/>
                  <a:gd name="T66" fmla="*/ 788 w 1130"/>
                  <a:gd name="T67" fmla="*/ 120 h 1113"/>
                  <a:gd name="T68" fmla="*/ 768 w 1130"/>
                  <a:gd name="T69" fmla="*/ 108 h 1113"/>
                  <a:gd name="T70" fmla="*/ 762 w 1130"/>
                  <a:gd name="T71" fmla="*/ 104 h 1113"/>
                  <a:gd name="T72" fmla="*/ 753 w 1130"/>
                  <a:gd name="T73" fmla="*/ 99 h 1113"/>
                  <a:gd name="T74" fmla="*/ 746 w 1130"/>
                  <a:gd name="T75" fmla="*/ 96 h 1113"/>
                  <a:gd name="T76" fmla="*/ 720 w 1130"/>
                  <a:gd name="T77" fmla="*/ 82 h 1113"/>
                  <a:gd name="T78" fmla="*/ 713 w 1130"/>
                  <a:gd name="T79" fmla="*/ 79 h 1113"/>
                  <a:gd name="T80" fmla="*/ 704 w 1130"/>
                  <a:gd name="T81" fmla="*/ 75 h 1113"/>
                  <a:gd name="T82" fmla="*/ 697 w 1130"/>
                  <a:gd name="T83" fmla="*/ 72 h 1113"/>
                  <a:gd name="T84" fmla="*/ 675 w 1130"/>
                  <a:gd name="T85" fmla="*/ 62 h 1113"/>
                  <a:gd name="T86" fmla="*/ 669 w 1130"/>
                  <a:gd name="T87" fmla="*/ 59 h 1113"/>
                  <a:gd name="T88" fmla="*/ 659 w 1130"/>
                  <a:gd name="T89" fmla="*/ 55 h 1113"/>
                  <a:gd name="T90" fmla="*/ 653 w 1130"/>
                  <a:gd name="T91" fmla="*/ 52 h 1113"/>
                  <a:gd name="T92" fmla="*/ 619 w 1130"/>
                  <a:gd name="T93" fmla="*/ 40 h 1113"/>
                  <a:gd name="T94" fmla="*/ 612 w 1130"/>
                  <a:gd name="T95" fmla="*/ 38 h 1113"/>
                  <a:gd name="T96" fmla="*/ 602 w 1130"/>
                  <a:gd name="T97" fmla="*/ 34 h 1113"/>
                  <a:gd name="T98" fmla="*/ 595 w 1130"/>
                  <a:gd name="T99" fmla="*/ 32 h 1113"/>
                  <a:gd name="T100" fmla="*/ 566 w 1130"/>
                  <a:gd name="T101" fmla="*/ 23 h 1113"/>
                  <a:gd name="T102" fmla="*/ 559 w 1130"/>
                  <a:gd name="T103" fmla="*/ 21 h 1113"/>
                  <a:gd name="T104" fmla="*/ 549 w 1130"/>
                  <a:gd name="T105" fmla="*/ 18 h 1113"/>
                  <a:gd name="T106" fmla="*/ 542 w 1130"/>
                  <a:gd name="T107" fmla="*/ 17 h 1113"/>
                  <a:gd name="T108" fmla="*/ 518 w 1130"/>
                  <a:gd name="T109" fmla="*/ 11 h 1113"/>
                  <a:gd name="T110" fmla="*/ 511 w 1130"/>
                  <a:gd name="T111" fmla="*/ 9 h 1113"/>
                  <a:gd name="T112" fmla="*/ 501 w 1130"/>
                  <a:gd name="T113" fmla="*/ 7 h 1113"/>
                  <a:gd name="T114" fmla="*/ 493 w 1130"/>
                  <a:gd name="T115" fmla="*/ 6 h 1113"/>
                  <a:gd name="T116" fmla="*/ 482 w 1130"/>
                  <a:gd name="T117" fmla="*/ 4 h 1113"/>
                  <a:gd name="T118" fmla="*/ 474 w 1130"/>
                  <a:gd name="T119" fmla="*/ 2 h 1113"/>
                  <a:gd name="T120" fmla="*/ 71 w 1130"/>
                  <a:gd name="T121" fmla="*/ 118 h 1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30" h="1113">
                    <a:moveTo>
                      <a:pt x="71" y="118"/>
                    </a:moveTo>
                    <a:cubicBezTo>
                      <a:pt x="60" y="129"/>
                      <a:pt x="49" y="141"/>
                      <a:pt x="39" y="154"/>
                    </a:cubicBezTo>
                    <a:cubicBezTo>
                      <a:pt x="12" y="189"/>
                      <a:pt x="0" y="233"/>
                      <a:pt x="0" y="282"/>
                    </a:cubicBezTo>
                    <a:cubicBezTo>
                      <a:pt x="0" y="309"/>
                      <a:pt x="4" y="338"/>
                      <a:pt x="10" y="367"/>
                    </a:cubicBezTo>
                    <a:cubicBezTo>
                      <a:pt x="712" y="367"/>
                      <a:pt x="712" y="367"/>
                      <a:pt x="712" y="367"/>
                    </a:cubicBezTo>
                    <a:cubicBezTo>
                      <a:pt x="720" y="367"/>
                      <a:pt x="730" y="370"/>
                      <a:pt x="738" y="375"/>
                    </a:cubicBezTo>
                    <a:cubicBezTo>
                      <a:pt x="745" y="380"/>
                      <a:pt x="752" y="385"/>
                      <a:pt x="756" y="391"/>
                    </a:cubicBezTo>
                    <a:cubicBezTo>
                      <a:pt x="904" y="622"/>
                      <a:pt x="904" y="622"/>
                      <a:pt x="904" y="622"/>
                    </a:cubicBezTo>
                    <a:cubicBezTo>
                      <a:pt x="907" y="626"/>
                      <a:pt x="909" y="632"/>
                      <a:pt x="910" y="637"/>
                    </a:cubicBezTo>
                    <a:cubicBezTo>
                      <a:pt x="912" y="644"/>
                      <a:pt x="912" y="644"/>
                      <a:pt x="912" y="644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4" y="652"/>
                      <a:pt x="915" y="660"/>
                      <a:pt x="914" y="666"/>
                    </a:cubicBezTo>
                    <a:cubicBezTo>
                      <a:pt x="914" y="674"/>
                      <a:pt x="914" y="674"/>
                      <a:pt x="914" y="674"/>
                    </a:cubicBezTo>
                    <a:cubicBezTo>
                      <a:pt x="824" y="1113"/>
                      <a:pt x="824" y="1113"/>
                      <a:pt x="824" y="1113"/>
                    </a:cubicBezTo>
                    <a:cubicBezTo>
                      <a:pt x="906" y="1074"/>
                      <a:pt x="976" y="1020"/>
                      <a:pt x="1020" y="965"/>
                    </a:cubicBezTo>
                    <a:cubicBezTo>
                      <a:pt x="1093" y="875"/>
                      <a:pt x="1130" y="757"/>
                      <a:pt x="1130" y="634"/>
                    </a:cubicBezTo>
                    <a:cubicBezTo>
                      <a:pt x="1130" y="565"/>
                      <a:pt x="1119" y="495"/>
                      <a:pt x="1094" y="428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77" y="399"/>
                      <a:pt x="1061" y="376"/>
                      <a:pt x="1044" y="353"/>
                    </a:cubicBezTo>
                    <a:cubicBezTo>
                      <a:pt x="1044" y="353"/>
                      <a:pt x="1044" y="353"/>
                      <a:pt x="1044" y="353"/>
                    </a:cubicBezTo>
                    <a:cubicBezTo>
                      <a:pt x="1041" y="349"/>
                      <a:pt x="1041" y="349"/>
                      <a:pt x="1041" y="349"/>
                    </a:cubicBezTo>
                    <a:cubicBezTo>
                      <a:pt x="1040" y="348"/>
                      <a:pt x="1040" y="348"/>
                      <a:pt x="1040" y="348"/>
                    </a:cubicBezTo>
                    <a:cubicBezTo>
                      <a:pt x="1037" y="344"/>
                      <a:pt x="1037" y="344"/>
                      <a:pt x="1037" y="344"/>
                    </a:cubicBezTo>
                    <a:cubicBezTo>
                      <a:pt x="1037" y="343"/>
                      <a:pt x="1037" y="343"/>
                      <a:pt x="1037" y="343"/>
                    </a:cubicBezTo>
                    <a:cubicBezTo>
                      <a:pt x="1034" y="339"/>
                      <a:pt x="1034" y="339"/>
                      <a:pt x="1034" y="339"/>
                    </a:cubicBezTo>
                    <a:cubicBezTo>
                      <a:pt x="1033" y="338"/>
                      <a:pt x="1033" y="338"/>
                      <a:pt x="1033" y="338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23" y="326"/>
                      <a:pt x="1017" y="318"/>
                      <a:pt x="1011" y="311"/>
                    </a:cubicBezTo>
                    <a:cubicBezTo>
                      <a:pt x="1011" y="311"/>
                      <a:pt x="1011" y="311"/>
                      <a:pt x="1011" y="311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3" y="302"/>
                      <a:pt x="1003" y="302"/>
                      <a:pt x="1003" y="302"/>
                    </a:cubicBezTo>
                    <a:cubicBezTo>
                      <a:pt x="1003" y="301"/>
                      <a:pt x="1003" y="301"/>
                      <a:pt x="1003" y="301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88" y="285"/>
                      <a:pt x="982" y="278"/>
                      <a:pt x="975" y="271"/>
                    </a:cubicBezTo>
                    <a:cubicBezTo>
                      <a:pt x="974" y="270"/>
                      <a:pt x="974" y="270"/>
                      <a:pt x="974" y="270"/>
                    </a:cubicBezTo>
                    <a:cubicBezTo>
                      <a:pt x="971" y="266"/>
                      <a:pt x="971" y="266"/>
                      <a:pt x="971" y="266"/>
                    </a:cubicBezTo>
                    <a:cubicBezTo>
                      <a:pt x="970" y="266"/>
                      <a:pt x="970" y="266"/>
                      <a:pt x="970" y="266"/>
                    </a:cubicBezTo>
                    <a:cubicBezTo>
                      <a:pt x="967" y="262"/>
                      <a:pt x="967" y="262"/>
                      <a:pt x="967" y="262"/>
                    </a:cubicBezTo>
                    <a:cubicBezTo>
                      <a:pt x="966" y="262"/>
                      <a:pt x="966" y="262"/>
                      <a:pt x="966" y="262"/>
                    </a:cubicBezTo>
                    <a:cubicBezTo>
                      <a:pt x="963" y="258"/>
                      <a:pt x="963" y="258"/>
                      <a:pt x="963" y="258"/>
                    </a:cubicBezTo>
                    <a:cubicBezTo>
                      <a:pt x="962" y="257"/>
                      <a:pt x="962" y="257"/>
                      <a:pt x="962" y="257"/>
                    </a:cubicBezTo>
                    <a:cubicBezTo>
                      <a:pt x="958" y="254"/>
                      <a:pt x="958" y="254"/>
                      <a:pt x="958" y="254"/>
                    </a:cubicBezTo>
                    <a:cubicBezTo>
                      <a:pt x="958" y="253"/>
                      <a:pt x="958" y="253"/>
                      <a:pt x="958" y="253"/>
                    </a:cubicBezTo>
                    <a:cubicBezTo>
                      <a:pt x="951" y="246"/>
                      <a:pt x="944" y="239"/>
                      <a:pt x="937" y="233"/>
                    </a:cubicBezTo>
                    <a:cubicBezTo>
                      <a:pt x="936" y="232"/>
                      <a:pt x="936" y="232"/>
                      <a:pt x="936" y="232"/>
                    </a:cubicBezTo>
                    <a:cubicBezTo>
                      <a:pt x="932" y="229"/>
                      <a:pt x="932" y="229"/>
                      <a:pt x="932" y="229"/>
                    </a:cubicBezTo>
                    <a:cubicBezTo>
                      <a:pt x="932" y="228"/>
                      <a:pt x="932" y="228"/>
                      <a:pt x="932" y="228"/>
                    </a:cubicBezTo>
                    <a:cubicBezTo>
                      <a:pt x="928" y="225"/>
                      <a:pt x="928" y="225"/>
                      <a:pt x="928" y="225"/>
                    </a:cubicBezTo>
                    <a:cubicBezTo>
                      <a:pt x="927" y="224"/>
                      <a:pt x="927" y="224"/>
                      <a:pt x="927" y="224"/>
                    </a:cubicBezTo>
                    <a:cubicBezTo>
                      <a:pt x="924" y="221"/>
                      <a:pt x="924" y="221"/>
                      <a:pt x="924" y="221"/>
                    </a:cubicBezTo>
                    <a:cubicBezTo>
                      <a:pt x="923" y="220"/>
                      <a:pt x="923" y="220"/>
                      <a:pt x="923" y="220"/>
                    </a:cubicBezTo>
                    <a:cubicBezTo>
                      <a:pt x="919" y="217"/>
                      <a:pt x="919" y="217"/>
                      <a:pt x="919" y="217"/>
                    </a:cubicBezTo>
                    <a:cubicBezTo>
                      <a:pt x="919" y="216"/>
                      <a:pt x="919" y="216"/>
                      <a:pt x="919" y="216"/>
                    </a:cubicBezTo>
                    <a:cubicBezTo>
                      <a:pt x="914" y="213"/>
                      <a:pt x="914" y="213"/>
                      <a:pt x="914" y="213"/>
                    </a:cubicBezTo>
                    <a:cubicBezTo>
                      <a:pt x="914" y="212"/>
                      <a:pt x="914" y="212"/>
                      <a:pt x="914" y="212"/>
                    </a:cubicBezTo>
                    <a:cubicBezTo>
                      <a:pt x="901" y="201"/>
                      <a:pt x="901" y="201"/>
                      <a:pt x="901" y="201"/>
                    </a:cubicBezTo>
                    <a:cubicBezTo>
                      <a:pt x="900" y="200"/>
                      <a:pt x="900" y="200"/>
                      <a:pt x="900" y="200"/>
                    </a:cubicBezTo>
                    <a:cubicBezTo>
                      <a:pt x="896" y="197"/>
                      <a:pt x="896" y="197"/>
                      <a:pt x="896" y="197"/>
                    </a:cubicBezTo>
                    <a:cubicBezTo>
                      <a:pt x="895" y="196"/>
                      <a:pt x="895" y="196"/>
                      <a:pt x="895" y="196"/>
                    </a:cubicBezTo>
                    <a:cubicBezTo>
                      <a:pt x="892" y="193"/>
                      <a:pt x="892" y="193"/>
                      <a:pt x="892" y="193"/>
                    </a:cubicBezTo>
                    <a:cubicBezTo>
                      <a:pt x="891" y="193"/>
                      <a:pt x="891" y="193"/>
                      <a:pt x="891" y="193"/>
                    </a:cubicBezTo>
                    <a:cubicBezTo>
                      <a:pt x="887" y="190"/>
                      <a:pt x="887" y="190"/>
                      <a:pt x="887" y="190"/>
                    </a:cubicBezTo>
                    <a:cubicBezTo>
                      <a:pt x="886" y="189"/>
                      <a:pt x="886" y="189"/>
                      <a:pt x="886" y="189"/>
                    </a:cubicBezTo>
                    <a:cubicBezTo>
                      <a:pt x="883" y="186"/>
                      <a:pt x="883" y="186"/>
                      <a:pt x="883" y="186"/>
                    </a:cubicBezTo>
                    <a:cubicBezTo>
                      <a:pt x="882" y="185"/>
                      <a:pt x="882" y="185"/>
                      <a:pt x="882" y="185"/>
                    </a:cubicBezTo>
                    <a:cubicBezTo>
                      <a:pt x="878" y="182"/>
                      <a:pt x="878" y="182"/>
                      <a:pt x="878" y="182"/>
                    </a:cubicBezTo>
                    <a:cubicBezTo>
                      <a:pt x="877" y="182"/>
                      <a:pt x="877" y="182"/>
                      <a:pt x="877" y="182"/>
                    </a:cubicBezTo>
                    <a:cubicBezTo>
                      <a:pt x="873" y="178"/>
                      <a:pt x="873" y="178"/>
                      <a:pt x="873" y="178"/>
                    </a:cubicBezTo>
                    <a:cubicBezTo>
                      <a:pt x="872" y="178"/>
                      <a:pt x="872" y="178"/>
                      <a:pt x="872" y="178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4" y="164"/>
                      <a:pt x="854" y="164"/>
                      <a:pt x="854" y="164"/>
                    </a:cubicBezTo>
                    <a:cubicBezTo>
                      <a:pt x="853" y="163"/>
                      <a:pt x="853" y="163"/>
                      <a:pt x="853" y="163"/>
                    </a:cubicBezTo>
                    <a:cubicBezTo>
                      <a:pt x="849" y="160"/>
                      <a:pt x="849" y="160"/>
                      <a:pt x="849" y="160"/>
                    </a:cubicBezTo>
                    <a:cubicBezTo>
                      <a:pt x="848" y="160"/>
                      <a:pt x="848" y="160"/>
                      <a:pt x="848" y="160"/>
                    </a:cubicBezTo>
                    <a:cubicBezTo>
                      <a:pt x="844" y="157"/>
                      <a:pt x="844" y="157"/>
                      <a:pt x="844" y="157"/>
                    </a:cubicBezTo>
                    <a:cubicBezTo>
                      <a:pt x="843" y="156"/>
                      <a:pt x="843" y="156"/>
                      <a:pt x="843" y="156"/>
                    </a:cubicBezTo>
                    <a:cubicBezTo>
                      <a:pt x="839" y="154"/>
                      <a:pt x="839" y="154"/>
                      <a:pt x="839" y="154"/>
                    </a:cubicBezTo>
                    <a:cubicBezTo>
                      <a:pt x="838" y="153"/>
                      <a:pt x="838" y="153"/>
                      <a:pt x="838" y="153"/>
                    </a:cubicBezTo>
                    <a:cubicBezTo>
                      <a:pt x="835" y="150"/>
                      <a:pt x="835" y="150"/>
                      <a:pt x="835" y="150"/>
                    </a:cubicBezTo>
                    <a:cubicBezTo>
                      <a:pt x="833" y="149"/>
                      <a:pt x="833" y="149"/>
                      <a:pt x="833" y="149"/>
                    </a:cubicBezTo>
                    <a:cubicBezTo>
                      <a:pt x="829" y="147"/>
                      <a:pt x="829" y="147"/>
                      <a:pt x="829" y="147"/>
                    </a:cubicBezTo>
                    <a:cubicBezTo>
                      <a:pt x="829" y="146"/>
                      <a:pt x="829" y="146"/>
                      <a:pt x="829" y="146"/>
                    </a:cubicBezTo>
                    <a:cubicBezTo>
                      <a:pt x="814" y="136"/>
                      <a:pt x="814" y="136"/>
                      <a:pt x="814" y="136"/>
                    </a:cubicBezTo>
                    <a:cubicBezTo>
                      <a:pt x="813" y="136"/>
                      <a:pt x="813" y="136"/>
                      <a:pt x="813" y="136"/>
                    </a:cubicBezTo>
                    <a:cubicBezTo>
                      <a:pt x="809" y="133"/>
                      <a:pt x="809" y="133"/>
                      <a:pt x="809" y="133"/>
                    </a:cubicBezTo>
                    <a:cubicBezTo>
                      <a:pt x="808" y="132"/>
                      <a:pt x="808" y="132"/>
                      <a:pt x="808" y="132"/>
                    </a:cubicBezTo>
                    <a:cubicBezTo>
                      <a:pt x="804" y="130"/>
                      <a:pt x="804" y="130"/>
                      <a:pt x="804" y="130"/>
                    </a:cubicBezTo>
                    <a:cubicBezTo>
                      <a:pt x="803" y="129"/>
                      <a:pt x="803" y="129"/>
                      <a:pt x="803" y="129"/>
                    </a:cubicBezTo>
                    <a:cubicBezTo>
                      <a:pt x="799" y="127"/>
                      <a:pt x="799" y="127"/>
                      <a:pt x="799" y="127"/>
                    </a:cubicBezTo>
                    <a:cubicBezTo>
                      <a:pt x="798" y="126"/>
                      <a:pt x="798" y="126"/>
                      <a:pt x="798" y="126"/>
                    </a:cubicBezTo>
                    <a:cubicBezTo>
                      <a:pt x="794" y="124"/>
                      <a:pt x="794" y="124"/>
                      <a:pt x="794" y="124"/>
                    </a:cubicBezTo>
                    <a:cubicBezTo>
                      <a:pt x="793" y="123"/>
                      <a:pt x="793" y="123"/>
                      <a:pt x="793" y="123"/>
                    </a:cubicBezTo>
                    <a:cubicBezTo>
                      <a:pt x="789" y="121"/>
                      <a:pt x="789" y="121"/>
                      <a:pt x="789" y="121"/>
                    </a:cubicBezTo>
                    <a:cubicBezTo>
                      <a:pt x="788" y="120"/>
                      <a:pt x="788" y="120"/>
                      <a:pt x="788" y="120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68" y="108"/>
                      <a:pt x="768" y="108"/>
                      <a:pt x="768" y="108"/>
                    </a:cubicBezTo>
                    <a:cubicBezTo>
                      <a:pt x="767" y="108"/>
                      <a:pt x="767" y="108"/>
                      <a:pt x="767" y="108"/>
                    </a:cubicBezTo>
                    <a:cubicBezTo>
                      <a:pt x="763" y="105"/>
                      <a:pt x="763" y="105"/>
                      <a:pt x="763" y="105"/>
                    </a:cubicBezTo>
                    <a:cubicBezTo>
                      <a:pt x="762" y="104"/>
                      <a:pt x="762" y="104"/>
                      <a:pt x="762" y="104"/>
                    </a:cubicBezTo>
                    <a:cubicBezTo>
                      <a:pt x="758" y="102"/>
                      <a:pt x="758" y="102"/>
                      <a:pt x="758" y="102"/>
                    </a:cubicBezTo>
                    <a:cubicBezTo>
                      <a:pt x="756" y="102"/>
                      <a:pt x="756" y="102"/>
                      <a:pt x="756" y="102"/>
                    </a:cubicBezTo>
                    <a:cubicBezTo>
                      <a:pt x="753" y="99"/>
                      <a:pt x="753" y="99"/>
                      <a:pt x="753" y="99"/>
                    </a:cubicBezTo>
                    <a:cubicBezTo>
                      <a:pt x="751" y="99"/>
                      <a:pt x="751" y="99"/>
                      <a:pt x="751" y="99"/>
                    </a:cubicBezTo>
                    <a:cubicBezTo>
                      <a:pt x="747" y="97"/>
                      <a:pt x="747" y="97"/>
                      <a:pt x="747" y="97"/>
                    </a:cubicBezTo>
                    <a:cubicBezTo>
                      <a:pt x="746" y="96"/>
                      <a:pt x="746" y="96"/>
                      <a:pt x="746" y="96"/>
                    </a:cubicBezTo>
                    <a:cubicBezTo>
                      <a:pt x="742" y="94"/>
                      <a:pt x="742" y="94"/>
                      <a:pt x="742" y="94"/>
                    </a:cubicBezTo>
                    <a:cubicBezTo>
                      <a:pt x="741" y="93"/>
                      <a:pt x="741" y="93"/>
                      <a:pt x="741" y="93"/>
                    </a:cubicBezTo>
                    <a:cubicBezTo>
                      <a:pt x="734" y="90"/>
                      <a:pt x="727" y="86"/>
                      <a:pt x="720" y="82"/>
                    </a:cubicBezTo>
                    <a:cubicBezTo>
                      <a:pt x="719" y="82"/>
                      <a:pt x="719" y="82"/>
                      <a:pt x="719" y="82"/>
                    </a:cubicBezTo>
                    <a:cubicBezTo>
                      <a:pt x="714" y="80"/>
                      <a:pt x="714" y="80"/>
                      <a:pt x="714" y="80"/>
                    </a:cubicBezTo>
                    <a:cubicBezTo>
                      <a:pt x="713" y="79"/>
                      <a:pt x="713" y="79"/>
                      <a:pt x="713" y="79"/>
                    </a:cubicBezTo>
                    <a:cubicBezTo>
                      <a:pt x="709" y="77"/>
                      <a:pt x="709" y="77"/>
                      <a:pt x="709" y="77"/>
                    </a:cubicBezTo>
                    <a:cubicBezTo>
                      <a:pt x="708" y="77"/>
                      <a:pt x="708" y="77"/>
                      <a:pt x="708" y="77"/>
                    </a:cubicBezTo>
                    <a:cubicBezTo>
                      <a:pt x="704" y="75"/>
                      <a:pt x="704" y="75"/>
                      <a:pt x="704" y="75"/>
                    </a:cubicBezTo>
                    <a:cubicBezTo>
                      <a:pt x="703" y="74"/>
                      <a:pt x="703" y="74"/>
                      <a:pt x="703" y="74"/>
                    </a:cubicBezTo>
                    <a:cubicBezTo>
                      <a:pt x="698" y="72"/>
                      <a:pt x="698" y="72"/>
                      <a:pt x="698" y="72"/>
                    </a:cubicBezTo>
                    <a:cubicBezTo>
                      <a:pt x="697" y="72"/>
                      <a:pt x="697" y="72"/>
                      <a:pt x="697" y="72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87" y="67"/>
                      <a:pt x="681" y="64"/>
                      <a:pt x="675" y="62"/>
                    </a:cubicBezTo>
                    <a:cubicBezTo>
                      <a:pt x="675" y="62"/>
                      <a:pt x="675" y="62"/>
                      <a:pt x="675" y="62"/>
                    </a:cubicBezTo>
                    <a:cubicBezTo>
                      <a:pt x="670" y="60"/>
                      <a:pt x="670" y="60"/>
                      <a:pt x="670" y="60"/>
                    </a:cubicBezTo>
                    <a:cubicBezTo>
                      <a:pt x="669" y="59"/>
                      <a:pt x="669" y="59"/>
                      <a:pt x="669" y="59"/>
                    </a:cubicBezTo>
                    <a:cubicBezTo>
                      <a:pt x="665" y="57"/>
                      <a:pt x="665" y="57"/>
                      <a:pt x="665" y="57"/>
                    </a:cubicBezTo>
                    <a:cubicBezTo>
                      <a:pt x="664" y="57"/>
                      <a:pt x="664" y="57"/>
                      <a:pt x="664" y="57"/>
                    </a:cubicBezTo>
                    <a:cubicBezTo>
                      <a:pt x="659" y="55"/>
                      <a:pt x="659" y="55"/>
                      <a:pt x="659" y="55"/>
                    </a:cubicBezTo>
                    <a:cubicBezTo>
                      <a:pt x="658" y="55"/>
                      <a:pt x="658" y="55"/>
                      <a:pt x="658" y="55"/>
                    </a:cubicBezTo>
                    <a:cubicBezTo>
                      <a:pt x="654" y="53"/>
                      <a:pt x="654" y="53"/>
                      <a:pt x="654" y="53"/>
                    </a:cubicBezTo>
                    <a:cubicBezTo>
                      <a:pt x="653" y="52"/>
                      <a:pt x="653" y="52"/>
                      <a:pt x="653" y="52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38" y="47"/>
                      <a:pt x="628" y="43"/>
                      <a:pt x="619" y="40"/>
                    </a:cubicBezTo>
                    <a:cubicBezTo>
                      <a:pt x="618" y="40"/>
                      <a:pt x="618" y="40"/>
                      <a:pt x="618" y="40"/>
                    </a:cubicBezTo>
                    <a:cubicBezTo>
                      <a:pt x="613" y="38"/>
                      <a:pt x="613" y="38"/>
                      <a:pt x="613" y="38"/>
                    </a:cubicBezTo>
                    <a:cubicBezTo>
                      <a:pt x="612" y="38"/>
                      <a:pt x="612" y="38"/>
                      <a:pt x="612" y="38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2" y="34"/>
                      <a:pt x="602" y="34"/>
                      <a:pt x="602" y="34"/>
                    </a:cubicBezTo>
                    <a:cubicBezTo>
                      <a:pt x="601" y="34"/>
                      <a:pt x="601" y="34"/>
                      <a:pt x="601" y="34"/>
                    </a:cubicBezTo>
                    <a:cubicBezTo>
                      <a:pt x="596" y="32"/>
                      <a:pt x="596" y="32"/>
                      <a:pt x="596" y="32"/>
                    </a:cubicBezTo>
                    <a:cubicBezTo>
                      <a:pt x="595" y="32"/>
                      <a:pt x="595" y="32"/>
                      <a:pt x="595" y="32"/>
                    </a:cubicBezTo>
                    <a:cubicBezTo>
                      <a:pt x="587" y="29"/>
                      <a:pt x="580" y="27"/>
                      <a:pt x="572" y="25"/>
                    </a:cubicBezTo>
                    <a:cubicBezTo>
                      <a:pt x="571" y="25"/>
                      <a:pt x="571" y="25"/>
                      <a:pt x="571" y="25"/>
                    </a:cubicBezTo>
                    <a:cubicBezTo>
                      <a:pt x="566" y="23"/>
                      <a:pt x="566" y="23"/>
                      <a:pt x="566" y="23"/>
                    </a:cubicBezTo>
                    <a:cubicBezTo>
                      <a:pt x="565" y="23"/>
                      <a:pt x="565" y="23"/>
                      <a:pt x="565" y="23"/>
                    </a:cubicBezTo>
                    <a:cubicBezTo>
                      <a:pt x="560" y="22"/>
                      <a:pt x="560" y="22"/>
                      <a:pt x="560" y="22"/>
                    </a:cubicBezTo>
                    <a:cubicBezTo>
                      <a:pt x="559" y="21"/>
                      <a:pt x="559" y="21"/>
                      <a:pt x="559" y="21"/>
                    </a:cubicBezTo>
                    <a:cubicBezTo>
                      <a:pt x="555" y="20"/>
                      <a:pt x="555" y="20"/>
                      <a:pt x="555" y="20"/>
                    </a:cubicBezTo>
                    <a:cubicBezTo>
                      <a:pt x="553" y="20"/>
                      <a:pt x="553" y="20"/>
                      <a:pt x="553" y="20"/>
                    </a:cubicBezTo>
                    <a:cubicBezTo>
                      <a:pt x="549" y="18"/>
                      <a:pt x="549" y="18"/>
                      <a:pt x="549" y="18"/>
                    </a:cubicBezTo>
                    <a:cubicBezTo>
                      <a:pt x="548" y="18"/>
                      <a:pt x="548" y="18"/>
                      <a:pt x="548" y="18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0" y="14"/>
                      <a:pt x="524" y="12"/>
                      <a:pt x="518" y="11"/>
                    </a:cubicBezTo>
                    <a:cubicBezTo>
                      <a:pt x="517" y="11"/>
                      <a:pt x="517" y="11"/>
                      <a:pt x="517" y="11"/>
                    </a:cubicBezTo>
                    <a:cubicBezTo>
                      <a:pt x="512" y="10"/>
                      <a:pt x="512" y="10"/>
                      <a:pt x="512" y="10"/>
                    </a:cubicBezTo>
                    <a:cubicBezTo>
                      <a:pt x="511" y="9"/>
                      <a:pt x="511" y="9"/>
                      <a:pt x="511" y="9"/>
                    </a:cubicBezTo>
                    <a:cubicBezTo>
                      <a:pt x="506" y="8"/>
                      <a:pt x="506" y="8"/>
                      <a:pt x="506" y="8"/>
                    </a:cubicBezTo>
                    <a:cubicBezTo>
                      <a:pt x="505" y="8"/>
                      <a:pt x="505" y="8"/>
                      <a:pt x="505" y="8"/>
                    </a:cubicBezTo>
                    <a:cubicBezTo>
                      <a:pt x="501" y="7"/>
                      <a:pt x="501" y="7"/>
                      <a:pt x="501" y="7"/>
                    </a:cubicBezTo>
                    <a:cubicBezTo>
                      <a:pt x="499" y="7"/>
                      <a:pt x="499" y="7"/>
                      <a:pt x="499" y="7"/>
                    </a:cubicBezTo>
                    <a:cubicBezTo>
                      <a:pt x="495" y="6"/>
                      <a:pt x="495" y="6"/>
                      <a:pt x="495" y="6"/>
                    </a:cubicBezTo>
                    <a:cubicBezTo>
                      <a:pt x="493" y="6"/>
                      <a:pt x="493" y="6"/>
                      <a:pt x="493" y="6"/>
                    </a:cubicBezTo>
                    <a:cubicBezTo>
                      <a:pt x="489" y="5"/>
                      <a:pt x="489" y="5"/>
                      <a:pt x="489" y="5"/>
                    </a:cubicBezTo>
                    <a:cubicBezTo>
                      <a:pt x="487" y="4"/>
                      <a:pt x="487" y="4"/>
                      <a:pt x="487" y="4"/>
                    </a:cubicBezTo>
                    <a:cubicBezTo>
                      <a:pt x="482" y="4"/>
                      <a:pt x="482" y="4"/>
                      <a:pt x="482" y="4"/>
                    </a:cubicBezTo>
                    <a:cubicBezTo>
                      <a:pt x="481" y="3"/>
                      <a:pt x="481" y="3"/>
                      <a:pt x="481" y="3"/>
                    </a:cubicBezTo>
                    <a:cubicBezTo>
                      <a:pt x="475" y="2"/>
                      <a:pt x="475" y="2"/>
                      <a:pt x="475" y="2"/>
                    </a:cubicBezTo>
                    <a:cubicBezTo>
                      <a:pt x="474" y="2"/>
                      <a:pt x="474" y="2"/>
                      <a:pt x="474" y="2"/>
                    </a:cubicBezTo>
                    <a:cubicBezTo>
                      <a:pt x="462" y="1"/>
                      <a:pt x="450" y="1"/>
                      <a:pt x="438" y="1"/>
                    </a:cubicBezTo>
                    <a:cubicBezTo>
                      <a:pt x="432" y="0"/>
                      <a:pt x="426" y="0"/>
                      <a:pt x="420" y="0"/>
                    </a:cubicBezTo>
                    <a:cubicBezTo>
                      <a:pt x="283" y="0"/>
                      <a:pt x="155" y="38"/>
                      <a:pt x="71" y="118"/>
                    </a:cubicBezTo>
                  </a:path>
                </a:pathLst>
              </a:cu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347983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nummer 3"/>
          <p:cNvSpPr>
            <a:spLocks noGrp="1" noSelect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1336C48C-F87C-4E4B-81EF-5027B17D1F61}" type="slidenum">
              <a:rPr lang="en-GB" noProof="1" smtClean="0"/>
              <a:pPr/>
              <a:t>‹Nº›</a:t>
            </a:fld>
            <a:endParaRPr lang="en-GB" noProof="1"/>
          </a:p>
        </p:txBody>
      </p:sp>
      <p:sp>
        <p:nvSpPr>
          <p:cNvPr id="5" name="Tijdelijke aanduiding voor grafiek 4"/>
          <p:cNvSpPr>
            <a:spLocks noGrp="1" noSelect="1"/>
          </p:cNvSpPr>
          <p:nvPr>
            <p:ph type="chart" sz="quarter" idx="17"/>
          </p:nvPr>
        </p:nvSpPr>
        <p:spPr bwMode="gray">
          <a:xfrm>
            <a:off x="6241534" y="1497600"/>
            <a:ext cx="5508000" cy="4032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s-ES" dirty="0"/>
              <a:t>Haga clic en el icono para agregar un gráfico</a:t>
            </a:r>
            <a:endParaRPr lang="en-GB" dirty="0"/>
          </a:p>
        </p:txBody>
      </p:sp>
      <p:sp>
        <p:nvSpPr>
          <p:cNvPr id="12" name="Tijdelijke aanduiding voor grafiek 4"/>
          <p:cNvSpPr>
            <a:spLocks noGrp="1" noSelect="1"/>
          </p:cNvSpPr>
          <p:nvPr>
            <p:ph type="chart" sz="quarter" idx="18"/>
          </p:nvPr>
        </p:nvSpPr>
        <p:spPr bwMode="gray">
          <a:xfrm>
            <a:off x="445533" y="1497600"/>
            <a:ext cx="5508000" cy="4032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s-ES" dirty="0"/>
              <a:t>Haga clic en el icono para agregar un gráfico</a:t>
            </a:r>
            <a:endParaRPr lang="en-GB" dirty="0"/>
          </a:p>
        </p:txBody>
      </p:sp>
      <p:sp>
        <p:nvSpPr>
          <p:cNvPr id="6" name="Titel 5"/>
          <p:cNvSpPr>
            <a:spLocks noGrp="1" noSelect="1"/>
          </p:cNvSpPr>
          <p:nvPr>
            <p:ph type="title" hasCustomPrompt="1"/>
          </p:nvPr>
        </p:nvSpPr>
        <p:spPr bwMode="gray">
          <a:xfrm>
            <a:off x="445534" y="246063"/>
            <a:ext cx="113040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</a:t>
            </a:r>
          </a:p>
        </p:txBody>
      </p:sp>
      <p:grpSp>
        <p:nvGrpSpPr>
          <p:cNvPr id="22" name="Group 4"/>
          <p:cNvGrpSpPr>
            <a:grpSpLocks noSelect="1" noChangeAspect="1"/>
          </p:cNvGrpSpPr>
          <p:nvPr userDrawn="1"/>
        </p:nvGrpSpPr>
        <p:grpSpPr bwMode="gray">
          <a:xfrm>
            <a:off x="380952" y="5843380"/>
            <a:ext cx="11424279" cy="12703"/>
            <a:chOff x="180" y="2760"/>
            <a:chExt cx="5398" cy="6"/>
          </a:xfrm>
        </p:grpSpPr>
        <p:sp>
          <p:nvSpPr>
            <p:cNvPr id="23" name="Freeform 6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4" name="Rectangle 9"/>
            <p:cNvSpPr>
              <a:spLocks noSelect="1" noChangeArrowheads="1"/>
            </p:cNvSpPr>
            <p:nvPr/>
          </p:nvSpPr>
          <p:spPr bwMode="gray">
            <a:xfrm>
              <a:off x="180" y="2760"/>
              <a:ext cx="5398" cy="6"/>
            </a:xfrm>
            <a:prstGeom prst="rect">
              <a:avLst/>
            </a:prstGeom>
            <a:solidFill>
              <a:srgbClr val="EA650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5" name="Freeform 10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grpSp>
        <p:nvGrpSpPr>
          <p:cNvPr id="26" name="Group 4"/>
          <p:cNvGrpSpPr>
            <a:grpSpLocks noSelect="1" noChangeAspect="1"/>
          </p:cNvGrpSpPr>
          <p:nvPr userDrawn="1"/>
        </p:nvGrpSpPr>
        <p:grpSpPr bwMode="gray">
          <a:xfrm>
            <a:off x="985838" y="6148406"/>
            <a:ext cx="1103313" cy="336551"/>
            <a:chOff x="621" y="3873"/>
            <a:chExt cx="695" cy="212"/>
          </a:xfrm>
        </p:grpSpPr>
        <p:sp>
          <p:nvSpPr>
            <p:cNvPr id="27" name="Freeform 5"/>
            <p:cNvSpPr>
              <a:spLocks noSelect="1"/>
            </p:cNvSpPr>
            <p:nvPr userDrawn="1"/>
          </p:nvSpPr>
          <p:spPr bwMode="gray">
            <a:xfrm>
              <a:off x="621" y="3873"/>
              <a:ext cx="515" cy="93"/>
            </a:xfrm>
            <a:custGeom>
              <a:avLst/>
              <a:gdLst/>
              <a:ahLst/>
              <a:cxnLst>
                <a:cxn ang="0">
                  <a:pos x="1955" y="422"/>
                </a:cxn>
                <a:cxn ang="0">
                  <a:pos x="1849" y="422"/>
                </a:cxn>
                <a:cxn ang="0">
                  <a:pos x="1738" y="576"/>
                </a:cxn>
                <a:cxn ang="0">
                  <a:pos x="103" y="639"/>
                </a:cxn>
                <a:cxn ang="0">
                  <a:pos x="287" y="374"/>
                </a:cxn>
                <a:cxn ang="0">
                  <a:pos x="377" y="653"/>
                </a:cxn>
                <a:cxn ang="0">
                  <a:pos x="234" y="182"/>
                </a:cxn>
                <a:cxn ang="0">
                  <a:pos x="79" y="193"/>
                </a:cxn>
                <a:cxn ang="0">
                  <a:pos x="0" y="639"/>
                </a:cxn>
                <a:cxn ang="0">
                  <a:pos x="2133" y="653"/>
                </a:cxn>
                <a:cxn ang="0">
                  <a:pos x="2249" y="276"/>
                </a:cxn>
                <a:cxn ang="0">
                  <a:pos x="2344" y="653"/>
                </a:cxn>
                <a:cxn ang="0">
                  <a:pos x="2434" y="359"/>
                </a:cxn>
                <a:cxn ang="0">
                  <a:pos x="2136" y="206"/>
                </a:cxn>
                <a:cxn ang="0">
                  <a:pos x="2044" y="206"/>
                </a:cxn>
                <a:cxn ang="0">
                  <a:pos x="2133" y="653"/>
                </a:cxn>
                <a:cxn ang="0">
                  <a:pos x="786" y="427"/>
                </a:cxn>
                <a:cxn ang="0">
                  <a:pos x="688" y="269"/>
                </a:cxn>
                <a:cxn ang="0">
                  <a:pos x="668" y="664"/>
                </a:cxn>
                <a:cxn ang="0">
                  <a:pos x="812" y="652"/>
                </a:cxn>
                <a:cxn ang="0">
                  <a:pos x="889" y="206"/>
                </a:cxn>
                <a:cxn ang="0">
                  <a:pos x="803" y="206"/>
                </a:cxn>
                <a:cxn ang="0">
                  <a:pos x="2733" y="269"/>
                </a:cxn>
                <a:cxn ang="0">
                  <a:pos x="2734" y="576"/>
                </a:cxn>
                <a:cxn ang="0">
                  <a:pos x="2713" y="182"/>
                </a:cxn>
                <a:cxn ang="0">
                  <a:pos x="2836" y="593"/>
                </a:cxn>
                <a:cxn ang="0">
                  <a:pos x="2921" y="652"/>
                </a:cxn>
                <a:cxn ang="0">
                  <a:pos x="2921" y="193"/>
                </a:cxn>
                <a:cxn ang="0">
                  <a:pos x="2842" y="247"/>
                </a:cxn>
                <a:cxn ang="0">
                  <a:pos x="1324" y="214"/>
                </a:cxn>
                <a:cxn ang="0">
                  <a:pos x="1414" y="653"/>
                </a:cxn>
                <a:cxn ang="0">
                  <a:pos x="1414" y="193"/>
                </a:cxn>
                <a:cxn ang="0">
                  <a:pos x="3045" y="22"/>
                </a:cxn>
                <a:cxn ang="0">
                  <a:pos x="3135" y="653"/>
                </a:cxn>
                <a:cxn ang="0">
                  <a:pos x="3135" y="2"/>
                </a:cxn>
                <a:cxn ang="0">
                  <a:pos x="1375" y="12"/>
                </a:cxn>
                <a:cxn ang="0">
                  <a:pos x="1436" y="73"/>
                </a:cxn>
                <a:cxn ang="0">
                  <a:pos x="1154" y="578"/>
                </a:cxn>
                <a:cxn ang="0">
                  <a:pos x="1207" y="276"/>
                </a:cxn>
                <a:cxn ang="0">
                  <a:pos x="1207" y="193"/>
                </a:cxn>
                <a:cxn ang="0">
                  <a:pos x="1097" y="57"/>
                </a:cxn>
                <a:cxn ang="0">
                  <a:pos x="1007" y="535"/>
                </a:cxn>
                <a:cxn ang="0">
                  <a:pos x="1227" y="635"/>
                </a:cxn>
                <a:cxn ang="0">
                  <a:pos x="3450" y="267"/>
                </a:cxn>
                <a:cxn ang="0">
                  <a:pos x="3458" y="664"/>
                </a:cxn>
                <a:cxn ang="0">
                  <a:pos x="3603" y="555"/>
                </a:cxn>
                <a:cxn ang="0">
                  <a:pos x="3346" y="460"/>
                </a:cxn>
                <a:cxn ang="0">
                  <a:pos x="3657" y="420"/>
                </a:cxn>
                <a:cxn ang="0">
                  <a:pos x="3458" y="664"/>
                </a:cxn>
              </a:cxnLst>
              <a:rect l="0" t="0" r="r" b="b"/>
              <a:pathLst>
                <a:path w="3657" h="664">
                  <a:moveTo>
                    <a:pt x="1517" y="422"/>
                  </a:moveTo>
                  <a:cubicBezTo>
                    <a:pt x="1517" y="287"/>
                    <a:pt x="1600" y="182"/>
                    <a:pt x="1736" y="182"/>
                  </a:cubicBezTo>
                  <a:cubicBezTo>
                    <a:pt x="1874" y="182"/>
                    <a:pt x="1955" y="286"/>
                    <a:pt x="1955" y="422"/>
                  </a:cubicBezTo>
                  <a:cubicBezTo>
                    <a:pt x="1955" y="564"/>
                    <a:pt x="1867" y="664"/>
                    <a:pt x="1735" y="664"/>
                  </a:cubicBezTo>
                  <a:cubicBezTo>
                    <a:pt x="1603" y="664"/>
                    <a:pt x="1517" y="564"/>
                    <a:pt x="1517" y="422"/>
                  </a:cubicBezTo>
                  <a:moveTo>
                    <a:pt x="1849" y="422"/>
                  </a:moveTo>
                  <a:cubicBezTo>
                    <a:pt x="1849" y="331"/>
                    <a:pt x="1804" y="270"/>
                    <a:pt x="1736" y="269"/>
                  </a:cubicBezTo>
                  <a:cubicBezTo>
                    <a:pt x="1666" y="270"/>
                    <a:pt x="1624" y="333"/>
                    <a:pt x="1624" y="422"/>
                  </a:cubicBezTo>
                  <a:cubicBezTo>
                    <a:pt x="1624" y="503"/>
                    <a:pt x="1661" y="576"/>
                    <a:pt x="1738" y="576"/>
                  </a:cubicBezTo>
                  <a:cubicBezTo>
                    <a:pt x="1806" y="576"/>
                    <a:pt x="1849" y="513"/>
                    <a:pt x="1849" y="422"/>
                  </a:cubicBezTo>
                  <a:moveTo>
                    <a:pt x="90" y="653"/>
                  </a:moveTo>
                  <a:cubicBezTo>
                    <a:pt x="97" y="653"/>
                    <a:pt x="103" y="647"/>
                    <a:pt x="103" y="639"/>
                  </a:cubicBezTo>
                  <a:cubicBezTo>
                    <a:pt x="103" y="410"/>
                    <a:pt x="103" y="410"/>
                    <a:pt x="103" y="410"/>
                  </a:cubicBezTo>
                  <a:cubicBezTo>
                    <a:pt x="103" y="322"/>
                    <a:pt x="152" y="276"/>
                    <a:pt x="206" y="276"/>
                  </a:cubicBezTo>
                  <a:cubicBezTo>
                    <a:pt x="247" y="276"/>
                    <a:pt x="287" y="299"/>
                    <a:pt x="287" y="374"/>
                  </a:cubicBezTo>
                  <a:cubicBezTo>
                    <a:pt x="287" y="639"/>
                    <a:pt x="287" y="639"/>
                    <a:pt x="287" y="639"/>
                  </a:cubicBezTo>
                  <a:cubicBezTo>
                    <a:pt x="287" y="647"/>
                    <a:pt x="293" y="653"/>
                    <a:pt x="300" y="653"/>
                  </a:cubicBezTo>
                  <a:cubicBezTo>
                    <a:pt x="377" y="653"/>
                    <a:pt x="377" y="653"/>
                    <a:pt x="377" y="653"/>
                  </a:cubicBezTo>
                  <a:cubicBezTo>
                    <a:pt x="384" y="653"/>
                    <a:pt x="390" y="647"/>
                    <a:pt x="390" y="639"/>
                  </a:cubicBezTo>
                  <a:cubicBezTo>
                    <a:pt x="390" y="359"/>
                    <a:pt x="390" y="359"/>
                    <a:pt x="390" y="359"/>
                  </a:cubicBezTo>
                  <a:cubicBezTo>
                    <a:pt x="390" y="234"/>
                    <a:pt x="321" y="182"/>
                    <a:pt x="234" y="182"/>
                  </a:cubicBezTo>
                  <a:cubicBezTo>
                    <a:pt x="178" y="182"/>
                    <a:pt x="127" y="215"/>
                    <a:pt x="96" y="252"/>
                  </a:cubicBezTo>
                  <a:cubicBezTo>
                    <a:pt x="92" y="206"/>
                    <a:pt x="92" y="206"/>
                    <a:pt x="92" y="206"/>
                  </a:cubicBezTo>
                  <a:cubicBezTo>
                    <a:pt x="91" y="199"/>
                    <a:pt x="85" y="193"/>
                    <a:pt x="79" y="193"/>
                  </a:cubicBezTo>
                  <a:cubicBezTo>
                    <a:pt x="13" y="193"/>
                    <a:pt x="13" y="193"/>
                    <a:pt x="13" y="193"/>
                  </a:cubicBezTo>
                  <a:cubicBezTo>
                    <a:pt x="6" y="193"/>
                    <a:pt x="0" y="199"/>
                    <a:pt x="0" y="206"/>
                  </a:cubicBezTo>
                  <a:cubicBezTo>
                    <a:pt x="0" y="639"/>
                    <a:pt x="0" y="639"/>
                    <a:pt x="0" y="639"/>
                  </a:cubicBezTo>
                  <a:cubicBezTo>
                    <a:pt x="0" y="647"/>
                    <a:pt x="6" y="653"/>
                    <a:pt x="13" y="653"/>
                  </a:cubicBezTo>
                  <a:lnTo>
                    <a:pt x="90" y="653"/>
                  </a:lnTo>
                  <a:close/>
                  <a:moveTo>
                    <a:pt x="2133" y="653"/>
                  </a:moveTo>
                  <a:cubicBezTo>
                    <a:pt x="2141" y="653"/>
                    <a:pt x="2147" y="647"/>
                    <a:pt x="2147" y="639"/>
                  </a:cubicBezTo>
                  <a:cubicBezTo>
                    <a:pt x="2147" y="410"/>
                    <a:pt x="2147" y="410"/>
                    <a:pt x="2147" y="410"/>
                  </a:cubicBezTo>
                  <a:cubicBezTo>
                    <a:pt x="2147" y="322"/>
                    <a:pt x="2196" y="276"/>
                    <a:pt x="2249" y="276"/>
                  </a:cubicBezTo>
                  <a:cubicBezTo>
                    <a:pt x="2291" y="276"/>
                    <a:pt x="2331" y="299"/>
                    <a:pt x="2331" y="374"/>
                  </a:cubicBezTo>
                  <a:cubicBezTo>
                    <a:pt x="2331" y="639"/>
                    <a:pt x="2331" y="639"/>
                    <a:pt x="2331" y="639"/>
                  </a:cubicBezTo>
                  <a:cubicBezTo>
                    <a:pt x="2331" y="647"/>
                    <a:pt x="2337" y="653"/>
                    <a:pt x="2344" y="653"/>
                  </a:cubicBezTo>
                  <a:cubicBezTo>
                    <a:pt x="2420" y="653"/>
                    <a:pt x="2420" y="653"/>
                    <a:pt x="2420" y="653"/>
                  </a:cubicBezTo>
                  <a:cubicBezTo>
                    <a:pt x="2428" y="653"/>
                    <a:pt x="2434" y="647"/>
                    <a:pt x="2434" y="639"/>
                  </a:cubicBezTo>
                  <a:cubicBezTo>
                    <a:pt x="2434" y="359"/>
                    <a:pt x="2434" y="359"/>
                    <a:pt x="2434" y="359"/>
                  </a:cubicBezTo>
                  <a:cubicBezTo>
                    <a:pt x="2434" y="234"/>
                    <a:pt x="2365" y="182"/>
                    <a:pt x="2278" y="182"/>
                  </a:cubicBezTo>
                  <a:cubicBezTo>
                    <a:pt x="2222" y="182"/>
                    <a:pt x="2170" y="215"/>
                    <a:pt x="2140" y="252"/>
                  </a:cubicBezTo>
                  <a:cubicBezTo>
                    <a:pt x="2136" y="206"/>
                    <a:pt x="2136" y="206"/>
                    <a:pt x="2136" y="206"/>
                  </a:cubicBezTo>
                  <a:cubicBezTo>
                    <a:pt x="2135" y="199"/>
                    <a:pt x="2129" y="193"/>
                    <a:pt x="2123" y="193"/>
                  </a:cubicBezTo>
                  <a:cubicBezTo>
                    <a:pt x="2057" y="193"/>
                    <a:pt x="2057" y="193"/>
                    <a:pt x="2057" y="193"/>
                  </a:cubicBezTo>
                  <a:cubicBezTo>
                    <a:pt x="2050" y="193"/>
                    <a:pt x="2044" y="199"/>
                    <a:pt x="2044" y="206"/>
                  </a:cubicBezTo>
                  <a:cubicBezTo>
                    <a:pt x="2044" y="639"/>
                    <a:pt x="2044" y="639"/>
                    <a:pt x="2044" y="639"/>
                  </a:cubicBezTo>
                  <a:cubicBezTo>
                    <a:pt x="2044" y="647"/>
                    <a:pt x="2050" y="653"/>
                    <a:pt x="2057" y="653"/>
                  </a:cubicBezTo>
                  <a:lnTo>
                    <a:pt x="2133" y="653"/>
                  </a:lnTo>
                  <a:close/>
                  <a:moveTo>
                    <a:pt x="688" y="269"/>
                  </a:moveTo>
                  <a:cubicBezTo>
                    <a:pt x="736" y="269"/>
                    <a:pt x="786" y="304"/>
                    <a:pt x="786" y="406"/>
                  </a:cubicBezTo>
                  <a:cubicBezTo>
                    <a:pt x="786" y="427"/>
                    <a:pt x="786" y="427"/>
                    <a:pt x="786" y="427"/>
                  </a:cubicBezTo>
                  <a:cubicBezTo>
                    <a:pt x="786" y="547"/>
                    <a:pt x="729" y="576"/>
                    <a:pt x="690" y="576"/>
                  </a:cubicBezTo>
                  <a:cubicBezTo>
                    <a:pt x="621" y="576"/>
                    <a:pt x="582" y="502"/>
                    <a:pt x="582" y="421"/>
                  </a:cubicBezTo>
                  <a:cubicBezTo>
                    <a:pt x="582" y="329"/>
                    <a:pt x="626" y="269"/>
                    <a:pt x="688" y="269"/>
                  </a:cubicBezTo>
                  <a:moveTo>
                    <a:pt x="669" y="182"/>
                  </a:moveTo>
                  <a:cubicBezTo>
                    <a:pt x="570" y="182"/>
                    <a:pt x="476" y="261"/>
                    <a:pt x="476" y="422"/>
                  </a:cubicBezTo>
                  <a:cubicBezTo>
                    <a:pt x="476" y="554"/>
                    <a:pt x="547" y="664"/>
                    <a:pt x="668" y="664"/>
                  </a:cubicBezTo>
                  <a:cubicBezTo>
                    <a:pt x="722" y="664"/>
                    <a:pt x="768" y="631"/>
                    <a:pt x="791" y="593"/>
                  </a:cubicBezTo>
                  <a:cubicBezTo>
                    <a:pt x="798" y="639"/>
                    <a:pt x="798" y="639"/>
                    <a:pt x="798" y="639"/>
                  </a:cubicBezTo>
                  <a:cubicBezTo>
                    <a:pt x="799" y="646"/>
                    <a:pt x="805" y="652"/>
                    <a:pt x="812" y="652"/>
                  </a:cubicBezTo>
                  <a:cubicBezTo>
                    <a:pt x="876" y="652"/>
                    <a:pt x="876" y="652"/>
                    <a:pt x="876" y="652"/>
                  </a:cubicBezTo>
                  <a:cubicBezTo>
                    <a:pt x="883" y="652"/>
                    <a:pt x="889" y="647"/>
                    <a:pt x="889" y="639"/>
                  </a:cubicBezTo>
                  <a:cubicBezTo>
                    <a:pt x="889" y="206"/>
                    <a:pt x="889" y="206"/>
                    <a:pt x="889" y="206"/>
                  </a:cubicBezTo>
                  <a:cubicBezTo>
                    <a:pt x="889" y="199"/>
                    <a:pt x="883" y="193"/>
                    <a:pt x="876" y="193"/>
                  </a:cubicBezTo>
                  <a:cubicBezTo>
                    <a:pt x="817" y="193"/>
                    <a:pt x="817" y="193"/>
                    <a:pt x="817" y="193"/>
                  </a:cubicBezTo>
                  <a:cubicBezTo>
                    <a:pt x="810" y="193"/>
                    <a:pt x="804" y="199"/>
                    <a:pt x="803" y="206"/>
                  </a:cubicBezTo>
                  <a:cubicBezTo>
                    <a:pt x="798" y="247"/>
                    <a:pt x="798" y="247"/>
                    <a:pt x="798" y="247"/>
                  </a:cubicBezTo>
                  <a:cubicBezTo>
                    <a:pt x="768" y="210"/>
                    <a:pt x="727" y="182"/>
                    <a:pt x="669" y="182"/>
                  </a:cubicBezTo>
                  <a:moveTo>
                    <a:pt x="2733" y="269"/>
                  </a:moveTo>
                  <a:cubicBezTo>
                    <a:pt x="2780" y="269"/>
                    <a:pt x="2830" y="304"/>
                    <a:pt x="2830" y="406"/>
                  </a:cubicBezTo>
                  <a:cubicBezTo>
                    <a:pt x="2830" y="427"/>
                    <a:pt x="2830" y="427"/>
                    <a:pt x="2830" y="427"/>
                  </a:cubicBezTo>
                  <a:cubicBezTo>
                    <a:pt x="2830" y="547"/>
                    <a:pt x="2773" y="576"/>
                    <a:pt x="2734" y="576"/>
                  </a:cubicBezTo>
                  <a:cubicBezTo>
                    <a:pt x="2665" y="576"/>
                    <a:pt x="2627" y="502"/>
                    <a:pt x="2627" y="421"/>
                  </a:cubicBezTo>
                  <a:cubicBezTo>
                    <a:pt x="2627" y="329"/>
                    <a:pt x="2670" y="269"/>
                    <a:pt x="2733" y="269"/>
                  </a:cubicBezTo>
                  <a:moveTo>
                    <a:pt x="2713" y="182"/>
                  </a:moveTo>
                  <a:cubicBezTo>
                    <a:pt x="2614" y="182"/>
                    <a:pt x="2520" y="261"/>
                    <a:pt x="2520" y="422"/>
                  </a:cubicBezTo>
                  <a:cubicBezTo>
                    <a:pt x="2520" y="554"/>
                    <a:pt x="2591" y="664"/>
                    <a:pt x="2713" y="664"/>
                  </a:cubicBezTo>
                  <a:cubicBezTo>
                    <a:pt x="2766" y="664"/>
                    <a:pt x="2813" y="631"/>
                    <a:pt x="2836" y="593"/>
                  </a:cubicBezTo>
                  <a:cubicBezTo>
                    <a:pt x="2843" y="639"/>
                    <a:pt x="2843" y="639"/>
                    <a:pt x="2843" y="639"/>
                  </a:cubicBezTo>
                  <a:cubicBezTo>
                    <a:pt x="2844" y="646"/>
                    <a:pt x="2850" y="652"/>
                    <a:pt x="2856" y="652"/>
                  </a:cubicBezTo>
                  <a:cubicBezTo>
                    <a:pt x="2921" y="652"/>
                    <a:pt x="2921" y="652"/>
                    <a:pt x="2921" y="652"/>
                  </a:cubicBezTo>
                  <a:cubicBezTo>
                    <a:pt x="2928" y="652"/>
                    <a:pt x="2934" y="647"/>
                    <a:pt x="2934" y="639"/>
                  </a:cubicBezTo>
                  <a:cubicBezTo>
                    <a:pt x="2934" y="206"/>
                    <a:pt x="2934" y="206"/>
                    <a:pt x="2934" y="206"/>
                  </a:cubicBezTo>
                  <a:cubicBezTo>
                    <a:pt x="2934" y="199"/>
                    <a:pt x="2928" y="193"/>
                    <a:pt x="2921" y="193"/>
                  </a:cubicBezTo>
                  <a:cubicBezTo>
                    <a:pt x="2861" y="193"/>
                    <a:pt x="2861" y="193"/>
                    <a:pt x="2861" y="193"/>
                  </a:cubicBezTo>
                  <a:cubicBezTo>
                    <a:pt x="2855" y="193"/>
                    <a:pt x="2849" y="199"/>
                    <a:pt x="2848" y="206"/>
                  </a:cubicBezTo>
                  <a:cubicBezTo>
                    <a:pt x="2842" y="247"/>
                    <a:pt x="2842" y="247"/>
                    <a:pt x="2842" y="247"/>
                  </a:cubicBezTo>
                  <a:cubicBezTo>
                    <a:pt x="2813" y="210"/>
                    <a:pt x="2771" y="182"/>
                    <a:pt x="2713" y="182"/>
                  </a:cubicBezTo>
                  <a:moveTo>
                    <a:pt x="1337" y="200"/>
                  </a:moveTo>
                  <a:cubicBezTo>
                    <a:pt x="1330" y="201"/>
                    <a:pt x="1324" y="206"/>
                    <a:pt x="1324" y="214"/>
                  </a:cubicBezTo>
                  <a:cubicBezTo>
                    <a:pt x="1324" y="639"/>
                    <a:pt x="1324" y="639"/>
                    <a:pt x="1324" y="639"/>
                  </a:cubicBezTo>
                  <a:cubicBezTo>
                    <a:pt x="1324" y="647"/>
                    <a:pt x="1330" y="653"/>
                    <a:pt x="1337" y="653"/>
                  </a:cubicBezTo>
                  <a:cubicBezTo>
                    <a:pt x="1414" y="653"/>
                    <a:pt x="1414" y="653"/>
                    <a:pt x="1414" y="653"/>
                  </a:cubicBezTo>
                  <a:cubicBezTo>
                    <a:pt x="1421" y="653"/>
                    <a:pt x="1427" y="647"/>
                    <a:pt x="1427" y="639"/>
                  </a:cubicBezTo>
                  <a:cubicBezTo>
                    <a:pt x="1427" y="206"/>
                    <a:pt x="1427" y="206"/>
                    <a:pt x="1427" y="206"/>
                  </a:cubicBezTo>
                  <a:cubicBezTo>
                    <a:pt x="1427" y="199"/>
                    <a:pt x="1421" y="192"/>
                    <a:pt x="1414" y="193"/>
                  </a:cubicBezTo>
                  <a:lnTo>
                    <a:pt x="1337" y="200"/>
                  </a:lnTo>
                  <a:close/>
                  <a:moveTo>
                    <a:pt x="3058" y="9"/>
                  </a:moveTo>
                  <a:cubicBezTo>
                    <a:pt x="3051" y="10"/>
                    <a:pt x="3045" y="15"/>
                    <a:pt x="3045" y="22"/>
                  </a:cubicBezTo>
                  <a:cubicBezTo>
                    <a:pt x="3045" y="639"/>
                    <a:pt x="3045" y="639"/>
                    <a:pt x="3045" y="639"/>
                  </a:cubicBezTo>
                  <a:cubicBezTo>
                    <a:pt x="3045" y="647"/>
                    <a:pt x="3051" y="653"/>
                    <a:pt x="3058" y="653"/>
                  </a:cubicBezTo>
                  <a:cubicBezTo>
                    <a:pt x="3135" y="653"/>
                    <a:pt x="3135" y="653"/>
                    <a:pt x="3135" y="653"/>
                  </a:cubicBezTo>
                  <a:cubicBezTo>
                    <a:pt x="3142" y="653"/>
                    <a:pt x="3148" y="647"/>
                    <a:pt x="3148" y="639"/>
                  </a:cubicBezTo>
                  <a:cubicBezTo>
                    <a:pt x="3148" y="15"/>
                    <a:pt x="3148" y="15"/>
                    <a:pt x="3148" y="15"/>
                  </a:cubicBezTo>
                  <a:cubicBezTo>
                    <a:pt x="3148" y="7"/>
                    <a:pt x="3142" y="0"/>
                    <a:pt x="3135" y="2"/>
                  </a:cubicBezTo>
                  <a:lnTo>
                    <a:pt x="3058" y="9"/>
                  </a:lnTo>
                  <a:close/>
                  <a:moveTo>
                    <a:pt x="1436" y="73"/>
                  </a:moveTo>
                  <a:cubicBezTo>
                    <a:pt x="1436" y="39"/>
                    <a:pt x="1409" y="12"/>
                    <a:pt x="1375" y="12"/>
                  </a:cubicBezTo>
                  <a:cubicBezTo>
                    <a:pt x="1342" y="12"/>
                    <a:pt x="1315" y="39"/>
                    <a:pt x="1315" y="73"/>
                  </a:cubicBezTo>
                  <a:cubicBezTo>
                    <a:pt x="1315" y="106"/>
                    <a:pt x="1342" y="133"/>
                    <a:pt x="1375" y="133"/>
                  </a:cubicBezTo>
                  <a:cubicBezTo>
                    <a:pt x="1409" y="133"/>
                    <a:pt x="1436" y="106"/>
                    <a:pt x="1436" y="73"/>
                  </a:cubicBezTo>
                  <a:moveTo>
                    <a:pt x="1219" y="578"/>
                  </a:moveTo>
                  <a:cubicBezTo>
                    <a:pt x="1217" y="568"/>
                    <a:pt x="1211" y="565"/>
                    <a:pt x="1199" y="570"/>
                  </a:cubicBezTo>
                  <a:cubicBezTo>
                    <a:pt x="1192" y="572"/>
                    <a:pt x="1169" y="578"/>
                    <a:pt x="1154" y="578"/>
                  </a:cubicBezTo>
                  <a:cubicBezTo>
                    <a:pt x="1124" y="578"/>
                    <a:pt x="1111" y="567"/>
                    <a:pt x="1110" y="524"/>
                  </a:cubicBezTo>
                  <a:cubicBezTo>
                    <a:pt x="1110" y="276"/>
                    <a:pt x="1110" y="276"/>
                    <a:pt x="1110" y="276"/>
                  </a:cubicBezTo>
                  <a:cubicBezTo>
                    <a:pt x="1207" y="276"/>
                    <a:pt x="1207" y="276"/>
                    <a:pt x="1207" y="276"/>
                  </a:cubicBezTo>
                  <a:cubicBezTo>
                    <a:pt x="1214" y="276"/>
                    <a:pt x="1220" y="270"/>
                    <a:pt x="1220" y="263"/>
                  </a:cubicBezTo>
                  <a:cubicBezTo>
                    <a:pt x="1220" y="206"/>
                    <a:pt x="1220" y="206"/>
                    <a:pt x="1220" y="206"/>
                  </a:cubicBezTo>
                  <a:cubicBezTo>
                    <a:pt x="1220" y="199"/>
                    <a:pt x="1214" y="193"/>
                    <a:pt x="1207" y="193"/>
                  </a:cubicBezTo>
                  <a:cubicBezTo>
                    <a:pt x="1110" y="193"/>
                    <a:pt x="1110" y="193"/>
                    <a:pt x="1110" y="193"/>
                  </a:cubicBezTo>
                  <a:cubicBezTo>
                    <a:pt x="1110" y="70"/>
                    <a:pt x="1110" y="70"/>
                    <a:pt x="1110" y="70"/>
                  </a:cubicBezTo>
                  <a:cubicBezTo>
                    <a:pt x="1110" y="62"/>
                    <a:pt x="1104" y="56"/>
                    <a:pt x="1097" y="57"/>
                  </a:cubicBezTo>
                  <a:cubicBezTo>
                    <a:pt x="1021" y="64"/>
                    <a:pt x="1021" y="64"/>
                    <a:pt x="1021" y="64"/>
                  </a:cubicBezTo>
                  <a:cubicBezTo>
                    <a:pt x="1013" y="65"/>
                    <a:pt x="1007" y="70"/>
                    <a:pt x="1007" y="77"/>
                  </a:cubicBezTo>
                  <a:cubicBezTo>
                    <a:pt x="1007" y="535"/>
                    <a:pt x="1007" y="535"/>
                    <a:pt x="1007" y="535"/>
                  </a:cubicBezTo>
                  <a:cubicBezTo>
                    <a:pt x="1007" y="610"/>
                    <a:pt x="1041" y="664"/>
                    <a:pt x="1132" y="664"/>
                  </a:cubicBezTo>
                  <a:cubicBezTo>
                    <a:pt x="1159" y="664"/>
                    <a:pt x="1193" y="659"/>
                    <a:pt x="1219" y="647"/>
                  </a:cubicBezTo>
                  <a:cubicBezTo>
                    <a:pt x="1224" y="645"/>
                    <a:pt x="1228" y="643"/>
                    <a:pt x="1227" y="635"/>
                  </a:cubicBezTo>
                  <a:lnTo>
                    <a:pt x="1219" y="578"/>
                  </a:lnTo>
                  <a:close/>
                  <a:moveTo>
                    <a:pt x="3346" y="384"/>
                  </a:moveTo>
                  <a:cubicBezTo>
                    <a:pt x="3354" y="331"/>
                    <a:pt x="3379" y="267"/>
                    <a:pt x="3450" y="267"/>
                  </a:cubicBezTo>
                  <a:cubicBezTo>
                    <a:pt x="3524" y="267"/>
                    <a:pt x="3549" y="326"/>
                    <a:pt x="3552" y="384"/>
                  </a:cubicBezTo>
                  <a:lnTo>
                    <a:pt x="3346" y="384"/>
                  </a:lnTo>
                  <a:close/>
                  <a:moveTo>
                    <a:pt x="3458" y="664"/>
                  </a:moveTo>
                  <a:cubicBezTo>
                    <a:pt x="3524" y="664"/>
                    <a:pt x="3577" y="647"/>
                    <a:pt x="3617" y="625"/>
                  </a:cubicBezTo>
                  <a:cubicBezTo>
                    <a:pt x="3624" y="621"/>
                    <a:pt x="3627" y="614"/>
                    <a:pt x="3624" y="607"/>
                  </a:cubicBezTo>
                  <a:cubicBezTo>
                    <a:pt x="3603" y="555"/>
                    <a:pt x="3603" y="555"/>
                    <a:pt x="3603" y="555"/>
                  </a:cubicBezTo>
                  <a:cubicBezTo>
                    <a:pt x="3600" y="548"/>
                    <a:pt x="3592" y="545"/>
                    <a:pt x="3585" y="548"/>
                  </a:cubicBezTo>
                  <a:cubicBezTo>
                    <a:pt x="3548" y="566"/>
                    <a:pt x="3509" y="576"/>
                    <a:pt x="3464" y="576"/>
                  </a:cubicBezTo>
                  <a:cubicBezTo>
                    <a:pt x="3388" y="576"/>
                    <a:pt x="3352" y="521"/>
                    <a:pt x="3346" y="460"/>
                  </a:cubicBezTo>
                  <a:cubicBezTo>
                    <a:pt x="3644" y="460"/>
                    <a:pt x="3644" y="460"/>
                    <a:pt x="3644" y="460"/>
                  </a:cubicBezTo>
                  <a:cubicBezTo>
                    <a:pt x="3651" y="460"/>
                    <a:pt x="3656" y="454"/>
                    <a:pt x="3657" y="446"/>
                  </a:cubicBezTo>
                  <a:cubicBezTo>
                    <a:pt x="3657" y="436"/>
                    <a:pt x="3657" y="429"/>
                    <a:pt x="3657" y="420"/>
                  </a:cubicBezTo>
                  <a:cubicBezTo>
                    <a:pt x="3657" y="306"/>
                    <a:pt x="3599" y="182"/>
                    <a:pt x="3451" y="182"/>
                  </a:cubicBezTo>
                  <a:cubicBezTo>
                    <a:pt x="3318" y="182"/>
                    <a:pt x="3238" y="285"/>
                    <a:pt x="3238" y="425"/>
                  </a:cubicBezTo>
                  <a:cubicBezTo>
                    <a:pt x="3238" y="569"/>
                    <a:pt x="3324" y="664"/>
                    <a:pt x="3458" y="664"/>
                  </a:cubicBezTo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8" name="Freeform 6"/>
            <p:cNvSpPr>
              <a:spLocks noSelect="1"/>
            </p:cNvSpPr>
            <p:nvPr/>
          </p:nvSpPr>
          <p:spPr bwMode="gray">
            <a:xfrm>
              <a:off x="621" y="3992"/>
              <a:ext cx="695" cy="93"/>
            </a:xfrm>
            <a:custGeom>
              <a:avLst/>
              <a:gdLst/>
              <a:ahLst/>
              <a:cxnLst>
                <a:cxn ang="0">
                  <a:pos x="13" y="193"/>
                </a:cxn>
                <a:cxn ang="0">
                  <a:pos x="234" y="182"/>
                </a:cxn>
                <a:cxn ang="0">
                  <a:pos x="300" y="653"/>
                </a:cxn>
                <a:cxn ang="0">
                  <a:pos x="103" y="410"/>
                </a:cxn>
                <a:cxn ang="0">
                  <a:pos x="2735" y="269"/>
                </a:cxn>
                <a:cxn ang="0">
                  <a:pos x="2832" y="406"/>
                </a:cxn>
                <a:cxn ang="0">
                  <a:pos x="2849" y="206"/>
                </a:cxn>
                <a:cxn ang="0">
                  <a:pos x="2935" y="640"/>
                </a:cxn>
                <a:cxn ang="0">
                  <a:pos x="2837" y="593"/>
                </a:cxn>
                <a:cxn ang="0">
                  <a:pos x="4643" y="653"/>
                </a:cxn>
                <a:cxn ang="0">
                  <a:pos x="4840" y="374"/>
                </a:cxn>
                <a:cxn ang="0">
                  <a:pos x="4943" y="640"/>
                </a:cxn>
                <a:cxn ang="0">
                  <a:pos x="4645" y="206"/>
                </a:cxn>
                <a:cxn ang="0">
                  <a:pos x="4553" y="640"/>
                </a:cxn>
                <a:cxn ang="0">
                  <a:pos x="3156" y="640"/>
                </a:cxn>
                <a:cxn ang="0">
                  <a:pos x="3341" y="640"/>
                </a:cxn>
                <a:cxn ang="0">
                  <a:pos x="3443" y="359"/>
                </a:cxn>
                <a:cxn ang="0">
                  <a:pos x="3132" y="193"/>
                </a:cxn>
                <a:cxn ang="0">
                  <a:pos x="3067" y="653"/>
                </a:cxn>
                <a:cxn ang="0">
                  <a:pos x="2331" y="640"/>
                </a:cxn>
                <a:cxn ang="0">
                  <a:pos x="2434" y="15"/>
                </a:cxn>
                <a:cxn ang="0">
                  <a:pos x="691" y="267"/>
                </a:cxn>
                <a:cxn ang="0">
                  <a:pos x="479" y="425"/>
                </a:cxn>
                <a:cxn ang="0">
                  <a:pos x="884" y="460"/>
                </a:cxn>
                <a:cxn ang="0">
                  <a:pos x="843" y="555"/>
                </a:cxn>
                <a:cxn ang="0">
                  <a:pos x="1803" y="384"/>
                </a:cxn>
                <a:cxn ang="0">
                  <a:pos x="1709" y="664"/>
                </a:cxn>
                <a:cxn ang="0">
                  <a:pos x="1907" y="447"/>
                </a:cxn>
                <a:cxn ang="0">
                  <a:pos x="1836" y="548"/>
                </a:cxn>
                <a:cxn ang="0">
                  <a:pos x="1709" y="664"/>
                </a:cxn>
                <a:cxn ang="0">
                  <a:pos x="1380" y="653"/>
                </a:cxn>
                <a:cxn ang="0">
                  <a:pos x="1164" y="664"/>
                </a:cxn>
                <a:cxn ang="0">
                  <a:pos x="1291" y="23"/>
                </a:cxn>
                <a:cxn ang="0">
                  <a:pos x="1184" y="269"/>
                </a:cxn>
                <a:cxn ang="0">
                  <a:pos x="1291" y="406"/>
                </a:cxn>
                <a:cxn ang="0">
                  <a:pos x="4359" y="384"/>
                </a:cxn>
                <a:cxn ang="0">
                  <a:pos x="4464" y="420"/>
                </a:cxn>
                <a:cxn ang="0">
                  <a:pos x="4271" y="576"/>
                </a:cxn>
                <a:cxn ang="0">
                  <a:pos x="4425" y="625"/>
                </a:cxn>
                <a:cxn ang="0">
                  <a:pos x="3955" y="640"/>
                </a:cxn>
                <a:cxn ang="0">
                  <a:pos x="3858" y="593"/>
                </a:cxn>
                <a:cxn ang="0">
                  <a:pos x="3852" y="233"/>
                </a:cxn>
                <a:cxn ang="0">
                  <a:pos x="3853" y="406"/>
                </a:cxn>
                <a:cxn ang="0">
                  <a:pos x="3853" y="427"/>
                </a:cxn>
                <a:cxn ang="0">
                  <a:pos x="2094" y="252"/>
                </a:cxn>
                <a:cxn ang="0">
                  <a:pos x="1998" y="206"/>
                </a:cxn>
                <a:cxn ang="0">
                  <a:pos x="2101" y="640"/>
                </a:cxn>
                <a:cxn ang="0">
                  <a:pos x="2248" y="276"/>
                </a:cxn>
              </a:cxnLst>
              <a:rect l="0" t="0" r="r" b="b"/>
              <a:pathLst>
                <a:path w="4943" h="664">
                  <a:moveTo>
                    <a:pt x="13" y="653"/>
                  </a:moveTo>
                  <a:cubicBezTo>
                    <a:pt x="6" y="653"/>
                    <a:pt x="0" y="647"/>
                    <a:pt x="0" y="64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0" y="199"/>
                    <a:pt x="6" y="193"/>
                    <a:pt x="13" y="193"/>
                  </a:cubicBezTo>
                  <a:cubicBezTo>
                    <a:pt x="79" y="193"/>
                    <a:pt x="79" y="193"/>
                    <a:pt x="79" y="193"/>
                  </a:cubicBezTo>
                  <a:cubicBezTo>
                    <a:pt x="85" y="193"/>
                    <a:pt x="91" y="199"/>
                    <a:pt x="92" y="206"/>
                  </a:cubicBezTo>
                  <a:cubicBezTo>
                    <a:pt x="96" y="252"/>
                    <a:pt x="96" y="252"/>
                    <a:pt x="96" y="252"/>
                  </a:cubicBezTo>
                  <a:cubicBezTo>
                    <a:pt x="127" y="215"/>
                    <a:pt x="178" y="182"/>
                    <a:pt x="234" y="182"/>
                  </a:cubicBezTo>
                  <a:cubicBezTo>
                    <a:pt x="321" y="182"/>
                    <a:pt x="390" y="234"/>
                    <a:pt x="390" y="359"/>
                  </a:cubicBezTo>
                  <a:cubicBezTo>
                    <a:pt x="390" y="640"/>
                    <a:pt x="390" y="640"/>
                    <a:pt x="390" y="640"/>
                  </a:cubicBezTo>
                  <a:cubicBezTo>
                    <a:pt x="390" y="647"/>
                    <a:pt x="384" y="653"/>
                    <a:pt x="377" y="653"/>
                  </a:cubicBezTo>
                  <a:cubicBezTo>
                    <a:pt x="300" y="653"/>
                    <a:pt x="300" y="653"/>
                    <a:pt x="300" y="653"/>
                  </a:cubicBezTo>
                  <a:cubicBezTo>
                    <a:pt x="293" y="653"/>
                    <a:pt x="287" y="647"/>
                    <a:pt x="287" y="640"/>
                  </a:cubicBezTo>
                  <a:cubicBezTo>
                    <a:pt x="287" y="374"/>
                    <a:pt x="287" y="374"/>
                    <a:pt x="287" y="374"/>
                  </a:cubicBezTo>
                  <a:cubicBezTo>
                    <a:pt x="287" y="299"/>
                    <a:pt x="247" y="276"/>
                    <a:pt x="206" y="276"/>
                  </a:cubicBezTo>
                  <a:cubicBezTo>
                    <a:pt x="152" y="276"/>
                    <a:pt x="103" y="323"/>
                    <a:pt x="103" y="410"/>
                  </a:cubicBezTo>
                  <a:cubicBezTo>
                    <a:pt x="103" y="640"/>
                    <a:pt x="103" y="640"/>
                    <a:pt x="103" y="640"/>
                  </a:cubicBezTo>
                  <a:cubicBezTo>
                    <a:pt x="103" y="647"/>
                    <a:pt x="97" y="653"/>
                    <a:pt x="90" y="653"/>
                  </a:cubicBezTo>
                  <a:lnTo>
                    <a:pt x="13" y="653"/>
                  </a:lnTo>
                  <a:close/>
                  <a:moveTo>
                    <a:pt x="2735" y="269"/>
                  </a:moveTo>
                  <a:cubicBezTo>
                    <a:pt x="2672" y="269"/>
                    <a:pt x="2629" y="330"/>
                    <a:pt x="2629" y="421"/>
                  </a:cubicBezTo>
                  <a:cubicBezTo>
                    <a:pt x="2629" y="503"/>
                    <a:pt x="2667" y="576"/>
                    <a:pt x="2736" y="576"/>
                  </a:cubicBezTo>
                  <a:cubicBezTo>
                    <a:pt x="2775" y="576"/>
                    <a:pt x="2832" y="547"/>
                    <a:pt x="2832" y="428"/>
                  </a:cubicBezTo>
                  <a:cubicBezTo>
                    <a:pt x="2832" y="406"/>
                    <a:pt x="2832" y="406"/>
                    <a:pt x="2832" y="406"/>
                  </a:cubicBezTo>
                  <a:cubicBezTo>
                    <a:pt x="2832" y="304"/>
                    <a:pt x="2782" y="269"/>
                    <a:pt x="2735" y="269"/>
                  </a:cubicBezTo>
                  <a:moveTo>
                    <a:pt x="2715" y="182"/>
                  </a:moveTo>
                  <a:cubicBezTo>
                    <a:pt x="2773" y="182"/>
                    <a:pt x="2815" y="210"/>
                    <a:pt x="2844" y="247"/>
                  </a:cubicBezTo>
                  <a:cubicBezTo>
                    <a:pt x="2849" y="206"/>
                    <a:pt x="2849" y="206"/>
                    <a:pt x="2849" y="206"/>
                  </a:cubicBezTo>
                  <a:cubicBezTo>
                    <a:pt x="2850" y="200"/>
                    <a:pt x="2856" y="193"/>
                    <a:pt x="2863" y="193"/>
                  </a:cubicBezTo>
                  <a:cubicBezTo>
                    <a:pt x="2922" y="193"/>
                    <a:pt x="2922" y="193"/>
                    <a:pt x="2922" y="193"/>
                  </a:cubicBezTo>
                  <a:cubicBezTo>
                    <a:pt x="2930" y="193"/>
                    <a:pt x="2935" y="199"/>
                    <a:pt x="2935" y="206"/>
                  </a:cubicBezTo>
                  <a:cubicBezTo>
                    <a:pt x="2935" y="640"/>
                    <a:pt x="2935" y="640"/>
                    <a:pt x="2935" y="640"/>
                  </a:cubicBezTo>
                  <a:cubicBezTo>
                    <a:pt x="2935" y="647"/>
                    <a:pt x="2930" y="653"/>
                    <a:pt x="2922" y="653"/>
                  </a:cubicBezTo>
                  <a:cubicBezTo>
                    <a:pt x="2858" y="653"/>
                    <a:pt x="2858" y="653"/>
                    <a:pt x="2858" y="653"/>
                  </a:cubicBezTo>
                  <a:cubicBezTo>
                    <a:pt x="2851" y="653"/>
                    <a:pt x="2845" y="646"/>
                    <a:pt x="2844" y="640"/>
                  </a:cubicBezTo>
                  <a:cubicBezTo>
                    <a:pt x="2837" y="593"/>
                    <a:pt x="2837" y="593"/>
                    <a:pt x="2837" y="593"/>
                  </a:cubicBezTo>
                  <a:cubicBezTo>
                    <a:pt x="2815" y="631"/>
                    <a:pt x="2768" y="664"/>
                    <a:pt x="2714" y="664"/>
                  </a:cubicBezTo>
                  <a:cubicBezTo>
                    <a:pt x="2593" y="664"/>
                    <a:pt x="2522" y="555"/>
                    <a:pt x="2522" y="422"/>
                  </a:cubicBezTo>
                  <a:cubicBezTo>
                    <a:pt x="2522" y="261"/>
                    <a:pt x="2616" y="182"/>
                    <a:pt x="2715" y="182"/>
                  </a:cubicBezTo>
                  <a:moveTo>
                    <a:pt x="4643" y="653"/>
                  </a:moveTo>
                  <a:cubicBezTo>
                    <a:pt x="4650" y="653"/>
                    <a:pt x="4656" y="647"/>
                    <a:pt x="4656" y="640"/>
                  </a:cubicBezTo>
                  <a:cubicBezTo>
                    <a:pt x="4656" y="410"/>
                    <a:pt x="4656" y="410"/>
                    <a:pt x="4656" y="410"/>
                  </a:cubicBezTo>
                  <a:cubicBezTo>
                    <a:pt x="4656" y="323"/>
                    <a:pt x="4705" y="276"/>
                    <a:pt x="4759" y="276"/>
                  </a:cubicBezTo>
                  <a:cubicBezTo>
                    <a:pt x="4800" y="276"/>
                    <a:pt x="4840" y="299"/>
                    <a:pt x="4840" y="374"/>
                  </a:cubicBezTo>
                  <a:cubicBezTo>
                    <a:pt x="4840" y="640"/>
                    <a:pt x="4840" y="640"/>
                    <a:pt x="4840" y="640"/>
                  </a:cubicBezTo>
                  <a:cubicBezTo>
                    <a:pt x="4840" y="647"/>
                    <a:pt x="4846" y="653"/>
                    <a:pt x="4853" y="653"/>
                  </a:cubicBezTo>
                  <a:cubicBezTo>
                    <a:pt x="4930" y="653"/>
                    <a:pt x="4930" y="653"/>
                    <a:pt x="4930" y="653"/>
                  </a:cubicBezTo>
                  <a:cubicBezTo>
                    <a:pt x="4937" y="653"/>
                    <a:pt x="4943" y="647"/>
                    <a:pt x="4943" y="640"/>
                  </a:cubicBezTo>
                  <a:cubicBezTo>
                    <a:pt x="4943" y="359"/>
                    <a:pt x="4943" y="359"/>
                    <a:pt x="4943" y="359"/>
                  </a:cubicBezTo>
                  <a:cubicBezTo>
                    <a:pt x="4943" y="234"/>
                    <a:pt x="4874" y="182"/>
                    <a:pt x="4787" y="182"/>
                  </a:cubicBezTo>
                  <a:cubicBezTo>
                    <a:pt x="4731" y="182"/>
                    <a:pt x="4680" y="215"/>
                    <a:pt x="4649" y="252"/>
                  </a:cubicBezTo>
                  <a:cubicBezTo>
                    <a:pt x="4645" y="206"/>
                    <a:pt x="4645" y="206"/>
                    <a:pt x="4645" y="206"/>
                  </a:cubicBezTo>
                  <a:cubicBezTo>
                    <a:pt x="4644" y="199"/>
                    <a:pt x="4638" y="193"/>
                    <a:pt x="4632" y="193"/>
                  </a:cubicBezTo>
                  <a:cubicBezTo>
                    <a:pt x="4566" y="193"/>
                    <a:pt x="4566" y="193"/>
                    <a:pt x="4566" y="193"/>
                  </a:cubicBezTo>
                  <a:cubicBezTo>
                    <a:pt x="4559" y="193"/>
                    <a:pt x="4553" y="199"/>
                    <a:pt x="4553" y="206"/>
                  </a:cubicBezTo>
                  <a:cubicBezTo>
                    <a:pt x="4553" y="640"/>
                    <a:pt x="4553" y="640"/>
                    <a:pt x="4553" y="640"/>
                  </a:cubicBezTo>
                  <a:cubicBezTo>
                    <a:pt x="4553" y="647"/>
                    <a:pt x="4559" y="653"/>
                    <a:pt x="4566" y="653"/>
                  </a:cubicBezTo>
                  <a:lnTo>
                    <a:pt x="4643" y="653"/>
                  </a:lnTo>
                  <a:close/>
                  <a:moveTo>
                    <a:pt x="3143" y="653"/>
                  </a:moveTo>
                  <a:cubicBezTo>
                    <a:pt x="3151" y="653"/>
                    <a:pt x="3156" y="647"/>
                    <a:pt x="3156" y="640"/>
                  </a:cubicBezTo>
                  <a:cubicBezTo>
                    <a:pt x="3156" y="410"/>
                    <a:pt x="3156" y="410"/>
                    <a:pt x="3156" y="410"/>
                  </a:cubicBezTo>
                  <a:cubicBezTo>
                    <a:pt x="3156" y="323"/>
                    <a:pt x="3206" y="276"/>
                    <a:pt x="3259" y="276"/>
                  </a:cubicBezTo>
                  <a:cubicBezTo>
                    <a:pt x="3301" y="276"/>
                    <a:pt x="3340" y="299"/>
                    <a:pt x="3341" y="374"/>
                  </a:cubicBezTo>
                  <a:cubicBezTo>
                    <a:pt x="3341" y="640"/>
                    <a:pt x="3341" y="640"/>
                    <a:pt x="3341" y="640"/>
                  </a:cubicBezTo>
                  <a:cubicBezTo>
                    <a:pt x="3341" y="647"/>
                    <a:pt x="3346" y="653"/>
                    <a:pt x="3354" y="653"/>
                  </a:cubicBezTo>
                  <a:cubicBezTo>
                    <a:pt x="3430" y="653"/>
                    <a:pt x="3430" y="653"/>
                    <a:pt x="3430" y="653"/>
                  </a:cubicBezTo>
                  <a:cubicBezTo>
                    <a:pt x="3437" y="653"/>
                    <a:pt x="3443" y="647"/>
                    <a:pt x="3443" y="640"/>
                  </a:cubicBezTo>
                  <a:cubicBezTo>
                    <a:pt x="3443" y="359"/>
                    <a:pt x="3443" y="359"/>
                    <a:pt x="3443" y="359"/>
                  </a:cubicBezTo>
                  <a:cubicBezTo>
                    <a:pt x="3443" y="234"/>
                    <a:pt x="3375" y="182"/>
                    <a:pt x="3287" y="182"/>
                  </a:cubicBezTo>
                  <a:cubicBezTo>
                    <a:pt x="3231" y="182"/>
                    <a:pt x="3180" y="215"/>
                    <a:pt x="3150" y="252"/>
                  </a:cubicBezTo>
                  <a:cubicBezTo>
                    <a:pt x="3146" y="206"/>
                    <a:pt x="3146" y="206"/>
                    <a:pt x="3146" y="206"/>
                  </a:cubicBezTo>
                  <a:cubicBezTo>
                    <a:pt x="3145" y="199"/>
                    <a:pt x="3139" y="193"/>
                    <a:pt x="3132" y="193"/>
                  </a:cubicBezTo>
                  <a:cubicBezTo>
                    <a:pt x="3067" y="193"/>
                    <a:pt x="3067" y="193"/>
                    <a:pt x="3067" y="193"/>
                  </a:cubicBezTo>
                  <a:cubicBezTo>
                    <a:pt x="3059" y="193"/>
                    <a:pt x="3054" y="199"/>
                    <a:pt x="3054" y="206"/>
                  </a:cubicBezTo>
                  <a:cubicBezTo>
                    <a:pt x="3054" y="640"/>
                    <a:pt x="3054" y="640"/>
                    <a:pt x="3054" y="640"/>
                  </a:cubicBezTo>
                  <a:cubicBezTo>
                    <a:pt x="3054" y="647"/>
                    <a:pt x="3059" y="653"/>
                    <a:pt x="3067" y="653"/>
                  </a:cubicBezTo>
                  <a:lnTo>
                    <a:pt x="3143" y="653"/>
                  </a:lnTo>
                  <a:close/>
                  <a:moveTo>
                    <a:pt x="2344" y="9"/>
                  </a:moveTo>
                  <a:cubicBezTo>
                    <a:pt x="2336" y="10"/>
                    <a:pt x="2331" y="15"/>
                    <a:pt x="2331" y="22"/>
                  </a:cubicBezTo>
                  <a:cubicBezTo>
                    <a:pt x="2331" y="640"/>
                    <a:pt x="2331" y="640"/>
                    <a:pt x="2331" y="640"/>
                  </a:cubicBezTo>
                  <a:cubicBezTo>
                    <a:pt x="2331" y="647"/>
                    <a:pt x="2337" y="653"/>
                    <a:pt x="2344" y="653"/>
                  </a:cubicBezTo>
                  <a:cubicBezTo>
                    <a:pt x="2421" y="653"/>
                    <a:pt x="2421" y="653"/>
                    <a:pt x="2421" y="653"/>
                  </a:cubicBezTo>
                  <a:cubicBezTo>
                    <a:pt x="2428" y="653"/>
                    <a:pt x="2434" y="647"/>
                    <a:pt x="2434" y="640"/>
                  </a:cubicBezTo>
                  <a:cubicBezTo>
                    <a:pt x="2434" y="15"/>
                    <a:pt x="2434" y="15"/>
                    <a:pt x="2434" y="15"/>
                  </a:cubicBezTo>
                  <a:cubicBezTo>
                    <a:pt x="2434" y="8"/>
                    <a:pt x="2428" y="0"/>
                    <a:pt x="2421" y="2"/>
                  </a:cubicBezTo>
                  <a:lnTo>
                    <a:pt x="2344" y="9"/>
                  </a:lnTo>
                  <a:close/>
                  <a:moveTo>
                    <a:pt x="793" y="384"/>
                  </a:moveTo>
                  <a:cubicBezTo>
                    <a:pt x="789" y="326"/>
                    <a:pt x="764" y="267"/>
                    <a:pt x="691" y="267"/>
                  </a:cubicBezTo>
                  <a:cubicBezTo>
                    <a:pt x="619" y="267"/>
                    <a:pt x="594" y="331"/>
                    <a:pt x="587" y="384"/>
                  </a:cubicBezTo>
                  <a:lnTo>
                    <a:pt x="793" y="384"/>
                  </a:lnTo>
                  <a:close/>
                  <a:moveTo>
                    <a:pt x="698" y="664"/>
                  </a:moveTo>
                  <a:cubicBezTo>
                    <a:pt x="565" y="664"/>
                    <a:pt x="479" y="569"/>
                    <a:pt x="479" y="425"/>
                  </a:cubicBezTo>
                  <a:cubicBezTo>
                    <a:pt x="479" y="286"/>
                    <a:pt x="558" y="182"/>
                    <a:pt x="692" y="182"/>
                  </a:cubicBezTo>
                  <a:cubicBezTo>
                    <a:pt x="840" y="182"/>
                    <a:pt x="897" y="307"/>
                    <a:pt x="897" y="420"/>
                  </a:cubicBezTo>
                  <a:cubicBezTo>
                    <a:pt x="897" y="429"/>
                    <a:pt x="898" y="436"/>
                    <a:pt x="897" y="447"/>
                  </a:cubicBezTo>
                  <a:cubicBezTo>
                    <a:pt x="897" y="454"/>
                    <a:pt x="891" y="460"/>
                    <a:pt x="884" y="460"/>
                  </a:cubicBezTo>
                  <a:cubicBezTo>
                    <a:pt x="587" y="460"/>
                    <a:pt x="587" y="460"/>
                    <a:pt x="587" y="460"/>
                  </a:cubicBezTo>
                  <a:cubicBezTo>
                    <a:pt x="593" y="522"/>
                    <a:pt x="628" y="576"/>
                    <a:pt x="704" y="576"/>
                  </a:cubicBezTo>
                  <a:cubicBezTo>
                    <a:pt x="750" y="576"/>
                    <a:pt x="788" y="566"/>
                    <a:pt x="826" y="548"/>
                  </a:cubicBezTo>
                  <a:cubicBezTo>
                    <a:pt x="833" y="545"/>
                    <a:pt x="840" y="548"/>
                    <a:pt x="843" y="555"/>
                  </a:cubicBezTo>
                  <a:cubicBezTo>
                    <a:pt x="865" y="607"/>
                    <a:pt x="865" y="607"/>
                    <a:pt x="865" y="607"/>
                  </a:cubicBezTo>
                  <a:cubicBezTo>
                    <a:pt x="868" y="614"/>
                    <a:pt x="864" y="621"/>
                    <a:pt x="858" y="625"/>
                  </a:cubicBezTo>
                  <a:cubicBezTo>
                    <a:pt x="817" y="647"/>
                    <a:pt x="765" y="664"/>
                    <a:pt x="698" y="664"/>
                  </a:cubicBezTo>
                  <a:moveTo>
                    <a:pt x="1803" y="384"/>
                  </a:moveTo>
                  <a:cubicBezTo>
                    <a:pt x="1800" y="326"/>
                    <a:pt x="1775" y="267"/>
                    <a:pt x="1701" y="267"/>
                  </a:cubicBezTo>
                  <a:cubicBezTo>
                    <a:pt x="1629" y="267"/>
                    <a:pt x="1604" y="331"/>
                    <a:pt x="1597" y="384"/>
                  </a:cubicBezTo>
                  <a:lnTo>
                    <a:pt x="1803" y="384"/>
                  </a:lnTo>
                  <a:close/>
                  <a:moveTo>
                    <a:pt x="1709" y="664"/>
                  </a:moveTo>
                  <a:cubicBezTo>
                    <a:pt x="1575" y="664"/>
                    <a:pt x="1489" y="569"/>
                    <a:pt x="1489" y="425"/>
                  </a:cubicBezTo>
                  <a:cubicBezTo>
                    <a:pt x="1489" y="286"/>
                    <a:pt x="1569" y="182"/>
                    <a:pt x="1702" y="182"/>
                  </a:cubicBezTo>
                  <a:cubicBezTo>
                    <a:pt x="1850" y="182"/>
                    <a:pt x="1907" y="307"/>
                    <a:pt x="1907" y="420"/>
                  </a:cubicBezTo>
                  <a:cubicBezTo>
                    <a:pt x="1907" y="429"/>
                    <a:pt x="1908" y="436"/>
                    <a:pt x="1907" y="447"/>
                  </a:cubicBezTo>
                  <a:cubicBezTo>
                    <a:pt x="1907" y="454"/>
                    <a:pt x="1902" y="460"/>
                    <a:pt x="1894" y="460"/>
                  </a:cubicBezTo>
                  <a:cubicBezTo>
                    <a:pt x="1597" y="460"/>
                    <a:pt x="1597" y="460"/>
                    <a:pt x="1597" y="460"/>
                  </a:cubicBezTo>
                  <a:cubicBezTo>
                    <a:pt x="1603" y="522"/>
                    <a:pt x="1638" y="576"/>
                    <a:pt x="1714" y="576"/>
                  </a:cubicBezTo>
                  <a:cubicBezTo>
                    <a:pt x="1760" y="576"/>
                    <a:pt x="1798" y="566"/>
                    <a:pt x="1836" y="548"/>
                  </a:cubicBezTo>
                  <a:cubicBezTo>
                    <a:pt x="1843" y="545"/>
                    <a:pt x="1851" y="548"/>
                    <a:pt x="1854" y="555"/>
                  </a:cubicBezTo>
                  <a:cubicBezTo>
                    <a:pt x="1875" y="607"/>
                    <a:pt x="1875" y="607"/>
                    <a:pt x="1875" y="607"/>
                  </a:cubicBezTo>
                  <a:cubicBezTo>
                    <a:pt x="1878" y="614"/>
                    <a:pt x="1875" y="621"/>
                    <a:pt x="1868" y="625"/>
                  </a:cubicBezTo>
                  <a:cubicBezTo>
                    <a:pt x="1828" y="647"/>
                    <a:pt x="1775" y="664"/>
                    <a:pt x="1709" y="664"/>
                  </a:cubicBezTo>
                  <a:moveTo>
                    <a:pt x="1380" y="2"/>
                  </a:moveTo>
                  <a:cubicBezTo>
                    <a:pt x="1388" y="0"/>
                    <a:pt x="1393" y="8"/>
                    <a:pt x="1393" y="15"/>
                  </a:cubicBezTo>
                  <a:cubicBezTo>
                    <a:pt x="1393" y="640"/>
                    <a:pt x="1393" y="640"/>
                    <a:pt x="1393" y="640"/>
                  </a:cubicBezTo>
                  <a:cubicBezTo>
                    <a:pt x="1393" y="647"/>
                    <a:pt x="1388" y="653"/>
                    <a:pt x="1380" y="653"/>
                  </a:cubicBezTo>
                  <a:cubicBezTo>
                    <a:pt x="1317" y="653"/>
                    <a:pt x="1317" y="653"/>
                    <a:pt x="1317" y="653"/>
                  </a:cubicBezTo>
                  <a:cubicBezTo>
                    <a:pt x="1310" y="653"/>
                    <a:pt x="1305" y="646"/>
                    <a:pt x="1304" y="640"/>
                  </a:cubicBezTo>
                  <a:cubicBezTo>
                    <a:pt x="1297" y="593"/>
                    <a:pt x="1297" y="593"/>
                    <a:pt x="1297" y="593"/>
                  </a:cubicBezTo>
                  <a:cubicBezTo>
                    <a:pt x="1274" y="631"/>
                    <a:pt x="1217" y="664"/>
                    <a:pt x="1164" y="664"/>
                  </a:cubicBezTo>
                  <a:cubicBezTo>
                    <a:pt x="1042" y="664"/>
                    <a:pt x="971" y="555"/>
                    <a:pt x="971" y="422"/>
                  </a:cubicBezTo>
                  <a:cubicBezTo>
                    <a:pt x="971" y="261"/>
                    <a:pt x="1065" y="182"/>
                    <a:pt x="1164" y="182"/>
                  </a:cubicBezTo>
                  <a:cubicBezTo>
                    <a:pt x="1215" y="182"/>
                    <a:pt x="1260" y="203"/>
                    <a:pt x="1291" y="233"/>
                  </a:cubicBezTo>
                  <a:cubicBezTo>
                    <a:pt x="1291" y="23"/>
                    <a:pt x="1291" y="23"/>
                    <a:pt x="1291" y="23"/>
                  </a:cubicBezTo>
                  <a:cubicBezTo>
                    <a:pt x="1291" y="15"/>
                    <a:pt x="1296" y="10"/>
                    <a:pt x="1304" y="9"/>
                  </a:cubicBezTo>
                  <a:cubicBezTo>
                    <a:pt x="1380" y="2"/>
                    <a:pt x="1380" y="2"/>
                    <a:pt x="1380" y="2"/>
                  </a:cubicBezTo>
                  <a:moveTo>
                    <a:pt x="1291" y="406"/>
                  </a:moveTo>
                  <a:cubicBezTo>
                    <a:pt x="1291" y="304"/>
                    <a:pt x="1231" y="269"/>
                    <a:pt x="1184" y="269"/>
                  </a:cubicBezTo>
                  <a:cubicBezTo>
                    <a:pt x="1122" y="269"/>
                    <a:pt x="1078" y="330"/>
                    <a:pt x="1078" y="421"/>
                  </a:cubicBezTo>
                  <a:cubicBezTo>
                    <a:pt x="1078" y="503"/>
                    <a:pt x="1116" y="576"/>
                    <a:pt x="1186" y="576"/>
                  </a:cubicBezTo>
                  <a:cubicBezTo>
                    <a:pt x="1224" y="576"/>
                    <a:pt x="1291" y="547"/>
                    <a:pt x="1291" y="427"/>
                  </a:cubicBezTo>
                  <a:lnTo>
                    <a:pt x="1291" y="406"/>
                  </a:lnTo>
                  <a:close/>
                  <a:moveTo>
                    <a:pt x="4359" y="384"/>
                  </a:moveTo>
                  <a:cubicBezTo>
                    <a:pt x="4356" y="326"/>
                    <a:pt x="4331" y="267"/>
                    <a:pt x="4258" y="267"/>
                  </a:cubicBezTo>
                  <a:cubicBezTo>
                    <a:pt x="4186" y="267"/>
                    <a:pt x="4161" y="331"/>
                    <a:pt x="4154" y="384"/>
                  </a:cubicBezTo>
                  <a:lnTo>
                    <a:pt x="4359" y="384"/>
                  </a:lnTo>
                  <a:close/>
                  <a:moveTo>
                    <a:pt x="4265" y="664"/>
                  </a:moveTo>
                  <a:cubicBezTo>
                    <a:pt x="4131" y="664"/>
                    <a:pt x="4045" y="569"/>
                    <a:pt x="4045" y="425"/>
                  </a:cubicBezTo>
                  <a:cubicBezTo>
                    <a:pt x="4045" y="286"/>
                    <a:pt x="4125" y="182"/>
                    <a:pt x="4259" y="182"/>
                  </a:cubicBezTo>
                  <a:cubicBezTo>
                    <a:pt x="4406" y="182"/>
                    <a:pt x="4464" y="307"/>
                    <a:pt x="4464" y="420"/>
                  </a:cubicBezTo>
                  <a:cubicBezTo>
                    <a:pt x="4464" y="429"/>
                    <a:pt x="4464" y="436"/>
                    <a:pt x="4464" y="447"/>
                  </a:cubicBezTo>
                  <a:cubicBezTo>
                    <a:pt x="4464" y="454"/>
                    <a:pt x="4458" y="460"/>
                    <a:pt x="4451" y="460"/>
                  </a:cubicBezTo>
                  <a:cubicBezTo>
                    <a:pt x="4154" y="460"/>
                    <a:pt x="4154" y="460"/>
                    <a:pt x="4154" y="460"/>
                  </a:cubicBezTo>
                  <a:cubicBezTo>
                    <a:pt x="4159" y="522"/>
                    <a:pt x="4195" y="576"/>
                    <a:pt x="4271" y="576"/>
                  </a:cubicBezTo>
                  <a:cubicBezTo>
                    <a:pt x="4317" y="576"/>
                    <a:pt x="4355" y="566"/>
                    <a:pt x="4393" y="548"/>
                  </a:cubicBezTo>
                  <a:cubicBezTo>
                    <a:pt x="4399" y="545"/>
                    <a:pt x="4407" y="548"/>
                    <a:pt x="4410" y="555"/>
                  </a:cubicBezTo>
                  <a:cubicBezTo>
                    <a:pt x="4432" y="607"/>
                    <a:pt x="4432" y="607"/>
                    <a:pt x="4432" y="607"/>
                  </a:cubicBezTo>
                  <a:cubicBezTo>
                    <a:pt x="4434" y="614"/>
                    <a:pt x="4431" y="621"/>
                    <a:pt x="4425" y="625"/>
                  </a:cubicBezTo>
                  <a:cubicBezTo>
                    <a:pt x="4384" y="647"/>
                    <a:pt x="4332" y="664"/>
                    <a:pt x="4265" y="664"/>
                  </a:cubicBezTo>
                  <a:moveTo>
                    <a:pt x="3942" y="2"/>
                  </a:moveTo>
                  <a:cubicBezTo>
                    <a:pt x="3949" y="0"/>
                    <a:pt x="3955" y="8"/>
                    <a:pt x="3955" y="15"/>
                  </a:cubicBezTo>
                  <a:cubicBezTo>
                    <a:pt x="3955" y="640"/>
                    <a:pt x="3955" y="640"/>
                    <a:pt x="3955" y="640"/>
                  </a:cubicBezTo>
                  <a:cubicBezTo>
                    <a:pt x="3955" y="647"/>
                    <a:pt x="3949" y="653"/>
                    <a:pt x="3942" y="653"/>
                  </a:cubicBezTo>
                  <a:cubicBezTo>
                    <a:pt x="3879" y="653"/>
                    <a:pt x="3879" y="653"/>
                    <a:pt x="3879" y="653"/>
                  </a:cubicBezTo>
                  <a:cubicBezTo>
                    <a:pt x="3872" y="653"/>
                    <a:pt x="3866" y="646"/>
                    <a:pt x="3865" y="640"/>
                  </a:cubicBezTo>
                  <a:cubicBezTo>
                    <a:pt x="3858" y="593"/>
                    <a:pt x="3858" y="593"/>
                    <a:pt x="3858" y="593"/>
                  </a:cubicBezTo>
                  <a:cubicBezTo>
                    <a:pt x="3835" y="631"/>
                    <a:pt x="3779" y="664"/>
                    <a:pt x="3726" y="664"/>
                  </a:cubicBezTo>
                  <a:cubicBezTo>
                    <a:pt x="3604" y="664"/>
                    <a:pt x="3533" y="555"/>
                    <a:pt x="3533" y="422"/>
                  </a:cubicBezTo>
                  <a:cubicBezTo>
                    <a:pt x="3533" y="261"/>
                    <a:pt x="3627" y="182"/>
                    <a:pt x="3726" y="182"/>
                  </a:cubicBezTo>
                  <a:cubicBezTo>
                    <a:pt x="3777" y="182"/>
                    <a:pt x="3822" y="203"/>
                    <a:pt x="3852" y="233"/>
                  </a:cubicBezTo>
                  <a:cubicBezTo>
                    <a:pt x="3852" y="23"/>
                    <a:pt x="3852" y="23"/>
                    <a:pt x="3852" y="23"/>
                  </a:cubicBezTo>
                  <a:cubicBezTo>
                    <a:pt x="3852" y="15"/>
                    <a:pt x="3858" y="10"/>
                    <a:pt x="3866" y="9"/>
                  </a:cubicBezTo>
                  <a:cubicBezTo>
                    <a:pt x="3942" y="2"/>
                    <a:pt x="3942" y="2"/>
                    <a:pt x="3942" y="2"/>
                  </a:cubicBezTo>
                  <a:moveTo>
                    <a:pt x="3853" y="406"/>
                  </a:moveTo>
                  <a:cubicBezTo>
                    <a:pt x="3853" y="304"/>
                    <a:pt x="3793" y="269"/>
                    <a:pt x="3746" y="269"/>
                  </a:cubicBezTo>
                  <a:cubicBezTo>
                    <a:pt x="3683" y="269"/>
                    <a:pt x="3640" y="330"/>
                    <a:pt x="3640" y="421"/>
                  </a:cubicBezTo>
                  <a:cubicBezTo>
                    <a:pt x="3640" y="503"/>
                    <a:pt x="3677" y="576"/>
                    <a:pt x="3747" y="576"/>
                  </a:cubicBezTo>
                  <a:cubicBezTo>
                    <a:pt x="3786" y="576"/>
                    <a:pt x="3853" y="547"/>
                    <a:pt x="3853" y="427"/>
                  </a:cubicBezTo>
                  <a:lnTo>
                    <a:pt x="3853" y="406"/>
                  </a:lnTo>
                  <a:close/>
                  <a:moveTo>
                    <a:pt x="2248" y="195"/>
                  </a:moveTo>
                  <a:cubicBezTo>
                    <a:pt x="2248" y="188"/>
                    <a:pt x="2242" y="182"/>
                    <a:pt x="2235" y="182"/>
                  </a:cubicBezTo>
                  <a:cubicBezTo>
                    <a:pt x="2179" y="182"/>
                    <a:pt x="2125" y="215"/>
                    <a:pt x="2094" y="252"/>
                  </a:cubicBezTo>
                  <a:cubicBezTo>
                    <a:pt x="2090" y="206"/>
                    <a:pt x="2090" y="206"/>
                    <a:pt x="2090" y="206"/>
                  </a:cubicBezTo>
                  <a:cubicBezTo>
                    <a:pt x="2089" y="199"/>
                    <a:pt x="2083" y="193"/>
                    <a:pt x="2077" y="193"/>
                  </a:cubicBezTo>
                  <a:cubicBezTo>
                    <a:pt x="2011" y="193"/>
                    <a:pt x="2011" y="193"/>
                    <a:pt x="2011" y="193"/>
                  </a:cubicBezTo>
                  <a:cubicBezTo>
                    <a:pt x="2004" y="193"/>
                    <a:pt x="1998" y="199"/>
                    <a:pt x="1998" y="206"/>
                  </a:cubicBezTo>
                  <a:cubicBezTo>
                    <a:pt x="1998" y="640"/>
                    <a:pt x="1998" y="640"/>
                    <a:pt x="1998" y="640"/>
                  </a:cubicBezTo>
                  <a:cubicBezTo>
                    <a:pt x="1998" y="647"/>
                    <a:pt x="2004" y="653"/>
                    <a:pt x="2011" y="653"/>
                  </a:cubicBezTo>
                  <a:cubicBezTo>
                    <a:pt x="2088" y="653"/>
                    <a:pt x="2088" y="653"/>
                    <a:pt x="2088" y="653"/>
                  </a:cubicBezTo>
                  <a:cubicBezTo>
                    <a:pt x="2095" y="653"/>
                    <a:pt x="2101" y="647"/>
                    <a:pt x="2101" y="640"/>
                  </a:cubicBezTo>
                  <a:cubicBezTo>
                    <a:pt x="2101" y="415"/>
                    <a:pt x="2101" y="415"/>
                    <a:pt x="2101" y="415"/>
                  </a:cubicBezTo>
                  <a:cubicBezTo>
                    <a:pt x="2101" y="322"/>
                    <a:pt x="2158" y="286"/>
                    <a:pt x="2210" y="286"/>
                  </a:cubicBezTo>
                  <a:cubicBezTo>
                    <a:pt x="2218" y="286"/>
                    <a:pt x="2225" y="288"/>
                    <a:pt x="2230" y="288"/>
                  </a:cubicBezTo>
                  <a:cubicBezTo>
                    <a:pt x="2241" y="290"/>
                    <a:pt x="2248" y="284"/>
                    <a:pt x="2248" y="276"/>
                  </a:cubicBezTo>
                  <a:lnTo>
                    <a:pt x="2248" y="19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grpSp>
        <p:nvGrpSpPr>
          <p:cNvPr id="29" name="HR logo"/>
          <p:cNvGrpSpPr>
            <a:grpSpLocks noSelect="1"/>
          </p:cNvGrpSpPr>
          <p:nvPr userDrawn="1"/>
        </p:nvGrpSpPr>
        <p:grpSpPr bwMode="gray">
          <a:xfrm>
            <a:off x="374400" y="6076800"/>
            <a:ext cx="504000" cy="514800"/>
            <a:chOff x="0" y="0"/>
            <a:chExt cx="562610" cy="574675"/>
          </a:xfrm>
        </p:grpSpPr>
        <p:sp>
          <p:nvSpPr>
            <p:cNvPr id="30" name="Freeform 35"/>
            <p:cNvSpPr>
              <a:spLocks noSelect="1"/>
            </p:cNvSpPr>
            <p:nvPr userDrawn="1"/>
          </p:nvSpPr>
          <p:spPr bwMode="gray">
            <a:xfrm>
              <a:off x="0" y="0"/>
              <a:ext cx="562610" cy="574675"/>
            </a:xfrm>
            <a:custGeom>
              <a:avLst/>
              <a:gdLst>
                <a:gd name="T0" fmla="*/ 1771 w 1771"/>
                <a:gd name="T1" fmla="*/ 874 h 1807"/>
                <a:gd name="T2" fmla="*/ 1770 w 1771"/>
                <a:gd name="T3" fmla="*/ 851 h 1807"/>
                <a:gd name="T4" fmla="*/ 1768 w 1771"/>
                <a:gd name="T5" fmla="*/ 828 h 1807"/>
                <a:gd name="T6" fmla="*/ 1765 w 1771"/>
                <a:gd name="T7" fmla="*/ 799 h 1807"/>
                <a:gd name="T8" fmla="*/ 1762 w 1771"/>
                <a:gd name="T9" fmla="*/ 775 h 1807"/>
                <a:gd name="T10" fmla="*/ 1758 w 1771"/>
                <a:gd name="T11" fmla="*/ 748 h 1807"/>
                <a:gd name="T12" fmla="*/ 1739 w 1771"/>
                <a:gd name="T13" fmla="*/ 663 h 1807"/>
                <a:gd name="T14" fmla="*/ 1732 w 1771"/>
                <a:gd name="T15" fmla="*/ 642 h 1807"/>
                <a:gd name="T16" fmla="*/ 1726 w 1771"/>
                <a:gd name="T17" fmla="*/ 622 h 1807"/>
                <a:gd name="T18" fmla="*/ 1589 w 1771"/>
                <a:gd name="T19" fmla="*/ 360 h 1807"/>
                <a:gd name="T20" fmla="*/ 1559 w 1771"/>
                <a:gd name="T21" fmla="*/ 322 h 1807"/>
                <a:gd name="T22" fmla="*/ 1544 w 1771"/>
                <a:gd name="T23" fmla="*/ 304 h 1807"/>
                <a:gd name="T24" fmla="*/ 1511 w 1771"/>
                <a:gd name="T25" fmla="*/ 269 h 1807"/>
                <a:gd name="T26" fmla="*/ 1477 w 1771"/>
                <a:gd name="T27" fmla="*/ 236 h 1807"/>
                <a:gd name="T28" fmla="*/ 1449 w 1771"/>
                <a:gd name="T29" fmla="*/ 212 h 1807"/>
                <a:gd name="T30" fmla="*/ 1431 w 1771"/>
                <a:gd name="T31" fmla="*/ 197 h 1807"/>
                <a:gd name="T32" fmla="*/ 1402 w 1771"/>
                <a:gd name="T33" fmla="*/ 175 h 1807"/>
                <a:gd name="T34" fmla="*/ 1383 w 1771"/>
                <a:gd name="T35" fmla="*/ 162 h 1807"/>
                <a:gd name="T36" fmla="*/ 1353 w 1771"/>
                <a:gd name="T37" fmla="*/ 141 h 1807"/>
                <a:gd name="T38" fmla="*/ 1321 w 1771"/>
                <a:gd name="T39" fmla="*/ 122 h 1807"/>
                <a:gd name="T40" fmla="*/ 1301 w 1771"/>
                <a:gd name="T41" fmla="*/ 111 h 1807"/>
                <a:gd name="T42" fmla="*/ 1263 w 1771"/>
                <a:gd name="T43" fmla="*/ 91 h 1807"/>
                <a:gd name="T44" fmla="*/ 1241 w 1771"/>
                <a:gd name="T45" fmla="*/ 81 h 1807"/>
                <a:gd name="T46" fmla="*/ 1208 w 1771"/>
                <a:gd name="T47" fmla="*/ 66 h 1807"/>
                <a:gd name="T48" fmla="*/ 1162 w 1771"/>
                <a:gd name="T49" fmla="*/ 49 h 1807"/>
                <a:gd name="T50" fmla="*/ 1120 w 1771"/>
                <a:gd name="T51" fmla="*/ 36 h 1807"/>
                <a:gd name="T52" fmla="*/ 1097 w 1771"/>
                <a:gd name="T53" fmla="*/ 30 h 1807"/>
                <a:gd name="T54" fmla="*/ 1061 w 1771"/>
                <a:gd name="T55" fmla="*/ 21 h 1807"/>
                <a:gd name="T56" fmla="*/ 1037 w 1771"/>
                <a:gd name="T57" fmla="*/ 16 h 1807"/>
                <a:gd name="T58" fmla="*/ 175 w 1771"/>
                <a:gd name="T59" fmla="*/ 323 h 1807"/>
                <a:gd name="T60" fmla="*/ 1304 w 1771"/>
                <a:gd name="T61" fmla="*/ 402 h 1807"/>
                <a:gd name="T62" fmla="*/ 1372 w 1771"/>
                <a:gd name="T63" fmla="*/ 1125 h 1807"/>
                <a:gd name="T64" fmla="*/ 590 w 1771"/>
                <a:gd name="T65" fmla="*/ 1394 h 1807"/>
                <a:gd name="T66" fmla="*/ 403 w 1771"/>
                <a:gd name="T67" fmla="*/ 1396 h 1807"/>
                <a:gd name="T68" fmla="*/ 400 w 1771"/>
                <a:gd name="T69" fmla="*/ 1396 h 1807"/>
                <a:gd name="T70" fmla="*/ 381 w 1771"/>
                <a:gd name="T71" fmla="*/ 1380 h 1807"/>
                <a:gd name="T72" fmla="*/ 380 w 1771"/>
                <a:gd name="T73" fmla="*/ 1371 h 1807"/>
                <a:gd name="T74" fmla="*/ 510 w 1771"/>
                <a:gd name="T75" fmla="*/ 732 h 1807"/>
                <a:gd name="T76" fmla="*/ 519 w 1771"/>
                <a:gd name="T77" fmla="*/ 716 h 1807"/>
                <a:gd name="T78" fmla="*/ 786 w 1771"/>
                <a:gd name="T79" fmla="*/ 705 h 1807"/>
                <a:gd name="T80" fmla="*/ 0 w 1771"/>
                <a:gd name="T81" fmla="*/ 1037 h 1807"/>
                <a:gd name="T82" fmla="*/ 1292 w 1771"/>
                <a:gd name="T83" fmla="*/ 1701 h 1807"/>
                <a:gd name="T84" fmla="*/ 1313 w 1771"/>
                <a:gd name="T85" fmla="*/ 1689 h 1807"/>
                <a:gd name="T86" fmla="*/ 1333 w 1771"/>
                <a:gd name="T87" fmla="*/ 1677 h 1807"/>
                <a:gd name="T88" fmla="*/ 1354 w 1771"/>
                <a:gd name="T89" fmla="*/ 1665 h 1807"/>
                <a:gd name="T90" fmla="*/ 1374 w 1771"/>
                <a:gd name="T91" fmla="*/ 1651 h 1807"/>
                <a:gd name="T92" fmla="*/ 1394 w 1771"/>
                <a:gd name="T93" fmla="*/ 1638 h 1807"/>
                <a:gd name="T94" fmla="*/ 1418 w 1771"/>
                <a:gd name="T95" fmla="*/ 1620 h 1807"/>
                <a:gd name="T96" fmla="*/ 1441 w 1771"/>
                <a:gd name="T97" fmla="*/ 1601 h 1807"/>
                <a:gd name="T98" fmla="*/ 1504 w 1771"/>
                <a:gd name="T99" fmla="*/ 1545 h 1807"/>
                <a:gd name="T100" fmla="*/ 1520 w 1771"/>
                <a:gd name="T101" fmla="*/ 1528 h 1807"/>
                <a:gd name="T102" fmla="*/ 1538 w 1771"/>
                <a:gd name="T103" fmla="*/ 1509 h 1807"/>
                <a:gd name="T104" fmla="*/ 1759 w 1771"/>
                <a:gd name="T105" fmla="*/ 1052 h 1807"/>
                <a:gd name="T106" fmla="*/ 1762 w 1771"/>
                <a:gd name="T107" fmla="*/ 1029 h 1807"/>
                <a:gd name="T108" fmla="*/ 1765 w 1771"/>
                <a:gd name="T109" fmla="*/ 1005 h 1807"/>
                <a:gd name="T110" fmla="*/ 1767 w 1771"/>
                <a:gd name="T111" fmla="*/ 986 h 1807"/>
                <a:gd name="T112" fmla="*/ 1769 w 1771"/>
                <a:gd name="T113" fmla="*/ 966 h 1807"/>
                <a:gd name="T114" fmla="*/ 1770 w 1771"/>
                <a:gd name="T115" fmla="*/ 947 h 1807"/>
                <a:gd name="T116" fmla="*/ 1771 w 1771"/>
                <a:gd name="T117" fmla="*/ 928 h 1807"/>
                <a:gd name="T118" fmla="*/ 1771 w 1771"/>
                <a:gd name="T119" fmla="*/ 908 h 1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71" h="1807">
                  <a:moveTo>
                    <a:pt x="1771" y="893"/>
                  </a:moveTo>
                  <a:cubicBezTo>
                    <a:pt x="1771" y="892"/>
                    <a:pt x="1771" y="892"/>
                    <a:pt x="1771" y="892"/>
                  </a:cubicBezTo>
                  <a:cubicBezTo>
                    <a:pt x="1771" y="887"/>
                    <a:pt x="1771" y="887"/>
                    <a:pt x="1771" y="887"/>
                  </a:cubicBezTo>
                  <a:cubicBezTo>
                    <a:pt x="1771" y="885"/>
                    <a:pt x="1771" y="885"/>
                    <a:pt x="1771" y="885"/>
                  </a:cubicBezTo>
                  <a:cubicBezTo>
                    <a:pt x="1771" y="881"/>
                    <a:pt x="1771" y="881"/>
                    <a:pt x="1771" y="881"/>
                  </a:cubicBezTo>
                  <a:cubicBezTo>
                    <a:pt x="1771" y="880"/>
                    <a:pt x="1771" y="880"/>
                    <a:pt x="1771" y="880"/>
                  </a:cubicBezTo>
                  <a:cubicBezTo>
                    <a:pt x="1771" y="875"/>
                    <a:pt x="1771" y="875"/>
                    <a:pt x="1771" y="875"/>
                  </a:cubicBezTo>
                  <a:cubicBezTo>
                    <a:pt x="1771" y="874"/>
                    <a:pt x="1771" y="874"/>
                    <a:pt x="1771" y="874"/>
                  </a:cubicBezTo>
                  <a:cubicBezTo>
                    <a:pt x="1771" y="870"/>
                    <a:pt x="1771" y="870"/>
                    <a:pt x="1771" y="870"/>
                  </a:cubicBezTo>
                  <a:cubicBezTo>
                    <a:pt x="1770" y="868"/>
                    <a:pt x="1770" y="868"/>
                    <a:pt x="1770" y="868"/>
                  </a:cubicBezTo>
                  <a:cubicBezTo>
                    <a:pt x="1770" y="864"/>
                    <a:pt x="1770" y="864"/>
                    <a:pt x="1770" y="864"/>
                  </a:cubicBezTo>
                  <a:cubicBezTo>
                    <a:pt x="1770" y="862"/>
                    <a:pt x="1770" y="862"/>
                    <a:pt x="1770" y="862"/>
                  </a:cubicBezTo>
                  <a:cubicBezTo>
                    <a:pt x="1770" y="859"/>
                    <a:pt x="1770" y="859"/>
                    <a:pt x="1770" y="859"/>
                  </a:cubicBezTo>
                  <a:cubicBezTo>
                    <a:pt x="1770" y="857"/>
                    <a:pt x="1770" y="857"/>
                    <a:pt x="1770" y="857"/>
                  </a:cubicBezTo>
                  <a:cubicBezTo>
                    <a:pt x="1770" y="852"/>
                    <a:pt x="1770" y="852"/>
                    <a:pt x="1770" y="852"/>
                  </a:cubicBezTo>
                  <a:cubicBezTo>
                    <a:pt x="1770" y="851"/>
                    <a:pt x="1770" y="851"/>
                    <a:pt x="1770" y="851"/>
                  </a:cubicBezTo>
                  <a:cubicBezTo>
                    <a:pt x="1769" y="847"/>
                    <a:pt x="1769" y="847"/>
                    <a:pt x="1769" y="847"/>
                  </a:cubicBezTo>
                  <a:cubicBezTo>
                    <a:pt x="1769" y="845"/>
                    <a:pt x="1769" y="845"/>
                    <a:pt x="1769" y="845"/>
                  </a:cubicBezTo>
                  <a:cubicBezTo>
                    <a:pt x="1769" y="841"/>
                    <a:pt x="1769" y="841"/>
                    <a:pt x="1769" y="841"/>
                  </a:cubicBezTo>
                  <a:cubicBezTo>
                    <a:pt x="1769" y="839"/>
                    <a:pt x="1769" y="839"/>
                    <a:pt x="1769" y="839"/>
                  </a:cubicBezTo>
                  <a:cubicBezTo>
                    <a:pt x="1769" y="836"/>
                    <a:pt x="1769" y="836"/>
                    <a:pt x="1769" y="836"/>
                  </a:cubicBezTo>
                  <a:cubicBezTo>
                    <a:pt x="1768" y="834"/>
                    <a:pt x="1768" y="834"/>
                    <a:pt x="1768" y="834"/>
                  </a:cubicBezTo>
                  <a:cubicBezTo>
                    <a:pt x="1768" y="830"/>
                    <a:pt x="1768" y="830"/>
                    <a:pt x="1768" y="830"/>
                  </a:cubicBezTo>
                  <a:cubicBezTo>
                    <a:pt x="1768" y="828"/>
                    <a:pt x="1768" y="828"/>
                    <a:pt x="1768" y="828"/>
                  </a:cubicBezTo>
                  <a:cubicBezTo>
                    <a:pt x="1768" y="824"/>
                    <a:pt x="1768" y="824"/>
                    <a:pt x="1768" y="824"/>
                  </a:cubicBezTo>
                  <a:cubicBezTo>
                    <a:pt x="1768" y="822"/>
                    <a:pt x="1768" y="822"/>
                    <a:pt x="1768" y="822"/>
                  </a:cubicBezTo>
                  <a:cubicBezTo>
                    <a:pt x="1767" y="819"/>
                    <a:pt x="1767" y="819"/>
                    <a:pt x="1767" y="819"/>
                  </a:cubicBezTo>
                  <a:cubicBezTo>
                    <a:pt x="1767" y="816"/>
                    <a:pt x="1767" y="816"/>
                    <a:pt x="1767" y="816"/>
                  </a:cubicBezTo>
                  <a:cubicBezTo>
                    <a:pt x="1767" y="813"/>
                    <a:pt x="1767" y="813"/>
                    <a:pt x="1767" y="813"/>
                  </a:cubicBezTo>
                  <a:cubicBezTo>
                    <a:pt x="1766" y="810"/>
                    <a:pt x="1766" y="810"/>
                    <a:pt x="1766" y="810"/>
                  </a:cubicBezTo>
                  <a:cubicBezTo>
                    <a:pt x="1766" y="808"/>
                    <a:pt x="1766" y="808"/>
                    <a:pt x="1766" y="808"/>
                  </a:cubicBezTo>
                  <a:cubicBezTo>
                    <a:pt x="1765" y="799"/>
                    <a:pt x="1765" y="799"/>
                    <a:pt x="1765" y="799"/>
                  </a:cubicBezTo>
                  <a:cubicBezTo>
                    <a:pt x="1765" y="797"/>
                    <a:pt x="1765" y="797"/>
                    <a:pt x="1765" y="797"/>
                  </a:cubicBezTo>
                  <a:cubicBezTo>
                    <a:pt x="1765" y="794"/>
                    <a:pt x="1765" y="794"/>
                    <a:pt x="1765" y="794"/>
                  </a:cubicBezTo>
                  <a:cubicBezTo>
                    <a:pt x="1764" y="793"/>
                    <a:pt x="1764" y="793"/>
                    <a:pt x="1764" y="793"/>
                  </a:cubicBezTo>
                  <a:cubicBezTo>
                    <a:pt x="1764" y="787"/>
                    <a:pt x="1764" y="787"/>
                    <a:pt x="1764" y="787"/>
                  </a:cubicBezTo>
                  <a:cubicBezTo>
                    <a:pt x="1763" y="786"/>
                    <a:pt x="1763" y="786"/>
                    <a:pt x="1763" y="786"/>
                  </a:cubicBezTo>
                  <a:cubicBezTo>
                    <a:pt x="1763" y="783"/>
                    <a:pt x="1763" y="783"/>
                    <a:pt x="1763" y="783"/>
                  </a:cubicBezTo>
                  <a:cubicBezTo>
                    <a:pt x="1763" y="782"/>
                    <a:pt x="1763" y="782"/>
                    <a:pt x="1763" y="782"/>
                  </a:cubicBezTo>
                  <a:cubicBezTo>
                    <a:pt x="1762" y="775"/>
                    <a:pt x="1762" y="775"/>
                    <a:pt x="1762" y="775"/>
                  </a:cubicBezTo>
                  <a:cubicBezTo>
                    <a:pt x="1762" y="774"/>
                    <a:pt x="1762" y="774"/>
                    <a:pt x="1762" y="774"/>
                  </a:cubicBezTo>
                  <a:cubicBezTo>
                    <a:pt x="1761" y="771"/>
                    <a:pt x="1761" y="771"/>
                    <a:pt x="1761" y="771"/>
                  </a:cubicBezTo>
                  <a:cubicBezTo>
                    <a:pt x="1761" y="770"/>
                    <a:pt x="1761" y="770"/>
                    <a:pt x="1761" y="770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0"/>
                    <a:pt x="1760" y="760"/>
                    <a:pt x="1760" y="760"/>
                  </a:cubicBezTo>
                  <a:cubicBezTo>
                    <a:pt x="1760" y="759"/>
                    <a:pt x="1760" y="759"/>
                    <a:pt x="1760" y="759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4" y="728"/>
                    <a:pt x="1750" y="708"/>
                    <a:pt x="1745" y="688"/>
                  </a:cubicBezTo>
                  <a:cubicBezTo>
                    <a:pt x="1745" y="688"/>
                    <a:pt x="1745" y="688"/>
                    <a:pt x="1745" y="688"/>
                  </a:cubicBezTo>
                  <a:cubicBezTo>
                    <a:pt x="1743" y="677"/>
                    <a:pt x="1743" y="677"/>
                    <a:pt x="1743" y="677"/>
                  </a:cubicBezTo>
                  <a:cubicBezTo>
                    <a:pt x="1742" y="677"/>
                    <a:pt x="1742" y="677"/>
                    <a:pt x="1742" y="677"/>
                  </a:cubicBezTo>
                  <a:cubicBezTo>
                    <a:pt x="1740" y="667"/>
                    <a:pt x="1740" y="667"/>
                    <a:pt x="1740" y="667"/>
                  </a:cubicBezTo>
                  <a:cubicBezTo>
                    <a:pt x="1739" y="665"/>
                    <a:pt x="1739" y="665"/>
                    <a:pt x="1739" y="665"/>
                  </a:cubicBezTo>
                  <a:cubicBezTo>
                    <a:pt x="1739" y="663"/>
                    <a:pt x="1739" y="663"/>
                    <a:pt x="1739" y="663"/>
                  </a:cubicBezTo>
                  <a:cubicBezTo>
                    <a:pt x="1738" y="661"/>
                    <a:pt x="1738" y="661"/>
                    <a:pt x="1738" y="661"/>
                  </a:cubicBezTo>
                  <a:cubicBezTo>
                    <a:pt x="1737" y="657"/>
                    <a:pt x="1737" y="657"/>
                    <a:pt x="1737" y="657"/>
                  </a:cubicBezTo>
                  <a:cubicBezTo>
                    <a:pt x="1736" y="654"/>
                    <a:pt x="1736" y="654"/>
                    <a:pt x="1736" y="654"/>
                  </a:cubicBezTo>
                  <a:cubicBezTo>
                    <a:pt x="1736" y="652"/>
                    <a:pt x="1736" y="652"/>
                    <a:pt x="1736" y="652"/>
                  </a:cubicBezTo>
                  <a:cubicBezTo>
                    <a:pt x="1735" y="650"/>
                    <a:pt x="1735" y="650"/>
                    <a:pt x="1735" y="650"/>
                  </a:cubicBezTo>
                  <a:cubicBezTo>
                    <a:pt x="1734" y="646"/>
                    <a:pt x="1734" y="646"/>
                    <a:pt x="1734" y="646"/>
                  </a:cubicBezTo>
                  <a:cubicBezTo>
                    <a:pt x="1733" y="643"/>
                    <a:pt x="1733" y="643"/>
                    <a:pt x="1733" y="643"/>
                  </a:cubicBezTo>
                  <a:cubicBezTo>
                    <a:pt x="1732" y="642"/>
                    <a:pt x="1732" y="642"/>
                    <a:pt x="1732" y="642"/>
                  </a:cubicBezTo>
                  <a:cubicBezTo>
                    <a:pt x="1732" y="638"/>
                    <a:pt x="1732" y="638"/>
                    <a:pt x="1732" y="638"/>
                  </a:cubicBezTo>
                  <a:cubicBezTo>
                    <a:pt x="1731" y="637"/>
                    <a:pt x="1731" y="637"/>
                    <a:pt x="1731" y="637"/>
                  </a:cubicBezTo>
                  <a:cubicBezTo>
                    <a:pt x="1730" y="633"/>
                    <a:pt x="1730" y="633"/>
                    <a:pt x="1730" y="633"/>
                  </a:cubicBezTo>
                  <a:cubicBezTo>
                    <a:pt x="1729" y="631"/>
                    <a:pt x="1729" y="631"/>
                    <a:pt x="1729" y="631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19" y="599"/>
                    <a:pt x="1710" y="577"/>
                    <a:pt x="1701" y="555"/>
                  </a:cubicBezTo>
                  <a:cubicBezTo>
                    <a:pt x="1696" y="543"/>
                    <a:pt x="1691" y="530"/>
                    <a:pt x="1685" y="518"/>
                  </a:cubicBezTo>
                  <a:cubicBezTo>
                    <a:pt x="1672" y="491"/>
                    <a:pt x="1658" y="465"/>
                    <a:pt x="1643" y="440"/>
                  </a:cubicBezTo>
                  <a:cubicBezTo>
                    <a:pt x="1640" y="435"/>
                    <a:pt x="1640" y="435"/>
                    <a:pt x="1640" y="435"/>
                  </a:cubicBezTo>
                  <a:cubicBezTo>
                    <a:pt x="1640" y="434"/>
                    <a:pt x="1640" y="434"/>
                    <a:pt x="1640" y="434"/>
                  </a:cubicBezTo>
                  <a:cubicBezTo>
                    <a:pt x="1625" y="410"/>
                    <a:pt x="1609" y="387"/>
                    <a:pt x="1593" y="365"/>
                  </a:cubicBezTo>
                  <a:cubicBezTo>
                    <a:pt x="1593" y="364"/>
                    <a:pt x="1593" y="364"/>
                    <a:pt x="1593" y="364"/>
                  </a:cubicBezTo>
                  <a:cubicBezTo>
                    <a:pt x="1589" y="360"/>
                    <a:pt x="1589" y="360"/>
                    <a:pt x="1589" y="360"/>
                  </a:cubicBezTo>
                  <a:cubicBezTo>
                    <a:pt x="1589" y="359"/>
                    <a:pt x="1589" y="359"/>
                    <a:pt x="1589" y="359"/>
                  </a:cubicBezTo>
                  <a:cubicBezTo>
                    <a:pt x="1586" y="355"/>
                    <a:pt x="1586" y="355"/>
                    <a:pt x="1586" y="355"/>
                  </a:cubicBezTo>
                  <a:cubicBezTo>
                    <a:pt x="1585" y="355"/>
                    <a:pt x="1585" y="355"/>
                    <a:pt x="1585" y="355"/>
                  </a:cubicBezTo>
                  <a:cubicBezTo>
                    <a:pt x="1582" y="351"/>
                    <a:pt x="1582" y="351"/>
                    <a:pt x="1582" y="351"/>
                  </a:cubicBezTo>
                  <a:cubicBezTo>
                    <a:pt x="1582" y="350"/>
                    <a:pt x="1582" y="350"/>
                    <a:pt x="1582" y="350"/>
                  </a:cubicBezTo>
                  <a:cubicBezTo>
                    <a:pt x="1578" y="346"/>
                    <a:pt x="1578" y="346"/>
                    <a:pt x="1578" y="346"/>
                  </a:cubicBezTo>
                  <a:cubicBezTo>
                    <a:pt x="1578" y="345"/>
                    <a:pt x="1578" y="345"/>
                    <a:pt x="1578" y="345"/>
                  </a:cubicBezTo>
                  <a:cubicBezTo>
                    <a:pt x="1572" y="338"/>
                    <a:pt x="1566" y="330"/>
                    <a:pt x="1559" y="322"/>
                  </a:cubicBezTo>
                  <a:cubicBezTo>
                    <a:pt x="1559" y="322"/>
                    <a:pt x="1559" y="322"/>
                    <a:pt x="1559" y="322"/>
                  </a:cubicBezTo>
                  <a:cubicBezTo>
                    <a:pt x="1555" y="318"/>
                    <a:pt x="1555" y="318"/>
                    <a:pt x="1555" y="318"/>
                  </a:cubicBezTo>
                  <a:cubicBezTo>
                    <a:pt x="1555" y="317"/>
                    <a:pt x="1555" y="317"/>
                    <a:pt x="1555" y="317"/>
                  </a:cubicBezTo>
                  <a:cubicBezTo>
                    <a:pt x="1552" y="313"/>
                    <a:pt x="1552" y="313"/>
                    <a:pt x="1552" y="313"/>
                  </a:cubicBezTo>
                  <a:cubicBezTo>
                    <a:pt x="1551" y="313"/>
                    <a:pt x="1551" y="313"/>
                    <a:pt x="1551" y="313"/>
                  </a:cubicBezTo>
                  <a:cubicBezTo>
                    <a:pt x="1548" y="309"/>
                    <a:pt x="1548" y="309"/>
                    <a:pt x="1548" y="309"/>
                  </a:cubicBezTo>
                  <a:cubicBezTo>
                    <a:pt x="1547" y="308"/>
                    <a:pt x="1547" y="308"/>
                    <a:pt x="1547" y="308"/>
                  </a:cubicBezTo>
                  <a:cubicBezTo>
                    <a:pt x="1544" y="304"/>
                    <a:pt x="1544" y="304"/>
                    <a:pt x="1544" y="304"/>
                  </a:cubicBezTo>
                  <a:cubicBezTo>
                    <a:pt x="1543" y="304"/>
                    <a:pt x="1543" y="304"/>
                    <a:pt x="1543" y="304"/>
                  </a:cubicBezTo>
                  <a:cubicBezTo>
                    <a:pt x="1537" y="297"/>
                    <a:pt x="1530" y="289"/>
                    <a:pt x="1523" y="282"/>
                  </a:cubicBezTo>
                  <a:cubicBezTo>
                    <a:pt x="1523" y="282"/>
                    <a:pt x="1523" y="282"/>
                    <a:pt x="1523" y="282"/>
                  </a:cubicBezTo>
                  <a:cubicBezTo>
                    <a:pt x="1519" y="278"/>
                    <a:pt x="1519" y="278"/>
                    <a:pt x="1519" y="278"/>
                  </a:cubicBezTo>
                  <a:cubicBezTo>
                    <a:pt x="1519" y="277"/>
                    <a:pt x="1519" y="277"/>
                    <a:pt x="1519" y="277"/>
                  </a:cubicBezTo>
                  <a:cubicBezTo>
                    <a:pt x="1515" y="274"/>
                    <a:pt x="1515" y="274"/>
                    <a:pt x="1515" y="274"/>
                  </a:cubicBezTo>
                  <a:cubicBezTo>
                    <a:pt x="1515" y="273"/>
                    <a:pt x="1515" y="273"/>
                    <a:pt x="1515" y="273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510" y="269"/>
                    <a:pt x="1510" y="269"/>
                    <a:pt x="1510" y="269"/>
                  </a:cubicBezTo>
                  <a:cubicBezTo>
                    <a:pt x="1507" y="265"/>
                    <a:pt x="1507" y="265"/>
                    <a:pt x="1507" y="265"/>
                  </a:cubicBezTo>
                  <a:cubicBezTo>
                    <a:pt x="1506" y="265"/>
                    <a:pt x="1506" y="265"/>
                    <a:pt x="1506" y="265"/>
                  </a:cubicBezTo>
                  <a:cubicBezTo>
                    <a:pt x="1499" y="258"/>
                    <a:pt x="1492" y="251"/>
                    <a:pt x="1485" y="244"/>
                  </a:cubicBezTo>
                  <a:cubicBezTo>
                    <a:pt x="1485" y="244"/>
                    <a:pt x="1485" y="244"/>
                    <a:pt x="1485" y="244"/>
                  </a:cubicBezTo>
                  <a:cubicBezTo>
                    <a:pt x="1481" y="240"/>
                    <a:pt x="1481" y="240"/>
                    <a:pt x="1481" y="240"/>
                  </a:cubicBezTo>
                  <a:cubicBezTo>
                    <a:pt x="1480" y="239"/>
                    <a:pt x="1480" y="239"/>
                    <a:pt x="1480" y="239"/>
                  </a:cubicBezTo>
                  <a:cubicBezTo>
                    <a:pt x="1477" y="236"/>
                    <a:pt x="1477" y="236"/>
                    <a:pt x="1477" y="236"/>
                  </a:cubicBezTo>
                  <a:cubicBezTo>
                    <a:pt x="1476" y="235"/>
                    <a:pt x="1476" y="235"/>
                    <a:pt x="1476" y="235"/>
                  </a:cubicBezTo>
                  <a:cubicBezTo>
                    <a:pt x="1472" y="232"/>
                    <a:pt x="1472" y="232"/>
                    <a:pt x="1472" y="232"/>
                  </a:cubicBezTo>
                  <a:cubicBezTo>
                    <a:pt x="1471" y="232"/>
                    <a:pt x="1471" y="232"/>
                    <a:pt x="1471" y="232"/>
                  </a:cubicBezTo>
                  <a:cubicBezTo>
                    <a:pt x="1468" y="228"/>
                    <a:pt x="1468" y="228"/>
                    <a:pt x="1468" y="228"/>
                  </a:cubicBezTo>
                  <a:cubicBezTo>
                    <a:pt x="1467" y="228"/>
                    <a:pt x="1467" y="228"/>
                    <a:pt x="1467" y="228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5" y="209"/>
                    <a:pt x="1445" y="209"/>
                    <a:pt x="1445" y="209"/>
                  </a:cubicBezTo>
                  <a:cubicBezTo>
                    <a:pt x="1444" y="208"/>
                    <a:pt x="1444" y="208"/>
                    <a:pt x="1444" y="208"/>
                  </a:cubicBezTo>
                  <a:cubicBezTo>
                    <a:pt x="1440" y="205"/>
                    <a:pt x="1440" y="205"/>
                    <a:pt x="1440" y="205"/>
                  </a:cubicBezTo>
                  <a:cubicBezTo>
                    <a:pt x="1439" y="204"/>
                    <a:pt x="1439" y="204"/>
                    <a:pt x="1439" y="204"/>
                  </a:cubicBezTo>
                  <a:cubicBezTo>
                    <a:pt x="1436" y="201"/>
                    <a:pt x="1436" y="201"/>
                    <a:pt x="1436" y="201"/>
                  </a:cubicBezTo>
                  <a:cubicBezTo>
                    <a:pt x="1435" y="200"/>
                    <a:pt x="1435" y="200"/>
                    <a:pt x="1435" y="200"/>
                  </a:cubicBezTo>
                  <a:cubicBezTo>
                    <a:pt x="1431" y="197"/>
                    <a:pt x="1431" y="197"/>
                    <a:pt x="1431" y="197"/>
                  </a:cubicBezTo>
                  <a:cubicBezTo>
                    <a:pt x="1430" y="197"/>
                    <a:pt x="1430" y="197"/>
                    <a:pt x="1430" y="197"/>
                  </a:cubicBezTo>
                  <a:cubicBezTo>
                    <a:pt x="1426" y="194"/>
                    <a:pt x="1426" y="194"/>
                    <a:pt x="1426" y="194"/>
                  </a:cubicBezTo>
                  <a:cubicBezTo>
                    <a:pt x="1425" y="193"/>
                    <a:pt x="1425" y="193"/>
                    <a:pt x="1425" y="193"/>
                  </a:cubicBezTo>
                  <a:cubicBezTo>
                    <a:pt x="1421" y="190"/>
                    <a:pt x="1421" y="190"/>
                    <a:pt x="1421" y="190"/>
                  </a:cubicBezTo>
                  <a:cubicBezTo>
                    <a:pt x="1421" y="189"/>
                    <a:pt x="1421" y="189"/>
                    <a:pt x="1421" y="189"/>
                  </a:cubicBezTo>
                  <a:cubicBezTo>
                    <a:pt x="1407" y="179"/>
                    <a:pt x="1407" y="179"/>
                    <a:pt x="1407" y="179"/>
                  </a:cubicBezTo>
                  <a:cubicBezTo>
                    <a:pt x="1406" y="178"/>
                    <a:pt x="1406" y="178"/>
                    <a:pt x="1406" y="178"/>
                  </a:cubicBezTo>
                  <a:cubicBezTo>
                    <a:pt x="1402" y="175"/>
                    <a:pt x="1402" y="175"/>
                    <a:pt x="1402" y="175"/>
                  </a:cubicBezTo>
                  <a:cubicBezTo>
                    <a:pt x="1401" y="174"/>
                    <a:pt x="1401" y="174"/>
                    <a:pt x="1401" y="174"/>
                  </a:cubicBezTo>
                  <a:cubicBezTo>
                    <a:pt x="1398" y="172"/>
                    <a:pt x="1398" y="172"/>
                    <a:pt x="1398" y="172"/>
                  </a:cubicBezTo>
                  <a:cubicBezTo>
                    <a:pt x="1396" y="171"/>
                    <a:pt x="1396" y="171"/>
                    <a:pt x="1396" y="171"/>
                  </a:cubicBezTo>
                  <a:cubicBezTo>
                    <a:pt x="1393" y="169"/>
                    <a:pt x="1393" y="169"/>
                    <a:pt x="1393" y="169"/>
                  </a:cubicBezTo>
                  <a:cubicBezTo>
                    <a:pt x="1391" y="167"/>
                    <a:pt x="1391" y="167"/>
                    <a:pt x="1391" y="167"/>
                  </a:cubicBezTo>
                  <a:cubicBezTo>
                    <a:pt x="1388" y="165"/>
                    <a:pt x="1388" y="165"/>
                    <a:pt x="1388" y="165"/>
                  </a:cubicBezTo>
                  <a:cubicBezTo>
                    <a:pt x="1387" y="164"/>
                    <a:pt x="1387" y="164"/>
                    <a:pt x="1387" y="164"/>
                  </a:cubicBezTo>
                  <a:cubicBezTo>
                    <a:pt x="1383" y="162"/>
                    <a:pt x="1383" y="162"/>
                    <a:pt x="1383" y="162"/>
                  </a:cubicBezTo>
                  <a:cubicBezTo>
                    <a:pt x="1382" y="161"/>
                    <a:pt x="1382" y="161"/>
                    <a:pt x="1382" y="161"/>
                  </a:cubicBezTo>
                  <a:cubicBezTo>
                    <a:pt x="1378" y="158"/>
                    <a:pt x="1378" y="158"/>
                    <a:pt x="1378" y="158"/>
                  </a:cubicBezTo>
                  <a:cubicBezTo>
                    <a:pt x="1377" y="158"/>
                    <a:pt x="1377" y="158"/>
                    <a:pt x="1377" y="158"/>
                  </a:cubicBezTo>
                  <a:cubicBezTo>
                    <a:pt x="1363" y="148"/>
                    <a:pt x="1363" y="148"/>
                    <a:pt x="1363" y="148"/>
                  </a:cubicBezTo>
                  <a:cubicBezTo>
                    <a:pt x="1362" y="147"/>
                    <a:pt x="1362" y="147"/>
                    <a:pt x="1362" y="147"/>
                  </a:cubicBezTo>
                  <a:cubicBezTo>
                    <a:pt x="1358" y="145"/>
                    <a:pt x="1358" y="145"/>
                    <a:pt x="1358" y="145"/>
                  </a:cubicBezTo>
                  <a:cubicBezTo>
                    <a:pt x="1356" y="144"/>
                    <a:pt x="1356" y="144"/>
                    <a:pt x="1356" y="144"/>
                  </a:cubicBezTo>
                  <a:cubicBezTo>
                    <a:pt x="1353" y="141"/>
                    <a:pt x="1353" y="141"/>
                    <a:pt x="1353" y="141"/>
                  </a:cubicBezTo>
                  <a:cubicBezTo>
                    <a:pt x="1352" y="141"/>
                    <a:pt x="1352" y="141"/>
                    <a:pt x="1352" y="141"/>
                  </a:cubicBezTo>
                  <a:cubicBezTo>
                    <a:pt x="1348" y="138"/>
                    <a:pt x="1348" y="138"/>
                    <a:pt x="1348" y="138"/>
                  </a:cubicBezTo>
                  <a:cubicBezTo>
                    <a:pt x="1347" y="138"/>
                    <a:pt x="1347" y="138"/>
                    <a:pt x="1347" y="138"/>
                  </a:cubicBezTo>
                  <a:cubicBezTo>
                    <a:pt x="1343" y="135"/>
                    <a:pt x="1343" y="135"/>
                    <a:pt x="1343" y="135"/>
                  </a:cubicBezTo>
                  <a:cubicBezTo>
                    <a:pt x="1342" y="134"/>
                    <a:pt x="1342" y="134"/>
                    <a:pt x="1342" y="134"/>
                  </a:cubicBezTo>
                  <a:cubicBezTo>
                    <a:pt x="1338" y="132"/>
                    <a:pt x="1338" y="132"/>
                    <a:pt x="1338" y="132"/>
                  </a:cubicBezTo>
                  <a:cubicBezTo>
                    <a:pt x="1337" y="131"/>
                    <a:pt x="1337" y="131"/>
                    <a:pt x="1337" y="131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16" y="119"/>
                    <a:pt x="1316" y="119"/>
                    <a:pt x="1316" y="119"/>
                  </a:cubicBezTo>
                  <a:cubicBezTo>
                    <a:pt x="1315" y="119"/>
                    <a:pt x="1315" y="119"/>
                    <a:pt x="1315" y="119"/>
                  </a:cubicBezTo>
                  <a:cubicBezTo>
                    <a:pt x="1311" y="116"/>
                    <a:pt x="1311" y="116"/>
                    <a:pt x="1311" y="116"/>
                  </a:cubicBezTo>
                  <a:cubicBezTo>
                    <a:pt x="1310" y="116"/>
                    <a:pt x="1310" y="116"/>
                    <a:pt x="1310" y="116"/>
                  </a:cubicBezTo>
                  <a:cubicBezTo>
                    <a:pt x="1306" y="114"/>
                    <a:pt x="1306" y="114"/>
                    <a:pt x="1306" y="114"/>
                  </a:cubicBezTo>
                  <a:cubicBezTo>
                    <a:pt x="1305" y="113"/>
                    <a:pt x="1305" y="113"/>
                    <a:pt x="1305" y="113"/>
                  </a:cubicBezTo>
                  <a:cubicBezTo>
                    <a:pt x="1301" y="111"/>
                    <a:pt x="1301" y="111"/>
                    <a:pt x="1301" y="111"/>
                  </a:cubicBezTo>
                  <a:cubicBezTo>
                    <a:pt x="1300" y="110"/>
                    <a:pt x="1300" y="110"/>
                    <a:pt x="1300" y="110"/>
                  </a:cubicBezTo>
                  <a:cubicBezTo>
                    <a:pt x="1296" y="108"/>
                    <a:pt x="1296" y="108"/>
                    <a:pt x="1296" y="108"/>
                  </a:cubicBezTo>
                  <a:cubicBezTo>
                    <a:pt x="1295" y="107"/>
                    <a:pt x="1295" y="107"/>
                    <a:pt x="1295" y="107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89" y="105"/>
                    <a:pt x="1289" y="105"/>
                    <a:pt x="1289" y="105"/>
                  </a:cubicBezTo>
                  <a:cubicBezTo>
                    <a:pt x="1282" y="101"/>
                    <a:pt x="1275" y="97"/>
                    <a:pt x="1268" y="94"/>
                  </a:cubicBezTo>
                  <a:cubicBezTo>
                    <a:pt x="1267" y="93"/>
                    <a:pt x="1267" y="93"/>
                    <a:pt x="1267" y="93"/>
                  </a:cubicBezTo>
                  <a:cubicBezTo>
                    <a:pt x="1263" y="91"/>
                    <a:pt x="1263" y="91"/>
                    <a:pt x="1263" y="91"/>
                  </a:cubicBezTo>
                  <a:cubicBezTo>
                    <a:pt x="1262" y="91"/>
                    <a:pt x="1262" y="91"/>
                    <a:pt x="1262" y="91"/>
                  </a:cubicBezTo>
                  <a:cubicBezTo>
                    <a:pt x="1258" y="89"/>
                    <a:pt x="1258" y="89"/>
                    <a:pt x="1258" y="89"/>
                  </a:cubicBezTo>
                  <a:cubicBezTo>
                    <a:pt x="1256" y="88"/>
                    <a:pt x="1256" y="88"/>
                    <a:pt x="1256" y="88"/>
                  </a:cubicBezTo>
                  <a:cubicBezTo>
                    <a:pt x="1252" y="86"/>
                    <a:pt x="1252" y="86"/>
                    <a:pt x="1252" y="86"/>
                  </a:cubicBezTo>
                  <a:cubicBezTo>
                    <a:pt x="1251" y="86"/>
                    <a:pt x="1251" y="86"/>
                    <a:pt x="1251" y="86"/>
                  </a:cubicBezTo>
                  <a:cubicBezTo>
                    <a:pt x="1247" y="83"/>
                    <a:pt x="1247" y="83"/>
                    <a:pt x="1247" y="83"/>
                  </a:cubicBezTo>
                  <a:cubicBezTo>
                    <a:pt x="1246" y="83"/>
                    <a:pt x="1246" y="83"/>
                    <a:pt x="1246" y="83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35" y="78"/>
                    <a:pt x="1229" y="76"/>
                    <a:pt x="1224" y="73"/>
                  </a:cubicBezTo>
                  <a:cubicBezTo>
                    <a:pt x="1224" y="73"/>
                    <a:pt x="1224" y="73"/>
                    <a:pt x="1224" y="73"/>
                  </a:cubicBezTo>
                  <a:cubicBezTo>
                    <a:pt x="1219" y="71"/>
                    <a:pt x="1219" y="71"/>
                    <a:pt x="1219" y="71"/>
                  </a:cubicBezTo>
                  <a:cubicBezTo>
                    <a:pt x="1218" y="71"/>
                    <a:pt x="1218" y="71"/>
                    <a:pt x="1218" y="71"/>
                  </a:cubicBezTo>
                  <a:cubicBezTo>
                    <a:pt x="1213" y="69"/>
                    <a:pt x="1213" y="69"/>
                    <a:pt x="1213" y="69"/>
                  </a:cubicBezTo>
                  <a:cubicBezTo>
                    <a:pt x="1212" y="68"/>
                    <a:pt x="1212" y="68"/>
                    <a:pt x="1212" y="68"/>
                  </a:cubicBezTo>
                  <a:cubicBezTo>
                    <a:pt x="1208" y="66"/>
                    <a:pt x="1208" y="66"/>
                    <a:pt x="1208" y="66"/>
                  </a:cubicBezTo>
                  <a:cubicBezTo>
                    <a:pt x="1207" y="66"/>
                    <a:pt x="1207" y="66"/>
                    <a:pt x="1207" y="66"/>
                  </a:cubicBezTo>
                  <a:cubicBezTo>
                    <a:pt x="1202" y="64"/>
                    <a:pt x="1202" y="64"/>
                    <a:pt x="1202" y="64"/>
                  </a:cubicBezTo>
                  <a:cubicBezTo>
                    <a:pt x="1201" y="64"/>
                    <a:pt x="1201" y="64"/>
                    <a:pt x="1201" y="64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86" y="58"/>
                    <a:pt x="1177" y="55"/>
                    <a:pt x="1167" y="51"/>
                  </a:cubicBezTo>
                  <a:cubicBezTo>
                    <a:pt x="1166" y="51"/>
                    <a:pt x="1166" y="51"/>
                    <a:pt x="1166" y="51"/>
                  </a:cubicBezTo>
                  <a:cubicBezTo>
                    <a:pt x="1162" y="49"/>
                    <a:pt x="1162" y="49"/>
                    <a:pt x="1162" y="49"/>
                  </a:cubicBezTo>
                  <a:cubicBezTo>
                    <a:pt x="1161" y="49"/>
                    <a:pt x="1161" y="49"/>
                    <a:pt x="1161" y="49"/>
                  </a:cubicBezTo>
                  <a:cubicBezTo>
                    <a:pt x="1156" y="47"/>
                    <a:pt x="1156" y="47"/>
                    <a:pt x="1156" y="47"/>
                  </a:cubicBezTo>
                  <a:cubicBezTo>
                    <a:pt x="1155" y="47"/>
                    <a:pt x="1155" y="47"/>
                    <a:pt x="1155" y="47"/>
                  </a:cubicBezTo>
                  <a:cubicBezTo>
                    <a:pt x="1150" y="45"/>
                    <a:pt x="1150" y="45"/>
                    <a:pt x="1150" y="45"/>
                  </a:cubicBezTo>
                  <a:cubicBezTo>
                    <a:pt x="1149" y="45"/>
                    <a:pt x="1149" y="45"/>
                    <a:pt x="1149" y="45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36" y="41"/>
                    <a:pt x="1128" y="38"/>
                    <a:pt x="1120" y="36"/>
                  </a:cubicBezTo>
                  <a:cubicBezTo>
                    <a:pt x="1120" y="36"/>
                    <a:pt x="1120" y="36"/>
                    <a:pt x="1120" y="36"/>
                  </a:cubicBezTo>
                  <a:cubicBezTo>
                    <a:pt x="1115" y="35"/>
                    <a:pt x="1115" y="35"/>
                    <a:pt x="1115" y="35"/>
                  </a:cubicBezTo>
                  <a:cubicBezTo>
                    <a:pt x="1114" y="34"/>
                    <a:pt x="1114" y="34"/>
                    <a:pt x="1114" y="34"/>
                  </a:cubicBezTo>
                  <a:cubicBezTo>
                    <a:pt x="1109" y="33"/>
                    <a:pt x="1109" y="33"/>
                    <a:pt x="1109" y="33"/>
                  </a:cubicBezTo>
                  <a:cubicBezTo>
                    <a:pt x="1108" y="33"/>
                    <a:pt x="1108" y="33"/>
                    <a:pt x="1108" y="33"/>
                  </a:cubicBezTo>
                  <a:cubicBezTo>
                    <a:pt x="1103" y="31"/>
                    <a:pt x="1103" y="31"/>
                    <a:pt x="1103" y="31"/>
                  </a:cubicBezTo>
                  <a:cubicBezTo>
                    <a:pt x="1102" y="31"/>
                    <a:pt x="1102" y="31"/>
                    <a:pt x="1102" y="31"/>
                  </a:cubicBezTo>
                  <a:cubicBezTo>
                    <a:pt x="1097" y="30"/>
                    <a:pt x="1097" y="30"/>
                    <a:pt x="1097" y="30"/>
                  </a:cubicBezTo>
                  <a:cubicBezTo>
                    <a:pt x="1096" y="29"/>
                    <a:pt x="1096" y="29"/>
                    <a:pt x="1096" y="29"/>
                  </a:cubicBezTo>
                  <a:cubicBezTo>
                    <a:pt x="1091" y="28"/>
                    <a:pt x="1091" y="28"/>
                    <a:pt x="1091" y="28"/>
                  </a:cubicBezTo>
                  <a:cubicBezTo>
                    <a:pt x="1090" y="28"/>
                    <a:pt x="1090" y="28"/>
                    <a:pt x="1090" y="28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79" y="25"/>
                    <a:pt x="1073" y="24"/>
                    <a:pt x="1067" y="22"/>
                  </a:cubicBezTo>
                  <a:cubicBezTo>
                    <a:pt x="1066" y="22"/>
                    <a:pt x="1066" y="22"/>
                    <a:pt x="1066" y="22"/>
                  </a:cubicBezTo>
                  <a:cubicBezTo>
                    <a:pt x="1061" y="21"/>
                    <a:pt x="1061" y="21"/>
                    <a:pt x="1061" y="21"/>
                  </a:cubicBezTo>
                  <a:cubicBezTo>
                    <a:pt x="1059" y="21"/>
                    <a:pt x="1059" y="21"/>
                    <a:pt x="1059" y="21"/>
                  </a:cubicBezTo>
                  <a:cubicBezTo>
                    <a:pt x="1055" y="20"/>
                    <a:pt x="1055" y="20"/>
                    <a:pt x="1055" y="20"/>
                  </a:cubicBezTo>
                  <a:cubicBezTo>
                    <a:pt x="1053" y="19"/>
                    <a:pt x="1053" y="19"/>
                    <a:pt x="1053" y="19"/>
                  </a:cubicBezTo>
                  <a:cubicBezTo>
                    <a:pt x="1049" y="19"/>
                    <a:pt x="1049" y="19"/>
                    <a:pt x="1049" y="19"/>
                  </a:cubicBezTo>
                  <a:cubicBezTo>
                    <a:pt x="1047" y="18"/>
                    <a:pt x="1047" y="18"/>
                    <a:pt x="1047" y="18"/>
                  </a:cubicBezTo>
                  <a:cubicBezTo>
                    <a:pt x="1043" y="17"/>
                    <a:pt x="1043" y="17"/>
                    <a:pt x="1043" y="17"/>
                  </a:cubicBezTo>
                  <a:cubicBezTo>
                    <a:pt x="1041" y="17"/>
                    <a:pt x="1041" y="17"/>
                    <a:pt x="1041" y="17"/>
                  </a:cubicBezTo>
                  <a:cubicBezTo>
                    <a:pt x="1037" y="16"/>
                    <a:pt x="1037" y="16"/>
                    <a:pt x="1037" y="16"/>
                  </a:cubicBezTo>
                  <a:cubicBezTo>
                    <a:pt x="1035" y="16"/>
                    <a:pt x="1035" y="16"/>
                    <a:pt x="1035" y="16"/>
                  </a:cubicBezTo>
                  <a:cubicBezTo>
                    <a:pt x="1031" y="15"/>
                    <a:pt x="1031" y="15"/>
                    <a:pt x="1031" y="15"/>
                  </a:cubicBezTo>
                  <a:cubicBezTo>
                    <a:pt x="1030" y="15"/>
                    <a:pt x="1030" y="15"/>
                    <a:pt x="1030" y="15"/>
                  </a:cubicBezTo>
                  <a:cubicBezTo>
                    <a:pt x="1024" y="14"/>
                    <a:pt x="1024" y="14"/>
                    <a:pt x="1024" y="14"/>
                  </a:cubicBezTo>
                  <a:cubicBezTo>
                    <a:pt x="1023" y="14"/>
                    <a:pt x="1023" y="14"/>
                    <a:pt x="1023" y="14"/>
                  </a:cubicBezTo>
                  <a:cubicBezTo>
                    <a:pt x="975" y="5"/>
                    <a:pt x="926" y="1"/>
                    <a:pt x="876" y="0"/>
                  </a:cubicBezTo>
                  <a:cubicBezTo>
                    <a:pt x="868" y="0"/>
                    <a:pt x="868" y="0"/>
                    <a:pt x="868" y="0"/>
                  </a:cubicBezTo>
                  <a:cubicBezTo>
                    <a:pt x="590" y="0"/>
                    <a:pt x="341" y="126"/>
                    <a:pt x="175" y="323"/>
                  </a:cubicBezTo>
                  <a:cubicBezTo>
                    <a:pt x="158" y="344"/>
                    <a:pt x="149" y="358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50" y="375"/>
                    <a:pt x="159" y="379"/>
                    <a:pt x="178" y="379"/>
                  </a:cubicBezTo>
                  <a:cubicBezTo>
                    <a:pt x="559" y="379"/>
                    <a:pt x="559" y="379"/>
                    <a:pt x="559" y="379"/>
                  </a:cubicBezTo>
                  <a:cubicBezTo>
                    <a:pt x="1261" y="379"/>
                    <a:pt x="1261" y="379"/>
                    <a:pt x="1261" y="379"/>
                  </a:cubicBezTo>
                  <a:cubicBezTo>
                    <a:pt x="1269" y="379"/>
                    <a:pt x="1278" y="382"/>
                    <a:pt x="1287" y="387"/>
                  </a:cubicBezTo>
                  <a:cubicBezTo>
                    <a:pt x="1294" y="391"/>
                    <a:pt x="1300" y="396"/>
                    <a:pt x="1304" y="402"/>
                  </a:cubicBezTo>
                  <a:cubicBezTo>
                    <a:pt x="1452" y="634"/>
                    <a:pt x="1452" y="634"/>
                    <a:pt x="1452" y="634"/>
                  </a:cubicBezTo>
                  <a:cubicBezTo>
                    <a:pt x="1455" y="638"/>
                    <a:pt x="1457" y="643"/>
                    <a:pt x="1459" y="648"/>
                  </a:cubicBezTo>
                  <a:cubicBezTo>
                    <a:pt x="1461" y="655"/>
                    <a:pt x="1461" y="655"/>
                    <a:pt x="1461" y="655"/>
                  </a:cubicBezTo>
                  <a:cubicBezTo>
                    <a:pt x="1461" y="656"/>
                    <a:pt x="1461" y="656"/>
                    <a:pt x="1461" y="656"/>
                  </a:cubicBezTo>
                  <a:cubicBezTo>
                    <a:pt x="1461" y="657"/>
                    <a:pt x="1461" y="657"/>
                    <a:pt x="1461" y="657"/>
                  </a:cubicBezTo>
                  <a:cubicBezTo>
                    <a:pt x="1463" y="664"/>
                    <a:pt x="1463" y="671"/>
                    <a:pt x="1463" y="677"/>
                  </a:cubicBezTo>
                  <a:cubicBezTo>
                    <a:pt x="1462" y="685"/>
                    <a:pt x="1462" y="685"/>
                    <a:pt x="1462" y="685"/>
                  </a:cubicBezTo>
                  <a:cubicBezTo>
                    <a:pt x="1372" y="1125"/>
                    <a:pt x="1372" y="1125"/>
                    <a:pt x="1372" y="1125"/>
                  </a:cubicBezTo>
                  <a:cubicBezTo>
                    <a:pt x="1322" y="1367"/>
                    <a:pt x="1322" y="1367"/>
                    <a:pt x="1322" y="1367"/>
                  </a:cubicBezTo>
                  <a:cubicBezTo>
                    <a:pt x="1319" y="1383"/>
                    <a:pt x="1304" y="1395"/>
                    <a:pt x="1289" y="1395"/>
                  </a:cubicBezTo>
                  <a:cubicBezTo>
                    <a:pt x="1046" y="1395"/>
                    <a:pt x="1046" y="1395"/>
                    <a:pt x="1046" y="1395"/>
                  </a:cubicBezTo>
                  <a:cubicBezTo>
                    <a:pt x="1030" y="1395"/>
                    <a:pt x="1011" y="1384"/>
                    <a:pt x="1002" y="1371"/>
                  </a:cubicBezTo>
                  <a:cubicBezTo>
                    <a:pt x="705" y="923"/>
                    <a:pt x="705" y="923"/>
                    <a:pt x="705" y="923"/>
                  </a:cubicBezTo>
                  <a:cubicBezTo>
                    <a:pt x="684" y="1030"/>
                    <a:pt x="684" y="1030"/>
                    <a:pt x="684" y="1030"/>
                  </a:cubicBezTo>
                  <a:cubicBezTo>
                    <a:pt x="615" y="1368"/>
                    <a:pt x="615" y="1368"/>
                    <a:pt x="615" y="1368"/>
                  </a:cubicBezTo>
                  <a:cubicBezTo>
                    <a:pt x="613" y="1380"/>
                    <a:pt x="602" y="1391"/>
                    <a:pt x="590" y="1394"/>
                  </a:cubicBezTo>
                  <a:cubicBezTo>
                    <a:pt x="590" y="1394"/>
                    <a:pt x="590" y="1394"/>
                    <a:pt x="590" y="1394"/>
                  </a:cubicBezTo>
                  <a:cubicBezTo>
                    <a:pt x="590" y="1395"/>
                    <a:pt x="590" y="1395"/>
                    <a:pt x="590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2" y="1396"/>
                    <a:pt x="582" y="1396"/>
                    <a:pt x="582" y="1396"/>
                  </a:cubicBezTo>
                  <a:cubicBezTo>
                    <a:pt x="581" y="1396"/>
                    <a:pt x="581" y="1396"/>
                    <a:pt x="581" y="1396"/>
                  </a:cubicBezTo>
                  <a:cubicBezTo>
                    <a:pt x="553" y="1396"/>
                    <a:pt x="553" y="1396"/>
                    <a:pt x="553" y="1396"/>
                  </a:cubicBezTo>
                  <a:cubicBezTo>
                    <a:pt x="403" y="1396"/>
                    <a:pt x="403" y="1396"/>
                    <a:pt x="403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1" y="1394"/>
                    <a:pt x="384" y="1389"/>
                    <a:pt x="382" y="1382"/>
                  </a:cubicBezTo>
                  <a:cubicBezTo>
                    <a:pt x="382" y="1382"/>
                    <a:pt x="382" y="1382"/>
                    <a:pt x="382" y="1382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1" y="1368"/>
                    <a:pt x="381" y="1368"/>
                    <a:pt x="381" y="1368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10" y="733"/>
                    <a:pt x="510" y="733"/>
                    <a:pt x="510" y="733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6" y="720"/>
                    <a:pt x="516" y="720"/>
                    <a:pt x="516" y="720"/>
                  </a:cubicBezTo>
                  <a:cubicBezTo>
                    <a:pt x="517" y="719"/>
                    <a:pt x="517" y="719"/>
                    <a:pt x="517" y="719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43" y="705"/>
                    <a:pt x="543" y="705"/>
                    <a:pt x="543" y="705"/>
                  </a:cubicBezTo>
                  <a:cubicBezTo>
                    <a:pt x="544" y="705"/>
                    <a:pt x="544" y="705"/>
                    <a:pt x="544" y="705"/>
                  </a:cubicBezTo>
                  <a:cubicBezTo>
                    <a:pt x="555" y="705"/>
                    <a:pt x="555" y="705"/>
                    <a:pt x="555" y="705"/>
                  </a:cubicBezTo>
                  <a:cubicBezTo>
                    <a:pt x="557" y="705"/>
                    <a:pt x="557" y="705"/>
                    <a:pt x="557" y="705"/>
                  </a:cubicBezTo>
                  <a:cubicBezTo>
                    <a:pt x="786" y="705"/>
                    <a:pt x="786" y="705"/>
                    <a:pt x="786" y="705"/>
                  </a:cubicBezTo>
                  <a:cubicBezTo>
                    <a:pt x="802" y="705"/>
                    <a:pt x="821" y="716"/>
                    <a:pt x="829" y="729"/>
                  </a:cubicBezTo>
                  <a:cubicBezTo>
                    <a:pt x="1127" y="1178"/>
                    <a:pt x="1127" y="1178"/>
                    <a:pt x="1127" y="1178"/>
                  </a:cubicBezTo>
                  <a:cubicBezTo>
                    <a:pt x="1244" y="590"/>
                    <a:pt x="1244" y="590"/>
                    <a:pt x="1244" y="590"/>
                  </a:cubicBezTo>
                  <a:cubicBezTo>
                    <a:pt x="557" y="590"/>
                    <a:pt x="557" y="590"/>
                    <a:pt x="557" y="590"/>
                  </a:cubicBezTo>
                  <a:cubicBezTo>
                    <a:pt x="555" y="590"/>
                    <a:pt x="555" y="590"/>
                    <a:pt x="555" y="590"/>
                  </a:cubicBezTo>
                  <a:cubicBezTo>
                    <a:pt x="475" y="590"/>
                    <a:pt x="475" y="590"/>
                    <a:pt x="475" y="590"/>
                  </a:cubicBezTo>
                  <a:cubicBezTo>
                    <a:pt x="435" y="590"/>
                    <a:pt x="395" y="593"/>
                    <a:pt x="357" y="600"/>
                  </a:cubicBezTo>
                  <a:cubicBezTo>
                    <a:pt x="162" y="632"/>
                    <a:pt x="0" y="756"/>
                    <a:pt x="0" y="1037"/>
                  </a:cubicBezTo>
                  <a:cubicBezTo>
                    <a:pt x="0" y="1321"/>
                    <a:pt x="239" y="1662"/>
                    <a:pt x="616" y="1772"/>
                  </a:cubicBezTo>
                  <a:cubicBezTo>
                    <a:pt x="694" y="1794"/>
                    <a:pt x="779" y="1807"/>
                    <a:pt x="868" y="1807"/>
                  </a:cubicBezTo>
                  <a:cubicBezTo>
                    <a:pt x="873" y="1807"/>
                    <a:pt x="873" y="1807"/>
                    <a:pt x="873" y="1807"/>
                  </a:cubicBezTo>
                  <a:cubicBezTo>
                    <a:pt x="1020" y="1806"/>
                    <a:pt x="1158" y="1770"/>
                    <a:pt x="1280" y="1707"/>
                  </a:cubicBezTo>
                  <a:cubicBezTo>
                    <a:pt x="1285" y="1705"/>
                    <a:pt x="1285" y="1705"/>
                    <a:pt x="1285" y="1705"/>
                  </a:cubicBezTo>
                  <a:cubicBezTo>
                    <a:pt x="1286" y="1704"/>
                    <a:pt x="1286" y="1704"/>
                    <a:pt x="1286" y="1704"/>
                  </a:cubicBezTo>
                  <a:cubicBezTo>
                    <a:pt x="1291" y="1702"/>
                    <a:pt x="1291" y="1702"/>
                    <a:pt x="1291" y="1702"/>
                  </a:cubicBezTo>
                  <a:cubicBezTo>
                    <a:pt x="1292" y="1701"/>
                    <a:pt x="1292" y="1701"/>
                    <a:pt x="1292" y="1701"/>
                  </a:cubicBezTo>
                  <a:cubicBezTo>
                    <a:pt x="1295" y="1699"/>
                    <a:pt x="1295" y="1699"/>
                    <a:pt x="1295" y="1699"/>
                  </a:cubicBezTo>
                  <a:cubicBezTo>
                    <a:pt x="1297" y="1698"/>
                    <a:pt x="1297" y="1698"/>
                    <a:pt x="1297" y="1698"/>
                  </a:cubicBezTo>
                  <a:cubicBezTo>
                    <a:pt x="1301" y="1696"/>
                    <a:pt x="1301" y="1696"/>
                    <a:pt x="1301" y="1696"/>
                  </a:cubicBezTo>
                  <a:cubicBezTo>
                    <a:pt x="1302" y="1695"/>
                    <a:pt x="1302" y="1695"/>
                    <a:pt x="1302" y="1695"/>
                  </a:cubicBezTo>
                  <a:cubicBezTo>
                    <a:pt x="1306" y="1693"/>
                    <a:pt x="1306" y="1693"/>
                    <a:pt x="1306" y="1693"/>
                  </a:cubicBezTo>
                  <a:cubicBezTo>
                    <a:pt x="1307" y="1693"/>
                    <a:pt x="1307" y="1693"/>
                    <a:pt x="1307" y="1693"/>
                  </a:cubicBezTo>
                  <a:cubicBezTo>
                    <a:pt x="1311" y="1690"/>
                    <a:pt x="1311" y="1690"/>
                    <a:pt x="1311" y="1690"/>
                  </a:cubicBezTo>
                  <a:cubicBezTo>
                    <a:pt x="1313" y="1689"/>
                    <a:pt x="1313" y="1689"/>
                    <a:pt x="1313" y="1689"/>
                  </a:cubicBezTo>
                  <a:cubicBezTo>
                    <a:pt x="1317" y="1687"/>
                    <a:pt x="1317" y="1687"/>
                    <a:pt x="1317" y="1687"/>
                  </a:cubicBezTo>
                  <a:cubicBezTo>
                    <a:pt x="1318" y="1687"/>
                    <a:pt x="1318" y="1687"/>
                    <a:pt x="1318" y="1687"/>
                  </a:cubicBezTo>
                  <a:cubicBezTo>
                    <a:pt x="1322" y="1684"/>
                    <a:pt x="1322" y="1684"/>
                    <a:pt x="1322" y="1684"/>
                  </a:cubicBezTo>
                  <a:cubicBezTo>
                    <a:pt x="1323" y="1684"/>
                    <a:pt x="1323" y="1684"/>
                    <a:pt x="1323" y="1684"/>
                  </a:cubicBezTo>
                  <a:cubicBezTo>
                    <a:pt x="1327" y="1681"/>
                    <a:pt x="1327" y="1681"/>
                    <a:pt x="1327" y="1681"/>
                  </a:cubicBezTo>
                  <a:cubicBezTo>
                    <a:pt x="1329" y="1680"/>
                    <a:pt x="1329" y="1680"/>
                    <a:pt x="1329" y="1680"/>
                  </a:cubicBezTo>
                  <a:cubicBezTo>
                    <a:pt x="1332" y="1678"/>
                    <a:pt x="1332" y="1678"/>
                    <a:pt x="1332" y="1678"/>
                  </a:cubicBezTo>
                  <a:cubicBezTo>
                    <a:pt x="1333" y="1677"/>
                    <a:pt x="1333" y="1677"/>
                    <a:pt x="1333" y="1677"/>
                  </a:cubicBezTo>
                  <a:cubicBezTo>
                    <a:pt x="1338" y="1675"/>
                    <a:pt x="1338" y="1675"/>
                    <a:pt x="1338" y="1675"/>
                  </a:cubicBezTo>
                  <a:cubicBezTo>
                    <a:pt x="1339" y="1674"/>
                    <a:pt x="1339" y="1674"/>
                    <a:pt x="1339" y="1674"/>
                  </a:cubicBezTo>
                  <a:cubicBezTo>
                    <a:pt x="1343" y="1672"/>
                    <a:pt x="1343" y="1672"/>
                    <a:pt x="1343" y="1672"/>
                  </a:cubicBezTo>
                  <a:cubicBezTo>
                    <a:pt x="1343" y="1671"/>
                    <a:pt x="1343" y="1671"/>
                    <a:pt x="1343" y="1671"/>
                  </a:cubicBezTo>
                  <a:cubicBezTo>
                    <a:pt x="1348" y="1669"/>
                    <a:pt x="1348" y="1669"/>
                    <a:pt x="1348" y="1669"/>
                  </a:cubicBezTo>
                  <a:cubicBezTo>
                    <a:pt x="1349" y="1668"/>
                    <a:pt x="1349" y="1668"/>
                    <a:pt x="1349" y="1668"/>
                  </a:cubicBezTo>
                  <a:cubicBezTo>
                    <a:pt x="1353" y="1665"/>
                    <a:pt x="1353" y="1665"/>
                    <a:pt x="1353" y="1665"/>
                  </a:cubicBezTo>
                  <a:cubicBezTo>
                    <a:pt x="1354" y="1665"/>
                    <a:pt x="1354" y="1665"/>
                    <a:pt x="1354" y="1665"/>
                  </a:cubicBezTo>
                  <a:cubicBezTo>
                    <a:pt x="1358" y="1662"/>
                    <a:pt x="1358" y="1662"/>
                    <a:pt x="1358" y="1662"/>
                  </a:cubicBezTo>
                  <a:cubicBezTo>
                    <a:pt x="1359" y="1661"/>
                    <a:pt x="1359" y="1661"/>
                    <a:pt x="1359" y="1661"/>
                  </a:cubicBezTo>
                  <a:cubicBezTo>
                    <a:pt x="1363" y="1659"/>
                    <a:pt x="1363" y="1659"/>
                    <a:pt x="1363" y="1659"/>
                  </a:cubicBezTo>
                  <a:cubicBezTo>
                    <a:pt x="1364" y="1658"/>
                    <a:pt x="1364" y="1658"/>
                    <a:pt x="1364" y="1658"/>
                  </a:cubicBezTo>
                  <a:cubicBezTo>
                    <a:pt x="1368" y="1655"/>
                    <a:pt x="1368" y="1655"/>
                    <a:pt x="1368" y="1655"/>
                  </a:cubicBezTo>
                  <a:cubicBezTo>
                    <a:pt x="1369" y="1655"/>
                    <a:pt x="1369" y="1655"/>
                    <a:pt x="1369" y="1655"/>
                  </a:cubicBezTo>
                  <a:cubicBezTo>
                    <a:pt x="1373" y="1652"/>
                    <a:pt x="1373" y="1652"/>
                    <a:pt x="1373" y="1652"/>
                  </a:cubicBezTo>
                  <a:cubicBezTo>
                    <a:pt x="1374" y="1651"/>
                    <a:pt x="1374" y="1651"/>
                    <a:pt x="1374" y="1651"/>
                  </a:cubicBezTo>
                  <a:cubicBezTo>
                    <a:pt x="1378" y="1648"/>
                    <a:pt x="1378" y="1648"/>
                    <a:pt x="1378" y="1648"/>
                  </a:cubicBezTo>
                  <a:cubicBezTo>
                    <a:pt x="1379" y="1648"/>
                    <a:pt x="1379" y="1648"/>
                    <a:pt x="1379" y="1648"/>
                  </a:cubicBezTo>
                  <a:cubicBezTo>
                    <a:pt x="1383" y="1645"/>
                    <a:pt x="1383" y="1645"/>
                    <a:pt x="1383" y="1645"/>
                  </a:cubicBezTo>
                  <a:cubicBezTo>
                    <a:pt x="1384" y="1645"/>
                    <a:pt x="1384" y="1645"/>
                    <a:pt x="1384" y="1645"/>
                  </a:cubicBezTo>
                  <a:cubicBezTo>
                    <a:pt x="1388" y="1642"/>
                    <a:pt x="1388" y="1642"/>
                    <a:pt x="1388" y="1642"/>
                  </a:cubicBezTo>
                  <a:cubicBezTo>
                    <a:pt x="1389" y="1641"/>
                    <a:pt x="1389" y="1641"/>
                    <a:pt x="1389" y="1641"/>
                  </a:cubicBezTo>
                  <a:cubicBezTo>
                    <a:pt x="1393" y="1638"/>
                    <a:pt x="1393" y="1638"/>
                    <a:pt x="1393" y="1638"/>
                  </a:cubicBezTo>
                  <a:cubicBezTo>
                    <a:pt x="1394" y="1638"/>
                    <a:pt x="1394" y="1638"/>
                    <a:pt x="1394" y="1638"/>
                  </a:cubicBezTo>
                  <a:cubicBezTo>
                    <a:pt x="1398" y="1635"/>
                    <a:pt x="1398" y="1635"/>
                    <a:pt x="1398" y="1635"/>
                  </a:cubicBezTo>
                  <a:cubicBezTo>
                    <a:pt x="1399" y="1634"/>
                    <a:pt x="1399" y="1634"/>
                    <a:pt x="1399" y="1634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8" y="1628"/>
                    <a:pt x="1408" y="1628"/>
                    <a:pt x="1408" y="1628"/>
                  </a:cubicBezTo>
                  <a:cubicBezTo>
                    <a:pt x="1408" y="1627"/>
                    <a:pt x="1408" y="1627"/>
                    <a:pt x="1408" y="1627"/>
                  </a:cubicBezTo>
                  <a:cubicBezTo>
                    <a:pt x="1417" y="1620"/>
                    <a:pt x="1417" y="1620"/>
                    <a:pt x="1417" y="1620"/>
                  </a:cubicBezTo>
                  <a:cubicBezTo>
                    <a:pt x="1418" y="1620"/>
                    <a:pt x="1418" y="1620"/>
                    <a:pt x="1418" y="1620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74" y="1573"/>
                    <a:pt x="1485" y="1563"/>
                    <a:pt x="1495" y="1554"/>
                  </a:cubicBezTo>
                  <a:cubicBezTo>
                    <a:pt x="1495" y="1553"/>
                    <a:pt x="1495" y="1553"/>
                    <a:pt x="1495" y="1553"/>
                  </a:cubicBezTo>
                  <a:cubicBezTo>
                    <a:pt x="1503" y="1545"/>
                    <a:pt x="1503" y="1545"/>
                    <a:pt x="1503" y="1545"/>
                  </a:cubicBezTo>
                  <a:cubicBezTo>
                    <a:pt x="1504" y="1545"/>
                    <a:pt x="1504" y="1545"/>
                    <a:pt x="1504" y="1545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12" y="1537"/>
                    <a:pt x="1512" y="1537"/>
                    <a:pt x="1512" y="1537"/>
                  </a:cubicBezTo>
                  <a:cubicBezTo>
                    <a:pt x="1512" y="1536"/>
                    <a:pt x="1512" y="1536"/>
                    <a:pt x="1512" y="1536"/>
                  </a:cubicBezTo>
                  <a:cubicBezTo>
                    <a:pt x="1516" y="1533"/>
                    <a:pt x="1516" y="1533"/>
                    <a:pt x="1516" y="1533"/>
                  </a:cubicBezTo>
                  <a:cubicBezTo>
                    <a:pt x="1516" y="1532"/>
                    <a:pt x="1516" y="1532"/>
                    <a:pt x="1516" y="1532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4" y="1524"/>
                    <a:pt x="1524" y="1524"/>
                    <a:pt x="1524" y="1524"/>
                  </a:cubicBezTo>
                  <a:cubicBezTo>
                    <a:pt x="1525" y="1523"/>
                    <a:pt x="1525" y="1523"/>
                    <a:pt x="1525" y="1523"/>
                  </a:cubicBezTo>
                  <a:cubicBezTo>
                    <a:pt x="1528" y="1519"/>
                    <a:pt x="1528" y="1519"/>
                    <a:pt x="1528" y="1519"/>
                  </a:cubicBezTo>
                  <a:cubicBezTo>
                    <a:pt x="1529" y="1519"/>
                    <a:pt x="1529" y="1519"/>
                    <a:pt x="1529" y="1519"/>
                  </a:cubicBezTo>
                  <a:cubicBezTo>
                    <a:pt x="1532" y="1516"/>
                    <a:pt x="1532" y="1516"/>
                    <a:pt x="1532" y="1516"/>
                  </a:cubicBezTo>
                  <a:cubicBezTo>
                    <a:pt x="1533" y="1514"/>
                    <a:pt x="1533" y="1514"/>
                    <a:pt x="1533" y="1514"/>
                  </a:cubicBezTo>
                  <a:cubicBezTo>
                    <a:pt x="1536" y="1511"/>
                    <a:pt x="1536" y="1511"/>
                    <a:pt x="1536" y="1511"/>
                  </a:cubicBezTo>
                  <a:cubicBezTo>
                    <a:pt x="1538" y="1509"/>
                    <a:pt x="1538" y="1509"/>
                    <a:pt x="1538" y="1509"/>
                  </a:cubicBezTo>
                  <a:cubicBezTo>
                    <a:pt x="1539" y="1507"/>
                    <a:pt x="1539" y="1507"/>
                    <a:pt x="1539" y="1507"/>
                  </a:cubicBezTo>
                  <a:cubicBezTo>
                    <a:pt x="1543" y="1504"/>
                    <a:pt x="1543" y="1504"/>
                    <a:pt x="1543" y="1504"/>
                  </a:cubicBezTo>
                  <a:cubicBezTo>
                    <a:pt x="1544" y="1502"/>
                    <a:pt x="1544" y="1502"/>
                    <a:pt x="1544" y="1502"/>
                  </a:cubicBezTo>
                  <a:cubicBezTo>
                    <a:pt x="1546" y="1500"/>
                    <a:pt x="1546" y="1500"/>
                    <a:pt x="1546" y="1500"/>
                  </a:cubicBezTo>
                  <a:cubicBezTo>
                    <a:pt x="1547" y="1499"/>
                    <a:pt x="1547" y="1499"/>
                    <a:pt x="1547" y="1499"/>
                  </a:cubicBezTo>
                  <a:cubicBezTo>
                    <a:pt x="1655" y="1376"/>
                    <a:pt x="1730" y="1224"/>
                    <a:pt x="1758" y="1056"/>
                  </a:cubicBezTo>
                  <a:cubicBezTo>
                    <a:pt x="1758" y="1056"/>
                    <a:pt x="1758" y="1056"/>
                    <a:pt x="1758" y="1056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1" y="1037"/>
                    <a:pt x="1761" y="1037"/>
                    <a:pt x="1761" y="1037"/>
                  </a:cubicBezTo>
                  <a:cubicBezTo>
                    <a:pt x="1761" y="1036"/>
                    <a:pt x="1761" y="1036"/>
                    <a:pt x="1761" y="1036"/>
                  </a:cubicBezTo>
                  <a:cubicBezTo>
                    <a:pt x="1762" y="1033"/>
                    <a:pt x="1762" y="1033"/>
                    <a:pt x="1762" y="1033"/>
                  </a:cubicBezTo>
                  <a:cubicBezTo>
                    <a:pt x="1762" y="1032"/>
                    <a:pt x="1762" y="1032"/>
                    <a:pt x="1762" y="1032"/>
                  </a:cubicBezTo>
                  <a:cubicBezTo>
                    <a:pt x="1762" y="1029"/>
                    <a:pt x="1762" y="1029"/>
                    <a:pt x="1762" y="1029"/>
                  </a:cubicBezTo>
                  <a:cubicBezTo>
                    <a:pt x="1763" y="1028"/>
                    <a:pt x="1763" y="1028"/>
                    <a:pt x="1763" y="1028"/>
                  </a:cubicBezTo>
                  <a:cubicBezTo>
                    <a:pt x="1763" y="1025"/>
                    <a:pt x="1763" y="1025"/>
                    <a:pt x="1763" y="1025"/>
                  </a:cubicBezTo>
                  <a:cubicBezTo>
                    <a:pt x="1763" y="1024"/>
                    <a:pt x="1763" y="1024"/>
                    <a:pt x="1763" y="1024"/>
                  </a:cubicBezTo>
                  <a:cubicBezTo>
                    <a:pt x="1764" y="1014"/>
                    <a:pt x="1764" y="1014"/>
                    <a:pt x="1764" y="1014"/>
                  </a:cubicBezTo>
                  <a:cubicBezTo>
                    <a:pt x="1765" y="1012"/>
                    <a:pt x="1765" y="1012"/>
                    <a:pt x="1765" y="1012"/>
                  </a:cubicBezTo>
                  <a:cubicBezTo>
                    <a:pt x="1765" y="1010"/>
                    <a:pt x="1765" y="1010"/>
                    <a:pt x="1765" y="1010"/>
                  </a:cubicBezTo>
                  <a:cubicBezTo>
                    <a:pt x="1765" y="1008"/>
                    <a:pt x="1765" y="1008"/>
                    <a:pt x="1765" y="1008"/>
                  </a:cubicBezTo>
                  <a:cubicBezTo>
                    <a:pt x="1765" y="1005"/>
                    <a:pt x="1765" y="1005"/>
                    <a:pt x="1765" y="1005"/>
                  </a:cubicBezTo>
                  <a:cubicBezTo>
                    <a:pt x="1766" y="1004"/>
                    <a:pt x="1766" y="1004"/>
                    <a:pt x="1766" y="1004"/>
                  </a:cubicBezTo>
                  <a:cubicBezTo>
                    <a:pt x="1766" y="1001"/>
                    <a:pt x="1766" y="1001"/>
                    <a:pt x="1766" y="1001"/>
                  </a:cubicBezTo>
                  <a:cubicBezTo>
                    <a:pt x="1766" y="999"/>
                    <a:pt x="1766" y="999"/>
                    <a:pt x="1766" y="999"/>
                  </a:cubicBezTo>
                  <a:cubicBezTo>
                    <a:pt x="1767" y="994"/>
                    <a:pt x="1767" y="994"/>
                    <a:pt x="1767" y="994"/>
                  </a:cubicBezTo>
                  <a:cubicBezTo>
                    <a:pt x="1767" y="993"/>
                    <a:pt x="1767" y="993"/>
                    <a:pt x="1767" y="993"/>
                  </a:cubicBezTo>
                  <a:cubicBezTo>
                    <a:pt x="1767" y="990"/>
                    <a:pt x="1767" y="990"/>
                    <a:pt x="1767" y="990"/>
                  </a:cubicBezTo>
                  <a:cubicBezTo>
                    <a:pt x="1767" y="988"/>
                    <a:pt x="1767" y="988"/>
                    <a:pt x="1767" y="988"/>
                  </a:cubicBezTo>
                  <a:cubicBezTo>
                    <a:pt x="1767" y="986"/>
                    <a:pt x="1767" y="986"/>
                    <a:pt x="1767" y="986"/>
                  </a:cubicBezTo>
                  <a:cubicBezTo>
                    <a:pt x="1768" y="984"/>
                    <a:pt x="1768" y="984"/>
                    <a:pt x="1768" y="984"/>
                  </a:cubicBezTo>
                  <a:cubicBezTo>
                    <a:pt x="1768" y="981"/>
                    <a:pt x="1768" y="981"/>
                    <a:pt x="1768" y="981"/>
                  </a:cubicBezTo>
                  <a:cubicBezTo>
                    <a:pt x="1768" y="979"/>
                    <a:pt x="1768" y="979"/>
                    <a:pt x="1768" y="979"/>
                  </a:cubicBezTo>
                  <a:cubicBezTo>
                    <a:pt x="1768" y="977"/>
                    <a:pt x="1768" y="977"/>
                    <a:pt x="1768" y="977"/>
                  </a:cubicBezTo>
                  <a:cubicBezTo>
                    <a:pt x="1768" y="974"/>
                    <a:pt x="1768" y="974"/>
                    <a:pt x="1768" y="974"/>
                  </a:cubicBezTo>
                  <a:cubicBezTo>
                    <a:pt x="1769" y="971"/>
                    <a:pt x="1769" y="971"/>
                    <a:pt x="1769" y="971"/>
                  </a:cubicBezTo>
                  <a:cubicBezTo>
                    <a:pt x="1769" y="968"/>
                    <a:pt x="1769" y="968"/>
                    <a:pt x="1769" y="968"/>
                  </a:cubicBezTo>
                  <a:cubicBezTo>
                    <a:pt x="1769" y="966"/>
                    <a:pt x="1769" y="966"/>
                    <a:pt x="1769" y="966"/>
                  </a:cubicBezTo>
                  <a:cubicBezTo>
                    <a:pt x="1769" y="964"/>
                    <a:pt x="1769" y="964"/>
                    <a:pt x="1769" y="964"/>
                  </a:cubicBezTo>
                  <a:cubicBezTo>
                    <a:pt x="1769" y="962"/>
                    <a:pt x="1769" y="962"/>
                    <a:pt x="1769" y="962"/>
                  </a:cubicBezTo>
                  <a:cubicBezTo>
                    <a:pt x="1769" y="959"/>
                    <a:pt x="1769" y="959"/>
                    <a:pt x="1769" y="959"/>
                  </a:cubicBezTo>
                  <a:cubicBezTo>
                    <a:pt x="1769" y="957"/>
                    <a:pt x="1769" y="957"/>
                    <a:pt x="1769" y="957"/>
                  </a:cubicBezTo>
                  <a:cubicBezTo>
                    <a:pt x="1770" y="954"/>
                    <a:pt x="1770" y="954"/>
                    <a:pt x="1770" y="954"/>
                  </a:cubicBezTo>
                  <a:cubicBezTo>
                    <a:pt x="1770" y="953"/>
                    <a:pt x="1770" y="953"/>
                    <a:pt x="1770" y="953"/>
                  </a:cubicBezTo>
                  <a:cubicBezTo>
                    <a:pt x="1770" y="948"/>
                    <a:pt x="1770" y="948"/>
                    <a:pt x="1770" y="948"/>
                  </a:cubicBezTo>
                  <a:cubicBezTo>
                    <a:pt x="1770" y="947"/>
                    <a:pt x="1770" y="947"/>
                    <a:pt x="1770" y="947"/>
                  </a:cubicBezTo>
                  <a:cubicBezTo>
                    <a:pt x="1770" y="944"/>
                    <a:pt x="1770" y="944"/>
                    <a:pt x="1770" y="944"/>
                  </a:cubicBezTo>
                  <a:cubicBezTo>
                    <a:pt x="1770" y="942"/>
                    <a:pt x="1770" y="942"/>
                    <a:pt x="1770" y="942"/>
                  </a:cubicBezTo>
                  <a:cubicBezTo>
                    <a:pt x="1770" y="939"/>
                    <a:pt x="1770" y="939"/>
                    <a:pt x="1770" y="939"/>
                  </a:cubicBezTo>
                  <a:cubicBezTo>
                    <a:pt x="1771" y="937"/>
                    <a:pt x="1771" y="937"/>
                    <a:pt x="1771" y="937"/>
                  </a:cubicBezTo>
                  <a:cubicBezTo>
                    <a:pt x="1771" y="934"/>
                    <a:pt x="1771" y="934"/>
                    <a:pt x="1771" y="934"/>
                  </a:cubicBezTo>
                  <a:cubicBezTo>
                    <a:pt x="1771" y="933"/>
                    <a:pt x="1771" y="933"/>
                    <a:pt x="1771" y="933"/>
                  </a:cubicBezTo>
                  <a:cubicBezTo>
                    <a:pt x="1771" y="929"/>
                    <a:pt x="1771" y="929"/>
                    <a:pt x="1771" y="929"/>
                  </a:cubicBezTo>
                  <a:cubicBezTo>
                    <a:pt x="1771" y="928"/>
                    <a:pt x="1771" y="928"/>
                    <a:pt x="1771" y="928"/>
                  </a:cubicBezTo>
                  <a:cubicBezTo>
                    <a:pt x="1771" y="924"/>
                    <a:pt x="1771" y="924"/>
                    <a:pt x="1771" y="924"/>
                  </a:cubicBezTo>
                  <a:cubicBezTo>
                    <a:pt x="1771" y="922"/>
                    <a:pt x="1771" y="922"/>
                    <a:pt x="1771" y="922"/>
                  </a:cubicBezTo>
                  <a:cubicBezTo>
                    <a:pt x="1771" y="919"/>
                    <a:pt x="1771" y="919"/>
                    <a:pt x="1771" y="919"/>
                  </a:cubicBezTo>
                  <a:cubicBezTo>
                    <a:pt x="1771" y="917"/>
                    <a:pt x="1771" y="917"/>
                    <a:pt x="1771" y="917"/>
                  </a:cubicBezTo>
                  <a:cubicBezTo>
                    <a:pt x="1771" y="914"/>
                    <a:pt x="1771" y="914"/>
                    <a:pt x="1771" y="914"/>
                  </a:cubicBezTo>
                  <a:cubicBezTo>
                    <a:pt x="1771" y="913"/>
                    <a:pt x="1771" y="913"/>
                    <a:pt x="1771" y="913"/>
                  </a:cubicBezTo>
                  <a:cubicBezTo>
                    <a:pt x="1771" y="910"/>
                    <a:pt x="1771" y="910"/>
                    <a:pt x="1771" y="910"/>
                  </a:cubicBezTo>
                  <a:cubicBezTo>
                    <a:pt x="1771" y="908"/>
                    <a:pt x="1771" y="908"/>
                    <a:pt x="1771" y="908"/>
                  </a:cubicBezTo>
                  <a:cubicBezTo>
                    <a:pt x="1771" y="898"/>
                    <a:pt x="1771" y="898"/>
                    <a:pt x="1771" y="898"/>
                  </a:cubicBezTo>
                  <a:cubicBezTo>
                    <a:pt x="1771" y="897"/>
                    <a:pt x="1771" y="897"/>
                    <a:pt x="1771" y="897"/>
                  </a:cubicBezTo>
                  <a:lnTo>
                    <a:pt x="1771" y="893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 dirty="0"/>
            </a:p>
          </p:txBody>
        </p:sp>
        <p:grpSp>
          <p:nvGrpSpPr>
            <p:cNvPr id="31" name="Groep 30"/>
            <p:cNvGrpSpPr>
              <a:grpSpLocks noSelect="1"/>
            </p:cNvGrpSpPr>
            <p:nvPr userDrawn="1"/>
          </p:nvGrpSpPr>
          <p:grpSpPr bwMode="gray">
            <a:xfrm>
              <a:off x="0" y="0"/>
              <a:ext cx="561975" cy="572770"/>
              <a:chOff x="902335" y="290830"/>
              <a:chExt cx="561975" cy="572770"/>
            </a:xfrm>
          </p:grpSpPr>
          <p:sp>
            <p:nvSpPr>
              <p:cNvPr id="32" name="Freeform 5"/>
              <p:cNvSpPr>
                <a:spLocks noSelect="1"/>
              </p:cNvSpPr>
              <p:nvPr userDrawn="1"/>
            </p:nvSpPr>
            <p:spPr bwMode="gray">
              <a:xfrm>
                <a:off x="984250" y="534035"/>
                <a:ext cx="77470" cy="199390"/>
              </a:xfrm>
              <a:custGeom>
                <a:avLst/>
                <a:gdLst>
                  <a:gd name="T0" fmla="*/ 155 w 244"/>
                  <a:gd name="T1" fmla="*/ 0 h 629"/>
                  <a:gd name="T2" fmla="*/ 120 w 244"/>
                  <a:gd name="T3" fmla="*/ 28 h 629"/>
                  <a:gd name="T4" fmla="*/ 0 w 244"/>
                  <a:gd name="T5" fmla="*/ 601 h 629"/>
                  <a:gd name="T6" fmla="*/ 0 w 244"/>
                  <a:gd name="T7" fmla="*/ 606 h 629"/>
                  <a:gd name="T8" fmla="*/ 0 w 244"/>
                  <a:gd name="T9" fmla="*/ 607 h 629"/>
                  <a:gd name="T10" fmla="*/ 23 w 244"/>
                  <a:gd name="T11" fmla="*/ 629 h 629"/>
                  <a:gd name="T12" fmla="*/ 145 w 244"/>
                  <a:gd name="T13" fmla="*/ 629 h 629"/>
                  <a:gd name="T14" fmla="*/ 144 w 244"/>
                  <a:gd name="T15" fmla="*/ 629 h 629"/>
                  <a:gd name="T16" fmla="*/ 144 w 244"/>
                  <a:gd name="T17" fmla="*/ 629 h 629"/>
                  <a:gd name="T18" fmla="*/ 143 w 244"/>
                  <a:gd name="T19" fmla="*/ 629 h 629"/>
                  <a:gd name="T20" fmla="*/ 143 w 244"/>
                  <a:gd name="T21" fmla="*/ 629 h 629"/>
                  <a:gd name="T22" fmla="*/ 143 w 244"/>
                  <a:gd name="T23" fmla="*/ 629 h 629"/>
                  <a:gd name="T24" fmla="*/ 142 w 244"/>
                  <a:gd name="T25" fmla="*/ 629 h 629"/>
                  <a:gd name="T26" fmla="*/ 142 w 244"/>
                  <a:gd name="T27" fmla="*/ 629 h 629"/>
                  <a:gd name="T28" fmla="*/ 142 w 244"/>
                  <a:gd name="T29" fmla="*/ 629 h 629"/>
                  <a:gd name="T30" fmla="*/ 141 w 244"/>
                  <a:gd name="T31" fmla="*/ 629 h 629"/>
                  <a:gd name="T32" fmla="*/ 141 w 244"/>
                  <a:gd name="T33" fmla="*/ 629 h 629"/>
                  <a:gd name="T34" fmla="*/ 141 w 244"/>
                  <a:gd name="T35" fmla="*/ 629 h 629"/>
                  <a:gd name="T36" fmla="*/ 141 w 244"/>
                  <a:gd name="T37" fmla="*/ 629 h 629"/>
                  <a:gd name="T38" fmla="*/ 123 w 244"/>
                  <a:gd name="T39" fmla="*/ 615 h 629"/>
                  <a:gd name="T40" fmla="*/ 123 w 244"/>
                  <a:gd name="T41" fmla="*/ 615 h 629"/>
                  <a:gd name="T42" fmla="*/ 123 w 244"/>
                  <a:gd name="T43" fmla="*/ 614 h 629"/>
                  <a:gd name="T44" fmla="*/ 123 w 244"/>
                  <a:gd name="T45" fmla="*/ 614 h 629"/>
                  <a:gd name="T46" fmla="*/ 122 w 244"/>
                  <a:gd name="T47" fmla="*/ 613 h 629"/>
                  <a:gd name="T48" fmla="*/ 122 w 244"/>
                  <a:gd name="T49" fmla="*/ 613 h 629"/>
                  <a:gd name="T50" fmla="*/ 122 w 244"/>
                  <a:gd name="T51" fmla="*/ 613 h 629"/>
                  <a:gd name="T52" fmla="*/ 122 w 244"/>
                  <a:gd name="T53" fmla="*/ 612 h 629"/>
                  <a:gd name="T54" fmla="*/ 122 w 244"/>
                  <a:gd name="T55" fmla="*/ 612 h 629"/>
                  <a:gd name="T56" fmla="*/ 122 w 244"/>
                  <a:gd name="T57" fmla="*/ 612 h 629"/>
                  <a:gd name="T58" fmla="*/ 122 w 244"/>
                  <a:gd name="T59" fmla="*/ 612 h 629"/>
                  <a:gd name="T60" fmla="*/ 122 w 244"/>
                  <a:gd name="T61" fmla="*/ 605 h 629"/>
                  <a:gd name="T62" fmla="*/ 122 w 244"/>
                  <a:gd name="T63" fmla="*/ 605 h 629"/>
                  <a:gd name="T64" fmla="*/ 122 w 244"/>
                  <a:gd name="T65" fmla="*/ 605 h 629"/>
                  <a:gd name="T66" fmla="*/ 122 w 244"/>
                  <a:gd name="T67" fmla="*/ 602 h 629"/>
                  <a:gd name="T68" fmla="*/ 244 w 244"/>
                  <a:gd name="T69" fmla="*/ 0 h 629"/>
                  <a:gd name="T70" fmla="*/ 155 w 244"/>
                  <a:gd name="T71" fmla="*/ 0 h 6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4" h="629">
                    <a:moveTo>
                      <a:pt x="155" y="0"/>
                    </a:moveTo>
                    <a:cubicBezTo>
                      <a:pt x="139" y="0"/>
                      <a:pt x="123" y="13"/>
                      <a:pt x="120" y="28"/>
                    </a:cubicBezTo>
                    <a:cubicBezTo>
                      <a:pt x="0" y="601"/>
                      <a:pt x="0" y="601"/>
                      <a:pt x="0" y="601"/>
                    </a:cubicBezTo>
                    <a:cubicBezTo>
                      <a:pt x="0" y="606"/>
                      <a:pt x="0" y="606"/>
                      <a:pt x="0" y="606"/>
                    </a:cubicBezTo>
                    <a:cubicBezTo>
                      <a:pt x="0" y="607"/>
                      <a:pt x="0" y="607"/>
                      <a:pt x="0" y="607"/>
                    </a:cubicBezTo>
                    <a:cubicBezTo>
                      <a:pt x="0" y="620"/>
                      <a:pt x="10" y="629"/>
                      <a:pt x="23" y="629"/>
                    </a:cubicBezTo>
                    <a:cubicBezTo>
                      <a:pt x="145" y="629"/>
                      <a:pt x="145" y="629"/>
                      <a:pt x="145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32" y="628"/>
                      <a:pt x="126" y="623"/>
                      <a:pt x="123" y="615"/>
                    </a:cubicBezTo>
                    <a:cubicBezTo>
                      <a:pt x="123" y="615"/>
                      <a:pt x="123" y="615"/>
                      <a:pt x="123" y="615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2"/>
                      <a:pt x="122" y="602"/>
                      <a:pt x="122" y="602"/>
                    </a:cubicBezTo>
                    <a:cubicBezTo>
                      <a:pt x="244" y="0"/>
                      <a:pt x="244" y="0"/>
                      <a:pt x="244" y="0"/>
                    </a:cubicBezTo>
                    <a:lnTo>
                      <a:pt x="155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3" name="Freeform 6"/>
              <p:cNvSpPr>
                <a:spLocks noSelect="1"/>
              </p:cNvSpPr>
              <p:nvPr userDrawn="1"/>
            </p:nvSpPr>
            <p:spPr bwMode="gray">
              <a:xfrm>
                <a:off x="1078865" y="478155"/>
                <a:ext cx="218440" cy="186055"/>
              </a:xfrm>
              <a:custGeom>
                <a:avLst/>
                <a:gdLst>
                  <a:gd name="T0" fmla="*/ 0 w 687"/>
                  <a:gd name="T1" fmla="*/ 0 h 587"/>
                  <a:gd name="T2" fmla="*/ 0 w 687"/>
                  <a:gd name="T3" fmla="*/ 115 h 587"/>
                  <a:gd name="T4" fmla="*/ 229 w 687"/>
                  <a:gd name="T5" fmla="*/ 115 h 587"/>
                  <a:gd name="T6" fmla="*/ 272 w 687"/>
                  <a:gd name="T7" fmla="*/ 139 h 587"/>
                  <a:gd name="T8" fmla="*/ 569 w 687"/>
                  <a:gd name="T9" fmla="*/ 587 h 587"/>
                  <a:gd name="T10" fmla="*/ 687 w 687"/>
                  <a:gd name="T11" fmla="*/ 0 h 587"/>
                  <a:gd name="T12" fmla="*/ 0 w 687"/>
                  <a:gd name="T13" fmla="*/ 0 h 5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7" h="587">
                    <a:moveTo>
                      <a:pt x="0" y="0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229" y="115"/>
                      <a:pt x="229" y="115"/>
                      <a:pt x="229" y="115"/>
                    </a:cubicBezTo>
                    <a:cubicBezTo>
                      <a:pt x="244" y="115"/>
                      <a:pt x="264" y="126"/>
                      <a:pt x="272" y="139"/>
                    </a:cubicBezTo>
                    <a:cubicBezTo>
                      <a:pt x="569" y="587"/>
                      <a:pt x="569" y="587"/>
                      <a:pt x="569" y="587"/>
                    </a:cubicBezTo>
                    <a:cubicBezTo>
                      <a:pt x="687" y="0"/>
                      <a:pt x="687" y="0"/>
                      <a:pt x="68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4" name="Freeform 7"/>
              <p:cNvSpPr>
                <a:spLocks noSelect="1"/>
              </p:cNvSpPr>
              <p:nvPr userDrawn="1"/>
            </p:nvSpPr>
            <p:spPr bwMode="gray">
              <a:xfrm>
                <a:off x="902335" y="478155"/>
                <a:ext cx="406400" cy="385445"/>
              </a:xfrm>
              <a:custGeom>
                <a:avLst/>
                <a:gdLst>
                  <a:gd name="T0" fmla="*/ 555 w 1280"/>
                  <a:gd name="T1" fmla="*/ 0 h 1216"/>
                  <a:gd name="T2" fmla="*/ 475 w 1280"/>
                  <a:gd name="T3" fmla="*/ 0 h 1216"/>
                  <a:gd name="T4" fmla="*/ 357 w 1280"/>
                  <a:gd name="T5" fmla="*/ 9 h 1216"/>
                  <a:gd name="T6" fmla="*/ 0 w 1280"/>
                  <a:gd name="T7" fmla="*/ 447 h 1216"/>
                  <a:gd name="T8" fmla="*/ 616 w 1280"/>
                  <a:gd name="T9" fmla="*/ 1181 h 1216"/>
                  <a:gd name="T10" fmla="*/ 867 w 1280"/>
                  <a:gd name="T11" fmla="*/ 1216 h 1216"/>
                  <a:gd name="T12" fmla="*/ 872 w 1280"/>
                  <a:gd name="T13" fmla="*/ 1216 h 1216"/>
                  <a:gd name="T14" fmla="*/ 1280 w 1280"/>
                  <a:gd name="T15" fmla="*/ 1117 h 1216"/>
                  <a:gd name="T16" fmla="*/ 1033 w 1280"/>
                  <a:gd name="T17" fmla="*/ 1153 h 1216"/>
                  <a:gd name="T18" fmla="*/ 1033 w 1280"/>
                  <a:gd name="T19" fmla="*/ 1153 h 1216"/>
                  <a:gd name="T20" fmla="*/ 1033 w 1280"/>
                  <a:gd name="T21" fmla="*/ 1153 h 1216"/>
                  <a:gd name="T22" fmla="*/ 552 w 1280"/>
                  <a:gd name="T23" fmla="*/ 805 h 1216"/>
                  <a:gd name="T24" fmla="*/ 403 w 1280"/>
                  <a:gd name="T25" fmla="*/ 805 h 1216"/>
                  <a:gd name="T26" fmla="*/ 281 w 1280"/>
                  <a:gd name="T27" fmla="*/ 805 h 1216"/>
                  <a:gd name="T28" fmla="*/ 258 w 1280"/>
                  <a:gd name="T29" fmla="*/ 783 h 1216"/>
                  <a:gd name="T30" fmla="*/ 258 w 1280"/>
                  <a:gd name="T31" fmla="*/ 782 h 1216"/>
                  <a:gd name="T32" fmla="*/ 258 w 1280"/>
                  <a:gd name="T33" fmla="*/ 777 h 1216"/>
                  <a:gd name="T34" fmla="*/ 378 w 1280"/>
                  <a:gd name="T35" fmla="*/ 204 h 1216"/>
                  <a:gd name="T36" fmla="*/ 413 w 1280"/>
                  <a:gd name="T37" fmla="*/ 176 h 1216"/>
                  <a:gd name="T38" fmla="*/ 502 w 1280"/>
                  <a:gd name="T39" fmla="*/ 176 h 1216"/>
                  <a:gd name="T40" fmla="*/ 502 w 1280"/>
                  <a:gd name="T41" fmla="*/ 176 h 1216"/>
                  <a:gd name="T42" fmla="*/ 509 w 1280"/>
                  <a:gd name="T43" fmla="*/ 143 h 1216"/>
                  <a:gd name="T44" fmla="*/ 509 w 1280"/>
                  <a:gd name="T45" fmla="*/ 141 h 1216"/>
                  <a:gd name="T46" fmla="*/ 509 w 1280"/>
                  <a:gd name="T47" fmla="*/ 141 h 1216"/>
                  <a:gd name="T48" fmla="*/ 515 w 1280"/>
                  <a:gd name="T49" fmla="*/ 130 h 1216"/>
                  <a:gd name="T50" fmla="*/ 516 w 1280"/>
                  <a:gd name="T51" fmla="*/ 128 h 1216"/>
                  <a:gd name="T52" fmla="*/ 517 w 1280"/>
                  <a:gd name="T53" fmla="*/ 128 h 1216"/>
                  <a:gd name="T54" fmla="*/ 517 w 1280"/>
                  <a:gd name="T55" fmla="*/ 127 h 1216"/>
                  <a:gd name="T56" fmla="*/ 518 w 1280"/>
                  <a:gd name="T57" fmla="*/ 127 h 1216"/>
                  <a:gd name="T58" fmla="*/ 518 w 1280"/>
                  <a:gd name="T59" fmla="*/ 127 h 1216"/>
                  <a:gd name="T60" fmla="*/ 518 w 1280"/>
                  <a:gd name="T61" fmla="*/ 126 h 1216"/>
                  <a:gd name="T62" fmla="*/ 518 w 1280"/>
                  <a:gd name="T63" fmla="*/ 126 h 1216"/>
                  <a:gd name="T64" fmla="*/ 532 w 1280"/>
                  <a:gd name="T65" fmla="*/ 117 h 1216"/>
                  <a:gd name="T66" fmla="*/ 532 w 1280"/>
                  <a:gd name="T67" fmla="*/ 117 h 1216"/>
                  <a:gd name="T68" fmla="*/ 532 w 1280"/>
                  <a:gd name="T69" fmla="*/ 117 h 1216"/>
                  <a:gd name="T70" fmla="*/ 543 w 1280"/>
                  <a:gd name="T71" fmla="*/ 115 h 1216"/>
                  <a:gd name="T72" fmla="*/ 543 w 1280"/>
                  <a:gd name="T73" fmla="*/ 115 h 1216"/>
                  <a:gd name="T74" fmla="*/ 555 w 1280"/>
                  <a:gd name="T75" fmla="*/ 115 h 1216"/>
                  <a:gd name="T76" fmla="*/ 557 w 1280"/>
                  <a:gd name="T77" fmla="*/ 115 h 1216"/>
                  <a:gd name="T78" fmla="*/ 557 w 1280"/>
                  <a:gd name="T79" fmla="*/ 0 h 1216"/>
                  <a:gd name="T80" fmla="*/ 555 w 1280"/>
                  <a:gd name="T81" fmla="*/ 0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280" h="1216">
                    <a:moveTo>
                      <a:pt x="555" y="0"/>
                    </a:moveTo>
                    <a:cubicBezTo>
                      <a:pt x="475" y="0"/>
                      <a:pt x="475" y="0"/>
                      <a:pt x="475" y="0"/>
                    </a:cubicBezTo>
                    <a:cubicBezTo>
                      <a:pt x="435" y="0"/>
                      <a:pt x="395" y="3"/>
                      <a:pt x="357" y="9"/>
                    </a:cubicBezTo>
                    <a:cubicBezTo>
                      <a:pt x="161" y="42"/>
                      <a:pt x="0" y="165"/>
                      <a:pt x="0" y="447"/>
                    </a:cubicBezTo>
                    <a:cubicBezTo>
                      <a:pt x="0" y="730"/>
                      <a:pt x="239" y="1072"/>
                      <a:pt x="616" y="1181"/>
                    </a:cubicBezTo>
                    <a:cubicBezTo>
                      <a:pt x="694" y="1204"/>
                      <a:pt x="778" y="1216"/>
                      <a:pt x="867" y="1216"/>
                    </a:cubicBezTo>
                    <a:cubicBezTo>
                      <a:pt x="872" y="1216"/>
                      <a:pt x="872" y="1216"/>
                      <a:pt x="872" y="1216"/>
                    </a:cubicBezTo>
                    <a:cubicBezTo>
                      <a:pt x="1019" y="1216"/>
                      <a:pt x="1157" y="1180"/>
                      <a:pt x="1280" y="1117"/>
                    </a:cubicBezTo>
                    <a:cubicBezTo>
                      <a:pt x="1190" y="1142"/>
                      <a:pt x="1108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728" y="1153"/>
                      <a:pt x="552" y="970"/>
                      <a:pt x="552" y="805"/>
                    </a:cubicBezTo>
                    <a:cubicBezTo>
                      <a:pt x="403" y="805"/>
                      <a:pt x="403" y="805"/>
                      <a:pt x="403" y="805"/>
                    </a:cubicBezTo>
                    <a:cubicBezTo>
                      <a:pt x="281" y="805"/>
                      <a:pt x="281" y="805"/>
                      <a:pt x="281" y="805"/>
                    </a:cubicBezTo>
                    <a:cubicBezTo>
                      <a:pt x="268" y="805"/>
                      <a:pt x="258" y="796"/>
                      <a:pt x="258" y="783"/>
                    </a:cubicBezTo>
                    <a:cubicBezTo>
                      <a:pt x="258" y="782"/>
                      <a:pt x="258" y="782"/>
                      <a:pt x="258" y="782"/>
                    </a:cubicBezTo>
                    <a:cubicBezTo>
                      <a:pt x="258" y="777"/>
                      <a:pt x="258" y="777"/>
                      <a:pt x="258" y="777"/>
                    </a:cubicBezTo>
                    <a:cubicBezTo>
                      <a:pt x="378" y="204"/>
                      <a:pt x="378" y="204"/>
                      <a:pt x="378" y="204"/>
                    </a:cubicBezTo>
                    <a:cubicBezTo>
                      <a:pt x="381" y="189"/>
                      <a:pt x="397" y="176"/>
                      <a:pt x="413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9" y="143"/>
                      <a:pt x="509" y="143"/>
                      <a:pt x="509" y="143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15" y="130"/>
                      <a:pt x="515" y="130"/>
                      <a:pt x="515" y="130"/>
                    </a:cubicBezTo>
                    <a:cubicBezTo>
                      <a:pt x="516" y="128"/>
                      <a:pt x="516" y="128"/>
                      <a:pt x="516" y="128"/>
                    </a:cubicBezTo>
                    <a:cubicBezTo>
                      <a:pt x="517" y="128"/>
                      <a:pt x="517" y="128"/>
                      <a:pt x="517" y="128"/>
                    </a:cubicBezTo>
                    <a:cubicBezTo>
                      <a:pt x="517" y="127"/>
                      <a:pt x="517" y="127"/>
                      <a:pt x="517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55" y="115"/>
                      <a:pt x="555" y="115"/>
                      <a:pt x="555" y="115"/>
                    </a:cubicBezTo>
                    <a:cubicBezTo>
                      <a:pt x="557" y="115"/>
                      <a:pt x="557" y="115"/>
                      <a:pt x="557" y="115"/>
                    </a:cubicBezTo>
                    <a:cubicBezTo>
                      <a:pt x="557" y="0"/>
                      <a:pt x="557" y="0"/>
                      <a:pt x="557" y="0"/>
                    </a:cubicBezTo>
                    <a:lnTo>
                      <a:pt x="555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5" name="Freeform 8"/>
              <p:cNvSpPr>
                <a:spLocks noSelect="1"/>
              </p:cNvSpPr>
              <p:nvPr userDrawn="1"/>
            </p:nvSpPr>
            <p:spPr bwMode="gray">
              <a:xfrm>
                <a:off x="1077595" y="429895"/>
                <a:ext cx="386715" cy="414020"/>
              </a:xfrm>
              <a:custGeom>
                <a:avLst/>
                <a:gdLst>
                  <a:gd name="T0" fmla="*/ 770 w 1219"/>
                  <a:gd name="T1" fmla="*/ 928 h 1304"/>
                  <a:gd name="T2" fmla="*/ 350 w 1219"/>
                  <a:gd name="T3" fmla="*/ 929 h 1304"/>
                  <a:gd name="T4" fmla="*/ 38 w 1219"/>
                  <a:gd name="T5" fmla="*/ 955 h 1304"/>
                  <a:gd name="T6" fmla="*/ 30 w 1219"/>
                  <a:gd name="T7" fmla="*/ 956 h 1304"/>
                  <a:gd name="T8" fmla="*/ 481 w 1219"/>
                  <a:gd name="T9" fmla="*/ 1304 h 1304"/>
                  <a:gd name="T10" fmla="*/ 734 w 1219"/>
                  <a:gd name="T11" fmla="*/ 1265 h 1304"/>
                  <a:gd name="T12" fmla="*/ 744 w 1219"/>
                  <a:gd name="T13" fmla="*/ 1259 h 1304"/>
                  <a:gd name="T14" fmla="*/ 755 w 1219"/>
                  <a:gd name="T15" fmla="*/ 1253 h 1304"/>
                  <a:gd name="T16" fmla="*/ 765 w 1219"/>
                  <a:gd name="T17" fmla="*/ 1247 h 1304"/>
                  <a:gd name="T18" fmla="*/ 776 w 1219"/>
                  <a:gd name="T19" fmla="*/ 1241 h 1304"/>
                  <a:gd name="T20" fmla="*/ 786 w 1219"/>
                  <a:gd name="T21" fmla="*/ 1235 h 1304"/>
                  <a:gd name="T22" fmla="*/ 797 w 1219"/>
                  <a:gd name="T23" fmla="*/ 1228 h 1304"/>
                  <a:gd name="T24" fmla="*/ 806 w 1219"/>
                  <a:gd name="T25" fmla="*/ 1222 h 1304"/>
                  <a:gd name="T26" fmla="*/ 816 w 1219"/>
                  <a:gd name="T27" fmla="*/ 1215 h 1304"/>
                  <a:gd name="T28" fmla="*/ 826 w 1219"/>
                  <a:gd name="T29" fmla="*/ 1209 h 1304"/>
                  <a:gd name="T30" fmla="*/ 836 w 1219"/>
                  <a:gd name="T31" fmla="*/ 1202 h 1304"/>
                  <a:gd name="T32" fmla="*/ 846 w 1219"/>
                  <a:gd name="T33" fmla="*/ 1195 h 1304"/>
                  <a:gd name="T34" fmla="*/ 856 w 1219"/>
                  <a:gd name="T35" fmla="*/ 1188 h 1304"/>
                  <a:gd name="T36" fmla="*/ 870 w 1219"/>
                  <a:gd name="T37" fmla="*/ 1177 h 1304"/>
                  <a:gd name="T38" fmla="*/ 879 w 1219"/>
                  <a:gd name="T39" fmla="*/ 1169 h 1304"/>
                  <a:gd name="T40" fmla="*/ 898 w 1219"/>
                  <a:gd name="T41" fmla="*/ 1154 h 1304"/>
                  <a:gd name="T42" fmla="*/ 942 w 1219"/>
                  <a:gd name="T43" fmla="*/ 1114 h 1304"/>
                  <a:gd name="T44" fmla="*/ 955 w 1219"/>
                  <a:gd name="T45" fmla="*/ 1101 h 1304"/>
                  <a:gd name="T46" fmla="*/ 964 w 1219"/>
                  <a:gd name="T47" fmla="*/ 1092 h 1304"/>
                  <a:gd name="T48" fmla="*/ 972 w 1219"/>
                  <a:gd name="T49" fmla="*/ 1084 h 1304"/>
                  <a:gd name="T50" fmla="*/ 981 w 1219"/>
                  <a:gd name="T51" fmla="*/ 1075 h 1304"/>
                  <a:gd name="T52" fmla="*/ 990 w 1219"/>
                  <a:gd name="T53" fmla="*/ 1064 h 1304"/>
                  <a:gd name="T54" fmla="*/ 1206 w 1219"/>
                  <a:gd name="T55" fmla="*/ 617 h 1304"/>
                  <a:gd name="T56" fmla="*/ 1207 w 1219"/>
                  <a:gd name="T57" fmla="*/ 609 h 1304"/>
                  <a:gd name="T58" fmla="*/ 1209 w 1219"/>
                  <a:gd name="T59" fmla="*/ 594 h 1304"/>
                  <a:gd name="T60" fmla="*/ 1211 w 1219"/>
                  <a:gd name="T61" fmla="*/ 585 h 1304"/>
                  <a:gd name="T62" fmla="*/ 1212 w 1219"/>
                  <a:gd name="T63" fmla="*/ 570 h 1304"/>
                  <a:gd name="T64" fmla="*/ 1213 w 1219"/>
                  <a:gd name="T65" fmla="*/ 561 h 1304"/>
                  <a:gd name="T66" fmla="*/ 1215 w 1219"/>
                  <a:gd name="T67" fmla="*/ 551 h 1304"/>
                  <a:gd name="T68" fmla="*/ 1215 w 1219"/>
                  <a:gd name="T69" fmla="*/ 542 h 1304"/>
                  <a:gd name="T70" fmla="*/ 1216 w 1219"/>
                  <a:gd name="T71" fmla="*/ 532 h 1304"/>
                  <a:gd name="T72" fmla="*/ 1217 w 1219"/>
                  <a:gd name="T73" fmla="*/ 522 h 1304"/>
                  <a:gd name="T74" fmla="*/ 1217 w 1219"/>
                  <a:gd name="T75" fmla="*/ 513 h 1304"/>
                  <a:gd name="T76" fmla="*/ 1218 w 1219"/>
                  <a:gd name="T77" fmla="*/ 502 h 1304"/>
                  <a:gd name="T78" fmla="*/ 1218 w 1219"/>
                  <a:gd name="T79" fmla="*/ 493 h 1304"/>
                  <a:gd name="T80" fmla="*/ 1218 w 1219"/>
                  <a:gd name="T81" fmla="*/ 483 h 1304"/>
                  <a:gd name="T82" fmla="*/ 1219 w 1219"/>
                  <a:gd name="T83" fmla="*/ 473 h 1304"/>
                  <a:gd name="T84" fmla="*/ 1219 w 1219"/>
                  <a:gd name="T85" fmla="*/ 459 h 1304"/>
                  <a:gd name="T86" fmla="*/ 1218 w 1219"/>
                  <a:gd name="T87" fmla="*/ 447 h 1304"/>
                  <a:gd name="T88" fmla="*/ 1218 w 1219"/>
                  <a:gd name="T89" fmla="*/ 436 h 1304"/>
                  <a:gd name="T90" fmla="*/ 1218 w 1219"/>
                  <a:gd name="T91" fmla="*/ 424 h 1304"/>
                  <a:gd name="T92" fmla="*/ 1217 w 1219"/>
                  <a:gd name="T93" fmla="*/ 413 h 1304"/>
                  <a:gd name="T94" fmla="*/ 1216 w 1219"/>
                  <a:gd name="T95" fmla="*/ 402 h 1304"/>
                  <a:gd name="T96" fmla="*/ 1216 w 1219"/>
                  <a:gd name="T97" fmla="*/ 391 h 1304"/>
                  <a:gd name="T98" fmla="*/ 1215 w 1219"/>
                  <a:gd name="T99" fmla="*/ 380 h 1304"/>
                  <a:gd name="T100" fmla="*/ 1214 w 1219"/>
                  <a:gd name="T101" fmla="*/ 369 h 1304"/>
                  <a:gd name="T102" fmla="*/ 1212 w 1219"/>
                  <a:gd name="T103" fmla="*/ 353 h 1304"/>
                  <a:gd name="T104" fmla="*/ 1210 w 1219"/>
                  <a:gd name="T105" fmla="*/ 342 h 1304"/>
                  <a:gd name="T106" fmla="*/ 1209 w 1219"/>
                  <a:gd name="T107" fmla="*/ 331 h 1304"/>
                  <a:gd name="T108" fmla="*/ 1207 w 1219"/>
                  <a:gd name="T109" fmla="*/ 320 h 1304"/>
                  <a:gd name="T110" fmla="*/ 1193 w 1219"/>
                  <a:gd name="T111" fmla="*/ 248 h 1304"/>
                  <a:gd name="T112" fmla="*/ 1187 w 1219"/>
                  <a:gd name="T113" fmla="*/ 226 h 1304"/>
                  <a:gd name="T114" fmla="*/ 1184 w 1219"/>
                  <a:gd name="T115" fmla="*/ 215 h 1304"/>
                  <a:gd name="T116" fmla="*/ 1181 w 1219"/>
                  <a:gd name="T117" fmla="*/ 204 h 1304"/>
                  <a:gd name="T118" fmla="*/ 1177 w 1219"/>
                  <a:gd name="T119" fmla="*/ 193 h 1304"/>
                  <a:gd name="T120" fmla="*/ 1174 w 1219"/>
                  <a:gd name="T121" fmla="*/ 182 h 1304"/>
                  <a:gd name="T122" fmla="*/ 1090 w 1219"/>
                  <a:gd name="T123" fmla="*/ 0 h 1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219" h="1304">
                    <a:moveTo>
                      <a:pt x="1126" y="206"/>
                    </a:moveTo>
                    <a:cubicBezTo>
                      <a:pt x="1126" y="329"/>
                      <a:pt x="1089" y="447"/>
                      <a:pt x="1016" y="537"/>
                    </a:cubicBezTo>
                    <a:cubicBezTo>
                      <a:pt x="972" y="592"/>
                      <a:pt x="902" y="646"/>
                      <a:pt x="820" y="685"/>
                    </a:cubicBezTo>
                    <a:cubicBezTo>
                      <a:pt x="770" y="928"/>
                      <a:pt x="770" y="928"/>
                      <a:pt x="770" y="928"/>
                    </a:cubicBezTo>
                    <a:cubicBezTo>
                      <a:pt x="767" y="943"/>
                      <a:pt x="751" y="956"/>
                      <a:pt x="736" y="956"/>
                    </a:cubicBezTo>
                    <a:cubicBezTo>
                      <a:pt x="493" y="956"/>
                      <a:pt x="493" y="956"/>
                      <a:pt x="493" y="956"/>
                    </a:cubicBezTo>
                    <a:cubicBezTo>
                      <a:pt x="399" y="956"/>
                      <a:pt x="399" y="956"/>
                      <a:pt x="399" y="956"/>
                    </a:cubicBezTo>
                    <a:cubicBezTo>
                      <a:pt x="381" y="956"/>
                      <a:pt x="359" y="944"/>
                      <a:pt x="350" y="929"/>
                    </a:cubicBezTo>
                    <a:cubicBezTo>
                      <a:pt x="131" y="590"/>
                      <a:pt x="131" y="590"/>
                      <a:pt x="131" y="590"/>
                    </a:cubicBezTo>
                    <a:cubicBezTo>
                      <a:pt x="63" y="929"/>
                      <a:pt x="63" y="929"/>
                      <a:pt x="63" y="929"/>
                    </a:cubicBezTo>
                    <a:cubicBezTo>
                      <a:pt x="60" y="941"/>
                      <a:pt x="50" y="951"/>
                      <a:pt x="38" y="955"/>
                    </a:cubicBezTo>
                    <a:cubicBezTo>
                      <a:pt x="38" y="955"/>
                      <a:pt x="38" y="955"/>
                      <a:pt x="38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0" y="956"/>
                      <a:pt x="30" y="956"/>
                      <a:pt x="30" y="956"/>
                    </a:cubicBezTo>
                    <a:cubicBezTo>
                      <a:pt x="29" y="956"/>
                      <a:pt x="29" y="956"/>
                      <a:pt x="29" y="956"/>
                    </a:cubicBezTo>
                    <a:cubicBezTo>
                      <a:pt x="0" y="956"/>
                      <a:pt x="0" y="956"/>
                      <a:pt x="0" y="956"/>
                    </a:cubicBezTo>
                    <a:cubicBezTo>
                      <a:pt x="0" y="1121"/>
                      <a:pt x="176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556" y="1304"/>
                      <a:pt x="638" y="1293"/>
                      <a:pt x="728" y="1268"/>
                    </a:cubicBezTo>
                    <a:cubicBezTo>
                      <a:pt x="732" y="1265"/>
                      <a:pt x="732" y="1265"/>
                      <a:pt x="732" y="1265"/>
                    </a:cubicBezTo>
                    <a:cubicBezTo>
                      <a:pt x="734" y="1265"/>
                      <a:pt x="734" y="1265"/>
                      <a:pt x="734" y="1265"/>
                    </a:cubicBezTo>
                    <a:cubicBezTo>
                      <a:pt x="738" y="1262"/>
                      <a:pt x="738" y="1262"/>
                      <a:pt x="738" y="1262"/>
                    </a:cubicBezTo>
                    <a:cubicBezTo>
                      <a:pt x="739" y="1262"/>
                      <a:pt x="739" y="1262"/>
                      <a:pt x="739" y="1262"/>
                    </a:cubicBezTo>
                    <a:cubicBezTo>
                      <a:pt x="743" y="1260"/>
                      <a:pt x="743" y="1260"/>
                      <a:pt x="743" y="1260"/>
                    </a:cubicBezTo>
                    <a:cubicBezTo>
                      <a:pt x="744" y="1259"/>
                      <a:pt x="744" y="1259"/>
                      <a:pt x="744" y="1259"/>
                    </a:cubicBezTo>
                    <a:cubicBezTo>
                      <a:pt x="749" y="1257"/>
                      <a:pt x="749" y="1257"/>
                      <a:pt x="749" y="1257"/>
                    </a:cubicBezTo>
                    <a:cubicBezTo>
                      <a:pt x="750" y="1256"/>
                      <a:pt x="750" y="1256"/>
                      <a:pt x="750" y="1256"/>
                    </a:cubicBezTo>
                    <a:cubicBezTo>
                      <a:pt x="754" y="1254"/>
                      <a:pt x="754" y="1254"/>
                      <a:pt x="754" y="1254"/>
                    </a:cubicBezTo>
                    <a:cubicBezTo>
                      <a:pt x="755" y="1253"/>
                      <a:pt x="755" y="1253"/>
                      <a:pt x="755" y="1253"/>
                    </a:cubicBezTo>
                    <a:cubicBezTo>
                      <a:pt x="759" y="1251"/>
                      <a:pt x="759" y="1251"/>
                      <a:pt x="759" y="1251"/>
                    </a:cubicBezTo>
                    <a:cubicBezTo>
                      <a:pt x="760" y="1250"/>
                      <a:pt x="760" y="1250"/>
                      <a:pt x="760" y="1250"/>
                    </a:cubicBezTo>
                    <a:cubicBezTo>
                      <a:pt x="765" y="1248"/>
                      <a:pt x="765" y="1248"/>
                      <a:pt x="765" y="1248"/>
                    </a:cubicBezTo>
                    <a:cubicBezTo>
                      <a:pt x="765" y="1247"/>
                      <a:pt x="765" y="1247"/>
                      <a:pt x="765" y="1247"/>
                    </a:cubicBezTo>
                    <a:cubicBezTo>
                      <a:pt x="769" y="1245"/>
                      <a:pt x="769" y="1245"/>
                      <a:pt x="769" y="1245"/>
                    </a:cubicBezTo>
                    <a:cubicBezTo>
                      <a:pt x="771" y="1244"/>
                      <a:pt x="771" y="1244"/>
                      <a:pt x="771" y="1244"/>
                    </a:cubicBezTo>
                    <a:cubicBezTo>
                      <a:pt x="775" y="1242"/>
                      <a:pt x="775" y="1242"/>
                      <a:pt x="775" y="1242"/>
                    </a:cubicBezTo>
                    <a:cubicBezTo>
                      <a:pt x="776" y="1241"/>
                      <a:pt x="776" y="1241"/>
                      <a:pt x="776" y="1241"/>
                    </a:cubicBezTo>
                    <a:cubicBezTo>
                      <a:pt x="780" y="1239"/>
                      <a:pt x="780" y="1239"/>
                      <a:pt x="780" y="1239"/>
                    </a:cubicBezTo>
                    <a:cubicBezTo>
                      <a:pt x="781" y="1238"/>
                      <a:pt x="781" y="1238"/>
                      <a:pt x="781" y="1238"/>
                    </a:cubicBezTo>
                    <a:cubicBezTo>
                      <a:pt x="785" y="1236"/>
                      <a:pt x="785" y="1236"/>
                      <a:pt x="785" y="1236"/>
                    </a:cubicBezTo>
                    <a:cubicBezTo>
                      <a:pt x="786" y="1235"/>
                      <a:pt x="786" y="1235"/>
                      <a:pt x="786" y="1235"/>
                    </a:cubicBezTo>
                    <a:cubicBezTo>
                      <a:pt x="790" y="1232"/>
                      <a:pt x="790" y="1232"/>
                      <a:pt x="790" y="1232"/>
                    </a:cubicBezTo>
                    <a:cubicBezTo>
                      <a:pt x="791" y="1232"/>
                      <a:pt x="791" y="1232"/>
                      <a:pt x="791" y="1232"/>
                    </a:cubicBezTo>
                    <a:cubicBezTo>
                      <a:pt x="795" y="1229"/>
                      <a:pt x="795" y="1229"/>
                      <a:pt x="795" y="1229"/>
                    </a:cubicBezTo>
                    <a:cubicBezTo>
                      <a:pt x="797" y="1228"/>
                      <a:pt x="797" y="1228"/>
                      <a:pt x="797" y="1228"/>
                    </a:cubicBezTo>
                    <a:cubicBezTo>
                      <a:pt x="801" y="1226"/>
                      <a:pt x="801" y="1226"/>
                      <a:pt x="801" y="1226"/>
                    </a:cubicBezTo>
                    <a:cubicBezTo>
                      <a:pt x="802" y="1225"/>
                      <a:pt x="802" y="1225"/>
                      <a:pt x="802" y="1225"/>
                    </a:cubicBezTo>
                    <a:cubicBezTo>
                      <a:pt x="805" y="1223"/>
                      <a:pt x="805" y="1223"/>
                      <a:pt x="805" y="1223"/>
                    </a:cubicBezTo>
                    <a:cubicBezTo>
                      <a:pt x="806" y="1222"/>
                      <a:pt x="806" y="1222"/>
                      <a:pt x="806" y="1222"/>
                    </a:cubicBezTo>
                    <a:cubicBezTo>
                      <a:pt x="811" y="1219"/>
                      <a:pt x="811" y="1219"/>
                      <a:pt x="811" y="1219"/>
                    </a:cubicBezTo>
                    <a:cubicBezTo>
                      <a:pt x="812" y="1219"/>
                      <a:pt x="812" y="1219"/>
                      <a:pt x="812" y="1219"/>
                    </a:cubicBezTo>
                    <a:cubicBezTo>
                      <a:pt x="815" y="1216"/>
                      <a:pt x="815" y="1216"/>
                      <a:pt x="815" y="1216"/>
                    </a:cubicBezTo>
                    <a:cubicBezTo>
                      <a:pt x="816" y="1215"/>
                      <a:pt x="816" y="1215"/>
                      <a:pt x="816" y="1215"/>
                    </a:cubicBezTo>
                    <a:cubicBezTo>
                      <a:pt x="821" y="1213"/>
                      <a:pt x="821" y="1213"/>
                      <a:pt x="821" y="1213"/>
                    </a:cubicBezTo>
                    <a:cubicBezTo>
                      <a:pt x="822" y="1212"/>
                      <a:pt x="822" y="1212"/>
                      <a:pt x="822" y="1212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31" y="1206"/>
                      <a:pt x="831" y="1206"/>
                      <a:pt x="831" y="1206"/>
                    </a:cubicBezTo>
                    <a:cubicBezTo>
                      <a:pt x="831" y="1205"/>
                      <a:pt x="831" y="1205"/>
                      <a:pt x="831" y="1205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40" y="1199"/>
                      <a:pt x="840" y="1199"/>
                      <a:pt x="840" y="1199"/>
                    </a:cubicBezTo>
                    <a:cubicBezTo>
                      <a:pt x="841" y="1198"/>
                      <a:pt x="841" y="1198"/>
                      <a:pt x="841" y="1198"/>
                    </a:cubicBezTo>
                    <a:cubicBezTo>
                      <a:pt x="845" y="1195"/>
                      <a:pt x="845" y="1195"/>
                      <a:pt x="845" y="1195"/>
                    </a:cubicBezTo>
                    <a:cubicBezTo>
                      <a:pt x="846" y="1195"/>
                      <a:pt x="846" y="1195"/>
                      <a:pt x="846" y="1195"/>
                    </a:cubicBezTo>
                    <a:cubicBezTo>
                      <a:pt x="850" y="1192"/>
                      <a:pt x="850" y="1192"/>
                      <a:pt x="850" y="1192"/>
                    </a:cubicBezTo>
                    <a:cubicBezTo>
                      <a:pt x="851" y="1191"/>
                      <a:pt x="851" y="1191"/>
                      <a:pt x="851" y="1191"/>
                    </a:cubicBezTo>
                    <a:cubicBezTo>
                      <a:pt x="855" y="1188"/>
                      <a:pt x="855" y="1188"/>
                      <a:pt x="855" y="1188"/>
                    </a:cubicBezTo>
                    <a:cubicBezTo>
                      <a:pt x="856" y="1188"/>
                      <a:pt x="856" y="1188"/>
                      <a:pt x="856" y="1188"/>
                    </a:cubicBezTo>
                    <a:cubicBezTo>
                      <a:pt x="865" y="1181"/>
                      <a:pt x="865" y="1181"/>
                      <a:pt x="865" y="1181"/>
                    </a:cubicBezTo>
                    <a:cubicBezTo>
                      <a:pt x="865" y="1180"/>
                      <a:pt x="865" y="1180"/>
                      <a:pt x="865" y="1180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4" y="1173"/>
                      <a:pt x="874" y="1173"/>
                      <a:pt x="874" y="1173"/>
                    </a:cubicBezTo>
                    <a:cubicBezTo>
                      <a:pt x="875" y="1173"/>
                      <a:pt x="875" y="1173"/>
                      <a:pt x="875" y="1173"/>
                    </a:cubicBezTo>
                    <a:cubicBezTo>
                      <a:pt x="879" y="1170"/>
                      <a:pt x="879" y="1170"/>
                      <a:pt x="879" y="1170"/>
                    </a:cubicBezTo>
                    <a:cubicBezTo>
                      <a:pt x="879" y="1169"/>
                      <a:pt x="879" y="1169"/>
                      <a:pt x="879" y="1169"/>
                    </a:cubicBezTo>
                    <a:cubicBezTo>
                      <a:pt x="888" y="1162"/>
                      <a:pt x="888" y="1162"/>
                      <a:pt x="888" y="1162"/>
                    </a:cubicBezTo>
                    <a:cubicBezTo>
                      <a:pt x="889" y="1162"/>
                      <a:pt x="889" y="1162"/>
                      <a:pt x="889" y="1162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911" y="1143"/>
                      <a:pt x="911" y="1143"/>
                      <a:pt x="911" y="1143"/>
                    </a:cubicBezTo>
                    <a:cubicBezTo>
                      <a:pt x="911" y="1142"/>
                      <a:pt x="911" y="1142"/>
                      <a:pt x="911" y="1142"/>
                    </a:cubicBezTo>
                    <a:cubicBezTo>
                      <a:pt x="922" y="1133"/>
                      <a:pt x="932" y="1124"/>
                      <a:pt x="942" y="1114"/>
                    </a:cubicBezTo>
                    <a:cubicBezTo>
                      <a:pt x="942" y="1114"/>
                      <a:pt x="942" y="1114"/>
                      <a:pt x="942" y="1114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9" y="1097"/>
                      <a:pt x="959" y="1097"/>
                      <a:pt x="959" y="1097"/>
                    </a:cubicBezTo>
                    <a:cubicBezTo>
                      <a:pt x="960" y="1097"/>
                      <a:pt x="960" y="1097"/>
                      <a:pt x="960" y="1097"/>
                    </a:cubicBezTo>
                    <a:cubicBezTo>
                      <a:pt x="963" y="1093"/>
                      <a:pt x="963" y="1093"/>
                      <a:pt x="963" y="1093"/>
                    </a:cubicBezTo>
                    <a:cubicBezTo>
                      <a:pt x="964" y="1092"/>
                      <a:pt x="964" y="1092"/>
                      <a:pt x="964" y="1092"/>
                    </a:cubicBezTo>
                    <a:cubicBezTo>
                      <a:pt x="967" y="1089"/>
                      <a:pt x="967" y="1089"/>
                      <a:pt x="967" y="1089"/>
                    </a:cubicBezTo>
                    <a:cubicBezTo>
                      <a:pt x="968" y="1088"/>
                      <a:pt x="968" y="1088"/>
                      <a:pt x="968" y="1088"/>
                    </a:cubicBezTo>
                    <a:cubicBezTo>
                      <a:pt x="971" y="1085"/>
                      <a:pt x="971" y="1085"/>
                      <a:pt x="971" y="1085"/>
                    </a:cubicBezTo>
                    <a:cubicBezTo>
                      <a:pt x="972" y="1084"/>
                      <a:pt x="972" y="1084"/>
                      <a:pt x="972" y="1084"/>
                    </a:cubicBezTo>
                    <a:cubicBezTo>
                      <a:pt x="976" y="1080"/>
                      <a:pt x="976" y="1080"/>
                      <a:pt x="976" y="1080"/>
                    </a:cubicBezTo>
                    <a:cubicBezTo>
                      <a:pt x="977" y="1079"/>
                      <a:pt x="977" y="1079"/>
                      <a:pt x="977" y="1079"/>
                    </a:cubicBezTo>
                    <a:cubicBezTo>
                      <a:pt x="979" y="1076"/>
                      <a:pt x="979" y="1076"/>
                      <a:pt x="979" y="1076"/>
                    </a:cubicBezTo>
                    <a:cubicBezTo>
                      <a:pt x="981" y="1075"/>
                      <a:pt x="981" y="1075"/>
                      <a:pt x="981" y="1075"/>
                    </a:cubicBezTo>
                    <a:cubicBezTo>
                      <a:pt x="984" y="1072"/>
                      <a:pt x="984" y="1072"/>
                      <a:pt x="984" y="1072"/>
                    </a:cubicBezTo>
                    <a:cubicBezTo>
                      <a:pt x="985" y="1070"/>
                      <a:pt x="985" y="1070"/>
                      <a:pt x="985" y="1070"/>
                    </a:cubicBezTo>
                    <a:cubicBezTo>
                      <a:pt x="987" y="1068"/>
                      <a:pt x="987" y="1068"/>
                      <a:pt x="987" y="1068"/>
                    </a:cubicBezTo>
                    <a:cubicBezTo>
                      <a:pt x="990" y="1064"/>
                      <a:pt x="990" y="1064"/>
                      <a:pt x="990" y="1064"/>
                    </a:cubicBezTo>
                    <a:cubicBezTo>
                      <a:pt x="991" y="1063"/>
                      <a:pt x="991" y="1063"/>
                      <a:pt x="991" y="1063"/>
                    </a:cubicBezTo>
                    <a:cubicBezTo>
                      <a:pt x="994" y="1061"/>
                      <a:pt x="994" y="1061"/>
                      <a:pt x="994" y="1061"/>
                    </a:cubicBezTo>
                    <a:cubicBezTo>
                      <a:pt x="994" y="1060"/>
                      <a:pt x="994" y="1060"/>
                      <a:pt x="994" y="1060"/>
                    </a:cubicBezTo>
                    <a:cubicBezTo>
                      <a:pt x="1102" y="937"/>
                      <a:pt x="1177" y="785"/>
                      <a:pt x="1206" y="617"/>
                    </a:cubicBezTo>
                    <a:cubicBezTo>
                      <a:pt x="1206" y="617"/>
                      <a:pt x="1206" y="617"/>
                      <a:pt x="1206" y="617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4"/>
                      <a:pt x="1209" y="594"/>
                      <a:pt x="1209" y="594"/>
                    </a:cubicBezTo>
                    <a:cubicBezTo>
                      <a:pt x="1210" y="593"/>
                      <a:pt x="1210" y="593"/>
                      <a:pt x="1210" y="593"/>
                    </a:cubicBezTo>
                    <a:cubicBezTo>
                      <a:pt x="1210" y="589"/>
                      <a:pt x="1210" y="589"/>
                      <a:pt x="1210" y="589"/>
                    </a:cubicBezTo>
                    <a:cubicBezTo>
                      <a:pt x="1210" y="588"/>
                      <a:pt x="1210" y="588"/>
                      <a:pt x="1210" y="588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2" y="574"/>
                      <a:pt x="1212" y="574"/>
                      <a:pt x="1212" y="574"/>
                    </a:cubicBezTo>
                    <a:cubicBezTo>
                      <a:pt x="1212" y="573"/>
                      <a:pt x="1212" y="573"/>
                      <a:pt x="1212" y="573"/>
                    </a:cubicBezTo>
                    <a:cubicBezTo>
                      <a:pt x="1212" y="570"/>
                      <a:pt x="1212" y="570"/>
                      <a:pt x="1212" y="570"/>
                    </a:cubicBezTo>
                    <a:cubicBezTo>
                      <a:pt x="1213" y="568"/>
                      <a:pt x="1213" y="568"/>
                      <a:pt x="1213" y="568"/>
                    </a:cubicBezTo>
                    <a:cubicBezTo>
                      <a:pt x="1213" y="566"/>
                      <a:pt x="1213" y="566"/>
                      <a:pt x="1213" y="566"/>
                    </a:cubicBezTo>
                    <a:cubicBezTo>
                      <a:pt x="1213" y="564"/>
                      <a:pt x="1213" y="564"/>
                      <a:pt x="1213" y="564"/>
                    </a:cubicBezTo>
                    <a:cubicBezTo>
                      <a:pt x="1213" y="561"/>
                      <a:pt x="1213" y="561"/>
                      <a:pt x="1213" y="561"/>
                    </a:cubicBezTo>
                    <a:cubicBezTo>
                      <a:pt x="1214" y="560"/>
                      <a:pt x="1214" y="560"/>
                      <a:pt x="1214" y="560"/>
                    </a:cubicBezTo>
                    <a:cubicBezTo>
                      <a:pt x="1214" y="555"/>
                      <a:pt x="1214" y="555"/>
                      <a:pt x="1214" y="555"/>
                    </a:cubicBezTo>
                    <a:cubicBezTo>
                      <a:pt x="1214" y="553"/>
                      <a:pt x="1214" y="553"/>
                      <a:pt x="1214" y="553"/>
                    </a:cubicBezTo>
                    <a:cubicBezTo>
                      <a:pt x="1215" y="551"/>
                      <a:pt x="1215" y="551"/>
                      <a:pt x="1215" y="551"/>
                    </a:cubicBezTo>
                    <a:cubicBezTo>
                      <a:pt x="1215" y="549"/>
                      <a:pt x="1215" y="549"/>
                      <a:pt x="1215" y="549"/>
                    </a:cubicBezTo>
                    <a:cubicBezTo>
                      <a:pt x="1215" y="546"/>
                      <a:pt x="1215" y="546"/>
                      <a:pt x="1215" y="546"/>
                    </a:cubicBezTo>
                    <a:cubicBezTo>
                      <a:pt x="1215" y="544"/>
                      <a:pt x="1215" y="544"/>
                      <a:pt x="1215" y="544"/>
                    </a:cubicBezTo>
                    <a:cubicBezTo>
                      <a:pt x="1215" y="542"/>
                      <a:pt x="1215" y="542"/>
                      <a:pt x="1215" y="542"/>
                    </a:cubicBezTo>
                    <a:cubicBezTo>
                      <a:pt x="1215" y="540"/>
                      <a:pt x="1215" y="540"/>
                      <a:pt x="1215" y="540"/>
                    </a:cubicBezTo>
                    <a:cubicBezTo>
                      <a:pt x="1216" y="537"/>
                      <a:pt x="1216" y="537"/>
                      <a:pt x="1216" y="537"/>
                    </a:cubicBezTo>
                    <a:cubicBezTo>
                      <a:pt x="1216" y="534"/>
                      <a:pt x="1216" y="534"/>
                      <a:pt x="1216" y="534"/>
                    </a:cubicBezTo>
                    <a:cubicBezTo>
                      <a:pt x="1216" y="532"/>
                      <a:pt x="1216" y="532"/>
                      <a:pt x="1216" y="532"/>
                    </a:cubicBezTo>
                    <a:cubicBezTo>
                      <a:pt x="1216" y="529"/>
                      <a:pt x="1216" y="529"/>
                      <a:pt x="1216" y="529"/>
                    </a:cubicBezTo>
                    <a:cubicBezTo>
                      <a:pt x="1216" y="527"/>
                      <a:pt x="1216" y="527"/>
                      <a:pt x="1216" y="527"/>
                    </a:cubicBezTo>
                    <a:cubicBezTo>
                      <a:pt x="1217" y="524"/>
                      <a:pt x="1217" y="524"/>
                      <a:pt x="1217" y="524"/>
                    </a:cubicBezTo>
                    <a:cubicBezTo>
                      <a:pt x="1217" y="522"/>
                      <a:pt x="1217" y="522"/>
                      <a:pt x="1217" y="522"/>
                    </a:cubicBezTo>
                    <a:cubicBezTo>
                      <a:pt x="1217" y="520"/>
                      <a:pt x="1217" y="520"/>
                      <a:pt x="1217" y="520"/>
                    </a:cubicBezTo>
                    <a:cubicBezTo>
                      <a:pt x="1217" y="518"/>
                      <a:pt x="1217" y="518"/>
                      <a:pt x="1217" y="518"/>
                    </a:cubicBezTo>
                    <a:cubicBezTo>
                      <a:pt x="1217" y="515"/>
                      <a:pt x="1217" y="515"/>
                      <a:pt x="1217" y="515"/>
                    </a:cubicBezTo>
                    <a:cubicBezTo>
                      <a:pt x="1217" y="513"/>
                      <a:pt x="1217" y="513"/>
                      <a:pt x="1217" y="513"/>
                    </a:cubicBezTo>
                    <a:cubicBezTo>
                      <a:pt x="1218" y="509"/>
                      <a:pt x="1218" y="509"/>
                      <a:pt x="1218" y="509"/>
                    </a:cubicBezTo>
                    <a:cubicBezTo>
                      <a:pt x="1218" y="507"/>
                      <a:pt x="1218" y="507"/>
                      <a:pt x="1218" y="507"/>
                    </a:cubicBezTo>
                    <a:cubicBezTo>
                      <a:pt x="1218" y="504"/>
                      <a:pt x="1218" y="504"/>
                      <a:pt x="1218" y="504"/>
                    </a:cubicBezTo>
                    <a:cubicBezTo>
                      <a:pt x="1218" y="502"/>
                      <a:pt x="1218" y="502"/>
                      <a:pt x="1218" y="502"/>
                    </a:cubicBezTo>
                    <a:cubicBezTo>
                      <a:pt x="1218" y="500"/>
                      <a:pt x="1218" y="500"/>
                      <a:pt x="1218" y="500"/>
                    </a:cubicBezTo>
                    <a:cubicBezTo>
                      <a:pt x="1218" y="498"/>
                      <a:pt x="1218" y="498"/>
                      <a:pt x="1218" y="498"/>
                    </a:cubicBezTo>
                    <a:cubicBezTo>
                      <a:pt x="1218" y="495"/>
                      <a:pt x="1218" y="495"/>
                      <a:pt x="1218" y="495"/>
                    </a:cubicBezTo>
                    <a:cubicBezTo>
                      <a:pt x="1218" y="493"/>
                      <a:pt x="1218" y="493"/>
                      <a:pt x="1218" y="493"/>
                    </a:cubicBezTo>
                    <a:cubicBezTo>
                      <a:pt x="1218" y="490"/>
                      <a:pt x="1218" y="490"/>
                      <a:pt x="1218" y="490"/>
                    </a:cubicBezTo>
                    <a:cubicBezTo>
                      <a:pt x="1218" y="489"/>
                      <a:pt x="1218" y="489"/>
                      <a:pt x="1218" y="489"/>
                    </a:cubicBezTo>
                    <a:cubicBezTo>
                      <a:pt x="1218" y="484"/>
                      <a:pt x="1218" y="484"/>
                      <a:pt x="1218" y="484"/>
                    </a:cubicBezTo>
                    <a:cubicBezTo>
                      <a:pt x="1218" y="483"/>
                      <a:pt x="1218" y="483"/>
                      <a:pt x="1218" y="483"/>
                    </a:cubicBezTo>
                    <a:cubicBezTo>
                      <a:pt x="1218" y="480"/>
                      <a:pt x="1218" y="480"/>
                      <a:pt x="1218" y="480"/>
                    </a:cubicBezTo>
                    <a:cubicBezTo>
                      <a:pt x="1219" y="478"/>
                      <a:pt x="1219" y="478"/>
                      <a:pt x="1219" y="478"/>
                    </a:cubicBezTo>
                    <a:cubicBezTo>
                      <a:pt x="1219" y="475"/>
                      <a:pt x="1219" y="475"/>
                      <a:pt x="1219" y="475"/>
                    </a:cubicBezTo>
                    <a:cubicBezTo>
                      <a:pt x="1219" y="473"/>
                      <a:pt x="1219" y="473"/>
                      <a:pt x="1219" y="473"/>
                    </a:cubicBezTo>
                    <a:cubicBezTo>
                      <a:pt x="1219" y="470"/>
                      <a:pt x="1219" y="470"/>
                      <a:pt x="1219" y="470"/>
                    </a:cubicBezTo>
                    <a:cubicBezTo>
                      <a:pt x="1219" y="469"/>
                      <a:pt x="1219" y="469"/>
                      <a:pt x="1219" y="469"/>
                    </a:cubicBezTo>
                    <a:cubicBezTo>
                      <a:pt x="1219" y="464"/>
                      <a:pt x="1219" y="464"/>
                      <a:pt x="1219" y="464"/>
                    </a:cubicBezTo>
                    <a:cubicBezTo>
                      <a:pt x="1219" y="459"/>
                      <a:pt x="1219" y="459"/>
                      <a:pt x="1219" y="459"/>
                    </a:cubicBezTo>
                    <a:cubicBezTo>
                      <a:pt x="1219" y="458"/>
                      <a:pt x="1219" y="458"/>
                      <a:pt x="1219" y="458"/>
                    </a:cubicBezTo>
                    <a:cubicBezTo>
                      <a:pt x="1219" y="453"/>
                      <a:pt x="1219" y="453"/>
                      <a:pt x="1219" y="453"/>
                    </a:cubicBezTo>
                    <a:cubicBezTo>
                      <a:pt x="1219" y="452"/>
                      <a:pt x="1219" y="452"/>
                      <a:pt x="1219" y="452"/>
                    </a:cubicBezTo>
                    <a:cubicBezTo>
                      <a:pt x="1218" y="447"/>
                      <a:pt x="1218" y="447"/>
                      <a:pt x="1218" y="447"/>
                    </a:cubicBezTo>
                    <a:cubicBezTo>
                      <a:pt x="1218" y="446"/>
                      <a:pt x="1218" y="446"/>
                      <a:pt x="1218" y="446"/>
                    </a:cubicBezTo>
                    <a:cubicBezTo>
                      <a:pt x="1218" y="442"/>
                      <a:pt x="1218" y="442"/>
                      <a:pt x="1218" y="442"/>
                    </a:cubicBezTo>
                    <a:cubicBezTo>
                      <a:pt x="1218" y="441"/>
                      <a:pt x="1218" y="441"/>
                      <a:pt x="1218" y="441"/>
                    </a:cubicBezTo>
                    <a:cubicBezTo>
                      <a:pt x="1218" y="436"/>
                      <a:pt x="1218" y="436"/>
                      <a:pt x="1218" y="436"/>
                    </a:cubicBezTo>
                    <a:cubicBezTo>
                      <a:pt x="1218" y="434"/>
                      <a:pt x="1218" y="434"/>
                      <a:pt x="1218" y="434"/>
                    </a:cubicBezTo>
                    <a:cubicBezTo>
                      <a:pt x="1218" y="430"/>
                      <a:pt x="1218" y="430"/>
                      <a:pt x="1218" y="430"/>
                    </a:cubicBezTo>
                    <a:cubicBezTo>
                      <a:pt x="1218" y="429"/>
                      <a:pt x="1218" y="429"/>
                      <a:pt x="1218" y="429"/>
                    </a:cubicBezTo>
                    <a:cubicBezTo>
                      <a:pt x="1218" y="424"/>
                      <a:pt x="1218" y="424"/>
                      <a:pt x="1218" y="424"/>
                    </a:cubicBezTo>
                    <a:cubicBezTo>
                      <a:pt x="1218" y="423"/>
                      <a:pt x="1218" y="423"/>
                      <a:pt x="1218" y="423"/>
                    </a:cubicBezTo>
                    <a:cubicBezTo>
                      <a:pt x="1217" y="419"/>
                      <a:pt x="1217" y="419"/>
                      <a:pt x="1217" y="419"/>
                    </a:cubicBezTo>
                    <a:cubicBezTo>
                      <a:pt x="1217" y="417"/>
                      <a:pt x="1217" y="417"/>
                      <a:pt x="1217" y="417"/>
                    </a:cubicBezTo>
                    <a:cubicBezTo>
                      <a:pt x="1217" y="413"/>
                      <a:pt x="1217" y="413"/>
                      <a:pt x="1217" y="413"/>
                    </a:cubicBezTo>
                    <a:cubicBezTo>
                      <a:pt x="1217" y="411"/>
                      <a:pt x="1217" y="411"/>
                      <a:pt x="1217" y="411"/>
                    </a:cubicBezTo>
                    <a:cubicBezTo>
                      <a:pt x="1217" y="408"/>
                      <a:pt x="1217" y="408"/>
                      <a:pt x="1217" y="408"/>
                    </a:cubicBezTo>
                    <a:cubicBezTo>
                      <a:pt x="1217" y="406"/>
                      <a:pt x="1217" y="406"/>
                      <a:pt x="1217" y="406"/>
                    </a:cubicBezTo>
                    <a:cubicBezTo>
                      <a:pt x="1216" y="402"/>
                      <a:pt x="1216" y="402"/>
                      <a:pt x="1216" y="402"/>
                    </a:cubicBezTo>
                    <a:cubicBezTo>
                      <a:pt x="1216" y="400"/>
                      <a:pt x="1216" y="400"/>
                      <a:pt x="1216" y="400"/>
                    </a:cubicBezTo>
                    <a:cubicBezTo>
                      <a:pt x="1216" y="396"/>
                      <a:pt x="1216" y="396"/>
                      <a:pt x="1216" y="396"/>
                    </a:cubicBezTo>
                    <a:cubicBezTo>
                      <a:pt x="1216" y="394"/>
                      <a:pt x="1216" y="394"/>
                      <a:pt x="1216" y="394"/>
                    </a:cubicBezTo>
                    <a:cubicBezTo>
                      <a:pt x="1216" y="391"/>
                      <a:pt x="1216" y="391"/>
                      <a:pt x="1216" y="391"/>
                    </a:cubicBezTo>
                    <a:cubicBezTo>
                      <a:pt x="1215" y="388"/>
                      <a:pt x="1215" y="388"/>
                      <a:pt x="1215" y="388"/>
                    </a:cubicBezTo>
                    <a:cubicBezTo>
                      <a:pt x="1215" y="385"/>
                      <a:pt x="1215" y="385"/>
                      <a:pt x="1215" y="385"/>
                    </a:cubicBezTo>
                    <a:cubicBezTo>
                      <a:pt x="1215" y="383"/>
                      <a:pt x="1215" y="383"/>
                      <a:pt x="1215" y="383"/>
                    </a:cubicBezTo>
                    <a:cubicBezTo>
                      <a:pt x="1215" y="380"/>
                      <a:pt x="1215" y="380"/>
                      <a:pt x="1215" y="380"/>
                    </a:cubicBezTo>
                    <a:cubicBezTo>
                      <a:pt x="1214" y="377"/>
                      <a:pt x="1214" y="377"/>
                      <a:pt x="1214" y="377"/>
                    </a:cubicBezTo>
                    <a:cubicBezTo>
                      <a:pt x="1214" y="374"/>
                      <a:pt x="1214" y="374"/>
                      <a:pt x="1214" y="374"/>
                    </a:cubicBezTo>
                    <a:cubicBezTo>
                      <a:pt x="1214" y="371"/>
                      <a:pt x="1214" y="371"/>
                      <a:pt x="1214" y="371"/>
                    </a:cubicBezTo>
                    <a:cubicBezTo>
                      <a:pt x="1214" y="369"/>
                      <a:pt x="1214" y="369"/>
                      <a:pt x="1214" y="369"/>
                    </a:cubicBezTo>
                    <a:cubicBezTo>
                      <a:pt x="1213" y="359"/>
                      <a:pt x="1213" y="359"/>
                      <a:pt x="1213" y="359"/>
                    </a:cubicBezTo>
                    <a:cubicBezTo>
                      <a:pt x="1212" y="358"/>
                      <a:pt x="1212" y="358"/>
                      <a:pt x="1212" y="358"/>
                    </a:cubicBezTo>
                    <a:cubicBezTo>
                      <a:pt x="1212" y="355"/>
                      <a:pt x="1212" y="355"/>
                      <a:pt x="1212" y="355"/>
                    </a:cubicBezTo>
                    <a:cubicBezTo>
                      <a:pt x="1212" y="353"/>
                      <a:pt x="1212" y="353"/>
                      <a:pt x="1212" y="353"/>
                    </a:cubicBezTo>
                    <a:cubicBezTo>
                      <a:pt x="1211" y="348"/>
                      <a:pt x="1211" y="348"/>
                      <a:pt x="1211" y="348"/>
                    </a:cubicBezTo>
                    <a:cubicBezTo>
                      <a:pt x="1211" y="346"/>
                      <a:pt x="1211" y="346"/>
                      <a:pt x="1211" y="346"/>
                    </a:cubicBezTo>
                    <a:cubicBezTo>
                      <a:pt x="1211" y="343"/>
                      <a:pt x="1211" y="343"/>
                      <a:pt x="1211" y="343"/>
                    </a:cubicBezTo>
                    <a:cubicBezTo>
                      <a:pt x="1210" y="342"/>
                      <a:pt x="1210" y="342"/>
                      <a:pt x="1210" y="342"/>
                    </a:cubicBezTo>
                    <a:cubicBezTo>
                      <a:pt x="1210" y="336"/>
                      <a:pt x="1210" y="336"/>
                      <a:pt x="1210" y="336"/>
                    </a:cubicBezTo>
                    <a:cubicBezTo>
                      <a:pt x="1209" y="335"/>
                      <a:pt x="1209" y="335"/>
                      <a:pt x="1209" y="335"/>
                    </a:cubicBezTo>
                    <a:cubicBezTo>
                      <a:pt x="1209" y="332"/>
                      <a:pt x="1209" y="332"/>
                      <a:pt x="1209" y="332"/>
                    </a:cubicBezTo>
                    <a:cubicBezTo>
                      <a:pt x="1209" y="331"/>
                      <a:pt x="1209" y="331"/>
                      <a:pt x="1209" y="331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5" y="309"/>
                      <a:pt x="1205" y="309"/>
                      <a:pt x="1205" y="309"/>
                    </a:cubicBezTo>
                    <a:cubicBezTo>
                      <a:pt x="1205" y="308"/>
                      <a:pt x="1205" y="308"/>
                      <a:pt x="1205" y="308"/>
                    </a:cubicBezTo>
                    <a:cubicBezTo>
                      <a:pt x="1202" y="288"/>
                      <a:pt x="1198" y="269"/>
                      <a:pt x="1193" y="249"/>
                    </a:cubicBezTo>
                    <a:cubicBezTo>
                      <a:pt x="1193" y="248"/>
                      <a:pt x="1193" y="248"/>
                      <a:pt x="1193" y="248"/>
                    </a:cubicBezTo>
                    <a:cubicBezTo>
                      <a:pt x="1190" y="238"/>
                      <a:pt x="1190" y="238"/>
                      <a:pt x="1190" y="238"/>
                    </a:cubicBezTo>
                    <a:cubicBezTo>
                      <a:pt x="1190" y="237"/>
                      <a:pt x="1190" y="237"/>
                      <a:pt x="1190" y="237"/>
                    </a:cubicBezTo>
                    <a:cubicBezTo>
                      <a:pt x="1187" y="228"/>
                      <a:pt x="1187" y="228"/>
                      <a:pt x="1187" y="228"/>
                    </a:cubicBezTo>
                    <a:cubicBezTo>
                      <a:pt x="1187" y="226"/>
                      <a:pt x="1187" y="226"/>
                      <a:pt x="1187" y="226"/>
                    </a:cubicBezTo>
                    <a:cubicBezTo>
                      <a:pt x="1186" y="223"/>
                      <a:pt x="1186" y="223"/>
                      <a:pt x="1186" y="223"/>
                    </a:cubicBezTo>
                    <a:cubicBezTo>
                      <a:pt x="1186" y="221"/>
                      <a:pt x="1186" y="221"/>
                      <a:pt x="1186" y="221"/>
                    </a:cubicBezTo>
                    <a:cubicBezTo>
                      <a:pt x="1184" y="217"/>
                      <a:pt x="1184" y="217"/>
                      <a:pt x="1184" y="217"/>
                    </a:cubicBezTo>
                    <a:cubicBezTo>
                      <a:pt x="1184" y="215"/>
                      <a:pt x="1184" y="215"/>
                      <a:pt x="1184" y="215"/>
                    </a:cubicBezTo>
                    <a:cubicBezTo>
                      <a:pt x="1183" y="213"/>
                      <a:pt x="1183" y="213"/>
                      <a:pt x="1183" y="213"/>
                    </a:cubicBezTo>
                    <a:cubicBezTo>
                      <a:pt x="1182" y="210"/>
                      <a:pt x="1182" y="210"/>
                      <a:pt x="1182" y="210"/>
                    </a:cubicBezTo>
                    <a:cubicBezTo>
                      <a:pt x="1181" y="207"/>
                      <a:pt x="1181" y="207"/>
                      <a:pt x="1181" y="207"/>
                    </a:cubicBezTo>
                    <a:cubicBezTo>
                      <a:pt x="1181" y="204"/>
                      <a:pt x="1181" y="204"/>
                      <a:pt x="1181" y="204"/>
                    </a:cubicBezTo>
                    <a:cubicBezTo>
                      <a:pt x="1180" y="202"/>
                      <a:pt x="1180" y="202"/>
                      <a:pt x="1180" y="202"/>
                    </a:cubicBezTo>
                    <a:cubicBezTo>
                      <a:pt x="1179" y="199"/>
                      <a:pt x="1179" y="199"/>
                      <a:pt x="1179" y="199"/>
                    </a:cubicBezTo>
                    <a:cubicBezTo>
                      <a:pt x="1179" y="198"/>
                      <a:pt x="1179" y="198"/>
                      <a:pt x="1179" y="198"/>
                    </a:cubicBezTo>
                    <a:cubicBezTo>
                      <a:pt x="1177" y="193"/>
                      <a:pt x="1177" y="193"/>
                      <a:pt x="1177" y="193"/>
                    </a:cubicBezTo>
                    <a:cubicBezTo>
                      <a:pt x="1177" y="192"/>
                      <a:pt x="1177" y="192"/>
                      <a:pt x="1177" y="192"/>
                    </a:cubicBezTo>
                    <a:cubicBezTo>
                      <a:pt x="1176" y="188"/>
                      <a:pt x="1176" y="188"/>
                      <a:pt x="1176" y="188"/>
                    </a:cubicBezTo>
                    <a:cubicBezTo>
                      <a:pt x="1175" y="187"/>
                      <a:pt x="1175" y="187"/>
                      <a:pt x="1175" y="187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66" y="160"/>
                      <a:pt x="1158" y="137"/>
                      <a:pt x="1149" y="116"/>
                    </a:cubicBezTo>
                    <a:cubicBezTo>
                      <a:pt x="1144" y="103"/>
                      <a:pt x="1138" y="91"/>
                      <a:pt x="1132" y="79"/>
                    </a:cubicBezTo>
                    <a:cubicBezTo>
                      <a:pt x="1120" y="52"/>
                      <a:pt x="1106" y="26"/>
                      <a:pt x="1090" y="0"/>
                    </a:cubicBezTo>
                    <a:cubicBezTo>
                      <a:pt x="1115" y="67"/>
                      <a:pt x="1126" y="137"/>
                      <a:pt x="1126" y="206"/>
                    </a:cubicBezTo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6" name="Freeform 9"/>
              <p:cNvSpPr>
                <a:spLocks noSelect="1"/>
              </p:cNvSpPr>
              <p:nvPr userDrawn="1"/>
            </p:nvSpPr>
            <p:spPr bwMode="gray">
              <a:xfrm>
                <a:off x="1118870" y="583565"/>
                <a:ext cx="114935" cy="149860"/>
              </a:xfrm>
              <a:custGeom>
                <a:avLst/>
                <a:gdLst>
                  <a:gd name="T0" fmla="*/ 0 w 362"/>
                  <a:gd name="T1" fmla="*/ 106 h 472"/>
                  <a:gd name="T2" fmla="*/ 219 w 362"/>
                  <a:gd name="T3" fmla="*/ 445 h 472"/>
                  <a:gd name="T4" fmla="*/ 268 w 362"/>
                  <a:gd name="T5" fmla="*/ 472 h 472"/>
                  <a:gd name="T6" fmla="*/ 362 w 362"/>
                  <a:gd name="T7" fmla="*/ 472 h 472"/>
                  <a:gd name="T8" fmla="*/ 319 w 362"/>
                  <a:gd name="T9" fmla="*/ 448 h 472"/>
                  <a:gd name="T10" fmla="*/ 22 w 362"/>
                  <a:gd name="T11" fmla="*/ 0 h 472"/>
                  <a:gd name="T12" fmla="*/ 0 w 362"/>
                  <a:gd name="T13" fmla="*/ 106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2" h="472">
                    <a:moveTo>
                      <a:pt x="0" y="106"/>
                    </a:moveTo>
                    <a:cubicBezTo>
                      <a:pt x="219" y="445"/>
                      <a:pt x="219" y="445"/>
                      <a:pt x="219" y="445"/>
                    </a:cubicBezTo>
                    <a:cubicBezTo>
                      <a:pt x="228" y="460"/>
                      <a:pt x="250" y="472"/>
                      <a:pt x="268" y="472"/>
                    </a:cubicBezTo>
                    <a:cubicBezTo>
                      <a:pt x="362" y="472"/>
                      <a:pt x="362" y="472"/>
                      <a:pt x="362" y="472"/>
                    </a:cubicBezTo>
                    <a:cubicBezTo>
                      <a:pt x="347" y="472"/>
                      <a:pt x="327" y="461"/>
                      <a:pt x="319" y="448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0" y="106"/>
                    </a:lnTo>
                    <a:close/>
                  </a:path>
                </a:pathLst>
              </a:cu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7" name="Freeform 10"/>
              <p:cNvSpPr>
                <a:spLocks noSelect="1"/>
              </p:cNvSpPr>
              <p:nvPr userDrawn="1"/>
            </p:nvSpPr>
            <p:spPr bwMode="gray">
              <a:xfrm>
                <a:off x="949325" y="290830"/>
                <a:ext cx="277495" cy="120015"/>
              </a:xfrm>
              <a:custGeom>
                <a:avLst/>
                <a:gdLst>
                  <a:gd name="T0" fmla="*/ 27 w 874"/>
                  <a:gd name="T1" fmla="*/ 323 h 378"/>
                  <a:gd name="T2" fmla="*/ 1 w 874"/>
                  <a:gd name="T3" fmla="*/ 366 h 378"/>
                  <a:gd name="T4" fmla="*/ 1 w 874"/>
                  <a:gd name="T5" fmla="*/ 367 h 378"/>
                  <a:gd name="T6" fmla="*/ 1 w 874"/>
                  <a:gd name="T7" fmla="*/ 367 h 378"/>
                  <a:gd name="T8" fmla="*/ 30 w 874"/>
                  <a:gd name="T9" fmla="*/ 378 h 378"/>
                  <a:gd name="T10" fmla="*/ 410 w 874"/>
                  <a:gd name="T11" fmla="*/ 378 h 378"/>
                  <a:gd name="T12" fmla="*/ 400 w 874"/>
                  <a:gd name="T13" fmla="*/ 293 h 378"/>
                  <a:gd name="T14" fmla="*/ 439 w 874"/>
                  <a:gd name="T15" fmla="*/ 165 h 378"/>
                  <a:gd name="T16" fmla="*/ 471 w 874"/>
                  <a:gd name="T17" fmla="*/ 129 h 378"/>
                  <a:gd name="T18" fmla="*/ 820 w 874"/>
                  <a:gd name="T19" fmla="*/ 11 h 378"/>
                  <a:gd name="T20" fmla="*/ 838 w 874"/>
                  <a:gd name="T21" fmla="*/ 12 h 378"/>
                  <a:gd name="T22" fmla="*/ 874 w 874"/>
                  <a:gd name="T23" fmla="*/ 13 h 378"/>
                  <a:gd name="T24" fmla="*/ 728 w 874"/>
                  <a:gd name="T25" fmla="*/ 0 h 378"/>
                  <a:gd name="T26" fmla="*/ 719 w 874"/>
                  <a:gd name="T27" fmla="*/ 0 h 378"/>
                  <a:gd name="T28" fmla="*/ 27 w 874"/>
                  <a:gd name="T29" fmla="*/ 323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4" h="378">
                    <a:moveTo>
                      <a:pt x="27" y="323"/>
                    </a:moveTo>
                    <a:cubicBezTo>
                      <a:pt x="10" y="343"/>
                      <a:pt x="0" y="357"/>
                      <a:pt x="1" y="366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2" y="375"/>
                      <a:pt x="11" y="378"/>
                      <a:pt x="30" y="378"/>
                    </a:cubicBezTo>
                    <a:cubicBezTo>
                      <a:pt x="410" y="378"/>
                      <a:pt x="410" y="378"/>
                      <a:pt x="410" y="378"/>
                    </a:cubicBezTo>
                    <a:cubicBezTo>
                      <a:pt x="404" y="349"/>
                      <a:pt x="400" y="320"/>
                      <a:pt x="400" y="293"/>
                    </a:cubicBezTo>
                    <a:cubicBezTo>
                      <a:pt x="400" y="244"/>
                      <a:pt x="412" y="200"/>
                      <a:pt x="439" y="165"/>
                    </a:cubicBezTo>
                    <a:cubicBezTo>
                      <a:pt x="449" y="152"/>
                      <a:pt x="460" y="140"/>
                      <a:pt x="471" y="129"/>
                    </a:cubicBezTo>
                    <a:cubicBezTo>
                      <a:pt x="555" y="49"/>
                      <a:pt x="683" y="11"/>
                      <a:pt x="820" y="11"/>
                    </a:cubicBezTo>
                    <a:cubicBezTo>
                      <a:pt x="826" y="11"/>
                      <a:pt x="832" y="11"/>
                      <a:pt x="838" y="12"/>
                    </a:cubicBezTo>
                    <a:cubicBezTo>
                      <a:pt x="850" y="12"/>
                      <a:pt x="862" y="12"/>
                      <a:pt x="874" y="13"/>
                    </a:cubicBezTo>
                    <a:cubicBezTo>
                      <a:pt x="827" y="5"/>
                      <a:pt x="778" y="0"/>
                      <a:pt x="728" y="0"/>
                    </a:cubicBezTo>
                    <a:cubicBezTo>
                      <a:pt x="719" y="0"/>
                      <a:pt x="719" y="0"/>
                      <a:pt x="719" y="0"/>
                    </a:cubicBezTo>
                    <a:cubicBezTo>
                      <a:pt x="441" y="0"/>
                      <a:pt x="192" y="125"/>
                      <a:pt x="27" y="323"/>
                    </a:cubicBezTo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8" name="Freeform 11"/>
              <p:cNvSpPr>
                <a:spLocks noSelect="1"/>
              </p:cNvSpPr>
              <p:nvPr userDrawn="1"/>
            </p:nvSpPr>
            <p:spPr bwMode="gray">
              <a:xfrm>
                <a:off x="1076325" y="294005"/>
                <a:ext cx="358775" cy="353695"/>
              </a:xfrm>
              <a:custGeom>
                <a:avLst/>
                <a:gdLst>
                  <a:gd name="T0" fmla="*/ 0 w 1130"/>
                  <a:gd name="T1" fmla="*/ 282 h 1113"/>
                  <a:gd name="T2" fmla="*/ 738 w 1130"/>
                  <a:gd name="T3" fmla="*/ 375 h 1113"/>
                  <a:gd name="T4" fmla="*/ 910 w 1130"/>
                  <a:gd name="T5" fmla="*/ 637 h 1113"/>
                  <a:gd name="T6" fmla="*/ 913 w 1130"/>
                  <a:gd name="T7" fmla="*/ 645 h 1113"/>
                  <a:gd name="T8" fmla="*/ 824 w 1130"/>
                  <a:gd name="T9" fmla="*/ 1113 h 1113"/>
                  <a:gd name="T10" fmla="*/ 1094 w 1130"/>
                  <a:gd name="T11" fmla="*/ 428 h 1113"/>
                  <a:gd name="T12" fmla="*/ 1044 w 1130"/>
                  <a:gd name="T13" fmla="*/ 353 h 1113"/>
                  <a:gd name="T14" fmla="*/ 1040 w 1130"/>
                  <a:gd name="T15" fmla="*/ 348 h 1113"/>
                  <a:gd name="T16" fmla="*/ 1034 w 1130"/>
                  <a:gd name="T17" fmla="*/ 339 h 1113"/>
                  <a:gd name="T18" fmla="*/ 1030 w 1130"/>
                  <a:gd name="T19" fmla="*/ 334 h 1113"/>
                  <a:gd name="T20" fmla="*/ 1007 w 1130"/>
                  <a:gd name="T21" fmla="*/ 306 h 1113"/>
                  <a:gd name="T22" fmla="*/ 1003 w 1130"/>
                  <a:gd name="T23" fmla="*/ 301 h 1113"/>
                  <a:gd name="T24" fmla="*/ 995 w 1130"/>
                  <a:gd name="T25" fmla="*/ 293 h 1113"/>
                  <a:gd name="T26" fmla="*/ 974 w 1130"/>
                  <a:gd name="T27" fmla="*/ 270 h 1113"/>
                  <a:gd name="T28" fmla="*/ 967 w 1130"/>
                  <a:gd name="T29" fmla="*/ 262 h 1113"/>
                  <a:gd name="T30" fmla="*/ 962 w 1130"/>
                  <a:gd name="T31" fmla="*/ 257 h 1113"/>
                  <a:gd name="T32" fmla="*/ 937 w 1130"/>
                  <a:gd name="T33" fmla="*/ 233 h 1113"/>
                  <a:gd name="T34" fmla="*/ 932 w 1130"/>
                  <a:gd name="T35" fmla="*/ 228 h 1113"/>
                  <a:gd name="T36" fmla="*/ 924 w 1130"/>
                  <a:gd name="T37" fmla="*/ 221 h 1113"/>
                  <a:gd name="T38" fmla="*/ 919 w 1130"/>
                  <a:gd name="T39" fmla="*/ 216 h 1113"/>
                  <a:gd name="T40" fmla="*/ 901 w 1130"/>
                  <a:gd name="T41" fmla="*/ 201 h 1113"/>
                  <a:gd name="T42" fmla="*/ 895 w 1130"/>
                  <a:gd name="T43" fmla="*/ 196 h 1113"/>
                  <a:gd name="T44" fmla="*/ 887 w 1130"/>
                  <a:gd name="T45" fmla="*/ 190 h 1113"/>
                  <a:gd name="T46" fmla="*/ 882 w 1130"/>
                  <a:gd name="T47" fmla="*/ 185 h 1113"/>
                  <a:gd name="T48" fmla="*/ 873 w 1130"/>
                  <a:gd name="T49" fmla="*/ 178 h 1113"/>
                  <a:gd name="T50" fmla="*/ 858 w 1130"/>
                  <a:gd name="T51" fmla="*/ 167 h 1113"/>
                  <a:gd name="T52" fmla="*/ 849 w 1130"/>
                  <a:gd name="T53" fmla="*/ 160 h 1113"/>
                  <a:gd name="T54" fmla="*/ 843 w 1130"/>
                  <a:gd name="T55" fmla="*/ 156 h 1113"/>
                  <a:gd name="T56" fmla="*/ 835 w 1130"/>
                  <a:gd name="T57" fmla="*/ 150 h 1113"/>
                  <a:gd name="T58" fmla="*/ 829 w 1130"/>
                  <a:gd name="T59" fmla="*/ 146 h 1113"/>
                  <a:gd name="T60" fmla="*/ 809 w 1130"/>
                  <a:gd name="T61" fmla="*/ 133 h 1113"/>
                  <a:gd name="T62" fmla="*/ 803 w 1130"/>
                  <a:gd name="T63" fmla="*/ 129 h 1113"/>
                  <a:gd name="T64" fmla="*/ 794 w 1130"/>
                  <a:gd name="T65" fmla="*/ 124 h 1113"/>
                  <a:gd name="T66" fmla="*/ 788 w 1130"/>
                  <a:gd name="T67" fmla="*/ 120 h 1113"/>
                  <a:gd name="T68" fmla="*/ 768 w 1130"/>
                  <a:gd name="T69" fmla="*/ 108 h 1113"/>
                  <a:gd name="T70" fmla="*/ 762 w 1130"/>
                  <a:gd name="T71" fmla="*/ 104 h 1113"/>
                  <a:gd name="T72" fmla="*/ 753 w 1130"/>
                  <a:gd name="T73" fmla="*/ 99 h 1113"/>
                  <a:gd name="T74" fmla="*/ 746 w 1130"/>
                  <a:gd name="T75" fmla="*/ 96 h 1113"/>
                  <a:gd name="T76" fmla="*/ 720 w 1130"/>
                  <a:gd name="T77" fmla="*/ 82 h 1113"/>
                  <a:gd name="T78" fmla="*/ 713 w 1130"/>
                  <a:gd name="T79" fmla="*/ 79 h 1113"/>
                  <a:gd name="T80" fmla="*/ 704 w 1130"/>
                  <a:gd name="T81" fmla="*/ 75 h 1113"/>
                  <a:gd name="T82" fmla="*/ 697 w 1130"/>
                  <a:gd name="T83" fmla="*/ 72 h 1113"/>
                  <a:gd name="T84" fmla="*/ 675 w 1130"/>
                  <a:gd name="T85" fmla="*/ 62 h 1113"/>
                  <a:gd name="T86" fmla="*/ 669 w 1130"/>
                  <a:gd name="T87" fmla="*/ 59 h 1113"/>
                  <a:gd name="T88" fmla="*/ 659 w 1130"/>
                  <a:gd name="T89" fmla="*/ 55 h 1113"/>
                  <a:gd name="T90" fmla="*/ 653 w 1130"/>
                  <a:gd name="T91" fmla="*/ 52 h 1113"/>
                  <a:gd name="T92" fmla="*/ 619 w 1130"/>
                  <a:gd name="T93" fmla="*/ 40 h 1113"/>
                  <a:gd name="T94" fmla="*/ 612 w 1130"/>
                  <a:gd name="T95" fmla="*/ 38 h 1113"/>
                  <a:gd name="T96" fmla="*/ 602 w 1130"/>
                  <a:gd name="T97" fmla="*/ 34 h 1113"/>
                  <a:gd name="T98" fmla="*/ 595 w 1130"/>
                  <a:gd name="T99" fmla="*/ 32 h 1113"/>
                  <a:gd name="T100" fmla="*/ 566 w 1130"/>
                  <a:gd name="T101" fmla="*/ 23 h 1113"/>
                  <a:gd name="T102" fmla="*/ 559 w 1130"/>
                  <a:gd name="T103" fmla="*/ 21 h 1113"/>
                  <a:gd name="T104" fmla="*/ 549 w 1130"/>
                  <a:gd name="T105" fmla="*/ 18 h 1113"/>
                  <a:gd name="T106" fmla="*/ 542 w 1130"/>
                  <a:gd name="T107" fmla="*/ 17 h 1113"/>
                  <a:gd name="T108" fmla="*/ 518 w 1130"/>
                  <a:gd name="T109" fmla="*/ 11 h 1113"/>
                  <a:gd name="T110" fmla="*/ 511 w 1130"/>
                  <a:gd name="T111" fmla="*/ 9 h 1113"/>
                  <a:gd name="T112" fmla="*/ 501 w 1130"/>
                  <a:gd name="T113" fmla="*/ 7 h 1113"/>
                  <a:gd name="T114" fmla="*/ 493 w 1130"/>
                  <a:gd name="T115" fmla="*/ 6 h 1113"/>
                  <a:gd name="T116" fmla="*/ 482 w 1130"/>
                  <a:gd name="T117" fmla="*/ 4 h 1113"/>
                  <a:gd name="T118" fmla="*/ 474 w 1130"/>
                  <a:gd name="T119" fmla="*/ 2 h 1113"/>
                  <a:gd name="T120" fmla="*/ 71 w 1130"/>
                  <a:gd name="T121" fmla="*/ 118 h 1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30" h="1113">
                    <a:moveTo>
                      <a:pt x="71" y="118"/>
                    </a:moveTo>
                    <a:cubicBezTo>
                      <a:pt x="60" y="129"/>
                      <a:pt x="49" y="141"/>
                      <a:pt x="39" y="154"/>
                    </a:cubicBezTo>
                    <a:cubicBezTo>
                      <a:pt x="12" y="189"/>
                      <a:pt x="0" y="233"/>
                      <a:pt x="0" y="282"/>
                    </a:cubicBezTo>
                    <a:cubicBezTo>
                      <a:pt x="0" y="309"/>
                      <a:pt x="4" y="338"/>
                      <a:pt x="10" y="367"/>
                    </a:cubicBezTo>
                    <a:cubicBezTo>
                      <a:pt x="712" y="367"/>
                      <a:pt x="712" y="367"/>
                      <a:pt x="712" y="367"/>
                    </a:cubicBezTo>
                    <a:cubicBezTo>
                      <a:pt x="720" y="367"/>
                      <a:pt x="730" y="370"/>
                      <a:pt x="738" y="375"/>
                    </a:cubicBezTo>
                    <a:cubicBezTo>
                      <a:pt x="745" y="380"/>
                      <a:pt x="752" y="385"/>
                      <a:pt x="756" y="391"/>
                    </a:cubicBezTo>
                    <a:cubicBezTo>
                      <a:pt x="904" y="622"/>
                      <a:pt x="904" y="622"/>
                      <a:pt x="904" y="622"/>
                    </a:cubicBezTo>
                    <a:cubicBezTo>
                      <a:pt x="907" y="626"/>
                      <a:pt x="909" y="632"/>
                      <a:pt x="910" y="637"/>
                    </a:cubicBezTo>
                    <a:cubicBezTo>
                      <a:pt x="912" y="644"/>
                      <a:pt x="912" y="644"/>
                      <a:pt x="912" y="644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4" y="652"/>
                      <a:pt x="915" y="660"/>
                      <a:pt x="914" y="666"/>
                    </a:cubicBezTo>
                    <a:cubicBezTo>
                      <a:pt x="914" y="674"/>
                      <a:pt x="914" y="674"/>
                      <a:pt x="914" y="674"/>
                    </a:cubicBezTo>
                    <a:cubicBezTo>
                      <a:pt x="824" y="1113"/>
                      <a:pt x="824" y="1113"/>
                      <a:pt x="824" y="1113"/>
                    </a:cubicBezTo>
                    <a:cubicBezTo>
                      <a:pt x="906" y="1074"/>
                      <a:pt x="976" y="1020"/>
                      <a:pt x="1020" y="965"/>
                    </a:cubicBezTo>
                    <a:cubicBezTo>
                      <a:pt x="1093" y="875"/>
                      <a:pt x="1130" y="757"/>
                      <a:pt x="1130" y="634"/>
                    </a:cubicBezTo>
                    <a:cubicBezTo>
                      <a:pt x="1130" y="565"/>
                      <a:pt x="1119" y="495"/>
                      <a:pt x="1094" y="428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77" y="399"/>
                      <a:pt x="1061" y="376"/>
                      <a:pt x="1044" y="353"/>
                    </a:cubicBezTo>
                    <a:cubicBezTo>
                      <a:pt x="1044" y="353"/>
                      <a:pt x="1044" y="353"/>
                      <a:pt x="1044" y="353"/>
                    </a:cubicBezTo>
                    <a:cubicBezTo>
                      <a:pt x="1041" y="349"/>
                      <a:pt x="1041" y="349"/>
                      <a:pt x="1041" y="349"/>
                    </a:cubicBezTo>
                    <a:cubicBezTo>
                      <a:pt x="1040" y="348"/>
                      <a:pt x="1040" y="348"/>
                      <a:pt x="1040" y="348"/>
                    </a:cubicBezTo>
                    <a:cubicBezTo>
                      <a:pt x="1037" y="344"/>
                      <a:pt x="1037" y="344"/>
                      <a:pt x="1037" y="344"/>
                    </a:cubicBezTo>
                    <a:cubicBezTo>
                      <a:pt x="1037" y="343"/>
                      <a:pt x="1037" y="343"/>
                      <a:pt x="1037" y="343"/>
                    </a:cubicBezTo>
                    <a:cubicBezTo>
                      <a:pt x="1034" y="339"/>
                      <a:pt x="1034" y="339"/>
                      <a:pt x="1034" y="339"/>
                    </a:cubicBezTo>
                    <a:cubicBezTo>
                      <a:pt x="1033" y="338"/>
                      <a:pt x="1033" y="338"/>
                      <a:pt x="1033" y="338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23" y="326"/>
                      <a:pt x="1017" y="318"/>
                      <a:pt x="1011" y="311"/>
                    </a:cubicBezTo>
                    <a:cubicBezTo>
                      <a:pt x="1011" y="311"/>
                      <a:pt x="1011" y="311"/>
                      <a:pt x="1011" y="311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3" y="302"/>
                      <a:pt x="1003" y="302"/>
                      <a:pt x="1003" y="302"/>
                    </a:cubicBezTo>
                    <a:cubicBezTo>
                      <a:pt x="1003" y="301"/>
                      <a:pt x="1003" y="301"/>
                      <a:pt x="1003" y="301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88" y="285"/>
                      <a:pt x="982" y="278"/>
                      <a:pt x="975" y="271"/>
                    </a:cubicBezTo>
                    <a:cubicBezTo>
                      <a:pt x="974" y="270"/>
                      <a:pt x="974" y="270"/>
                      <a:pt x="974" y="270"/>
                    </a:cubicBezTo>
                    <a:cubicBezTo>
                      <a:pt x="971" y="266"/>
                      <a:pt x="971" y="266"/>
                      <a:pt x="971" y="266"/>
                    </a:cubicBezTo>
                    <a:cubicBezTo>
                      <a:pt x="970" y="266"/>
                      <a:pt x="970" y="266"/>
                      <a:pt x="970" y="266"/>
                    </a:cubicBezTo>
                    <a:cubicBezTo>
                      <a:pt x="967" y="262"/>
                      <a:pt x="967" y="262"/>
                      <a:pt x="967" y="262"/>
                    </a:cubicBezTo>
                    <a:cubicBezTo>
                      <a:pt x="966" y="262"/>
                      <a:pt x="966" y="262"/>
                      <a:pt x="966" y="262"/>
                    </a:cubicBezTo>
                    <a:cubicBezTo>
                      <a:pt x="963" y="258"/>
                      <a:pt x="963" y="258"/>
                      <a:pt x="963" y="258"/>
                    </a:cubicBezTo>
                    <a:cubicBezTo>
                      <a:pt x="962" y="257"/>
                      <a:pt x="962" y="257"/>
                      <a:pt x="962" y="257"/>
                    </a:cubicBezTo>
                    <a:cubicBezTo>
                      <a:pt x="958" y="254"/>
                      <a:pt x="958" y="254"/>
                      <a:pt x="958" y="254"/>
                    </a:cubicBezTo>
                    <a:cubicBezTo>
                      <a:pt x="958" y="253"/>
                      <a:pt x="958" y="253"/>
                      <a:pt x="958" y="253"/>
                    </a:cubicBezTo>
                    <a:cubicBezTo>
                      <a:pt x="951" y="246"/>
                      <a:pt x="944" y="239"/>
                      <a:pt x="937" y="233"/>
                    </a:cubicBezTo>
                    <a:cubicBezTo>
                      <a:pt x="936" y="232"/>
                      <a:pt x="936" y="232"/>
                      <a:pt x="936" y="232"/>
                    </a:cubicBezTo>
                    <a:cubicBezTo>
                      <a:pt x="932" y="229"/>
                      <a:pt x="932" y="229"/>
                      <a:pt x="932" y="229"/>
                    </a:cubicBezTo>
                    <a:cubicBezTo>
                      <a:pt x="932" y="228"/>
                      <a:pt x="932" y="228"/>
                      <a:pt x="932" y="228"/>
                    </a:cubicBezTo>
                    <a:cubicBezTo>
                      <a:pt x="928" y="225"/>
                      <a:pt x="928" y="225"/>
                      <a:pt x="928" y="225"/>
                    </a:cubicBezTo>
                    <a:cubicBezTo>
                      <a:pt x="927" y="224"/>
                      <a:pt x="927" y="224"/>
                      <a:pt x="927" y="224"/>
                    </a:cubicBezTo>
                    <a:cubicBezTo>
                      <a:pt x="924" y="221"/>
                      <a:pt x="924" y="221"/>
                      <a:pt x="924" y="221"/>
                    </a:cubicBezTo>
                    <a:cubicBezTo>
                      <a:pt x="923" y="220"/>
                      <a:pt x="923" y="220"/>
                      <a:pt x="923" y="220"/>
                    </a:cubicBezTo>
                    <a:cubicBezTo>
                      <a:pt x="919" y="217"/>
                      <a:pt x="919" y="217"/>
                      <a:pt x="919" y="217"/>
                    </a:cubicBezTo>
                    <a:cubicBezTo>
                      <a:pt x="919" y="216"/>
                      <a:pt x="919" y="216"/>
                      <a:pt x="919" y="216"/>
                    </a:cubicBezTo>
                    <a:cubicBezTo>
                      <a:pt x="914" y="213"/>
                      <a:pt x="914" y="213"/>
                      <a:pt x="914" y="213"/>
                    </a:cubicBezTo>
                    <a:cubicBezTo>
                      <a:pt x="914" y="212"/>
                      <a:pt x="914" y="212"/>
                      <a:pt x="914" y="212"/>
                    </a:cubicBezTo>
                    <a:cubicBezTo>
                      <a:pt x="901" y="201"/>
                      <a:pt x="901" y="201"/>
                      <a:pt x="901" y="201"/>
                    </a:cubicBezTo>
                    <a:cubicBezTo>
                      <a:pt x="900" y="200"/>
                      <a:pt x="900" y="200"/>
                      <a:pt x="900" y="200"/>
                    </a:cubicBezTo>
                    <a:cubicBezTo>
                      <a:pt x="896" y="197"/>
                      <a:pt x="896" y="197"/>
                      <a:pt x="896" y="197"/>
                    </a:cubicBezTo>
                    <a:cubicBezTo>
                      <a:pt x="895" y="196"/>
                      <a:pt x="895" y="196"/>
                      <a:pt x="895" y="196"/>
                    </a:cubicBezTo>
                    <a:cubicBezTo>
                      <a:pt x="892" y="193"/>
                      <a:pt x="892" y="193"/>
                      <a:pt x="892" y="193"/>
                    </a:cubicBezTo>
                    <a:cubicBezTo>
                      <a:pt x="891" y="193"/>
                      <a:pt x="891" y="193"/>
                      <a:pt x="891" y="193"/>
                    </a:cubicBezTo>
                    <a:cubicBezTo>
                      <a:pt x="887" y="190"/>
                      <a:pt x="887" y="190"/>
                      <a:pt x="887" y="190"/>
                    </a:cubicBezTo>
                    <a:cubicBezTo>
                      <a:pt x="886" y="189"/>
                      <a:pt x="886" y="189"/>
                      <a:pt x="886" y="189"/>
                    </a:cubicBezTo>
                    <a:cubicBezTo>
                      <a:pt x="883" y="186"/>
                      <a:pt x="883" y="186"/>
                      <a:pt x="883" y="186"/>
                    </a:cubicBezTo>
                    <a:cubicBezTo>
                      <a:pt x="882" y="185"/>
                      <a:pt x="882" y="185"/>
                      <a:pt x="882" y="185"/>
                    </a:cubicBezTo>
                    <a:cubicBezTo>
                      <a:pt x="878" y="182"/>
                      <a:pt x="878" y="182"/>
                      <a:pt x="878" y="182"/>
                    </a:cubicBezTo>
                    <a:cubicBezTo>
                      <a:pt x="877" y="182"/>
                      <a:pt x="877" y="182"/>
                      <a:pt x="877" y="182"/>
                    </a:cubicBezTo>
                    <a:cubicBezTo>
                      <a:pt x="873" y="178"/>
                      <a:pt x="873" y="178"/>
                      <a:pt x="873" y="178"/>
                    </a:cubicBezTo>
                    <a:cubicBezTo>
                      <a:pt x="872" y="178"/>
                      <a:pt x="872" y="178"/>
                      <a:pt x="872" y="178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4" y="164"/>
                      <a:pt x="854" y="164"/>
                      <a:pt x="854" y="164"/>
                    </a:cubicBezTo>
                    <a:cubicBezTo>
                      <a:pt x="853" y="163"/>
                      <a:pt x="853" y="163"/>
                      <a:pt x="853" y="163"/>
                    </a:cubicBezTo>
                    <a:cubicBezTo>
                      <a:pt x="849" y="160"/>
                      <a:pt x="849" y="160"/>
                      <a:pt x="849" y="160"/>
                    </a:cubicBezTo>
                    <a:cubicBezTo>
                      <a:pt x="848" y="160"/>
                      <a:pt x="848" y="160"/>
                      <a:pt x="848" y="160"/>
                    </a:cubicBezTo>
                    <a:cubicBezTo>
                      <a:pt x="844" y="157"/>
                      <a:pt x="844" y="157"/>
                      <a:pt x="844" y="157"/>
                    </a:cubicBezTo>
                    <a:cubicBezTo>
                      <a:pt x="843" y="156"/>
                      <a:pt x="843" y="156"/>
                      <a:pt x="843" y="156"/>
                    </a:cubicBezTo>
                    <a:cubicBezTo>
                      <a:pt x="839" y="154"/>
                      <a:pt x="839" y="154"/>
                      <a:pt x="839" y="154"/>
                    </a:cubicBezTo>
                    <a:cubicBezTo>
                      <a:pt x="838" y="153"/>
                      <a:pt x="838" y="153"/>
                      <a:pt x="838" y="153"/>
                    </a:cubicBezTo>
                    <a:cubicBezTo>
                      <a:pt x="835" y="150"/>
                      <a:pt x="835" y="150"/>
                      <a:pt x="835" y="150"/>
                    </a:cubicBezTo>
                    <a:cubicBezTo>
                      <a:pt x="833" y="149"/>
                      <a:pt x="833" y="149"/>
                      <a:pt x="833" y="149"/>
                    </a:cubicBezTo>
                    <a:cubicBezTo>
                      <a:pt x="829" y="147"/>
                      <a:pt x="829" y="147"/>
                      <a:pt x="829" y="147"/>
                    </a:cubicBezTo>
                    <a:cubicBezTo>
                      <a:pt x="829" y="146"/>
                      <a:pt x="829" y="146"/>
                      <a:pt x="829" y="146"/>
                    </a:cubicBezTo>
                    <a:cubicBezTo>
                      <a:pt x="814" y="136"/>
                      <a:pt x="814" y="136"/>
                      <a:pt x="814" y="136"/>
                    </a:cubicBezTo>
                    <a:cubicBezTo>
                      <a:pt x="813" y="136"/>
                      <a:pt x="813" y="136"/>
                      <a:pt x="813" y="136"/>
                    </a:cubicBezTo>
                    <a:cubicBezTo>
                      <a:pt x="809" y="133"/>
                      <a:pt x="809" y="133"/>
                      <a:pt x="809" y="133"/>
                    </a:cubicBezTo>
                    <a:cubicBezTo>
                      <a:pt x="808" y="132"/>
                      <a:pt x="808" y="132"/>
                      <a:pt x="808" y="132"/>
                    </a:cubicBezTo>
                    <a:cubicBezTo>
                      <a:pt x="804" y="130"/>
                      <a:pt x="804" y="130"/>
                      <a:pt x="804" y="130"/>
                    </a:cubicBezTo>
                    <a:cubicBezTo>
                      <a:pt x="803" y="129"/>
                      <a:pt x="803" y="129"/>
                      <a:pt x="803" y="129"/>
                    </a:cubicBezTo>
                    <a:cubicBezTo>
                      <a:pt x="799" y="127"/>
                      <a:pt x="799" y="127"/>
                      <a:pt x="799" y="127"/>
                    </a:cubicBezTo>
                    <a:cubicBezTo>
                      <a:pt x="798" y="126"/>
                      <a:pt x="798" y="126"/>
                      <a:pt x="798" y="126"/>
                    </a:cubicBezTo>
                    <a:cubicBezTo>
                      <a:pt x="794" y="124"/>
                      <a:pt x="794" y="124"/>
                      <a:pt x="794" y="124"/>
                    </a:cubicBezTo>
                    <a:cubicBezTo>
                      <a:pt x="793" y="123"/>
                      <a:pt x="793" y="123"/>
                      <a:pt x="793" y="123"/>
                    </a:cubicBezTo>
                    <a:cubicBezTo>
                      <a:pt x="789" y="121"/>
                      <a:pt x="789" y="121"/>
                      <a:pt x="789" y="121"/>
                    </a:cubicBezTo>
                    <a:cubicBezTo>
                      <a:pt x="788" y="120"/>
                      <a:pt x="788" y="120"/>
                      <a:pt x="788" y="120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68" y="108"/>
                      <a:pt x="768" y="108"/>
                      <a:pt x="768" y="108"/>
                    </a:cubicBezTo>
                    <a:cubicBezTo>
                      <a:pt x="767" y="108"/>
                      <a:pt x="767" y="108"/>
                      <a:pt x="767" y="108"/>
                    </a:cubicBezTo>
                    <a:cubicBezTo>
                      <a:pt x="763" y="105"/>
                      <a:pt x="763" y="105"/>
                      <a:pt x="763" y="105"/>
                    </a:cubicBezTo>
                    <a:cubicBezTo>
                      <a:pt x="762" y="104"/>
                      <a:pt x="762" y="104"/>
                      <a:pt x="762" y="104"/>
                    </a:cubicBezTo>
                    <a:cubicBezTo>
                      <a:pt x="758" y="102"/>
                      <a:pt x="758" y="102"/>
                      <a:pt x="758" y="102"/>
                    </a:cubicBezTo>
                    <a:cubicBezTo>
                      <a:pt x="756" y="102"/>
                      <a:pt x="756" y="102"/>
                      <a:pt x="756" y="102"/>
                    </a:cubicBezTo>
                    <a:cubicBezTo>
                      <a:pt x="753" y="99"/>
                      <a:pt x="753" y="99"/>
                      <a:pt x="753" y="99"/>
                    </a:cubicBezTo>
                    <a:cubicBezTo>
                      <a:pt x="751" y="99"/>
                      <a:pt x="751" y="99"/>
                      <a:pt x="751" y="99"/>
                    </a:cubicBezTo>
                    <a:cubicBezTo>
                      <a:pt x="747" y="97"/>
                      <a:pt x="747" y="97"/>
                      <a:pt x="747" y="97"/>
                    </a:cubicBezTo>
                    <a:cubicBezTo>
                      <a:pt x="746" y="96"/>
                      <a:pt x="746" y="96"/>
                      <a:pt x="746" y="96"/>
                    </a:cubicBezTo>
                    <a:cubicBezTo>
                      <a:pt x="742" y="94"/>
                      <a:pt x="742" y="94"/>
                      <a:pt x="742" y="94"/>
                    </a:cubicBezTo>
                    <a:cubicBezTo>
                      <a:pt x="741" y="93"/>
                      <a:pt x="741" y="93"/>
                      <a:pt x="741" y="93"/>
                    </a:cubicBezTo>
                    <a:cubicBezTo>
                      <a:pt x="734" y="90"/>
                      <a:pt x="727" y="86"/>
                      <a:pt x="720" y="82"/>
                    </a:cubicBezTo>
                    <a:cubicBezTo>
                      <a:pt x="719" y="82"/>
                      <a:pt x="719" y="82"/>
                      <a:pt x="719" y="82"/>
                    </a:cubicBezTo>
                    <a:cubicBezTo>
                      <a:pt x="714" y="80"/>
                      <a:pt x="714" y="80"/>
                      <a:pt x="714" y="80"/>
                    </a:cubicBezTo>
                    <a:cubicBezTo>
                      <a:pt x="713" y="79"/>
                      <a:pt x="713" y="79"/>
                      <a:pt x="713" y="79"/>
                    </a:cubicBezTo>
                    <a:cubicBezTo>
                      <a:pt x="709" y="77"/>
                      <a:pt x="709" y="77"/>
                      <a:pt x="709" y="77"/>
                    </a:cubicBezTo>
                    <a:cubicBezTo>
                      <a:pt x="708" y="77"/>
                      <a:pt x="708" y="77"/>
                      <a:pt x="708" y="77"/>
                    </a:cubicBezTo>
                    <a:cubicBezTo>
                      <a:pt x="704" y="75"/>
                      <a:pt x="704" y="75"/>
                      <a:pt x="704" y="75"/>
                    </a:cubicBezTo>
                    <a:cubicBezTo>
                      <a:pt x="703" y="74"/>
                      <a:pt x="703" y="74"/>
                      <a:pt x="703" y="74"/>
                    </a:cubicBezTo>
                    <a:cubicBezTo>
                      <a:pt x="698" y="72"/>
                      <a:pt x="698" y="72"/>
                      <a:pt x="698" y="72"/>
                    </a:cubicBezTo>
                    <a:cubicBezTo>
                      <a:pt x="697" y="72"/>
                      <a:pt x="697" y="72"/>
                      <a:pt x="697" y="72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87" y="67"/>
                      <a:pt x="681" y="64"/>
                      <a:pt x="675" y="62"/>
                    </a:cubicBezTo>
                    <a:cubicBezTo>
                      <a:pt x="675" y="62"/>
                      <a:pt x="675" y="62"/>
                      <a:pt x="675" y="62"/>
                    </a:cubicBezTo>
                    <a:cubicBezTo>
                      <a:pt x="670" y="60"/>
                      <a:pt x="670" y="60"/>
                      <a:pt x="670" y="60"/>
                    </a:cubicBezTo>
                    <a:cubicBezTo>
                      <a:pt x="669" y="59"/>
                      <a:pt x="669" y="59"/>
                      <a:pt x="669" y="59"/>
                    </a:cubicBezTo>
                    <a:cubicBezTo>
                      <a:pt x="665" y="57"/>
                      <a:pt x="665" y="57"/>
                      <a:pt x="665" y="57"/>
                    </a:cubicBezTo>
                    <a:cubicBezTo>
                      <a:pt x="664" y="57"/>
                      <a:pt x="664" y="57"/>
                      <a:pt x="664" y="57"/>
                    </a:cubicBezTo>
                    <a:cubicBezTo>
                      <a:pt x="659" y="55"/>
                      <a:pt x="659" y="55"/>
                      <a:pt x="659" y="55"/>
                    </a:cubicBezTo>
                    <a:cubicBezTo>
                      <a:pt x="658" y="55"/>
                      <a:pt x="658" y="55"/>
                      <a:pt x="658" y="55"/>
                    </a:cubicBezTo>
                    <a:cubicBezTo>
                      <a:pt x="654" y="53"/>
                      <a:pt x="654" y="53"/>
                      <a:pt x="654" y="53"/>
                    </a:cubicBezTo>
                    <a:cubicBezTo>
                      <a:pt x="653" y="52"/>
                      <a:pt x="653" y="52"/>
                      <a:pt x="653" y="52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38" y="47"/>
                      <a:pt x="628" y="43"/>
                      <a:pt x="619" y="40"/>
                    </a:cubicBezTo>
                    <a:cubicBezTo>
                      <a:pt x="618" y="40"/>
                      <a:pt x="618" y="40"/>
                      <a:pt x="618" y="40"/>
                    </a:cubicBezTo>
                    <a:cubicBezTo>
                      <a:pt x="613" y="38"/>
                      <a:pt x="613" y="38"/>
                      <a:pt x="613" y="38"/>
                    </a:cubicBezTo>
                    <a:cubicBezTo>
                      <a:pt x="612" y="38"/>
                      <a:pt x="612" y="38"/>
                      <a:pt x="612" y="38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2" y="34"/>
                      <a:pt x="602" y="34"/>
                      <a:pt x="602" y="34"/>
                    </a:cubicBezTo>
                    <a:cubicBezTo>
                      <a:pt x="601" y="34"/>
                      <a:pt x="601" y="34"/>
                      <a:pt x="601" y="34"/>
                    </a:cubicBezTo>
                    <a:cubicBezTo>
                      <a:pt x="596" y="32"/>
                      <a:pt x="596" y="32"/>
                      <a:pt x="596" y="32"/>
                    </a:cubicBezTo>
                    <a:cubicBezTo>
                      <a:pt x="595" y="32"/>
                      <a:pt x="595" y="32"/>
                      <a:pt x="595" y="32"/>
                    </a:cubicBezTo>
                    <a:cubicBezTo>
                      <a:pt x="587" y="29"/>
                      <a:pt x="580" y="27"/>
                      <a:pt x="572" y="25"/>
                    </a:cubicBezTo>
                    <a:cubicBezTo>
                      <a:pt x="571" y="25"/>
                      <a:pt x="571" y="25"/>
                      <a:pt x="571" y="25"/>
                    </a:cubicBezTo>
                    <a:cubicBezTo>
                      <a:pt x="566" y="23"/>
                      <a:pt x="566" y="23"/>
                      <a:pt x="566" y="23"/>
                    </a:cubicBezTo>
                    <a:cubicBezTo>
                      <a:pt x="565" y="23"/>
                      <a:pt x="565" y="23"/>
                      <a:pt x="565" y="23"/>
                    </a:cubicBezTo>
                    <a:cubicBezTo>
                      <a:pt x="560" y="22"/>
                      <a:pt x="560" y="22"/>
                      <a:pt x="560" y="22"/>
                    </a:cubicBezTo>
                    <a:cubicBezTo>
                      <a:pt x="559" y="21"/>
                      <a:pt x="559" y="21"/>
                      <a:pt x="559" y="21"/>
                    </a:cubicBezTo>
                    <a:cubicBezTo>
                      <a:pt x="555" y="20"/>
                      <a:pt x="555" y="20"/>
                      <a:pt x="555" y="20"/>
                    </a:cubicBezTo>
                    <a:cubicBezTo>
                      <a:pt x="553" y="20"/>
                      <a:pt x="553" y="20"/>
                      <a:pt x="553" y="20"/>
                    </a:cubicBezTo>
                    <a:cubicBezTo>
                      <a:pt x="549" y="18"/>
                      <a:pt x="549" y="18"/>
                      <a:pt x="549" y="18"/>
                    </a:cubicBezTo>
                    <a:cubicBezTo>
                      <a:pt x="548" y="18"/>
                      <a:pt x="548" y="18"/>
                      <a:pt x="548" y="18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0" y="14"/>
                      <a:pt x="524" y="12"/>
                      <a:pt x="518" y="11"/>
                    </a:cubicBezTo>
                    <a:cubicBezTo>
                      <a:pt x="517" y="11"/>
                      <a:pt x="517" y="11"/>
                      <a:pt x="517" y="11"/>
                    </a:cubicBezTo>
                    <a:cubicBezTo>
                      <a:pt x="512" y="10"/>
                      <a:pt x="512" y="10"/>
                      <a:pt x="512" y="10"/>
                    </a:cubicBezTo>
                    <a:cubicBezTo>
                      <a:pt x="511" y="9"/>
                      <a:pt x="511" y="9"/>
                      <a:pt x="511" y="9"/>
                    </a:cubicBezTo>
                    <a:cubicBezTo>
                      <a:pt x="506" y="8"/>
                      <a:pt x="506" y="8"/>
                      <a:pt x="506" y="8"/>
                    </a:cubicBezTo>
                    <a:cubicBezTo>
                      <a:pt x="505" y="8"/>
                      <a:pt x="505" y="8"/>
                      <a:pt x="505" y="8"/>
                    </a:cubicBezTo>
                    <a:cubicBezTo>
                      <a:pt x="501" y="7"/>
                      <a:pt x="501" y="7"/>
                      <a:pt x="501" y="7"/>
                    </a:cubicBezTo>
                    <a:cubicBezTo>
                      <a:pt x="499" y="7"/>
                      <a:pt x="499" y="7"/>
                      <a:pt x="499" y="7"/>
                    </a:cubicBezTo>
                    <a:cubicBezTo>
                      <a:pt x="495" y="6"/>
                      <a:pt x="495" y="6"/>
                      <a:pt x="495" y="6"/>
                    </a:cubicBezTo>
                    <a:cubicBezTo>
                      <a:pt x="493" y="6"/>
                      <a:pt x="493" y="6"/>
                      <a:pt x="493" y="6"/>
                    </a:cubicBezTo>
                    <a:cubicBezTo>
                      <a:pt x="489" y="5"/>
                      <a:pt x="489" y="5"/>
                      <a:pt x="489" y="5"/>
                    </a:cubicBezTo>
                    <a:cubicBezTo>
                      <a:pt x="487" y="4"/>
                      <a:pt x="487" y="4"/>
                      <a:pt x="487" y="4"/>
                    </a:cubicBezTo>
                    <a:cubicBezTo>
                      <a:pt x="482" y="4"/>
                      <a:pt x="482" y="4"/>
                      <a:pt x="482" y="4"/>
                    </a:cubicBezTo>
                    <a:cubicBezTo>
                      <a:pt x="481" y="3"/>
                      <a:pt x="481" y="3"/>
                      <a:pt x="481" y="3"/>
                    </a:cubicBezTo>
                    <a:cubicBezTo>
                      <a:pt x="475" y="2"/>
                      <a:pt x="475" y="2"/>
                      <a:pt x="475" y="2"/>
                    </a:cubicBezTo>
                    <a:cubicBezTo>
                      <a:pt x="474" y="2"/>
                      <a:pt x="474" y="2"/>
                      <a:pt x="474" y="2"/>
                    </a:cubicBezTo>
                    <a:cubicBezTo>
                      <a:pt x="462" y="1"/>
                      <a:pt x="450" y="1"/>
                      <a:pt x="438" y="1"/>
                    </a:cubicBezTo>
                    <a:cubicBezTo>
                      <a:pt x="432" y="0"/>
                      <a:pt x="426" y="0"/>
                      <a:pt x="420" y="0"/>
                    </a:cubicBezTo>
                    <a:cubicBezTo>
                      <a:pt x="283" y="0"/>
                      <a:pt x="155" y="38"/>
                      <a:pt x="71" y="118"/>
                    </a:cubicBezTo>
                  </a:path>
                </a:pathLst>
              </a:cu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24328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dianummer 6"/>
          <p:cNvSpPr>
            <a:spLocks noGrp="1" noSelect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1336C48C-F87C-4E4B-81EF-5027B17D1F61}" type="slidenum">
              <a:rPr lang="en-GB" noProof="1" smtClean="0"/>
              <a:pPr/>
              <a:t>‹Nº›</a:t>
            </a:fld>
            <a:endParaRPr lang="en-GB" noProof="1"/>
          </a:p>
        </p:txBody>
      </p:sp>
      <p:sp>
        <p:nvSpPr>
          <p:cNvPr id="5" name="Tijdelijke aanduiding voor tabel 4"/>
          <p:cNvSpPr>
            <a:spLocks noGrp="1" noSelect="1"/>
          </p:cNvSpPr>
          <p:nvPr>
            <p:ph type="tbl" sz="quarter" idx="12" hasCustomPrompt="1"/>
          </p:nvPr>
        </p:nvSpPr>
        <p:spPr bwMode="gray">
          <a:xfrm>
            <a:off x="445534" y="1497600"/>
            <a:ext cx="11304000" cy="4032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Table</a:t>
            </a:r>
          </a:p>
        </p:txBody>
      </p:sp>
      <p:sp>
        <p:nvSpPr>
          <p:cNvPr id="3" name="Titel 2"/>
          <p:cNvSpPr>
            <a:spLocks noGrp="1" noSelect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</a:t>
            </a:r>
          </a:p>
        </p:txBody>
      </p:sp>
      <p:grpSp>
        <p:nvGrpSpPr>
          <p:cNvPr id="28" name="Group 4"/>
          <p:cNvGrpSpPr>
            <a:grpSpLocks noSelect="1" noChangeAspect="1"/>
          </p:cNvGrpSpPr>
          <p:nvPr userDrawn="1"/>
        </p:nvGrpSpPr>
        <p:grpSpPr bwMode="gray">
          <a:xfrm>
            <a:off x="380952" y="5843380"/>
            <a:ext cx="11424279" cy="12703"/>
            <a:chOff x="180" y="2760"/>
            <a:chExt cx="5398" cy="6"/>
          </a:xfrm>
        </p:grpSpPr>
        <p:sp>
          <p:nvSpPr>
            <p:cNvPr id="29" name="Freeform 6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30" name="Rectangle 9"/>
            <p:cNvSpPr>
              <a:spLocks noSelect="1" noChangeArrowheads="1"/>
            </p:cNvSpPr>
            <p:nvPr/>
          </p:nvSpPr>
          <p:spPr bwMode="gray">
            <a:xfrm>
              <a:off x="180" y="2760"/>
              <a:ext cx="5398" cy="6"/>
            </a:xfrm>
            <a:prstGeom prst="rect">
              <a:avLst/>
            </a:prstGeom>
            <a:solidFill>
              <a:srgbClr val="EA650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31" name="Freeform 10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grpSp>
        <p:nvGrpSpPr>
          <p:cNvPr id="18" name="Group 4"/>
          <p:cNvGrpSpPr>
            <a:grpSpLocks noSelect="1" noChangeAspect="1"/>
          </p:cNvGrpSpPr>
          <p:nvPr userDrawn="1"/>
        </p:nvGrpSpPr>
        <p:grpSpPr bwMode="gray">
          <a:xfrm>
            <a:off x="985838" y="6148406"/>
            <a:ext cx="1103313" cy="336551"/>
            <a:chOff x="621" y="3873"/>
            <a:chExt cx="695" cy="212"/>
          </a:xfrm>
        </p:grpSpPr>
        <p:sp>
          <p:nvSpPr>
            <p:cNvPr id="19" name="Freeform 5"/>
            <p:cNvSpPr>
              <a:spLocks noSelect="1"/>
            </p:cNvSpPr>
            <p:nvPr userDrawn="1"/>
          </p:nvSpPr>
          <p:spPr bwMode="gray">
            <a:xfrm>
              <a:off x="621" y="3873"/>
              <a:ext cx="515" cy="93"/>
            </a:xfrm>
            <a:custGeom>
              <a:avLst/>
              <a:gdLst/>
              <a:ahLst/>
              <a:cxnLst>
                <a:cxn ang="0">
                  <a:pos x="1955" y="422"/>
                </a:cxn>
                <a:cxn ang="0">
                  <a:pos x="1849" y="422"/>
                </a:cxn>
                <a:cxn ang="0">
                  <a:pos x="1738" y="576"/>
                </a:cxn>
                <a:cxn ang="0">
                  <a:pos x="103" y="639"/>
                </a:cxn>
                <a:cxn ang="0">
                  <a:pos x="287" y="374"/>
                </a:cxn>
                <a:cxn ang="0">
                  <a:pos x="377" y="653"/>
                </a:cxn>
                <a:cxn ang="0">
                  <a:pos x="234" y="182"/>
                </a:cxn>
                <a:cxn ang="0">
                  <a:pos x="79" y="193"/>
                </a:cxn>
                <a:cxn ang="0">
                  <a:pos x="0" y="639"/>
                </a:cxn>
                <a:cxn ang="0">
                  <a:pos x="2133" y="653"/>
                </a:cxn>
                <a:cxn ang="0">
                  <a:pos x="2249" y="276"/>
                </a:cxn>
                <a:cxn ang="0">
                  <a:pos x="2344" y="653"/>
                </a:cxn>
                <a:cxn ang="0">
                  <a:pos x="2434" y="359"/>
                </a:cxn>
                <a:cxn ang="0">
                  <a:pos x="2136" y="206"/>
                </a:cxn>
                <a:cxn ang="0">
                  <a:pos x="2044" y="206"/>
                </a:cxn>
                <a:cxn ang="0">
                  <a:pos x="2133" y="653"/>
                </a:cxn>
                <a:cxn ang="0">
                  <a:pos x="786" y="427"/>
                </a:cxn>
                <a:cxn ang="0">
                  <a:pos x="688" y="269"/>
                </a:cxn>
                <a:cxn ang="0">
                  <a:pos x="668" y="664"/>
                </a:cxn>
                <a:cxn ang="0">
                  <a:pos x="812" y="652"/>
                </a:cxn>
                <a:cxn ang="0">
                  <a:pos x="889" y="206"/>
                </a:cxn>
                <a:cxn ang="0">
                  <a:pos x="803" y="206"/>
                </a:cxn>
                <a:cxn ang="0">
                  <a:pos x="2733" y="269"/>
                </a:cxn>
                <a:cxn ang="0">
                  <a:pos x="2734" y="576"/>
                </a:cxn>
                <a:cxn ang="0">
                  <a:pos x="2713" y="182"/>
                </a:cxn>
                <a:cxn ang="0">
                  <a:pos x="2836" y="593"/>
                </a:cxn>
                <a:cxn ang="0">
                  <a:pos x="2921" y="652"/>
                </a:cxn>
                <a:cxn ang="0">
                  <a:pos x="2921" y="193"/>
                </a:cxn>
                <a:cxn ang="0">
                  <a:pos x="2842" y="247"/>
                </a:cxn>
                <a:cxn ang="0">
                  <a:pos x="1324" y="214"/>
                </a:cxn>
                <a:cxn ang="0">
                  <a:pos x="1414" y="653"/>
                </a:cxn>
                <a:cxn ang="0">
                  <a:pos x="1414" y="193"/>
                </a:cxn>
                <a:cxn ang="0">
                  <a:pos x="3045" y="22"/>
                </a:cxn>
                <a:cxn ang="0">
                  <a:pos x="3135" y="653"/>
                </a:cxn>
                <a:cxn ang="0">
                  <a:pos x="3135" y="2"/>
                </a:cxn>
                <a:cxn ang="0">
                  <a:pos x="1375" y="12"/>
                </a:cxn>
                <a:cxn ang="0">
                  <a:pos x="1436" y="73"/>
                </a:cxn>
                <a:cxn ang="0">
                  <a:pos x="1154" y="578"/>
                </a:cxn>
                <a:cxn ang="0">
                  <a:pos x="1207" y="276"/>
                </a:cxn>
                <a:cxn ang="0">
                  <a:pos x="1207" y="193"/>
                </a:cxn>
                <a:cxn ang="0">
                  <a:pos x="1097" y="57"/>
                </a:cxn>
                <a:cxn ang="0">
                  <a:pos x="1007" y="535"/>
                </a:cxn>
                <a:cxn ang="0">
                  <a:pos x="1227" y="635"/>
                </a:cxn>
                <a:cxn ang="0">
                  <a:pos x="3450" y="267"/>
                </a:cxn>
                <a:cxn ang="0">
                  <a:pos x="3458" y="664"/>
                </a:cxn>
                <a:cxn ang="0">
                  <a:pos x="3603" y="555"/>
                </a:cxn>
                <a:cxn ang="0">
                  <a:pos x="3346" y="460"/>
                </a:cxn>
                <a:cxn ang="0">
                  <a:pos x="3657" y="420"/>
                </a:cxn>
                <a:cxn ang="0">
                  <a:pos x="3458" y="664"/>
                </a:cxn>
              </a:cxnLst>
              <a:rect l="0" t="0" r="r" b="b"/>
              <a:pathLst>
                <a:path w="3657" h="664">
                  <a:moveTo>
                    <a:pt x="1517" y="422"/>
                  </a:moveTo>
                  <a:cubicBezTo>
                    <a:pt x="1517" y="287"/>
                    <a:pt x="1600" y="182"/>
                    <a:pt x="1736" y="182"/>
                  </a:cubicBezTo>
                  <a:cubicBezTo>
                    <a:pt x="1874" y="182"/>
                    <a:pt x="1955" y="286"/>
                    <a:pt x="1955" y="422"/>
                  </a:cubicBezTo>
                  <a:cubicBezTo>
                    <a:pt x="1955" y="564"/>
                    <a:pt x="1867" y="664"/>
                    <a:pt x="1735" y="664"/>
                  </a:cubicBezTo>
                  <a:cubicBezTo>
                    <a:pt x="1603" y="664"/>
                    <a:pt x="1517" y="564"/>
                    <a:pt x="1517" y="422"/>
                  </a:cubicBezTo>
                  <a:moveTo>
                    <a:pt x="1849" y="422"/>
                  </a:moveTo>
                  <a:cubicBezTo>
                    <a:pt x="1849" y="331"/>
                    <a:pt x="1804" y="270"/>
                    <a:pt x="1736" y="269"/>
                  </a:cubicBezTo>
                  <a:cubicBezTo>
                    <a:pt x="1666" y="270"/>
                    <a:pt x="1624" y="333"/>
                    <a:pt x="1624" y="422"/>
                  </a:cubicBezTo>
                  <a:cubicBezTo>
                    <a:pt x="1624" y="503"/>
                    <a:pt x="1661" y="576"/>
                    <a:pt x="1738" y="576"/>
                  </a:cubicBezTo>
                  <a:cubicBezTo>
                    <a:pt x="1806" y="576"/>
                    <a:pt x="1849" y="513"/>
                    <a:pt x="1849" y="422"/>
                  </a:cubicBezTo>
                  <a:moveTo>
                    <a:pt x="90" y="653"/>
                  </a:moveTo>
                  <a:cubicBezTo>
                    <a:pt x="97" y="653"/>
                    <a:pt x="103" y="647"/>
                    <a:pt x="103" y="639"/>
                  </a:cubicBezTo>
                  <a:cubicBezTo>
                    <a:pt x="103" y="410"/>
                    <a:pt x="103" y="410"/>
                    <a:pt x="103" y="410"/>
                  </a:cubicBezTo>
                  <a:cubicBezTo>
                    <a:pt x="103" y="322"/>
                    <a:pt x="152" y="276"/>
                    <a:pt x="206" y="276"/>
                  </a:cubicBezTo>
                  <a:cubicBezTo>
                    <a:pt x="247" y="276"/>
                    <a:pt x="287" y="299"/>
                    <a:pt x="287" y="374"/>
                  </a:cubicBezTo>
                  <a:cubicBezTo>
                    <a:pt x="287" y="639"/>
                    <a:pt x="287" y="639"/>
                    <a:pt x="287" y="639"/>
                  </a:cubicBezTo>
                  <a:cubicBezTo>
                    <a:pt x="287" y="647"/>
                    <a:pt x="293" y="653"/>
                    <a:pt x="300" y="653"/>
                  </a:cubicBezTo>
                  <a:cubicBezTo>
                    <a:pt x="377" y="653"/>
                    <a:pt x="377" y="653"/>
                    <a:pt x="377" y="653"/>
                  </a:cubicBezTo>
                  <a:cubicBezTo>
                    <a:pt x="384" y="653"/>
                    <a:pt x="390" y="647"/>
                    <a:pt x="390" y="639"/>
                  </a:cubicBezTo>
                  <a:cubicBezTo>
                    <a:pt x="390" y="359"/>
                    <a:pt x="390" y="359"/>
                    <a:pt x="390" y="359"/>
                  </a:cubicBezTo>
                  <a:cubicBezTo>
                    <a:pt x="390" y="234"/>
                    <a:pt x="321" y="182"/>
                    <a:pt x="234" y="182"/>
                  </a:cubicBezTo>
                  <a:cubicBezTo>
                    <a:pt x="178" y="182"/>
                    <a:pt x="127" y="215"/>
                    <a:pt x="96" y="252"/>
                  </a:cubicBezTo>
                  <a:cubicBezTo>
                    <a:pt x="92" y="206"/>
                    <a:pt x="92" y="206"/>
                    <a:pt x="92" y="206"/>
                  </a:cubicBezTo>
                  <a:cubicBezTo>
                    <a:pt x="91" y="199"/>
                    <a:pt x="85" y="193"/>
                    <a:pt x="79" y="193"/>
                  </a:cubicBezTo>
                  <a:cubicBezTo>
                    <a:pt x="13" y="193"/>
                    <a:pt x="13" y="193"/>
                    <a:pt x="13" y="193"/>
                  </a:cubicBezTo>
                  <a:cubicBezTo>
                    <a:pt x="6" y="193"/>
                    <a:pt x="0" y="199"/>
                    <a:pt x="0" y="206"/>
                  </a:cubicBezTo>
                  <a:cubicBezTo>
                    <a:pt x="0" y="639"/>
                    <a:pt x="0" y="639"/>
                    <a:pt x="0" y="639"/>
                  </a:cubicBezTo>
                  <a:cubicBezTo>
                    <a:pt x="0" y="647"/>
                    <a:pt x="6" y="653"/>
                    <a:pt x="13" y="653"/>
                  </a:cubicBezTo>
                  <a:lnTo>
                    <a:pt x="90" y="653"/>
                  </a:lnTo>
                  <a:close/>
                  <a:moveTo>
                    <a:pt x="2133" y="653"/>
                  </a:moveTo>
                  <a:cubicBezTo>
                    <a:pt x="2141" y="653"/>
                    <a:pt x="2147" y="647"/>
                    <a:pt x="2147" y="639"/>
                  </a:cubicBezTo>
                  <a:cubicBezTo>
                    <a:pt x="2147" y="410"/>
                    <a:pt x="2147" y="410"/>
                    <a:pt x="2147" y="410"/>
                  </a:cubicBezTo>
                  <a:cubicBezTo>
                    <a:pt x="2147" y="322"/>
                    <a:pt x="2196" y="276"/>
                    <a:pt x="2249" y="276"/>
                  </a:cubicBezTo>
                  <a:cubicBezTo>
                    <a:pt x="2291" y="276"/>
                    <a:pt x="2331" y="299"/>
                    <a:pt x="2331" y="374"/>
                  </a:cubicBezTo>
                  <a:cubicBezTo>
                    <a:pt x="2331" y="639"/>
                    <a:pt x="2331" y="639"/>
                    <a:pt x="2331" y="639"/>
                  </a:cubicBezTo>
                  <a:cubicBezTo>
                    <a:pt x="2331" y="647"/>
                    <a:pt x="2337" y="653"/>
                    <a:pt x="2344" y="653"/>
                  </a:cubicBezTo>
                  <a:cubicBezTo>
                    <a:pt x="2420" y="653"/>
                    <a:pt x="2420" y="653"/>
                    <a:pt x="2420" y="653"/>
                  </a:cubicBezTo>
                  <a:cubicBezTo>
                    <a:pt x="2428" y="653"/>
                    <a:pt x="2434" y="647"/>
                    <a:pt x="2434" y="639"/>
                  </a:cubicBezTo>
                  <a:cubicBezTo>
                    <a:pt x="2434" y="359"/>
                    <a:pt x="2434" y="359"/>
                    <a:pt x="2434" y="359"/>
                  </a:cubicBezTo>
                  <a:cubicBezTo>
                    <a:pt x="2434" y="234"/>
                    <a:pt x="2365" y="182"/>
                    <a:pt x="2278" y="182"/>
                  </a:cubicBezTo>
                  <a:cubicBezTo>
                    <a:pt x="2222" y="182"/>
                    <a:pt x="2170" y="215"/>
                    <a:pt x="2140" y="252"/>
                  </a:cubicBezTo>
                  <a:cubicBezTo>
                    <a:pt x="2136" y="206"/>
                    <a:pt x="2136" y="206"/>
                    <a:pt x="2136" y="206"/>
                  </a:cubicBezTo>
                  <a:cubicBezTo>
                    <a:pt x="2135" y="199"/>
                    <a:pt x="2129" y="193"/>
                    <a:pt x="2123" y="193"/>
                  </a:cubicBezTo>
                  <a:cubicBezTo>
                    <a:pt x="2057" y="193"/>
                    <a:pt x="2057" y="193"/>
                    <a:pt x="2057" y="193"/>
                  </a:cubicBezTo>
                  <a:cubicBezTo>
                    <a:pt x="2050" y="193"/>
                    <a:pt x="2044" y="199"/>
                    <a:pt x="2044" y="206"/>
                  </a:cubicBezTo>
                  <a:cubicBezTo>
                    <a:pt x="2044" y="639"/>
                    <a:pt x="2044" y="639"/>
                    <a:pt x="2044" y="639"/>
                  </a:cubicBezTo>
                  <a:cubicBezTo>
                    <a:pt x="2044" y="647"/>
                    <a:pt x="2050" y="653"/>
                    <a:pt x="2057" y="653"/>
                  </a:cubicBezTo>
                  <a:lnTo>
                    <a:pt x="2133" y="653"/>
                  </a:lnTo>
                  <a:close/>
                  <a:moveTo>
                    <a:pt x="688" y="269"/>
                  </a:moveTo>
                  <a:cubicBezTo>
                    <a:pt x="736" y="269"/>
                    <a:pt x="786" y="304"/>
                    <a:pt x="786" y="406"/>
                  </a:cubicBezTo>
                  <a:cubicBezTo>
                    <a:pt x="786" y="427"/>
                    <a:pt x="786" y="427"/>
                    <a:pt x="786" y="427"/>
                  </a:cubicBezTo>
                  <a:cubicBezTo>
                    <a:pt x="786" y="547"/>
                    <a:pt x="729" y="576"/>
                    <a:pt x="690" y="576"/>
                  </a:cubicBezTo>
                  <a:cubicBezTo>
                    <a:pt x="621" y="576"/>
                    <a:pt x="582" y="502"/>
                    <a:pt x="582" y="421"/>
                  </a:cubicBezTo>
                  <a:cubicBezTo>
                    <a:pt x="582" y="329"/>
                    <a:pt x="626" y="269"/>
                    <a:pt x="688" y="269"/>
                  </a:cubicBezTo>
                  <a:moveTo>
                    <a:pt x="669" y="182"/>
                  </a:moveTo>
                  <a:cubicBezTo>
                    <a:pt x="570" y="182"/>
                    <a:pt x="476" y="261"/>
                    <a:pt x="476" y="422"/>
                  </a:cubicBezTo>
                  <a:cubicBezTo>
                    <a:pt x="476" y="554"/>
                    <a:pt x="547" y="664"/>
                    <a:pt x="668" y="664"/>
                  </a:cubicBezTo>
                  <a:cubicBezTo>
                    <a:pt x="722" y="664"/>
                    <a:pt x="768" y="631"/>
                    <a:pt x="791" y="593"/>
                  </a:cubicBezTo>
                  <a:cubicBezTo>
                    <a:pt x="798" y="639"/>
                    <a:pt x="798" y="639"/>
                    <a:pt x="798" y="639"/>
                  </a:cubicBezTo>
                  <a:cubicBezTo>
                    <a:pt x="799" y="646"/>
                    <a:pt x="805" y="652"/>
                    <a:pt x="812" y="652"/>
                  </a:cubicBezTo>
                  <a:cubicBezTo>
                    <a:pt x="876" y="652"/>
                    <a:pt x="876" y="652"/>
                    <a:pt x="876" y="652"/>
                  </a:cubicBezTo>
                  <a:cubicBezTo>
                    <a:pt x="883" y="652"/>
                    <a:pt x="889" y="647"/>
                    <a:pt x="889" y="639"/>
                  </a:cubicBezTo>
                  <a:cubicBezTo>
                    <a:pt x="889" y="206"/>
                    <a:pt x="889" y="206"/>
                    <a:pt x="889" y="206"/>
                  </a:cubicBezTo>
                  <a:cubicBezTo>
                    <a:pt x="889" y="199"/>
                    <a:pt x="883" y="193"/>
                    <a:pt x="876" y="193"/>
                  </a:cubicBezTo>
                  <a:cubicBezTo>
                    <a:pt x="817" y="193"/>
                    <a:pt x="817" y="193"/>
                    <a:pt x="817" y="193"/>
                  </a:cubicBezTo>
                  <a:cubicBezTo>
                    <a:pt x="810" y="193"/>
                    <a:pt x="804" y="199"/>
                    <a:pt x="803" y="206"/>
                  </a:cubicBezTo>
                  <a:cubicBezTo>
                    <a:pt x="798" y="247"/>
                    <a:pt x="798" y="247"/>
                    <a:pt x="798" y="247"/>
                  </a:cubicBezTo>
                  <a:cubicBezTo>
                    <a:pt x="768" y="210"/>
                    <a:pt x="727" y="182"/>
                    <a:pt x="669" y="182"/>
                  </a:cubicBezTo>
                  <a:moveTo>
                    <a:pt x="2733" y="269"/>
                  </a:moveTo>
                  <a:cubicBezTo>
                    <a:pt x="2780" y="269"/>
                    <a:pt x="2830" y="304"/>
                    <a:pt x="2830" y="406"/>
                  </a:cubicBezTo>
                  <a:cubicBezTo>
                    <a:pt x="2830" y="427"/>
                    <a:pt x="2830" y="427"/>
                    <a:pt x="2830" y="427"/>
                  </a:cubicBezTo>
                  <a:cubicBezTo>
                    <a:pt x="2830" y="547"/>
                    <a:pt x="2773" y="576"/>
                    <a:pt x="2734" y="576"/>
                  </a:cubicBezTo>
                  <a:cubicBezTo>
                    <a:pt x="2665" y="576"/>
                    <a:pt x="2627" y="502"/>
                    <a:pt x="2627" y="421"/>
                  </a:cubicBezTo>
                  <a:cubicBezTo>
                    <a:pt x="2627" y="329"/>
                    <a:pt x="2670" y="269"/>
                    <a:pt x="2733" y="269"/>
                  </a:cubicBezTo>
                  <a:moveTo>
                    <a:pt x="2713" y="182"/>
                  </a:moveTo>
                  <a:cubicBezTo>
                    <a:pt x="2614" y="182"/>
                    <a:pt x="2520" y="261"/>
                    <a:pt x="2520" y="422"/>
                  </a:cubicBezTo>
                  <a:cubicBezTo>
                    <a:pt x="2520" y="554"/>
                    <a:pt x="2591" y="664"/>
                    <a:pt x="2713" y="664"/>
                  </a:cubicBezTo>
                  <a:cubicBezTo>
                    <a:pt x="2766" y="664"/>
                    <a:pt x="2813" y="631"/>
                    <a:pt x="2836" y="593"/>
                  </a:cubicBezTo>
                  <a:cubicBezTo>
                    <a:pt x="2843" y="639"/>
                    <a:pt x="2843" y="639"/>
                    <a:pt x="2843" y="639"/>
                  </a:cubicBezTo>
                  <a:cubicBezTo>
                    <a:pt x="2844" y="646"/>
                    <a:pt x="2850" y="652"/>
                    <a:pt x="2856" y="652"/>
                  </a:cubicBezTo>
                  <a:cubicBezTo>
                    <a:pt x="2921" y="652"/>
                    <a:pt x="2921" y="652"/>
                    <a:pt x="2921" y="652"/>
                  </a:cubicBezTo>
                  <a:cubicBezTo>
                    <a:pt x="2928" y="652"/>
                    <a:pt x="2934" y="647"/>
                    <a:pt x="2934" y="639"/>
                  </a:cubicBezTo>
                  <a:cubicBezTo>
                    <a:pt x="2934" y="206"/>
                    <a:pt x="2934" y="206"/>
                    <a:pt x="2934" y="206"/>
                  </a:cubicBezTo>
                  <a:cubicBezTo>
                    <a:pt x="2934" y="199"/>
                    <a:pt x="2928" y="193"/>
                    <a:pt x="2921" y="193"/>
                  </a:cubicBezTo>
                  <a:cubicBezTo>
                    <a:pt x="2861" y="193"/>
                    <a:pt x="2861" y="193"/>
                    <a:pt x="2861" y="193"/>
                  </a:cubicBezTo>
                  <a:cubicBezTo>
                    <a:pt x="2855" y="193"/>
                    <a:pt x="2849" y="199"/>
                    <a:pt x="2848" y="206"/>
                  </a:cubicBezTo>
                  <a:cubicBezTo>
                    <a:pt x="2842" y="247"/>
                    <a:pt x="2842" y="247"/>
                    <a:pt x="2842" y="247"/>
                  </a:cubicBezTo>
                  <a:cubicBezTo>
                    <a:pt x="2813" y="210"/>
                    <a:pt x="2771" y="182"/>
                    <a:pt x="2713" y="182"/>
                  </a:cubicBezTo>
                  <a:moveTo>
                    <a:pt x="1337" y="200"/>
                  </a:moveTo>
                  <a:cubicBezTo>
                    <a:pt x="1330" y="201"/>
                    <a:pt x="1324" y="206"/>
                    <a:pt x="1324" y="214"/>
                  </a:cubicBezTo>
                  <a:cubicBezTo>
                    <a:pt x="1324" y="639"/>
                    <a:pt x="1324" y="639"/>
                    <a:pt x="1324" y="639"/>
                  </a:cubicBezTo>
                  <a:cubicBezTo>
                    <a:pt x="1324" y="647"/>
                    <a:pt x="1330" y="653"/>
                    <a:pt x="1337" y="653"/>
                  </a:cubicBezTo>
                  <a:cubicBezTo>
                    <a:pt x="1414" y="653"/>
                    <a:pt x="1414" y="653"/>
                    <a:pt x="1414" y="653"/>
                  </a:cubicBezTo>
                  <a:cubicBezTo>
                    <a:pt x="1421" y="653"/>
                    <a:pt x="1427" y="647"/>
                    <a:pt x="1427" y="639"/>
                  </a:cubicBezTo>
                  <a:cubicBezTo>
                    <a:pt x="1427" y="206"/>
                    <a:pt x="1427" y="206"/>
                    <a:pt x="1427" y="206"/>
                  </a:cubicBezTo>
                  <a:cubicBezTo>
                    <a:pt x="1427" y="199"/>
                    <a:pt x="1421" y="192"/>
                    <a:pt x="1414" y="193"/>
                  </a:cubicBezTo>
                  <a:lnTo>
                    <a:pt x="1337" y="200"/>
                  </a:lnTo>
                  <a:close/>
                  <a:moveTo>
                    <a:pt x="3058" y="9"/>
                  </a:moveTo>
                  <a:cubicBezTo>
                    <a:pt x="3051" y="10"/>
                    <a:pt x="3045" y="15"/>
                    <a:pt x="3045" y="22"/>
                  </a:cubicBezTo>
                  <a:cubicBezTo>
                    <a:pt x="3045" y="639"/>
                    <a:pt x="3045" y="639"/>
                    <a:pt x="3045" y="639"/>
                  </a:cubicBezTo>
                  <a:cubicBezTo>
                    <a:pt x="3045" y="647"/>
                    <a:pt x="3051" y="653"/>
                    <a:pt x="3058" y="653"/>
                  </a:cubicBezTo>
                  <a:cubicBezTo>
                    <a:pt x="3135" y="653"/>
                    <a:pt x="3135" y="653"/>
                    <a:pt x="3135" y="653"/>
                  </a:cubicBezTo>
                  <a:cubicBezTo>
                    <a:pt x="3142" y="653"/>
                    <a:pt x="3148" y="647"/>
                    <a:pt x="3148" y="639"/>
                  </a:cubicBezTo>
                  <a:cubicBezTo>
                    <a:pt x="3148" y="15"/>
                    <a:pt x="3148" y="15"/>
                    <a:pt x="3148" y="15"/>
                  </a:cubicBezTo>
                  <a:cubicBezTo>
                    <a:pt x="3148" y="7"/>
                    <a:pt x="3142" y="0"/>
                    <a:pt x="3135" y="2"/>
                  </a:cubicBezTo>
                  <a:lnTo>
                    <a:pt x="3058" y="9"/>
                  </a:lnTo>
                  <a:close/>
                  <a:moveTo>
                    <a:pt x="1436" y="73"/>
                  </a:moveTo>
                  <a:cubicBezTo>
                    <a:pt x="1436" y="39"/>
                    <a:pt x="1409" y="12"/>
                    <a:pt x="1375" y="12"/>
                  </a:cubicBezTo>
                  <a:cubicBezTo>
                    <a:pt x="1342" y="12"/>
                    <a:pt x="1315" y="39"/>
                    <a:pt x="1315" y="73"/>
                  </a:cubicBezTo>
                  <a:cubicBezTo>
                    <a:pt x="1315" y="106"/>
                    <a:pt x="1342" y="133"/>
                    <a:pt x="1375" y="133"/>
                  </a:cubicBezTo>
                  <a:cubicBezTo>
                    <a:pt x="1409" y="133"/>
                    <a:pt x="1436" y="106"/>
                    <a:pt x="1436" y="73"/>
                  </a:cubicBezTo>
                  <a:moveTo>
                    <a:pt x="1219" y="578"/>
                  </a:moveTo>
                  <a:cubicBezTo>
                    <a:pt x="1217" y="568"/>
                    <a:pt x="1211" y="565"/>
                    <a:pt x="1199" y="570"/>
                  </a:cubicBezTo>
                  <a:cubicBezTo>
                    <a:pt x="1192" y="572"/>
                    <a:pt x="1169" y="578"/>
                    <a:pt x="1154" y="578"/>
                  </a:cubicBezTo>
                  <a:cubicBezTo>
                    <a:pt x="1124" y="578"/>
                    <a:pt x="1111" y="567"/>
                    <a:pt x="1110" y="524"/>
                  </a:cubicBezTo>
                  <a:cubicBezTo>
                    <a:pt x="1110" y="276"/>
                    <a:pt x="1110" y="276"/>
                    <a:pt x="1110" y="276"/>
                  </a:cubicBezTo>
                  <a:cubicBezTo>
                    <a:pt x="1207" y="276"/>
                    <a:pt x="1207" y="276"/>
                    <a:pt x="1207" y="276"/>
                  </a:cubicBezTo>
                  <a:cubicBezTo>
                    <a:pt x="1214" y="276"/>
                    <a:pt x="1220" y="270"/>
                    <a:pt x="1220" y="263"/>
                  </a:cubicBezTo>
                  <a:cubicBezTo>
                    <a:pt x="1220" y="206"/>
                    <a:pt x="1220" y="206"/>
                    <a:pt x="1220" y="206"/>
                  </a:cubicBezTo>
                  <a:cubicBezTo>
                    <a:pt x="1220" y="199"/>
                    <a:pt x="1214" y="193"/>
                    <a:pt x="1207" y="193"/>
                  </a:cubicBezTo>
                  <a:cubicBezTo>
                    <a:pt x="1110" y="193"/>
                    <a:pt x="1110" y="193"/>
                    <a:pt x="1110" y="193"/>
                  </a:cubicBezTo>
                  <a:cubicBezTo>
                    <a:pt x="1110" y="70"/>
                    <a:pt x="1110" y="70"/>
                    <a:pt x="1110" y="70"/>
                  </a:cubicBezTo>
                  <a:cubicBezTo>
                    <a:pt x="1110" y="62"/>
                    <a:pt x="1104" y="56"/>
                    <a:pt x="1097" y="57"/>
                  </a:cubicBezTo>
                  <a:cubicBezTo>
                    <a:pt x="1021" y="64"/>
                    <a:pt x="1021" y="64"/>
                    <a:pt x="1021" y="64"/>
                  </a:cubicBezTo>
                  <a:cubicBezTo>
                    <a:pt x="1013" y="65"/>
                    <a:pt x="1007" y="70"/>
                    <a:pt x="1007" y="77"/>
                  </a:cubicBezTo>
                  <a:cubicBezTo>
                    <a:pt x="1007" y="535"/>
                    <a:pt x="1007" y="535"/>
                    <a:pt x="1007" y="535"/>
                  </a:cubicBezTo>
                  <a:cubicBezTo>
                    <a:pt x="1007" y="610"/>
                    <a:pt x="1041" y="664"/>
                    <a:pt x="1132" y="664"/>
                  </a:cubicBezTo>
                  <a:cubicBezTo>
                    <a:pt x="1159" y="664"/>
                    <a:pt x="1193" y="659"/>
                    <a:pt x="1219" y="647"/>
                  </a:cubicBezTo>
                  <a:cubicBezTo>
                    <a:pt x="1224" y="645"/>
                    <a:pt x="1228" y="643"/>
                    <a:pt x="1227" y="635"/>
                  </a:cubicBezTo>
                  <a:lnTo>
                    <a:pt x="1219" y="578"/>
                  </a:lnTo>
                  <a:close/>
                  <a:moveTo>
                    <a:pt x="3346" y="384"/>
                  </a:moveTo>
                  <a:cubicBezTo>
                    <a:pt x="3354" y="331"/>
                    <a:pt x="3379" y="267"/>
                    <a:pt x="3450" y="267"/>
                  </a:cubicBezTo>
                  <a:cubicBezTo>
                    <a:pt x="3524" y="267"/>
                    <a:pt x="3549" y="326"/>
                    <a:pt x="3552" y="384"/>
                  </a:cubicBezTo>
                  <a:lnTo>
                    <a:pt x="3346" y="384"/>
                  </a:lnTo>
                  <a:close/>
                  <a:moveTo>
                    <a:pt x="3458" y="664"/>
                  </a:moveTo>
                  <a:cubicBezTo>
                    <a:pt x="3524" y="664"/>
                    <a:pt x="3577" y="647"/>
                    <a:pt x="3617" y="625"/>
                  </a:cubicBezTo>
                  <a:cubicBezTo>
                    <a:pt x="3624" y="621"/>
                    <a:pt x="3627" y="614"/>
                    <a:pt x="3624" y="607"/>
                  </a:cubicBezTo>
                  <a:cubicBezTo>
                    <a:pt x="3603" y="555"/>
                    <a:pt x="3603" y="555"/>
                    <a:pt x="3603" y="555"/>
                  </a:cubicBezTo>
                  <a:cubicBezTo>
                    <a:pt x="3600" y="548"/>
                    <a:pt x="3592" y="545"/>
                    <a:pt x="3585" y="548"/>
                  </a:cubicBezTo>
                  <a:cubicBezTo>
                    <a:pt x="3548" y="566"/>
                    <a:pt x="3509" y="576"/>
                    <a:pt x="3464" y="576"/>
                  </a:cubicBezTo>
                  <a:cubicBezTo>
                    <a:pt x="3388" y="576"/>
                    <a:pt x="3352" y="521"/>
                    <a:pt x="3346" y="460"/>
                  </a:cubicBezTo>
                  <a:cubicBezTo>
                    <a:pt x="3644" y="460"/>
                    <a:pt x="3644" y="460"/>
                    <a:pt x="3644" y="460"/>
                  </a:cubicBezTo>
                  <a:cubicBezTo>
                    <a:pt x="3651" y="460"/>
                    <a:pt x="3656" y="454"/>
                    <a:pt x="3657" y="446"/>
                  </a:cubicBezTo>
                  <a:cubicBezTo>
                    <a:pt x="3657" y="436"/>
                    <a:pt x="3657" y="429"/>
                    <a:pt x="3657" y="420"/>
                  </a:cubicBezTo>
                  <a:cubicBezTo>
                    <a:pt x="3657" y="306"/>
                    <a:pt x="3599" y="182"/>
                    <a:pt x="3451" y="182"/>
                  </a:cubicBezTo>
                  <a:cubicBezTo>
                    <a:pt x="3318" y="182"/>
                    <a:pt x="3238" y="285"/>
                    <a:pt x="3238" y="425"/>
                  </a:cubicBezTo>
                  <a:cubicBezTo>
                    <a:pt x="3238" y="569"/>
                    <a:pt x="3324" y="664"/>
                    <a:pt x="3458" y="664"/>
                  </a:cubicBezTo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0" name="Freeform 6"/>
            <p:cNvSpPr>
              <a:spLocks noSelect="1"/>
            </p:cNvSpPr>
            <p:nvPr/>
          </p:nvSpPr>
          <p:spPr bwMode="gray">
            <a:xfrm>
              <a:off x="621" y="3992"/>
              <a:ext cx="695" cy="93"/>
            </a:xfrm>
            <a:custGeom>
              <a:avLst/>
              <a:gdLst/>
              <a:ahLst/>
              <a:cxnLst>
                <a:cxn ang="0">
                  <a:pos x="13" y="193"/>
                </a:cxn>
                <a:cxn ang="0">
                  <a:pos x="234" y="182"/>
                </a:cxn>
                <a:cxn ang="0">
                  <a:pos x="300" y="653"/>
                </a:cxn>
                <a:cxn ang="0">
                  <a:pos x="103" y="410"/>
                </a:cxn>
                <a:cxn ang="0">
                  <a:pos x="2735" y="269"/>
                </a:cxn>
                <a:cxn ang="0">
                  <a:pos x="2832" y="406"/>
                </a:cxn>
                <a:cxn ang="0">
                  <a:pos x="2849" y="206"/>
                </a:cxn>
                <a:cxn ang="0">
                  <a:pos x="2935" y="640"/>
                </a:cxn>
                <a:cxn ang="0">
                  <a:pos x="2837" y="593"/>
                </a:cxn>
                <a:cxn ang="0">
                  <a:pos x="4643" y="653"/>
                </a:cxn>
                <a:cxn ang="0">
                  <a:pos x="4840" y="374"/>
                </a:cxn>
                <a:cxn ang="0">
                  <a:pos x="4943" y="640"/>
                </a:cxn>
                <a:cxn ang="0">
                  <a:pos x="4645" y="206"/>
                </a:cxn>
                <a:cxn ang="0">
                  <a:pos x="4553" y="640"/>
                </a:cxn>
                <a:cxn ang="0">
                  <a:pos x="3156" y="640"/>
                </a:cxn>
                <a:cxn ang="0">
                  <a:pos x="3341" y="640"/>
                </a:cxn>
                <a:cxn ang="0">
                  <a:pos x="3443" y="359"/>
                </a:cxn>
                <a:cxn ang="0">
                  <a:pos x="3132" y="193"/>
                </a:cxn>
                <a:cxn ang="0">
                  <a:pos x="3067" y="653"/>
                </a:cxn>
                <a:cxn ang="0">
                  <a:pos x="2331" y="640"/>
                </a:cxn>
                <a:cxn ang="0">
                  <a:pos x="2434" y="15"/>
                </a:cxn>
                <a:cxn ang="0">
                  <a:pos x="691" y="267"/>
                </a:cxn>
                <a:cxn ang="0">
                  <a:pos x="479" y="425"/>
                </a:cxn>
                <a:cxn ang="0">
                  <a:pos x="884" y="460"/>
                </a:cxn>
                <a:cxn ang="0">
                  <a:pos x="843" y="555"/>
                </a:cxn>
                <a:cxn ang="0">
                  <a:pos x="1803" y="384"/>
                </a:cxn>
                <a:cxn ang="0">
                  <a:pos x="1709" y="664"/>
                </a:cxn>
                <a:cxn ang="0">
                  <a:pos x="1907" y="447"/>
                </a:cxn>
                <a:cxn ang="0">
                  <a:pos x="1836" y="548"/>
                </a:cxn>
                <a:cxn ang="0">
                  <a:pos x="1709" y="664"/>
                </a:cxn>
                <a:cxn ang="0">
                  <a:pos x="1380" y="653"/>
                </a:cxn>
                <a:cxn ang="0">
                  <a:pos x="1164" y="664"/>
                </a:cxn>
                <a:cxn ang="0">
                  <a:pos x="1291" y="23"/>
                </a:cxn>
                <a:cxn ang="0">
                  <a:pos x="1184" y="269"/>
                </a:cxn>
                <a:cxn ang="0">
                  <a:pos x="1291" y="406"/>
                </a:cxn>
                <a:cxn ang="0">
                  <a:pos x="4359" y="384"/>
                </a:cxn>
                <a:cxn ang="0">
                  <a:pos x="4464" y="420"/>
                </a:cxn>
                <a:cxn ang="0">
                  <a:pos x="4271" y="576"/>
                </a:cxn>
                <a:cxn ang="0">
                  <a:pos x="4425" y="625"/>
                </a:cxn>
                <a:cxn ang="0">
                  <a:pos x="3955" y="640"/>
                </a:cxn>
                <a:cxn ang="0">
                  <a:pos x="3858" y="593"/>
                </a:cxn>
                <a:cxn ang="0">
                  <a:pos x="3852" y="233"/>
                </a:cxn>
                <a:cxn ang="0">
                  <a:pos x="3853" y="406"/>
                </a:cxn>
                <a:cxn ang="0">
                  <a:pos x="3853" y="427"/>
                </a:cxn>
                <a:cxn ang="0">
                  <a:pos x="2094" y="252"/>
                </a:cxn>
                <a:cxn ang="0">
                  <a:pos x="1998" y="206"/>
                </a:cxn>
                <a:cxn ang="0">
                  <a:pos x="2101" y="640"/>
                </a:cxn>
                <a:cxn ang="0">
                  <a:pos x="2248" y="276"/>
                </a:cxn>
              </a:cxnLst>
              <a:rect l="0" t="0" r="r" b="b"/>
              <a:pathLst>
                <a:path w="4943" h="664">
                  <a:moveTo>
                    <a:pt x="13" y="653"/>
                  </a:moveTo>
                  <a:cubicBezTo>
                    <a:pt x="6" y="653"/>
                    <a:pt x="0" y="647"/>
                    <a:pt x="0" y="64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0" y="199"/>
                    <a:pt x="6" y="193"/>
                    <a:pt x="13" y="193"/>
                  </a:cubicBezTo>
                  <a:cubicBezTo>
                    <a:pt x="79" y="193"/>
                    <a:pt x="79" y="193"/>
                    <a:pt x="79" y="193"/>
                  </a:cubicBezTo>
                  <a:cubicBezTo>
                    <a:pt x="85" y="193"/>
                    <a:pt x="91" y="199"/>
                    <a:pt x="92" y="206"/>
                  </a:cubicBezTo>
                  <a:cubicBezTo>
                    <a:pt x="96" y="252"/>
                    <a:pt x="96" y="252"/>
                    <a:pt x="96" y="252"/>
                  </a:cubicBezTo>
                  <a:cubicBezTo>
                    <a:pt x="127" y="215"/>
                    <a:pt x="178" y="182"/>
                    <a:pt x="234" y="182"/>
                  </a:cubicBezTo>
                  <a:cubicBezTo>
                    <a:pt x="321" y="182"/>
                    <a:pt x="390" y="234"/>
                    <a:pt x="390" y="359"/>
                  </a:cubicBezTo>
                  <a:cubicBezTo>
                    <a:pt x="390" y="640"/>
                    <a:pt x="390" y="640"/>
                    <a:pt x="390" y="640"/>
                  </a:cubicBezTo>
                  <a:cubicBezTo>
                    <a:pt x="390" y="647"/>
                    <a:pt x="384" y="653"/>
                    <a:pt x="377" y="653"/>
                  </a:cubicBezTo>
                  <a:cubicBezTo>
                    <a:pt x="300" y="653"/>
                    <a:pt x="300" y="653"/>
                    <a:pt x="300" y="653"/>
                  </a:cubicBezTo>
                  <a:cubicBezTo>
                    <a:pt x="293" y="653"/>
                    <a:pt x="287" y="647"/>
                    <a:pt x="287" y="640"/>
                  </a:cubicBezTo>
                  <a:cubicBezTo>
                    <a:pt x="287" y="374"/>
                    <a:pt x="287" y="374"/>
                    <a:pt x="287" y="374"/>
                  </a:cubicBezTo>
                  <a:cubicBezTo>
                    <a:pt x="287" y="299"/>
                    <a:pt x="247" y="276"/>
                    <a:pt x="206" y="276"/>
                  </a:cubicBezTo>
                  <a:cubicBezTo>
                    <a:pt x="152" y="276"/>
                    <a:pt x="103" y="323"/>
                    <a:pt x="103" y="410"/>
                  </a:cubicBezTo>
                  <a:cubicBezTo>
                    <a:pt x="103" y="640"/>
                    <a:pt x="103" y="640"/>
                    <a:pt x="103" y="640"/>
                  </a:cubicBezTo>
                  <a:cubicBezTo>
                    <a:pt x="103" y="647"/>
                    <a:pt x="97" y="653"/>
                    <a:pt x="90" y="653"/>
                  </a:cubicBezTo>
                  <a:lnTo>
                    <a:pt x="13" y="653"/>
                  </a:lnTo>
                  <a:close/>
                  <a:moveTo>
                    <a:pt x="2735" y="269"/>
                  </a:moveTo>
                  <a:cubicBezTo>
                    <a:pt x="2672" y="269"/>
                    <a:pt x="2629" y="330"/>
                    <a:pt x="2629" y="421"/>
                  </a:cubicBezTo>
                  <a:cubicBezTo>
                    <a:pt x="2629" y="503"/>
                    <a:pt x="2667" y="576"/>
                    <a:pt x="2736" y="576"/>
                  </a:cubicBezTo>
                  <a:cubicBezTo>
                    <a:pt x="2775" y="576"/>
                    <a:pt x="2832" y="547"/>
                    <a:pt x="2832" y="428"/>
                  </a:cubicBezTo>
                  <a:cubicBezTo>
                    <a:pt x="2832" y="406"/>
                    <a:pt x="2832" y="406"/>
                    <a:pt x="2832" y="406"/>
                  </a:cubicBezTo>
                  <a:cubicBezTo>
                    <a:pt x="2832" y="304"/>
                    <a:pt x="2782" y="269"/>
                    <a:pt x="2735" y="269"/>
                  </a:cubicBezTo>
                  <a:moveTo>
                    <a:pt x="2715" y="182"/>
                  </a:moveTo>
                  <a:cubicBezTo>
                    <a:pt x="2773" y="182"/>
                    <a:pt x="2815" y="210"/>
                    <a:pt x="2844" y="247"/>
                  </a:cubicBezTo>
                  <a:cubicBezTo>
                    <a:pt x="2849" y="206"/>
                    <a:pt x="2849" y="206"/>
                    <a:pt x="2849" y="206"/>
                  </a:cubicBezTo>
                  <a:cubicBezTo>
                    <a:pt x="2850" y="200"/>
                    <a:pt x="2856" y="193"/>
                    <a:pt x="2863" y="193"/>
                  </a:cubicBezTo>
                  <a:cubicBezTo>
                    <a:pt x="2922" y="193"/>
                    <a:pt x="2922" y="193"/>
                    <a:pt x="2922" y="193"/>
                  </a:cubicBezTo>
                  <a:cubicBezTo>
                    <a:pt x="2930" y="193"/>
                    <a:pt x="2935" y="199"/>
                    <a:pt x="2935" y="206"/>
                  </a:cubicBezTo>
                  <a:cubicBezTo>
                    <a:pt x="2935" y="640"/>
                    <a:pt x="2935" y="640"/>
                    <a:pt x="2935" y="640"/>
                  </a:cubicBezTo>
                  <a:cubicBezTo>
                    <a:pt x="2935" y="647"/>
                    <a:pt x="2930" y="653"/>
                    <a:pt x="2922" y="653"/>
                  </a:cubicBezTo>
                  <a:cubicBezTo>
                    <a:pt x="2858" y="653"/>
                    <a:pt x="2858" y="653"/>
                    <a:pt x="2858" y="653"/>
                  </a:cubicBezTo>
                  <a:cubicBezTo>
                    <a:pt x="2851" y="653"/>
                    <a:pt x="2845" y="646"/>
                    <a:pt x="2844" y="640"/>
                  </a:cubicBezTo>
                  <a:cubicBezTo>
                    <a:pt x="2837" y="593"/>
                    <a:pt x="2837" y="593"/>
                    <a:pt x="2837" y="593"/>
                  </a:cubicBezTo>
                  <a:cubicBezTo>
                    <a:pt x="2815" y="631"/>
                    <a:pt x="2768" y="664"/>
                    <a:pt x="2714" y="664"/>
                  </a:cubicBezTo>
                  <a:cubicBezTo>
                    <a:pt x="2593" y="664"/>
                    <a:pt x="2522" y="555"/>
                    <a:pt x="2522" y="422"/>
                  </a:cubicBezTo>
                  <a:cubicBezTo>
                    <a:pt x="2522" y="261"/>
                    <a:pt x="2616" y="182"/>
                    <a:pt x="2715" y="182"/>
                  </a:cubicBezTo>
                  <a:moveTo>
                    <a:pt x="4643" y="653"/>
                  </a:moveTo>
                  <a:cubicBezTo>
                    <a:pt x="4650" y="653"/>
                    <a:pt x="4656" y="647"/>
                    <a:pt x="4656" y="640"/>
                  </a:cubicBezTo>
                  <a:cubicBezTo>
                    <a:pt x="4656" y="410"/>
                    <a:pt x="4656" y="410"/>
                    <a:pt x="4656" y="410"/>
                  </a:cubicBezTo>
                  <a:cubicBezTo>
                    <a:pt x="4656" y="323"/>
                    <a:pt x="4705" y="276"/>
                    <a:pt x="4759" y="276"/>
                  </a:cubicBezTo>
                  <a:cubicBezTo>
                    <a:pt x="4800" y="276"/>
                    <a:pt x="4840" y="299"/>
                    <a:pt x="4840" y="374"/>
                  </a:cubicBezTo>
                  <a:cubicBezTo>
                    <a:pt x="4840" y="640"/>
                    <a:pt x="4840" y="640"/>
                    <a:pt x="4840" y="640"/>
                  </a:cubicBezTo>
                  <a:cubicBezTo>
                    <a:pt x="4840" y="647"/>
                    <a:pt x="4846" y="653"/>
                    <a:pt x="4853" y="653"/>
                  </a:cubicBezTo>
                  <a:cubicBezTo>
                    <a:pt x="4930" y="653"/>
                    <a:pt x="4930" y="653"/>
                    <a:pt x="4930" y="653"/>
                  </a:cubicBezTo>
                  <a:cubicBezTo>
                    <a:pt x="4937" y="653"/>
                    <a:pt x="4943" y="647"/>
                    <a:pt x="4943" y="640"/>
                  </a:cubicBezTo>
                  <a:cubicBezTo>
                    <a:pt x="4943" y="359"/>
                    <a:pt x="4943" y="359"/>
                    <a:pt x="4943" y="359"/>
                  </a:cubicBezTo>
                  <a:cubicBezTo>
                    <a:pt x="4943" y="234"/>
                    <a:pt x="4874" y="182"/>
                    <a:pt x="4787" y="182"/>
                  </a:cubicBezTo>
                  <a:cubicBezTo>
                    <a:pt x="4731" y="182"/>
                    <a:pt x="4680" y="215"/>
                    <a:pt x="4649" y="252"/>
                  </a:cubicBezTo>
                  <a:cubicBezTo>
                    <a:pt x="4645" y="206"/>
                    <a:pt x="4645" y="206"/>
                    <a:pt x="4645" y="206"/>
                  </a:cubicBezTo>
                  <a:cubicBezTo>
                    <a:pt x="4644" y="199"/>
                    <a:pt x="4638" y="193"/>
                    <a:pt x="4632" y="193"/>
                  </a:cubicBezTo>
                  <a:cubicBezTo>
                    <a:pt x="4566" y="193"/>
                    <a:pt x="4566" y="193"/>
                    <a:pt x="4566" y="193"/>
                  </a:cubicBezTo>
                  <a:cubicBezTo>
                    <a:pt x="4559" y="193"/>
                    <a:pt x="4553" y="199"/>
                    <a:pt x="4553" y="206"/>
                  </a:cubicBezTo>
                  <a:cubicBezTo>
                    <a:pt x="4553" y="640"/>
                    <a:pt x="4553" y="640"/>
                    <a:pt x="4553" y="640"/>
                  </a:cubicBezTo>
                  <a:cubicBezTo>
                    <a:pt x="4553" y="647"/>
                    <a:pt x="4559" y="653"/>
                    <a:pt x="4566" y="653"/>
                  </a:cubicBezTo>
                  <a:lnTo>
                    <a:pt x="4643" y="653"/>
                  </a:lnTo>
                  <a:close/>
                  <a:moveTo>
                    <a:pt x="3143" y="653"/>
                  </a:moveTo>
                  <a:cubicBezTo>
                    <a:pt x="3151" y="653"/>
                    <a:pt x="3156" y="647"/>
                    <a:pt x="3156" y="640"/>
                  </a:cubicBezTo>
                  <a:cubicBezTo>
                    <a:pt x="3156" y="410"/>
                    <a:pt x="3156" y="410"/>
                    <a:pt x="3156" y="410"/>
                  </a:cubicBezTo>
                  <a:cubicBezTo>
                    <a:pt x="3156" y="323"/>
                    <a:pt x="3206" y="276"/>
                    <a:pt x="3259" y="276"/>
                  </a:cubicBezTo>
                  <a:cubicBezTo>
                    <a:pt x="3301" y="276"/>
                    <a:pt x="3340" y="299"/>
                    <a:pt x="3341" y="374"/>
                  </a:cubicBezTo>
                  <a:cubicBezTo>
                    <a:pt x="3341" y="640"/>
                    <a:pt x="3341" y="640"/>
                    <a:pt x="3341" y="640"/>
                  </a:cubicBezTo>
                  <a:cubicBezTo>
                    <a:pt x="3341" y="647"/>
                    <a:pt x="3346" y="653"/>
                    <a:pt x="3354" y="653"/>
                  </a:cubicBezTo>
                  <a:cubicBezTo>
                    <a:pt x="3430" y="653"/>
                    <a:pt x="3430" y="653"/>
                    <a:pt x="3430" y="653"/>
                  </a:cubicBezTo>
                  <a:cubicBezTo>
                    <a:pt x="3437" y="653"/>
                    <a:pt x="3443" y="647"/>
                    <a:pt x="3443" y="640"/>
                  </a:cubicBezTo>
                  <a:cubicBezTo>
                    <a:pt x="3443" y="359"/>
                    <a:pt x="3443" y="359"/>
                    <a:pt x="3443" y="359"/>
                  </a:cubicBezTo>
                  <a:cubicBezTo>
                    <a:pt x="3443" y="234"/>
                    <a:pt x="3375" y="182"/>
                    <a:pt x="3287" y="182"/>
                  </a:cubicBezTo>
                  <a:cubicBezTo>
                    <a:pt x="3231" y="182"/>
                    <a:pt x="3180" y="215"/>
                    <a:pt x="3150" y="252"/>
                  </a:cubicBezTo>
                  <a:cubicBezTo>
                    <a:pt x="3146" y="206"/>
                    <a:pt x="3146" y="206"/>
                    <a:pt x="3146" y="206"/>
                  </a:cubicBezTo>
                  <a:cubicBezTo>
                    <a:pt x="3145" y="199"/>
                    <a:pt x="3139" y="193"/>
                    <a:pt x="3132" y="193"/>
                  </a:cubicBezTo>
                  <a:cubicBezTo>
                    <a:pt x="3067" y="193"/>
                    <a:pt x="3067" y="193"/>
                    <a:pt x="3067" y="193"/>
                  </a:cubicBezTo>
                  <a:cubicBezTo>
                    <a:pt x="3059" y="193"/>
                    <a:pt x="3054" y="199"/>
                    <a:pt x="3054" y="206"/>
                  </a:cubicBezTo>
                  <a:cubicBezTo>
                    <a:pt x="3054" y="640"/>
                    <a:pt x="3054" y="640"/>
                    <a:pt x="3054" y="640"/>
                  </a:cubicBezTo>
                  <a:cubicBezTo>
                    <a:pt x="3054" y="647"/>
                    <a:pt x="3059" y="653"/>
                    <a:pt x="3067" y="653"/>
                  </a:cubicBezTo>
                  <a:lnTo>
                    <a:pt x="3143" y="653"/>
                  </a:lnTo>
                  <a:close/>
                  <a:moveTo>
                    <a:pt x="2344" y="9"/>
                  </a:moveTo>
                  <a:cubicBezTo>
                    <a:pt x="2336" y="10"/>
                    <a:pt x="2331" y="15"/>
                    <a:pt x="2331" y="22"/>
                  </a:cubicBezTo>
                  <a:cubicBezTo>
                    <a:pt x="2331" y="640"/>
                    <a:pt x="2331" y="640"/>
                    <a:pt x="2331" y="640"/>
                  </a:cubicBezTo>
                  <a:cubicBezTo>
                    <a:pt x="2331" y="647"/>
                    <a:pt x="2337" y="653"/>
                    <a:pt x="2344" y="653"/>
                  </a:cubicBezTo>
                  <a:cubicBezTo>
                    <a:pt x="2421" y="653"/>
                    <a:pt x="2421" y="653"/>
                    <a:pt x="2421" y="653"/>
                  </a:cubicBezTo>
                  <a:cubicBezTo>
                    <a:pt x="2428" y="653"/>
                    <a:pt x="2434" y="647"/>
                    <a:pt x="2434" y="640"/>
                  </a:cubicBezTo>
                  <a:cubicBezTo>
                    <a:pt x="2434" y="15"/>
                    <a:pt x="2434" y="15"/>
                    <a:pt x="2434" y="15"/>
                  </a:cubicBezTo>
                  <a:cubicBezTo>
                    <a:pt x="2434" y="8"/>
                    <a:pt x="2428" y="0"/>
                    <a:pt x="2421" y="2"/>
                  </a:cubicBezTo>
                  <a:lnTo>
                    <a:pt x="2344" y="9"/>
                  </a:lnTo>
                  <a:close/>
                  <a:moveTo>
                    <a:pt x="793" y="384"/>
                  </a:moveTo>
                  <a:cubicBezTo>
                    <a:pt x="789" y="326"/>
                    <a:pt x="764" y="267"/>
                    <a:pt x="691" y="267"/>
                  </a:cubicBezTo>
                  <a:cubicBezTo>
                    <a:pt x="619" y="267"/>
                    <a:pt x="594" y="331"/>
                    <a:pt x="587" y="384"/>
                  </a:cubicBezTo>
                  <a:lnTo>
                    <a:pt x="793" y="384"/>
                  </a:lnTo>
                  <a:close/>
                  <a:moveTo>
                    <a:pt x="698" y="664"/>
                  </a:moveTo>
                  <a:cubicBezTo>
                    <a:pt x="565" y="664"/>
                    <a:pt x="479" y="569"/>
                    <a:pt x="479" y="425"/>
                  </a:cubicBezTo>
                  <a:cubicBezTo>
                    <a:pt x="479" y="286"/>
                    <a:pt x="558" y="182"/>
                    <a:pt x="692" y="182"/>
                  </a:cubicBezTo>
                  <a:cubicBezTo>
                    <a:pt x="840" y="182"/>
                    <a:pt x="897" y="307"/>
                    <a:pt x="897" y="420"/>
                  </a:cubicBezTo>
                  <a:cubicBezTo>
                    <a:pt x="897" y="429"/>
                    <a:pt x="898" y="436"/>
                    <a:pt x="897" y="447"/>
                  </a:cubicBezTo>
                  <a:cubicBezTo>
                    <a:pt x="897" y="454"/>
                    <a:pt x="891" y="460"/>
                    <a:pt x="884" y="460"/>
                  </a:cubicBezTo>
                  <a:cubicBezTo>
                    <a:pt x="587" y="460"/>
                    <a:pt x="587" y="460"/>
                    <a:pt x="587" y="460"/>
                  </a:cubicBezTo>
                  <a:cubicBezTo>
                    <a:pt x="593" y="522"/>
                    <a:pt x="628" y="576"/>
                    <a:pt x="704" y="576"/>
                  </a:cubicBezTo>
                  <a:cubicBezTo>
                    <a:pt x="750" y="576"/>
                    <a:pt x="788" y="566"/>
                    <a:pt x="826" y="548"/>
                  </a:cubicBezTo>
                  <a:cubicBezTo>
                    <a:pt x="833" y="545"/>
                    <a:pt x="840" y="548"/>
                    <a:pt x="843" y="555"/>
                  </a:cubicBezTo>
                  <a:cubicBezTo>
                    <a:pt x="865" y="607"/>
                    <a:pt x="865" y="607"/>
                    <a:pt x="865" y="607"/>
                  </a:cubicBezTo>
                  <a:cubicBezTo>
                    <a:pt x="868" y="614"/>
                    <a:pt x="864" y="621"/>
                    <a:pt x="858" y="625"/>
                  </a:cubicBezTo>
                  <a:cubicBezTo>
                    <a:pt x="817" y="647"/>
                    <a:pt x="765" y="664"/>
                    <a:pt x="698" y="664"/>
                  </a:cubicBezTo>
                  <a:moveTo>
                    <a:pt x="1803" y="384"/>
                  </a:moveTo>
                  <a:cubicBezTo>
                    <a:pt x="1800" y="326"/>
                    <a:pt x="1775" y="267"/>
                    <a:pt x="1701" y="267"/>
                  </a:cubicBezTo>
                  <a:cubicBezTo>
                    <a:pt x="1629" y="267"/>
                    <a:pt x="1604" y="331"/>
                    <a:pt x="1597" y="384"/>
                  </a:cubicBezTo>
                  <a:lnTo>
                    <a:pt x="1803" y="384"/>
                  </a:lnTo>
                  <a:close/>
                  <a:moveTo>
                    <a:pt x="1709" y="664"/>
                  </a:moveTo>
                  <a:cubicBezTo>
                    <a:pt x="1575" y="664"/>
                    <a:pt x="1489" y="569"/>
                    <a:pt x="1489" y="425"/>
                  </a:cubicBezTo>
                  <a:cubicBezTo>
                    <a:pt x="1489" y="286"/>
                    <a:pt x="1569" y="182"/>
                    <a:pt x="1702" y="182"/>
                  </a:cubicBezTo>
                  <a:cubicBezTo>
                    <a:pt x="1850" y="182"/>
                    <a:pt x="1907" y="307"/>
                    <a:pt x="1907" y="420"/>
                  </a:cubicBezTo>
                  <a:cubicBezTo>
                    <a:pt x="1907" y="429"/>
                    <a:pt x="1908" y="436"/>
                    <a:pt x="1907" y="447"/>
                  </a:cubicBezTo>
                  <a:cubicBezTo>
                    <a:pt x="1907" y="454"/>
                    <a:pt x="1902" y="460"/>
                    <a:pt x="1894" y="460"/>
                  </a:cubicBezTo>
                  <a:cubicBezTo>
                    <a:pt x="1597" y="460"/>
                    <a:pt x="1597" y="460"/>
                    <a:pt x="1597" y="460"/>
                  </a:cubicBezTo>
                  <a:cubicBezTo>
                    <a:pt x="1603" y="522"/>
                    <a:pt x="1638" y="576"/>
                    <a:pt x="1714" y="576"/>
                  </a:cubicBezTo>
                  <a:cubicBezTo>
                    <a:pt x="1760" y="576"/>
                    <a:pt x="1798" y="566"/>
                    <a:pt x="1836" y="548"/>
                  </a:cubicBezTo>
                  <a:cubicBezTo>
                    <a:pt x="1843" y="545"/>
                    <a:pt x="1851" y="548"/>
                    <a:pt x="1854" y="555"/>
                  </a:cubicBezTo>
                  <a:cubicBezTo>
                    <a:pt x="1875" y="607"/>
                    <a:pt x="1875" y="607"/>
                    <a:pt x="1875" y="607"/>
                  </a:cubicBezTo>
                  <a:cubicBezTo>
                    <a:pt x="1878" y="614"/>
                    <a:pt x="1875" y="621"/>
                    <a:pt x="1868" y="625"/>
                  </a:cubicBezTo>
                  <a:cubicBezTo>
                    <a:pt x="1828" y="647"/>
                    <a:pt x="1775" y="664"/>
                    <a:pt x="1709" y="664"/>
                  </a:cubicBezTo>
                  <a:moveTo>
                    <a:pt x="1380" y="2"/>
                  </a:moveTo>
                  <a:cubicBezTo>
                    <a:pt x="1388" y="0"/>
                    <a:pt x="1393" y="8"/>
                    <a:pt x="1393" y="15"/>
                  </a:cubicBezTo>
                  <a:cubicBezTo>
                    <a:pt x="1393" y="640"/>
                    <a:pt x="1393" y="640"/>
                    <a:pt x="1393" y="640"/>
                  </a:cubicBezTo>
                  <a:cubicBezTo>
                    <a:pt x="1393" y="647"/>
                    <a:pt x="1388" y="653"/>
                    <a:pt x="1380" y="653"/>
                  </a:cubicBezTo>
                  <a:cubicBezTo>
                    <a:pt x="1317" y="653"/>
                    <a:pt x="1317" y="653"/>
                    <a:pt x="1317" y="653"/>
                  </a:cubicBezTo>
                  <a:cubicBezTo>
                    <a:pt x="1310" y="653"/>
                    <a:pt x="1305" y="646"/>
                    <a:pt x="1304" y="640"/>
                  </a:cubicBezTo>
                  <a:cubicBezTo>
                    <a:pt x="1297" y="593"/>
                    <a:pt x="1297" y="593"/>
                    <a:pt x="1297" y="593"/>
                  </a:cubicBezTo>
                  <a:cubicBezTo>
                    <a:pt x="1274" y="631"/>
                    <a:pt x="1217" y="664"/>
                    <a:pt x="1164" y="664"/>
                  </a:cubicBezTo>
                  <a:cubicBezTo>
                    <a:pt x="1042" y="664"/>
                    <a:pt x="971" y="555"/>
                    <a:pt x="971" y="422"/>
                  </a:cubicBezTo>
                  <a:cubicBezTo>
                    <a:pt x="971" y="261"/>
                    <a:pt x="1065" y="182"/>
                    <a:pt x="1164" y="182"/>
                  </a:cubicBezTo>
                  <a:cubicBezTo>
                    <a:pt x="1215" y="182"/>
                    <a:pt x="1260" y="203"/>
                    <a:pt x="1291" y="233"/>
                  </a:cubicBezTo>
                  <a:cubicBezTo>
                    <a:pt x="1291" y="23"/>
                    <a:pt x="1291" y="23"/>
                    <a:pt x="1291" y="23"/>
                  </a:cubicBezTo>
                  <a:cubicBezTo>
                    <a:pt x="1291" y="15"/>
                    <a:pt x="1296" y="10"/>
                    <a:pt x="1304" y="9"/>
                  </a:cubicBezTo>
                  <a:cubicBezTo>
                    <a:pt x="1380" y="2"/>
                    <a:pt x="1380" y="2"/>
                    <a:pt x="1380" y="2"/>
                  </a:cubicBezTo>
                  <a:moveTo>
                    <a:pt x="1291" y="406"/>
                  </a:moveTo>
                  <a:cubicBezTo>
                    <a:pt x="1291" y="304"/>
                    <a:pt x="1231" y="269"/>
                    <a:pt x="1184" y="269"/>
                  </a:cubicBezTo>
                  <a:cubicBezTo>
                    <a:pt x="1122" y="269"/>
                    <a:pt x="1078" y="330"/>
                    <a:pt x="1078" y="421"/>
                  </a:cubicBezTo>
                  <a:cubicBezTo>
                    <a:pt x="1078" y="503"/>
                    <a:pt x="1116" y="576"/>
                    <a:pt x="1186" y="576"/>
                  </a:cubicBezTo>
                  <a:cubicBezTo>
                    <a:pt x="1224" y="576"/>
                    <a:pt x="1291" y="547"/>
                    <a:pt x="1291" y="427"/>
                  </a:cubicBezTo>
                  <a:lnTo>
                    <a:pt x="1291" y="406"/>
                  </a:lnTo>
                  <a:close/>
                  <a:moveTo>
                    <a:pt x="4359" y="384"/>
                  </a:moveTo>
                  <a:cubicBezTo>
                    <a:pt x="4356" y="326"/>
                    <a:pt x="4331" y="267"/>
                    <a:pt x="4258" y="267"/>
                  </a:cubicBezTo>
                  <a:cubicBezTo>
                    <a:pt x="4186" y="267"/>
                    <a:pt x="4161" y="331"/>
                    <a:pt x="4154" y="384"/>
                  </a:cubicBezTo>
                  <a:lnTo>
                    <a:pt x="4359" y="384"/>
                  </a:lnTo>
                  <a:close/>
                  <a:moveTo>
                    <a:pt x="4265" y="664"/>
                  </a:moveTo>
                  <a:cubicBezTo>
                    <a:pt x="4131" y="664"/>
                    <a:pt x="4045" y="569"/>
                    <a:pt x="4045" y="425"/>
                  </a:cubicBezTo>
                  <a:cubicBezTo>
                    <a:pt x="4045" y="286"/>
                    <a:pt x="4125" y="182"/>
                    <a:pt x="4259" y="182"/>
                  </a:cubicBezTo>
                  <a:cubicBezTo>
                    <a:pt x="4406" y="182"/>
                    <a:pt x="4464" y="307"/>
                    <a:pt x="4464" y="420"/>
                  </a:cubicBezTo>
                  <a:cubicBezTo>
                    <a:pt x="4464" y="429"/>
                    <a:pt x="4464" y="436"/>
                    <a:pt x="4464" y="447"/>
                  </a:cubicBezTo>
                  <a:cubicBezTo>
                    <a:pt x="4464" y="454"/>
                    <a:pt x="4458" y="460"/>
                    <a:pt x="4451" y="460"/>
                  </a:cubicBezTo>
                  <a:cubicBezTo>
                    <a:pt x="4154" y="460"/>
                    <a:pt x="4154" y="460"/>
                    <a:pt x="4154" y="460"/>
                  </a:cubicBezTo>
                  <a:cubicBezTo>
                    <a:pt x="4159" y="522"/>
                    <a:pt x="4195" y="576"/>
                    <a:pt x="4271" y="576"/>
                  </a:cubicBezTo>
                  <a:cubicBezTo>
                    <a:pt x="4317" y="576"/>
                    <a:pt x="4355" y="566"/>
                    <a:pt x="4393" y="548"/>
                  </a:cubicBezTo>
                  <a:cubicBezTo>
                    <a:pt x="4399" y="545"/>
                    <a:pt x="4407" y="548"/>
                    <a:pt x="4410" y="555"/>
                  </a:cubicBezTo>
                  <a:cubicBezTo>
                    <a:pt x="4432" y="607"/>
                    <a:pt x="4432" y="607"/>
                    <a:pt x="4432" y="607"/>
                  </a:cubicBezTo>
                  <a:cubicBezTo>
                    <a:pt x="4434" y="614"/>
                    <a:pt x="4431" y="621"/>
                    <a:pt x="4425" y="625"/>
                  </a:cubicBezTo>
                  <a:cubicBezTo>
                    <a:pt x="4384" y="647"/>
                    <a:pt x="4332" y="664"/>
                    <a:pt x="4265" y="664"/>
                  </a:cubicBezTo>
                  <a:moveTo>
                    <a:pt x="3942" y="2"/>
                  </a:moveTo>
                  <a:cubicBezTo>
                    <a:pt x="3949" y="0"/>
                    <a:pt x="3955" y="8"/>
                    <a:pt x="3955" y="15"/>
                  </a:cubicBezTo>
                  <a:cubicBezTo>
                    <a:pt x="3955" y="640"/>
                    <a:pt x="3955" y="640"/>
                    <a:pt x="3955" y="640"/>
                  </a:cubicBezTo>
                  <a:cubicBezTo>
                    <a:pt x="3955" y="647"/>
                    <a:pt x="3949" y="653"/>
                    <a:pt x="3942" y="653"/>
                  </a:cubicBezTo>
                  <a:cubicBezTo>
                    <a:pt x="3879" y="653"/>
                    <a:pt x="3879" y="653"/>
                    <a:pt x="3879" y="653"/>
                  </a:cubicBezTo>
                  <a:cubicBezTo>
                    <a:pt x="3872" y="653"/>
                    <a:pt x="3866" y="646"/>
                    <a:pt x="3865" y="640"/>
                  </a:cubicBezTo>
                  <a:cubicBezTo>
                    <a:pt x="3858" y="593"/>
                    <a:pt x="3858" y="593"/>
                    <a:pt x="3858" y="593"/>
                  </a:cubicBezTo>
                  <a:cubicBezTo>
                    <a:pt x="3835" y="631"/>
                    <a:pt x="3779" y="664"/>
                    <a:pt x="3726" y="664"/>
                  </a:cubicBezTo>
                  <a:cubicBezTo>
                    <a:pt x="3604" y="664"/>
                    <a:pt x="3533" y="555"/>
                    <a:pt x="3533" y="422"/>
                  </a:cubicBezTo>
                  <a:cubicBezTo>
                    <a:pt x="3533" y="261"/>
                    <a:pt x="3627" y="182"/>
                    <a:pt x="3726" y="182"/>
                  </a:cubicBezTo>
                  <a:cubicBezTo>
                    <a:pt x="3777" y="182"/>
                    <a:pt x="3822" y="203"/>
                    <a:pt x="3852" y="233"/>
                  </a:cubicBezTo>
                  <a:cubicBezTo>
                    <a:pt x="3852" y="23"/>
                    <a:pt x="3852" y="23"/>
                    <a:pt x="3852" y="23"/>
                  </a:cubicBezTo>
                  <a:cubicBezTo>
                    <a:pt x="3852" y="15"/>
                    <a:pt x="3858" y="10"/>
                    <a:pt x="3866" y="9"/>
                  </a:cubicBezTo>
                  <a:cubicBezTo>
                    <a:pt x="3942" y="2"/>
                    <a:pt x="3942" y="2"/>
                    <a:pt x="3942" y="2"/>
                  </a:cubicBezTo>
                  <a:moveTo>
                    <a:pt x="3853" y="406"/>
                  </a:moveTo>
                  <a:cubicBezTo>
                    <a:pt x="3853" y="304"/>
                    <a:pt x="3793" y="269"/>
                    <a:pt x="3746" y="269"/>
                  </a:cubicBezTo>
                  <a:cubicBezTo>
                    <a:pt x="3683" y="269"/>
                    <a:pt x="3640" y="330"/>
                    <a:pt x="3640" y="421"/>
                  </a:cubicBezTo>
                  <a:cubicBezTo>
                    <a:pt x="3640" y="503"/>
                    <a:pt x="3677" y="576"/>
                    <a:pt x="3747" y="576"/>
                  </a:cubicBezTo>
                  <a:cubicBezTo>
                    <a:pt x="3786" y="576"/>
                    <a:pt x="3853" y="547"/>
                    <a:pt x="3853" y="427"/>
                  </a:cubicBezTo>
                  <a:lnTo>
                    <a:pt x="3853" y="406"/>
                  </a:lnTo>
                  <a:close/>
                  <a:moveTo>
                    <a:pt x="2248" y="195"/>
                  </a:moveTo>
                  <a:cubicBezTo>
                    <a:pt x="2248" y="188"/>
                    <a:pt x="2242" y="182"/>
                    <a:pt x="2235" y="182"/>
                  </a:cubicBezTo>
                  <a:cubicBezTo>
                    <a:pt x="2179" y="182"/>
                    <a:pt x="2125" y="215"/>
                    <a:pt x="2094" y="252"/>
                  </a:cubicBezTo>
                  <a:cubicBezTo>
                    <a:pt x="2090" y="206"/>
                    <a:pt x="2090" y="206"/>
                    <a:pt x="2090" y="206"/>
                  </a:cubicBezTo>
                  <a:cubicBezTo>
                    <a:pt x="2089" y="199"/>
                    <a:pt x="2083" y="193"/>
                    <a:pt x="2077" y="193"/>
                  </a:cubicBezTo>
                  <a:cubicBezTo>
                    <a:pt x="2011" y="193"/>
                    <a:pt x="2011" y="193"/>
                    <a:pt x="2011" y="193"/>
                  </a:cubicBezTo>
                  <a:cubicBezTo>
                    <a:pt x="2004" y="193"/>
                    <a:pt x="1998" y="199"/>
                    <a:pt x="1998" y="206"/>
                  </a:cubicBezTo>
                  <a:cubicBezTo>
                    <a:pt x="1998" y="640"/>
                    <a:pt x="1998" y="640"/>
                    <a:pt x="1998" y="640"/>
                  </a:cubicBezTo>
                  <a:cubicBezTo>
                    <a:pt x="1998" y="647"/>
                    <a:pt x="2004" y="653"/>
                    <a:pt x="2011" y="653"/>
                  </a:cubicBezTo>
                  <a:cubicBezTo>
                    <a:pt x="2088" y="653"/>
                    <a:pt x="2088" y="653"/>
                    <a:pt x="2088" y="653"/>
                  </a:cubicBezTo>
                  <a:cubicBezTo>
                    <a:pt x="2095" y="653"/>
                    <a:pt x="2101" y="647"/>
                    <a:pt x="2101" y="640"/>
                  </a:cubicBezTo>
                  <a:cubicBezTo>
                    <a:pt x="2101" y="415"/>
                    <a:pt x="2101" y="415"/>
                    <a:pt x="2101" y="415"/>
                  </a:cubicBezTo>
                  <a:cubicBezTo>
                    <a:pt x="2101" y="322"/>
                    <a:pt x="2158" y="286"/>
                    <a:pt x="2210" y="286"/>
                  </a:cubicBezTo>
                  <a:cubicBezTo>
                    <a:pt x="2218" y="286"/>
                    <a:pt x="2225" y="288"/>
                    <a:pt x="2230" y="288"/>
                  </a:cubicBezTo>
                  <a:cubicBezTo>
                    <a:pt x="2241" y="290"/>
                    <a:pt x="2248" y="284"/>
                    <a:pt x="2248" y="276"/>
                  </a:cubicBezTo>
                  <a:lnTo>
                    <a:pt x="2248" y="19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grpSp>
        <p:nvGrpSpPr>
          <p:cNvPr id="21" name="HR logo"/>
          <p:cNvGrpSpPr>
            <a:grpSpLocks noSelect="1"/>
          </p:cNvGrpSpPr>
          <p:nvPr userDrawn="1"/>
        </p:nvGrpSpPr>
        <p:grpSpPr bwMode="gray">
          <a:xfrm>
            <a:off x="374400" y="6076800"/>
            <a:ext cx="504000" cy="514800"/>
            <a:chOff x="0" y="0"/>
            <a:chExt cx="562610" cy="574675"/>
          </a:xfrm>
        </p:grpSpPr>
        <p:sp>
          <p:nvSpPr>
            <p:cNvPr id="22" name="Freeform 35"/>
            <p:cNvSpPr>
              <a:spLocks noSelect="1"/>
            </p:cNvSpPr>
            <p:nvPr userDrawn="1"/>
          </p:nvSpPr>
          <p:spPr bwMode="gray">
            <a:xfrm>
              <a:off x="0" y="0"/>
              <a:ext cx="562610" cy="574675"/>
            </a:xfrm>
            <a:custGeom>
              <a:avLst/>
              <a:gdLst>
                <a:gd name="T0" fmla="*/ 1771 w 1771"/>
                <a:gd name="T1" fmla="*/ 874 h 1807"/>
                <a:gd name="T2" fmla="*/ 1770 w 1771"/>
                <a:gd name="T3" fmla="*/ 851 h 1807"/>
                <a:gd name="T4" fmla="*/ 1768 w 1771"/>
                <a:gd name="T5" fmla="*/ 828 h 1807"/>
                <a:gd name="T6" fmla="*/ 1765 w 1771"/>
                <a:gd name="T7" fmla="*/ 799 h 1807"/>
                <a:gd name="T8" fmla="*/ 1762 w 1771"/>
                <a:gd name="T9" fmla="*/ 775 h 1807"/>
                <a:gd name="T10" fmla="*/ 1758 w 1771"/>
                <a:gd name="T11" fmla="*/ 748 h 1807"/>
                <a:gd name="T12" fmla="*/ 1739 w 1771"/>
                <a:gd name="T13" fmla="*/ 663 h 1807"/>
                <a:gd name="T14" fmla="*/ 1732 w 1771"/>
                <a:gd name="T15" fmla="*/ 642 h 1807"/>
                <a:gd name="T16" fmla="*/ 1726 w 1771"/>
                <a:gd name="T17" fmla="*/ 622 h 1807"/>
                <a:gd name="T18" fmla="*/ 1589 w 1771"/>
                <a:gd name="T19" fmla="*/ 360 h 1807"/>
                <a:gd name="T20" fmla="*/ 1559 w 1771"/>
                <a:gd name="T21" fmla="*/ 322 h 1807"/>
                <a:gd name="T22" fmla="*/ 1544 w 1771"/>
                <a:gd name="T23" fmla="*/ 304 h 1807"/>
                <a:gd name="T24" fmla="*/ 1511 w 1771"/>
                <a:gd name="T25" fmla="*/ 269 h 1807"/>
                <a:gd name="T26" fmla="*/ 1477 w 1771"/>
                <a:gd name="T27" fmla="*/ 236 h 1807"/>
                <a:gd name="T28" fmla="*/ 1449 w 1771"/>
                <a:gd name="T29" fmla="*/ 212 h 1807"/>
                <a:gd name="T30" fmla="*/ 1431 w 1771"/>
                <a:gd name="T31" fmla="*/ 197 h 1807"/>
                <a:gd name="T32" fmla="*/ 1402 w 1771"/>
                <a:gd name="T33" fmla="*/ 175 h 1807"/>
                <a:gd name="T34" fmla="*/ 1383 w 1771"/>
                <a:gd name="T35" fmla="*/ 162 h 1807"/>
                <a:gd name="T36" fmla="*/ 1353 w 1771"/>
                <a:gd name="T37" fmla="*/ 141 h 1807"/>
                <a:gd name="T38" fmla="*/ 1321 w 1771"/>
                <a:gd name="T39" fmla="*/ 122 h 1807"/>
                <a:gd name="T40" fmla="*/ 1301 w 1771"/>
                <a:gd name="T41" fmla="*/ 111 h 1807"/>
                <a:gd name="T42" fmla="*/ 1263 w 1771"/>
                <a:gd name="T43" fmla="*/ 91 h 1807"/>
                <a:gd name="T44" fmla="*/ 1241 w 1771"/>
                <a:gd name="T45" fmla="*/ 81 h 1807"/>
                <a:gd name="T46" fmla="*/ 1208 w 1771"/>
                <a:gd name="T47" fmla="*/ 66 h 1807"/>
                <a:gd name="T48" fmla="*/ 1162 w 1771"/>
                <a:gd name="T49" fmla="*/ 49 h 1807"/>
                <a:gd name="T50" fmla="*/ 1120 w 1771"/>
                <a:gd name="T51" fmla="*/ 36 h 1807"/>
                <a:gd name="T52" fmla="*/ 1097 w 1771"/>
                <a:gd name="T53" fmla="*/ 30 h 1807"/>
                <a:gd name="T54" fmla="*/ 1061 w 1771"/>
                <a:gd name="T55" fmla="*/ 21 h 1807"/>
                <a:gd name="T56" fmla="*/ 1037 w 1771"/>
                <a:gd name="T57" fmla="*/ 16 h 1807"/>
                <a:gd name="T58" fmla="*/ 175 w 1771"/>
                <a:gd name="T59" fmla="*/ 323 h 1807"/>
                <a:gd name="T60" fmla="*/ 1304 w 1771"/>
                <a:gd name="T61" fmla="*/ 402 h 1807"/>
                <a:gd name="T62" fmla="*/ 1372 w 1771"/>
                <a:gd name="T63" fmla="*/ 1125 h 1807"/>
                <a:gd name="T64" fmla="*/ 590 w 1771"/>
                <a:gd name="T65" fmla="*/ 1394 h 1807"/>
                <a:gd name="T66" fmla="*/ 403 w 1771"/>
                <a:gd name="T67" fmla="*/ 1396 h 1807"/>
                <a:gd name="T68" fmla="*/ 400 w 1771"/>
                <a:gd name="T69" fmla="*/ 1396 h 1807"/>
                <a:gd name="T70" fmla="*/ 381 w 1771"/>
                <a:gd name="T71" fmla="*/ 1380 h 1807"/>
                <a:gd name="T72" fmla="*/ 380 w 1771"/>
                <a:gd name="T73" fmla="*/ 1371 h 1807"/>
                <a:gd name="T74" fmla="*/ 510 w 1771"/>
                <a:gd name="T75" fmla="*/ 732 h 1807"/>
                <a:gd name="T76" fmla="*/ 519 w 1771"/>
                <a:gd name="T77" fmla="*/ 716 h 1807"/>
                <a:gd name="T78" fmla="*/ 786 w 1771"/>
                <a:gd name="T79" fmla="*/ 705 h 1807"/>
                <a:gd name="T80" fmla="*/ 0 w 1771"/>
                <a:gd name="T81" fmla="*/ 1037 h 1807"/>
                <a:gd name="T82" fmla="*/ 1292 w 1771"/>
                <a:gd name="T83" fmla="*/ 1701 h 1807"/>
                <a:gd name="T84" fmla="*/ 1313 w 1771"/>
                <a:gd name="T85" fmla="*/ 1689 h 1807"/>
                <a:gd name="T86" fmla="*/ 1333 w 1771"/>
                <a:gd name="T87" fmla="*/ 1677 h 1807"/>
                <a:gd name="T88" fmla="*/ 1354 w 1771"/>
                <a:gd name="T89" fmla="*/ 1665 h 1807"/>
                <a:gd name="T90" fmla="*/ 1374 w 1771"/>
                <a:gd name="T91" fmla="*/ 1651 h 1807"/>
                <a:gd name="T92" fmla="*/ 1394 w 1771"/>
                <a:gd name="T93" fmla="*/ 1638 h 1807"/>
                <a:gd name="T94" fmla="*/ 1418 w 1771"/>
                <a:gd name="T95" fmla="*/ 1620 h 1807"/>
                <a:gd name="T96" fmla="*/ 1441 w 1771"/>
                <a:gd name="T97" fmla="*/ 1601 h 1807"/>
                <a:gd name="T98" fmla="*/ 1504 w 1771"/>
                <a:gd name="T99" fmla="*/ 1545 h 1807"/>
                <a:gd name="T100" fmla="*/ 1520 w 1771"/>
                <a:gd name="T101" fmla="*/ 1528 h 1807"/>
                <a:gd name="T102" fmla="*/ 1538 w 1771"/>
                <a:gd name="T103" fmla="*/ 1509 h 1807"/>
                <a:gd name="T104" fmla="*/ 1759 w 1771"/>
                <a:gd name="T105" fmla="*/ 1052 h 1807"/>
                <a:gd name="T106" fmla="*/ 1762 w 1771"/>
                <a:gd name="T107" fmla="*/ 1029 h 1807"/>
                <a:gd name="T108" fmla="*/ 1765 w 1771"/>
                <a:gd name="T109" fmla="*/ 1005 h 1807"/>
                <a:gd name="T110" fmla="*/ 1767 w 1771"/>
                <a:gd name="T111" fmla="*/ 986 h 1807"/>
                <a:gd name="T112" fmla="*/ 1769 w 1771"/>
                <a:gd name="T113" fmla="*/ 966 h 1807"/>
                <a:gd name="T114" fmla="*/ 1770 w 1771"/>
                <a:gd name="T115" fmla="*/ 947 h 1807"/>
                <a:gd name="T116" fmla="*/ 1771 w 1771"/>
                <a:gd name="T117" fmla="*/ 928 h 1807"/>
                <a:gd name="T118" fmla="*/ 1771 w 1771"/>
                <a:gd name="T119" fmla="*/ 908 h 1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71" h="1807">
                  <a:moveTo>
                    <a:pt x="1771" y="893"/>
                  </a:moveTo>
                  <a:cubicBezTo>
                    <a:pt x="1771" y="892"/>
                    <a:pt x="1771" y="892"/>
                    <a:pt x="1771" y="892"/>
                  </a:cubicBezTo>
                  <a:cubicBezTo>
                    <a:pt x="1771" y="887"/>
                    <a:pt x="1771" y="887"/>
                    <a:pt x="1771" y="887"/>
                  </a:cubicBezTo>
                  <a:cubicBezTo>
                    <a:pt x="1771" y="885"/>
                    <a:pt x="1771" y="885"/>
                    <a:pt x="1771" y="885"/>
                  </a:cubicBezTo>
                  <a:cubicBezTo>
                    <a:pt x="1771" y="881"/>
                    <a:pt x="1771" y="881"/>
                    <a:pt x="1771" y="881"/>
                  </a:cubicBezTo>
                  <a:cubicBezTo>
                    <a:pt x="1771" y="880"/>
                    <a:pt x="1771" y="880"/>
                    <a:pt x="1771" y="880"/>
                  </a:cubicBezTo>
                  <a:cubicBezTo>
                    <a:pt x="1771" y="875"/>
                    <a:pt x="1771" y="875"/>
                    <a:pt x="1771" y="875"/>
                  </a:cubicBezTo>
                  <a:cubicBezTo>
                    <a:pt x="1771" y="874"/>
                    <a:pt x="1771" y="874"/>
                    <a:pt x="1771" y="874"/>
                  </a:cubicBezTo>
                  <a:cubicBezTo>
                    <a:pt x="1771" y="870"/>
                    <a:pt x="1771" y="870"/>
                    <a:pt x="1771" y="870"/>
                  </a:cubicBezTo>
                  <a:cubicBezTo>
                    <a:pt x="1770" y="868"/>
                    <a:pt x="1770" y="868"/>
                    <a:pt x="1770" y="868"/>
                  </a:cubicBezTo>
                  <a:cubicBezTo>
                    <a:pt x="1770" y="864"/>
                    <a:pt x="1770" y="864"/>
                    <a:pt x="1770" y="864"/>
                  </a:cubicBezTo>
                  <a:cubicBezTo>
                    <a:pt x="1770" y="862"/>
                    <a:pt x="1770" y="862"/>
                    <a:pt x="1770" y="862"/>
                  </a:cubicBezTo>
                  <a:cubicBezTo>
                    <a:pt x="1770" y="859"/>
                    <a:pt x="1770" y="859"/>
                    <a:pt x="1770" y="859"/>
                  </a:cubicBezTo>
                  <a:cubicBezTo>
                    <a:pt x="1770" y="857"/>
                    <a:pt x="1770" y="857"/>
                    <a:pt x="1770" y="857"/>
                  </a:cubicBezTo>
                  <a:cubicBezTo>
                    <a:pt x="1770" y="852"/>
                    <a:pt x="1770" y="852"/>
                    <a:pt x="1770" y="852"/>
                  </a:cubicBezTo>
                  <a:cubicBezTo>
                    <a:pt x="1770" y="851"/>
                    <a:pt x="1770" y="851"/>
                    <a:pt x="1770" y="851"/>
                  </a:cubicBezTo>
                  <a:cubicBezTo>
                    <a:pt x="1769" y="847"/>
                    <a:pt x="1769" y="847"/>
                    <a:pt x="1769" y="847"/>
                  </a:cubicBezTo>
                  <a:cubicBezTo>
                    <a:pt x="1769" y="845"/>
                    <a:pt x="1769" y="845"/>
                    <a:pt x="1769" y="845"/>
                  </a:cubicBezTo>
                  <a:cubicBezTo>
                    <a:pt x="1769" y="841"/>
                    <a:pt x="1769" y="841"/>
                    <a:pt x="1769" y="841"/>
                  </a:cubicBezTo>
                  <a:cubicBezTo>
                    <a:pt x="1769" y="839"/>
                    <a:pt x="1769" y="839"/>
                    <a:pt x="1769" y="839"/>
                  </a:cubicBezTo>
                  <a:cubicBezTo>
                    <a:pt x="1769" y="836"/>
                    <a:pt x="1769" y="836"/>
                    <a:pt x="1769" y="836"/>
                  </a:cubicBezTo>
                  <a:cubicBezTo>
                    <a:pt x="1768" y="834"/>
                    <a:pt x="1768" y="834"/>
                    <a:pt x="1768" y="834"/>
                  </a:cubicBezTo>
                  <a:cubicBezTo>
                    <a:pt x="1768" y="830"/>
                    <a:pt x="1768" y="830"/>
                    <a:pt x="1768" y="830"/>
                  </a:cubicBezTo>
                  <a:cubicBezTo>
                    <a:pt x="1768" y="828"/>
                    <a:pt x="1768" y="828"/>
                    <a:pt x="1768" y="828"/>
                  </a:cubicBezTo>
                  <a:cubicBezTo>
                    <a:pt x="1768" y="824"/>
                    <a:pt x="1768" y="824"/>
                    <a:pt x="1768" y="824"/>
                  </a:cubicBezTo>
                  <a:cubicBezTo>
                    <a:pt x="1768" y="822"/>
                    <a:pt x="1768" y="822"/>
                    <a:pt x="1768" y="822"/>
                  </a:cubicBezTo>
                  <a:cubicBezTo>
                    <a:pt x="1767" y="819"/>
                    <a:pt x="1767" y="819"/>
                    <a:pt x="1767" y="819"/>
                  </a:cubicBezTo>
                  <a:cubicBezTo>
                    <a:pt x="1767" y="816"/>
                    <a:pt x="1767" y="816"/>
                    <a:pt x="1767" y="816"/>
                  </a:cubicBezTo>
                  <a:cubicBezTo>
                    <a:pt x="1767" y="813"/>
                    <a:pt x="1767" y="813"/>
                    <a:pt x="1767" y="813"/>
                  </a:cubicBezTo>
                  <a:cubicBezTo>
                    <a:pt x="1766" y="810"/>
                    <a:pt x="1766" y="810"/>
                    <a:pt x="1766" y="810"/>
                  </a:cubicBezTo>
                  <a:cubicBezTo>
                    <a:pt x="1766" y="808"/>
                    <a:pt x="1766" y="808"/>
                    <a:pt x="1766" y="808"/>
                  </a:cubicBezTo>
                  <a:cubicBezTo>
                    <a:pt x="1765" y="799"/>
                    <a:pt x="1765" y="799"/>
                    <a:pt x="1765" y="799"/>
                  </a:cubicBezTo>
                  <a:cubicBezTo>
                    <a:pt x="1765" y="797"/>
                    <a:pt x="1765" y="797"/>
                    <a:pt x="1765" y="797"/>
                  </a:cubicBezTo>
                  <a:cubicBezTo>
                    <a:pt x="1765" y="794"/>
                    <a:pt x="1765" y="794"/>
                    <a:pt x="1765" y="794"/>
                  </a:cubicBezTo>
                  <a:cubicBezTo>
                    <a:pt x="1764" y="793"/>
                    <a:pt x="1764" y="793"/>
                    <a:pt x="1764" y="793"/>
                  </a:cubicBezTo>
                  <a:cubicBezTo>
                    <a:pt x="1764" y="787"/>
                    <a:pt x="1764" y="787"/>
                    <a:pt x="1764" y="787"/>
                  </a:cubicBezTo>
                  <a:cubicBezTo>
                    <a:pt x="1763" y="786"/>
                    <a:pt x="1763" y="786"/>
                    <a:pt x="1763" y="786"/>
                  </a:cubicBezTo>
                  <a:cubicBezTo>
                    <a:pt x="1763" y="783"/>
                    <a:pt x="1763" y="783"/>
                    <a:pt x="1763" y="783"/>
                  </a:cubicBezTo>
                  <a:cubicBezTo>
                    <a:pt x="1763" y="782"/>
                    <a:pt x="1763" y="782"/>
                    <a:pt x="1763" y="782"/>
                  </a:cubicBezTo>
                  <a:cubicBezTo>
                    <a:pt x="1762" y="775"/>
                    <a:pt x="1762" y="775"/>
                    <a:pt x="1762" y="775"/>
                  </a:cubicBezTo>
                  <a:cubicBezTo>
                    <a:pt x="1762" y="774"/>
                    <a:pt x="1762" y="774"/>
                    <a:pt x="1762" y="774"/>
                  </a:cubicBezTo>
                  <a:cubicBezTo>
                    <a:pt x="1761" y="771"/>
                    <a:pt x="1761" y="771"/>
                    <a:pt x="1761" y="771"/>
                  </a:cubicBezTo>
                  <a:cubicBezTo>
                    <a:pt x="1761" y="770"/>
                    <a:pt x="1761" y="770"/>
                    <a:pt x="1761" y="770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0"/>
                    <a:pt x="1760" y="760"/>
                    <a:pt x="1760" y="760"/>
                  </a:cubicBezTo>
                  <a:cubicBezTo>
                    <a:pt x="1760" y="759"/>
                    <a:pt x="1760" y="759"/>
                    <a:pt x="1760" y="759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4" y="728"/>
                    <a:pt x="1750" y="708"/>
                    <a:pt x="1745" y="688"/>
                  </a:cubicBezTo>
                  <a:cubicBezTo>
                    <a:pt x="1745" y="688"/>
                    <a:pt x="1745" y="688"/>
                    <a:pt x="1745" y="688"/>
                  </a:cubicBezTo>
                  <a:cubicBezTo>
                    <a:pt x="1743" y="677"/>
                    <a:pt x="1743" y="677"/>
                    <a:pt x="1743" y="677"/>
                  </a:cubicBezTo>
                  <a:cubicBezTo>
                    <a:pt x="1742" y="677"/>
                    <a:pt x="1742" y="677"/>
                    <a:pt x="1742" y="677"/>
                  </a:cubicBezTo>
                  <a:cubicBezTo>
                    <a:pt x="1740" y="667"/>
                    <a:pt x="1740" y="667"/>
                    <a:pt x="1740" y="667"/>
                  </a:cubicBezTo>
                  <a:cubicBezTo>
                    <a:pt x="1739" y="665"/>
                    <a:pt x="1739" y="665"/>
                    <a:pt x="1739" y="665"/>
                  </a:cubicBezTo>
                  <a:cubicBezTo>
                    <a:pt x="1739" y="663"/>
                    <a:pt x="1739" y="663"/>
                    <a:pt x="1739" y="663"/>
                  </a:cubicBezTo>
                  <a:cubicBezTo>
                    <a:pt x="1738" y="661"/>
                    <a:pt x="1738" y="661"/>
                    <a:pt x="1738" y="661"/>
                  </a:cubicBezTo>
                  <a:cubicBezTo>
                    <a:pt x="1737" y="657"/>
                    <a:pt x="1737" y="657"/>
                    <a:pt x="1737" y="657"/>
                  </a:cubicBezTo>
                  <a:cubicBezTo>
                    <a:pt x="1736" y="654"/>
                    <a:pt x="1736" y="654"/>
                    <a:pt x="1736" y="654"/>
                  </a:cubicBezTo>
                  <a:cubicBezTo>
                    <a:pt x="1736" y="652"/>
                    <a:pt x="1736" y="652"/>
                    <a:pt x="1736" y="652"/>
                  </a:cubicBezTo>
                  <a:cubicBezTo>
                    <a:pt x="1735" y="650"/>
                    <a:pt x="1735" y="650"/>
                    <a:pt x="1735" y="650"/>
                  </a:cubicBezTo>
                  <a:cubicBezTo>
                    <a:pt x="1734" y="646"/>
                    <a:pt x="1734" y="646"/>
                    <a:pt x="1734" y="646"/>
                  </a:cubicBezTo>
                  <a:cubicBezTo>
                    <a:pt x="1733" y="643"/>
                    <a:pt x="1733" y="643"/>
                    <a:pt x="1733" y="643"/>
                  </a:cubicBezTo>
                  <a:cubicBezTo>
                    <a:pt x="1732" y="642"/>
                    <a:pt x="1732" y="642"/>
                    <a:pt x="1732" y="642"/>
                  </a:cubicBezTo>
                  <a:cubicBezTo>
                    <a:pt x="1732" y="638"/>
                    <a:pt x="1732" y="638"/>
                    <a:pt x="1732" y="638"/>
                  </a:cubicBezTo>
                  <a:cubicBezTo>
                    <a:pt x="1731" y="637"/>
                    <a:pt x="1731" y="637"/>
                    <a:pt x="1731" y="637"/>
                  </a:cubicBezTo>
                  <a:cubicBezTo>
                    <a:pt x="1730" y="633"/>
                    <a:pt x="1730" y="633"/>
                    <a:pt x="1730" y="633"/>
                  </a:cubicBezTo>
                  <a:cubicBezTo>
                    <a:pt x="1729" y="631"/>
                    <a:pt x="1729" y="631"/>
                    <a:pt x="1729" y="631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19" y="599"/>
                    <a:pt x="1710" y="577"/>
                    <a:pt x="1701" y="555"/>
                  </a:cubicBezTo>
                  <a:cubicBezTo>
                    <a:pt x="1696" y="543"/>
                    <a:pt x="1691" y="530"/>
                    <a:pt x="1685" y="518"/>
                  </a:cubicBezTo>
                  <a:cubicBezTo>
                    <a:pt x="1672" y="491"/>
                    <a:pt x="1658" y="465"/>
                    <a:pt x="1643" y="440"/>
                  </a:cubicBezTo>
                  <a:cubicBezTo>
                    <a:pt x="1640" y="435"/>
                    <a:pt x="1640" y="435"/>
                    <a:pt x="1640" y="435"/>
                  </a:cubicBezTo>
                  <a:cubicBezTo>
                    <a:pt x="1640" y="434"/>
                    <a:pt x="1640" y="434"/>
                    <a:pt x="1640" y="434"/>
                  </a:cubicBezTo>
                  <a:cubicBezTo>
                    <a:pt x="1625" y="410"/>
                    <a:pt x="1609" y="387"/>
                    <a:pt x="1593" y="365"/>
                  </a:cubicBezTo>
                  <a:cubicBezTo>
                    <a:pt x="1593" y="364"/>
                    <a:pt x="1593" y="364"/>
                    <a:pt x="1593" y="364"/>
                  </a:cubicBezTo>
                  <a:cubicBezTo>
                    <a:pt x="1589" y="360"/>
                    <a:pt x="1589" y="360"/>
                    <a:pt x="1589" y="360"/>
                  </a:cubicBezTo>
                  <a:cubicBezTo>
                    <a:pt x="1589" y="359"/>
                    <a:pt x="1589" y="359"/>
                    <a:pt x="1589" y="359"/>
                  </a:cubicBezTo>
                  <a:cubicBezTo>
                    <a:pt x="1586" y="355"/>
                    <a:pt x="1586" y="355"/>
                    <a:pt x="1586" y="355"/>
                  </a:cubicBezTo>
                  <a:cubicBezTo>
                    <a:pt x="1585" y="355"/>
                    <a:pt x="1585" y="355"/>
                    <a:pt x="1585" y="355"/>
                  </a:cubicBezTo>
                  <a:cubicBezTo>
                    <a:pt x="1582" y="351"/>
                    <a:pt x="1582" y="351"/>
                    <a:pt x="1582" y="351"/>
                  </a:cubicBezTo>
                  <a:cubicBezTo>
                    <a:pt x="1582" y="350"/>
                    <a:pt x="1582" y="350"/>
                    <a:pt x="1582" y="350"/>
                  </a:cubicBezTo>
                  <a:cubicBezTo>
                    <a:pt x="1578" y="346"/>
                    <a:pt x="1578" y="346"/>
                    <a:pt x="1578" y="346"/>
                  </a:cubicBezTo>
                  <a:cubicBezTo>
                    <a:pt x="1578" y="345"/>
                    <a:pt x="1578" y="345"/>
                    <a:pt x="1578" y="345"/>
                  </a:cubicBezTo>
                  <a:cubicBezTo>
                    <a:pt x="1572" y="338"/>
                    <a:pt x="1566" y="330"/>
                    <a:pt x="1559" y="322"/>
                  </a:cubicBezTo>
                  <a:cubicBezTo>
                    <a:pt x="1559" y="322"/>
                    <a:pt x="1559" y="322"/>
                    <a:pt x="1559" y="322"/>
                  </a:cubicBezTo>
                  <a:cubicBezTo>
                    <a:pt x="1555" y="318"/>
                    <a:pt x="1555" y="318"/>
                    <a:pt x="1555" y="318"/>
                  </a:cubicBezTo>
                  <a:cubicBezTo>
                    <a:pt x="1555" y="317"/>
                    <a:pt x="1555" y="317"/>
                    <a:pt x="1555" y="317"/>
                  </a:cubicBezTo>
                  <a:cubicBezTo>
                    <a:pt x="1552" y="313"/>
                    <a:pt x="1552" y="313"/>
                    <a:pt x="1552" y="313"/>
                  </a:cubicBezTo>
                  <a:cubicBezTo>
                    <a:pt x="1551" y="313"/>
                    <a:pt x="1551" y="313"/>
                    <a:pt x="1551" y="313"/>
                  </a:cubicBezTo>
                  <a:cubicBezTo>
                    <a:pt x="1548" y="309"/>
                    <a:pt x="1548" y="309"/>
                    <a:pt x="1548" y="309"/>
                  </a:cubicBezTo>
                  <a:cubicBezTo>
                    <a:pt x="1547" y="308"/>
                    <a:pt x="1547" y="308"/>
                    <a:pt x="1547" y="308"/>
                  </a:cubicBezTo>
                  <a:cubicBezTo>
                    <a:pt x="1544" y="304"/>
                    <a:pt x="1544" y="304"/>
                    <a:pt x="1544" y="304"/>
                  </a:cubicBezTo>
                  <a:cubicBezTo>
                    <a:pt x="1543" y="304"/>
                    <a:pt x="1543" y="304"/>
                    <a:pt x="1543" y="304"/>
                  </a:cubicBezTo>
                  <a:cubicBezTo>
                    <a:pt x="1537" y="297"/>
                    <a:pt x="1530" y="289"/>
                    <a:pt x="1523" y="282"/>
                  </a:cubicBezTo>
                  <a:cubicBezTo>
                    <a:pt x="1523" y="282"/>
                    <a:pt x="1523" y="282"/>
                    <a:pt x="1523" y="282"/>
                  </a:cubicBezTo>
                  <a:cubicBezTo>
                    <a:pt x="1519" y="278"/>
                    <a:pt x="1519" y="278"/>
                    <a:pt x="1519" y="278"/>
                  </a:cubicBezTo>
                  <a:cubicBezTo>
                    <a:pt x="1519" y="277"/>
                    <a:pt x="1519" y="277"/>
                    <a:pt x="1519" y="277"/>
                  </a:cubicBezTo>
                  <a:cubicBezTo>
                    <a:pt x="1515" y="274"/>
                    <a:pt x="1515" y="274"/>
                    <a:pt x="1515" y="274"/>
                  </a:cubicBezTo>
                  <a:cubicBezTo>
                    <a:pt x="1515" y="273"/>
                    <a:pt x="1515" y="273"/>
                    <a:pt x="1515" y="273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510" y="269"/>
                    <a:pt x="1510" y="269"/>
                    <a:pt x="1510" y="269"/>
                  </a:cubicBezTo>
                  <a:cubicBezTo>
                    <a:pt x="1507" y="265"/>
                    <a:pt x="1507" y="265"/>
                    <a:pt x="1507" y="265"/>
                  </a:cubicBezTo>
                  <a:cubicBezTo>
                    <a:pt x="1506" y="265"/>
                    <a:pt x="1506" y="265"/>
                    <a:pt x="1506" y="265"/>
                  </a:cubicBezTo>
                  <a:cubicBezTo>
                    <a:pt x="1499" y="258"/>
                    <a:pt x="1492" y="251"/>
                    <a:pt x="1485" y="244"/>
                  </a:cubicBezTo>
                  <a:cubicBezTo>
                    <a:pt x="1485" y="244"/>
                    <a:pt x="1485" y="244"/>
                    <a:pt x="1485" y="244"/>
                  </a:cubicBezTo>
                  <a:cubicBezTo>
                    <a:pt x="1481" y="240"/>
                    <a:pt x="1481" y="240"/>
                    <a:pt x="1481" y="240"/>
                  </a:cubicBezTo>
                  <a:cubicBezTo>
                    <a:pt x="1480" y="239"/>
                    <a:pt x="1480" y="239"/>
                    <a:pt x="1480" y="239"/>
                  </a:cubicBezTo>
                  <a:cubicBezTo>
                    <a:pt x="1477" y="236"/>
                    <a:pt x="1477" y="236"/>
                    <a:pt x="1477" y="236"/>
                  </a:cubicBezTo>
                  <a:cubicBezTo>
                    <a:pt x="1476" y="235"/>
                    <a:pt x="1476" y="235"/>
                    <a:pt x="1476" y="235"/>
                  </a:cubicBezTo>
                  <a:cubicBezTo>
                    <a:pt x="1472" y="232"/>
                    <a:pt x="1472" y="232"/>
                    <a:pt x="1472" y="232"/>
                  </a:cubicBezTo>
                  <a:cubicBezTo>
                    <a:pt x="1471" y="232"/>
                    <a:pt x="1471" y="232"/>
                    <a:pt x="1471" y="232"/>
                  </a:cubicBezTo>
                  <a:cubicBezTo>
                    <a:pt x="1468" y="228"/>
                    <a:pt x="1468" y="228"/>
                    <a:pt x="1468" y="228"/>
                  </a:cubicBezTo>
                  <a:cubicBezTo>
                    <a:pt x="1467" y="228"/>
                    <a:pt x="1467" y="228"/>
                    <a:pt x="1467" y="228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5" y="209"/>
                    <a:pt x="1445" y="209"/>
                    <a:pt x="1445" y="209"/>
                  </a:cubicBezTo>
                  <a:cubicBezTo>
                    <a:pt x="1444" y="208"/>
                    <a:pt x="1444" y="208"/>
                    <a:pt x="1444" y="208"/>
                  </a:cubicBezTo>
                  <a:cubicBezTo>
                    <a:pt x="1440" y="205"/>
                    <a:pt x="1440" y="205"/>
                    <a:pt x="1440" y="205"/>
                  </a:cubicBezTo>
                  <a:cubicBezTo>
                    <a:pt x="1439" y="204"/>
                    <a:pt x="1439" y="204"/>
                    <a:pt x="1439" y="204"/>
                  </a:cubicBezTo>
                  <a:cubicBezTo>
                    <a:pt x="1436" y="201"/>
                    <a:pt x="1436" y="201"/>
                    <a:pt x="1436" y="201"/>
                  </a:cubicBezTo>
                  <a:cubicBezTo>
                    <a:pt x="1435" y="200"/>
                    <a:pt x="1435" y="200"/>
                    <a:pt x="1435" y="200"/>
                  </a:cubicBezTo>
                  <a:cubicBezTo>
                    <a:pt x="1431" y="197"/>
                    <a:pt x="1431" y="197"/>
                    <a:pt x="1431" y="197"/>
                  </a:cubicBezTo>
                  <a:cubicBezTo>
                    <a:pt x="1430" y="197"/>
                    <a:pt x="1430" y="197"/>
                    <a:pt x="1430" y="197"/>
                  </a:cubicBezTo>
                  <a:cubicBezTo>
                    <a:pt x="1426" y="194"/>
                    <a:pt x="1426" y="194"/>
                    <a:pt x="1426" y="194"/>
                  </a:cubicBezTo>
                  <a:cubicBezTo>
                    <a:pt x="1425" y="193"/>
                    <a:pt x="1425" y="193"/>
                    <a:pt x="1425" y="193"/>
                  </a:cubicBezTo>
                  <a:cubicBezTo>
                    <a:pt x="1421" y="190"/>
                    <a:pt x="1421" y="190"/>
                    <a:pt x="1421" y="190"/>
                  </a:cubicBezTo>
                  <a:cubicBezTo>
                    <a:pt x="1421" y="189"/>
                    <a:pt x="1421" y="189"/>
                    <a:pt x="1421" y="189"/>
                  </a:cubicBezTo>
                  <a:cubicBezTo>
                    <a:pt x="1407" y="179"/>
                    <a:pt x="1407" y="179"/>
                    <a:pt x="1407" y="179"/>
                  </a:cubicBezTo>
                  <a:cubicBezTo>
                    <a:pt x="1406" y="178"/>
                    <a:pt x="1406" y="178"/>
                    <a:pt x="1406" y="178"/>
                  </a:cubicBezTo>
                  <a:cubicBezTo>
                    <a:pt x="1402" y="175"/>
                    <a:pt x="1402" y="175"/>
                    <a:pt x="1402" y="175"/>
                  </a:cubicBezTo>
                  <a:cubicBezTo>
                    <a:pt x="1401" y="174"/>
                    <a:pt x="1401" y="174"/>
                    <a:pt x="1401" y="174"/>
                  </a:cubicBezTo>
                  <a:cubicBezTo>
                    <a:pt x="1398" y="172"/>
                    <a:pt x="1398" y="172"/>
                    <a:pt x="1398" y="172"/>
                  </a:cubicBezTo>
                  <a:cubicBezTo>
                    <a:pt x="1396" y="171"/>
                    <a:pt x="1396" y="171"/>
                    <a:pt x="1396" y="171"/>
                  </a:cubicBezTo>
                  <a:cubicBezTo>
                    <a:pt x="1393" y="169"/>
                    <a:pt x="1393" y="169"/>
                    <a:pt x="1393" y="169"/>
                  </a:cubicBezTo>
                  <a:cubicBezTo>
                    <a:pt x="1391" y="167"/>
                    <a:pt x="1391" y="167"/>
                    <a:pt x="1391" y="167"/>
                  </a:cubicBezTo>
                  <a:cubicBezTo>
                    <a:pt x="1388" y="165"/>
                    <a:pt x="1388" y="165"/>
                    <a:pt x="1388" y="165"/>
                  </a:cubicBezTo>
                  <a:cubicBezTo>
                    <a:pt x="1387" y="164"/>
                    <a:pt x="1387" y="164"/>
                    <a:pt x="1387" y="164"/>
                  </a:cubicBezTo>
                  <a:cubicBezTo>
                    <a:pt x="1383" y="162"/>
                    <a:pt x="1383" y="162"/>
                    <a:pt x="1383" y="162"/>
                  </a:cubicBezTo>
                  <a:cubicBezTo>
                    <a:pt x="1382" y="161"/>
                    <a:pt x="1382" y="161"/>
                    <a:pt x="1382" y="161"/>
                  </a:cubicBezTo>
                  <a:cubicBezTo>
                    <a:pt x="1378" y="158"/>
                    <a:pt x="1378" y="158"/>
                    <a:pt x="1378" y="158"/>
                  </a:cubicBezTo>
                  <a:cubicBezTo>
                    <a:pt x="1377" y="158"/>
                    <a:pt x="1377" y="158"/>
                    <a:pt x="1377" y="158"/>
                  </a:cubicBezTo>
                  <a:cubicBezTo>
                    <a:pt x="1363" y="148"/>
                    <a:pt x="1363" y="148"/>
                    <a:pt x="1363" y="148"/>
                  </a:cubicBezTo>
                  <a:cubicBezTo>
                    <a:pt x="1362" y="147"/>
                    <a:pt x="1362" y="147"/>
                    <a:pt x="1362" y="147"/>
                  </a:cubicBezTo>
                  <a:cubicBezTo>
                    <a:pt x="1358" y="145"/>
                    <a:pt x="1358" y="145"/>
                    <a:pt x="1358" y="145"/>
                  </a:cubicBezTo>
                  <a:cubicBezTo>
                    <a:pt x="1356" y="144"/>
                    <a:pt x="1356" y="144"/>
                    <a:pt x="1356" y="144"/>
                  </a:cubicBezTo>
                  <a:cubicBezTo>
                    <a:pt x="1353" y="141"/>
                    <a:pt x="1353" y="141"/>
                    <a:pt x="1353" y="141"/>
                  </a:cubicBezTo>
                  <a:cubicBezTo>
                    <a:pt x="1352" y="141"/>
                    <a:pt x="1352" y="141"/>
                    <a:pt x="1352" y="141"/>
                  </a:cubicBezTo>
                  <a:cubicBezTo>
                    <a:pt x="1348" y="138"/>
                    <a:pt x="1348" y="138"/>
                    <a:pt x="1348" y="138"/>
                  </a:cubicBezTo>
                  <a:cubicBezTo>
                    <a:pt x="1347" y="138"/>
                    <a:pt x="1347" y="138"/>
                    <a:pt x="1347" y="138"/>
                  </a:cubicBezTo>
                  <a:cubicBezTo>
                    <a:pt x="1343" y="135"/>
                    <a:pt x="1343" y="135"/>
                    <a:pt x="1343" y="135"/>
                  </a:cubicBezTo>
                  <a:cubicBezTo>
                    <a:pt x="1342" y="134"/>
                    <a:pt x="1342" y="134"/>
                    <a:pt x="1342" y="134"/>
                  </a:cubicBezTo>
                  <a:cubicBezTo>
                    <a:pt x="1338" y="132"/>
                    <a:pt x="1338" y="132"/>
                    <a:pt x="1338" y="132"/>
                  </a:cubicBezTo>
                  <a:cubicBezTo>
                    <a:pt x="1337" y="131"/>
                    <a:pt x="1337" y="131"/>
                    <a:pt x="1337" y="131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16" y="119"/>
                    <a:pt x="1316" y="119"/>
                    <a:pt x="1316" y="119"/>
                  </a:cubicBezTo>
                  <a:cubicBezTo>
                    <a:pt x="1315" y="119"/>
                    <a:pt x="1315" y="119"/>
                    <a:pt x="1315" y="119"/>
                  </a:cubicBezTo>
                  <a:cubicBezTo>
                    <a:pt x="1311" y="116"/>
                    <a:pt x="1311" y="116"/>
                    <a:pt x="1311" y="116"/>
                  </a:cubicBezTo>
                  <a:cubicBezTo>
                    <a:pt x="1310" y="116"/>
                    <a:pt x="1310" y="116"/>
                    <a:pt x="1310" y="116"/>
                  </a:cubicBezTo>
                  <a:cubicBezTo>
                    <a:pt x="1306" y="114"/>
                    <a:pt x="1306" y="114"/>
                    <a:pt x="1306" y="114"/>
                  </a:cubicBezTo>
                  <a:cubicBezTo>
                    <a:pt x="1305" y="113"/>
                    <a:pt x="1305" y="113"/>
                    <a:pt x="1305" y="113"/>
                  </a:cubicBezTo>
                  <a:cubicBezTo>
                    <a:pt x="1301" y="111"/>
                    <a:pt x="1301" y="111"/>
                    <a:pt x="1301" y="111"/>
                  </a:cubicBezTo>
                  <a:cubicBezTo>
                    <a:pt x="1300" y="110"/>
                    <a:pt x="1300" y="110"/>
                    <a:pt x="1300" y="110"/>
                  </a:cubicBezTo>
                  <a:cubicBezTo>
                    <a:pt x="1296" y="108"/>
                    <a:pt x="1296" y="108"/>
                    <a:pt x="1296" y="108"/>
                  </a:cubicBezTo>
                  <a:cubicBezTo>
                    <a:pt x="1295" y="107"/>
                    <a:pt x="1295" y="107"/>
                    <a:pt x="1295" y="107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89" y="105"/>
                    <a:pt x="1289" y="105"/>
                    <a:pt x="1289" y="105"/>
                  </a:cubicBezTo>
                  <a:cubicBezTo>
                    <a:pt x="1282" y="101"/>
                    <a:pt x="1275" y="97"/>
                    <a:pt x="1268" y="94"/>
                  </a:cubicBezTo>
                  <a:cubicBezTo>
                    <a:pt x="1267" y="93"/>
                    <a:pt x="1267" y="93"/>
                    <a:pt x="1267" y="93"/>
                  </a:cubicBezTo>
                  <a:cubicBezTo>
                    <a:pt x="1263" y="91"/>
                    <a:pt x="1263" y="91"/>
                    <a:pt x="1263" y="91"/>
                  </a:cubicBezTo>
                  <a:cubicBezTo>
                    <a:pt x="1262" y="91"/>
                    <a:pt x="1262" y="91"/>
                    <a:pt x="1262" y="91"/>
                  </a:cubicBezTo>
                  <a:cubicBezTo>
                    <a:pt x="1258" y="89"/>
                    <a:pt x="1258" y="89"/>
                    <a:pt x="1258" y="89"/>
                  </a:cubicBezTo>
                  <a:cubicBezTo>
                    <a:pt x="1256" y="88"/>
                    <a:pt x="1256" y="88"/>
                    <a:pt x="1256" y="88"/>
                  </a:cubicBezTo>
                  <a:cubicBezTo>
                    <a:pt x="1252" y="86"/>
                    <a:pt x="1252" y="86"/>
                    <a:pt x="1252" y="86"/>
                  </a:cubicBezTo>
                  <a:cubicBezTo>
                    <a:pt x="1251" y="86"/>
                    <a:pt x="1251" y="86"/>
                    <a:pt x="1251" y="86"/>
                  </a:cubicBezTo>
                  <a:cubicBezTo>
                    <a:pt x="1247" y="83"/>
                    <a:pt x="1247" y="83"/>
                    <a:pt x="1247" y="83"/>
                  </a:cubicBezTo>
                  <a:cubicBezTo>
                    <a:pt x="1246" y="83"/>
                    <a:pt x="1246" y="83"/>
                    <a:pt x="1246" y="83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35" y="78"/>
                    <a:pt x="1229" y="76"/>
                    <a:pt x="1224" y="73"/>
                  </a:cubicBezTo>
                  <a:cubicBezTo>
                    <a:pt x="1224" y="73"/>
                    <a:pt x="1224" y="73"/>
                    <a:pt x="1224" y="73"/>
                  </a:cubicBezTo>
                  <a:cubicBezTo>
                    <a:pt x="1219" y="71"/>
                    <a:pt x="1219" y="71"/>
                    <a:pt x="1219" y="71"/>
                  </a:cubicBezTo>
                  <a:cubicBezTo>
                    <a:pt x="1218" y="71"/>
                    <a:pt x="1218" y="71"/>
                    <a:pt x="1218" y="71"/>
                  </a:cubicBezTo>
                  <a:cubicBezTo>
                    <a:pt x="1213" y="69"/>
                    <a:pt x="1213" y="69"/>
                    <a:pt x="1213" y="69"/>
                  </a:cubicBezTo>
                  <a:cubicBezTo>
                    <a:pt x="1212" y="68"/>
                    <a:pt x="1212" y="68"/>
                    <a:pt x="1212" y="68"/>
                  </a:cubicBezTo>
                  <a:cubicBezTo>
                    <a:pt x="1208" y="66"/>
                    <a:pt x="1208" y="66"/>
                    <a:pt x="1208" y="66"/>
                  </a:cubicBezTo>
                  <a:cubicBezTo>
                    <a:pt x="1207" y="66"/>
                    <a:pt x="1207" y="66"/>
                    <a:pt x="1207" y="66"/>
                  </a:cubicBezTo>
                  <a:cubicBezTo>
                    <a:pt x="1202" y="64"/>
                    <a:pt x="1202" y="64"/>
                    <a:pt x="1202" y="64"/>
                  </a:cubicBezTo>
                  <a:cubicBezTo>
                    <a:pt x="1201" y="64"/>
                    <a:pt x="1201" y="64"/>
                    <a:pt x="1201" y="64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86" y="58"/>
                    <a:pt x="1177" y="55"/>
                    <a:pt x="1167" y="51"/>
                  </a:cubicBezTo>
                  <a:cubicBezTo>
                    <a:pt x="1166" y="51"/>
                    <a:pt x="1166" y="51"/>
                    <a:pt x="1166" y="51"/>
                  </a:cubicBezTo>
                  <a:cubicBezTo>
                    <a:pt x="1162" y="49"/>
                    <a:pt x="1162" y="49"/>
                    <a:pt x="1162" y="49"/>
                  </a:cubicBezTo>
                  <a:cubicBezTo>
                    <a:pt x="1161" y="49"/>
                    <a:pt x="1161" y="49"/>
                    <a:pt x="1161" y="49"/>
                  </a:cubicBezTo>
                  <a:cubicBezTo>
                    <a:pt x="1156" y="47"/>
                    <a:pt x="1156" y="47"/>
                    <a:pt x="1156" y="47"/>
                  </a:cubicBezTo>
                  <a:cubicBezTo>
                    <a:pt x="1155" y="47"/>
                    <a:pt x="1155" y="47"/>
                    <a:pt x="1155" y="47"/>
                  </a:cubicBezTo>
                  <a:cubicBezTo>
                    <a:pt x="1150" y="45"/>
                    <a:pt x="1150" y="45"/>
                    <a:pt x="1150" y="45"/>
                  </a:cubicBezTo>
                  <a:cubicBezTo>
                    <a:pt x="1149" y="45"/>
                    <a:pt x="1149" y="45"/>
                    <a:pt x="1149" y="45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36" y="41"/>
                    <a:pt x="1128" y="38"/>
                    <a:pt x="1120" y="36"/>
                  </a:cubicBezTo>
                  <a:cubicBezTo>
                    <a:pt x="1120" y="36"/>
                    <a:pt x="1120" y="36"/>
                    <a:pt x="1120" y="36"/>
                  </a:cubicBezTo>
                  <a:cubicBezTo>
                    <a:pt x="1115" y="35"/>
                    <a:pt x="1115" y="35"/>
                    <a:pt x="1115" y="35"/>
                  </a:cubicBezTo>
                  <a:cubicBezTo>
                    <a:pt x="1114" y="34"/>
                    <a:pt x="1114" y="34"/>
                    <a:pt x="1114" y="34"/>
                  </a:cubicBezTo>
                  <a:cubicBezTo>
                    <a:pt x="1109" y="33"/>
                    <a:pt x="1109" y="33"/>
                    <a:pt x="1109" y="33"/>
                  </a:cubicBezTo>
                  <a:cubicBezTo>
                    <a:pt x="1108" y="33"/>
                    <a:pt x="1108" y="33"/>
                    <a:pt x="1108" y="33"/>
                  </a:cubicBezTo>
                  <a:cubicBezTo>
                    <a:pt x="1103" y="31"/>
                    <a:pt x="1103" y="31"/>
                    <a:pt x="1103" y="31"/>
                  </a:cubicBezTo>
                  <a:cubicBezTo>
                    <a:pt x="1102" y="31"/>
                    <a:pt x="1102" y="31"/>
                    <a:pt x="1102" y="31"/>
                  </a:cubicBezTo>
                  <a:cubicBezTo>
                    <a:pt x="1097" y="30"/>
                    <a:pt x="1097" y="30"/>
                    <a:pt x="1097" y="30"/>
                  </a:cubicBezTo>
                  <a:cubicBezTo>
                    <a:pt x="1096" y="29"/>
                    <a:pt x="1096" y="29"/>
                    <a:pt x="1096" y="29"/>
                  </a:cubicBezTo>
                  <a:cubicBezTo>
                    <a:pt x="1091" y="28"/>
                    <a:pt x="1091" y="28"/>
                    <a:pt x="1091" y="28"/>
                  </a:cubicBezTo>
                  <a:cubicBezTo>
                    <a:pt x="1090" y="28"/>
                    <a:pt x="1090" y="28"/>
                    <a:pt x="1090" y="28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79" y="25"/>
                    <a:pt x="1073" y="24"/>
                    <a:pt x="1067" y="22"/>
                  </a:cubicBezTo>
                  <a:cubicBezTo>
                    <a:pt x="1066" y="22"/>
                    <a:pt x="1066" y="22"/>
                    <a:pt x="1066" y="22"/>
                  </a:cubicBezTo>
                  <a:cubicBezTo>
                    <a:pt x="1061" y="21"/>
                    <a:pt x="1061" y="21"/>
                    <a:pt x="1061" y="21"/>
                  </a:cubicBezTo>
                  <a:cubicBezTo>
                    <a:pt x="1059" y="21"/>
                    <a:pt x="1059" y="21"/>
                    <a:pt x="1059" y="21"/>
                  </a:cubicBezTo>
                  <a:cubicBezTo>
                    <a:pt x="1055" y="20"/>
                    <a:pt x="1055" y="20"/>
                    <a:pt x="1055" y="20"/>
                  </a:cubicBezTo>
                  <a:cubicBezTo>
                    <a:pt x="1053" y="19"/>
                    <a:pt x="1053" y="19"/>
                    <a:pt x="1053" y="19"/>
                  </a:cubicBezTo>
                  <a:cubicBezTo>
                    <a:pt x="1049" y="19"/>
                    <a:pt x="1049" y="19"/>
                    <a:pt x="1049" y="19"/>
                  </a:cubicBezTo>
                  <a:cubicBezTo>
                    <a:pt x="1047" y="18"/>
                    <a:pt x="1047" y="18"/>
                    <a:pt x="1047" y="18"/>
                  </a:cubicBezTo>
                  <a:cubicBezTo>
                    <a:pt x="1043" y="17"/>
                    <a:pt x="1043" y="17"/>
                    <a:pt x="1043" y="17"/>
                  </a:cubicBezTo>
                  <a:cubicBezTo>
                    <a:pt x="1041" y="17"/>
                    <a:pt x="1041" y="17"/>
                    <a:pt x="1041" y="17"/>
                  </a:cubicBezTo>
                  <a:cubicBezTo>
                    <a:pt x="1037" y="16"/>
                    <a:pt x="1037" y="16"/>
                    <a:pt x="1037" y="16"/>
                  </a:cubicBezTo>
                  <a:cubicBezTo>
                    <a:pt x="1035" y="16"/>
                    <a:pt x="1035" y="16"/>
                    <a:pt x="1035" y="16"/>
                  </a:cubicBezTo>
                  <a:cubicBezTo>
                    <a:pt x="1031" y="15"/>
                    <a:pt x="1031" y="15"/>
                    <a:pt x="1031" y="15"/>
                  </a:cubicBezTo>
                  <a:cubicBezTo>
                    <a:pt x="1030" y="15"/>
                    <a:pt x="1030" y="15"/>
                    <a:pt x="1030" y="15"/>
                  </a:cubicBezTo>
                  <a:cubicBezTo>
                    <a:pt x="1024" y="14"/>
                    <a:pt x="1024" y="14"/>
                    <a:pt x="1024" y="14"/>
                  </a:cubicBezTo>
                  <a:cubicBezTo>
                    <a:pt x="1023" y="14"/>
                    <a:pt x="1023" y="14"/>
                    <a:pt x="1023" y="14"/>
                  </a:cubicBezTo>
                  <a:cubicBezTo>
                    <a:pt x="975" y="5"/>
                    <a:pt x="926" y="1"/>
                    <a:pt x="876" y="0"/>
                  </a:cubicBezTo>
                  <a:cubicBezTo>
                    <a:pt x="868" y="0"/>
                    <a:pt x="868" y="0"/>
                    <a:pt x="868" y="0"/>
                  </a:cubicBezTo>
                  <a:cubicBezTo>
                    <a:pt x="590" y="0"/>
                    <a:pt x="341" y="126"/>
                    <a:pt x="175" y="323"/>
                  </a:cubicBezTo>
                  <a:cubicBezTo>
                    <a:pt x="158" y="344"/>
                    <a:pt x="149" y="358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50" y="375"/>
                    <a:pt x="159" y="379"/>
                    <a:pt x="178" y="379"/>
                  </a:cubicBezTo>
                  <a:cubicBezTo>
                    <a:pt x="559" y="379"/>
                    <a:pt x="559" y="379"/>
                    <a:pt x="559" y="379"/>
                  </a:cubicBezTo>
                  <a:cubicBezTo>
                    <a:pt x="1261" y="379"/>
                    <a:pt x="1261" y="379"/>
                    <a:pt x="1261" y="379"/>
                  </a:cubicBezTo>
                  <a:cubicBezTo>
                    <a:pt x="1269" y="379"/>
                    <a:pt x="1278" y="382"/>
                    <a:pt x="1287" y="387"/>
                  </a:cubicBezTo>
                  <a:cubicBezTo>
                    <a:pt x="1294" y="391"/>
                    <a:pt x="1300" y="396"/>
                    <a:pt x="1304" y="402"/>
                  </a:cubicBezTo>
                  <a:cubicBezTo>
                    <a:pt x="1452" y="634"/>
                    <a:pt x="1452" y="634"/>
                    <a:pt x="1452" y="634"/>
                  </a:cubicBezTo>
                  <a:cubicBezTo>
                    <a:pt x="1455" y="638"/>
                    <a:pt x="1457" y="643"/>
                    <a:pt x="1459" y="648"/>
                  </a:cubicBezTo>
                  <a:cubicBezTo>
                    <a:pt x="1461" y="655"/>
                    <a:pt x="1461" y="655"/>
                    <a:pt x="1461" y="655"/>
                  </a:cubicBezTo>
                  <a:cubicBezTo>
                    <a:pt x="1461" y="656"/>
                    <a:pt x="1461" y="656"/>
                    <a:pt x="1461" y="656"/>
                  </a:cubicBezTo>
                  <a:cubicBezTo>
                    <a:pt x="1461" y="657"/>
                    <a:pt x="1461" y="657"/>
                    <a:pt x="1461" y="657"/>
                  </a:cubicBezTo>
                  <a:cubicBezTo>
                    <a:pt x="1463" y="664"/>
                    <a:pt x="1463" y="671"/>
                    <a:pt x="1463" y="677"/>
                  </a:cubicBezTo>
                  <a:cubicBezTo>
                    <a:pt x="1462" y="685"/>
                    <a:pt x="1462" y="685"/>
                    <a:pt x="1462" y="685"/>
                  </a:cubicBezTo>
                  <a:cubicBezTo>
                    <a:pt x="1372" y="1125"/>
                    <a:pt x="1372" y="1125"/>
                    <a:pt x="1372" y="1125"/>
                  </a:cubicBezTo>
                  <a:cubicBezTo>
                    <a:pt x="1322" y="1367"/>
                    <a:pt x="1322" y="1367"/>
                    <a:pt x="1322" y="1367"/>
                  </a:cubicBezTo>
                  <a:cubicBezTo>
                    <a:pt x="1319" y="1383"/>
                    <a:pt x="1304" y="1395"/>
                    <a:pt x="1289" y="1395"/>
                  </a:cubicBezTo>
                  <a:cubicBezTo>
                    <a:pt x="1046" y="1395"/>
                    <a:pt x="1046" y="1395"/>
                    <a:pt x="1046" y="1395"/>
                  </a:cubicBezTo>
                  <a:cubicBezTo>
                    <a:pt x="1030" y="1395"/>
                    <a:pt x="1011" y="1384"/>
                    <a:pt x="1002" y="1371"/>
                  </a:cubicBezTo>
                  <a:cubicBezTo>
                    <a:pt x="705" y="923"/>
                    <a:pt x="705" y="923"/>
                    <a:pt x="705" y="923"/>
                  </a:cubicBezTo>
                  <a:cubicBezTo>
                    <a:pt x="684" y="1030"/>
                    <a:pt x="684" y="1030"/>
                    <a:pt x="684" y="1030"/>
                  </a:cubicBezTo>
                  <a:cubicBezTo>
                    <a:pt x="615" y="1368"/>
                    <a:pt x="615" y="1368"/>
                    <a:pt x="615" y="1368"/>
                  </a:cubicBezTo>
                  <a:cubicBezTo>
                    <a:pt x="613" y="1380"/>
                    <a:pt x="602" y="1391"/>
                    <a:pt x="590" y="1394"/>
                  </a:cubicBezTo>
                  <a:cubicBezTo>
                    <a:pt x="590" y="1394"/>
                    <a:pt x="590" y="1394"/>
                    <a:pt x="590" y="1394"/>
                  </a:cubicBezTo>
                  <a:cubicBezTo>
                    <a:pt x="590" y="1395"/>
                    <a:pt x="590" y="1395"/>
                    <a:pt x="590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2" y="1396"/>
                    <a:pt x="582" y="1396"/>
                    <a:pt x="582" y="1396"/>
                  </a:cubicBezTo>
                  <a:cubicBezTo>
                    <a:pt x="581" y="1396"/>
                    <a:pt x="581" y="1396"/>
                    <a:pt x="581" y="1396"/>
                  </a:cubicBezTo>
                  <a:cubicBezTo>
                    <a:pt x="553" y="1396"/>
                    <a:pt x="553" y="1396"/>
                    <a:pt x="553" y="1396"/>
                  </a:cubicBezTo>
                  <a:cubicBezTo>
                    <a:pt x="403" y="1396"/>
                    <a:pt x="403" y="1396"/>
                    <a:pt x="403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1" y="1394"/>
                    <a:pt x="384" y="1389"/>
                    <a:pt x="382" y="1382"/>
                  </a:cubicBezTo>
                  <a:cubicBezTo>
                    <a:pt x="382" y="1382"/>
                    <a:pt x="382" y="1382"/>
                    <a:pt x="382" y="1382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1" y="1368"/>
                    <a:pt x="381" y="1368"/>
                    <a:pt x="381" y="1368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10" y="733"/>
                    <a:pt x="510" y="733"/>
                    <a:pt x="510" y="733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6" y="720"/>
                    <a:pt x="516" y="720"/>
                    <a:pt x="516" y="720"/>
                  </a:cubicBezTo>
                  <a:cubicBezTo>
                    <a:pt x="517" y="719"/>
                    <a:pt x="517" y="719"/>
                    <a:pt x="517" y="719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43" y="705"/>
                    <a:pt x="543" y="705"/>
                    <a:pt x="543" y="705"/>
                  </a:cubicBezTo>
                  <a:cubicBezTo>
                    <a:pt x="544" y="705"/>
                    <a:pt x="544" y="705"/>
                    <a:pt x="544" y="705"/>
                  </a:cubicBezTo>
                  <a:cubicBezTo>
                    <a:pt x="555" y="705"/>
                    <a:pt x="555" y="705"/>
                    <a:pt x="555" y="705"/>
                  </a:cubicBezTo>
                  <a:cubicBezTo>
                    <a:pt x="557" y="705"/>
                    <a:pt x="557" y="705"/>
                    <a:pt x="557" y="705"/>
                  </a:cubicBezTo>
                  <a:cubicBezTo>
                    <a:pt x="786" y="705"/>
                    <a:pt x="786" y="705"/>
                    <a:pt x="786" y="705"/>
                  </a:cubicBezTo>
                  <a:cubicBezTo>
                    <a:pt x="802" y="705"/>
                    <a:pt x="821" y="716"/>
                    <a:pt x="829" y="729"/>
                  </a:cubicBezTo>
                  <a:cubicBezTo>
                    <a:pt x="1127" y="1178"/>
                    <a:pt x="1127" y="1178"/>
                    <a:pt x="1127" y="1178"/>
                  </a:cubicBezTo>
                  <a:cubicBezTo>
                    <a:pt x="1244" y="590"/>
                    <a:pt x="1244" y="590"/>
                    <a:pt x="1244" y="590"/>
                  </a:cubicBezTo>
                  <a:cubicBezTo>
                    <a:pt x="557" y="590"/>
                    <a:pt x="557" y="590"/>
                    <a:pt x="557" y="590"/>
                  </a:cubicBezTo>
                  <a:cubicBezTo>
                    <a:pt x="555" y="590"/>
                    <a:pt x="555" y="590"/>
                    <a:pt x="555" y="590"/>
                  </a:cubicBezTo>
                  <a:cubicBezTo>
                    <a:pt x="475" y="590"/>
                    <a:pt x="475" y="590"/>
                    <a:pt x="475" y="590"/>
                  </a:cubicBezTo>
                  <a:cubicBezTo>
                    <a:pt x="435" y="590"/>
                    <a:pt x="395" y="593"/>
                    <a:pt x="357" y="600"/>
                  </a:cubicBezTo>
                  <a:cubicBezTo>
                    <a:pt x="162" y="632"/>
                    <a:pt x="0" y="756"/>
                    <a:pt x="0" y="1037"/>
                  </a:cubicBezTo>
                  <a:cubicBezTo>
                    <a:pt x="0" y="1321"/>
                    <a:pt x="239" y="1662"/>
                    <a:pt x="616" y="1772"/>
                  </a:cubicBezTo>
                  <a:cubicBezTo>
                    <a:pt x="694" y="1794"/>
                    <a:pt x="779" y="1807"/>
                    <a:pt x="868" y="1807"/>
                  </a:cubicBezTo>
                  <a:cubicBezTo>
                    <a:pt x="873" y="1807"/>
                    <a:pt x="873" y="1807"/>
                    <a:pt x="873" y="1807"/>
                  </a:cubicBezTo>
                  <a:cubicBezTo>
                    <a:pt x="1020" y="1806"/>
                    <a:pt x="1158" y="1770"/>
                    <a:pt x="1280" y="1707"/>
                  </a:cubicBezTo>
                  <a:cubicBezTo>
                    <a:pt x="1285" y="1705"/>
                    <a:pt x="1285" y="1705"/>
                    <a:pt x="1285" y="1705"/>
                  </a:cubicBezTo>
                  <a:cubicBezTo>
                    <a:pt x="1286" y="1704"/>
                    <a:pt x="1286" y="1704"/>
                    <a:pt x="1286" y="1704"/>
                  </a:cubicBezTo>
                  <a:cubicBezTo>
                    <a:pt x="1291" y="1702"/>
                    <a:pt x="1291" y="1702"/>
                    <a:pt x="1291" y="1702"/>
                  </a:cubicBezTo>
                  <a:cubicBezTo>
                    <a:pt x="1292" y="1701"/>
                    <a:pt x="1292" y="1701"/>
                    <a:pt x="1292" y="1701"/>
                  </a:cubicBezTo>
                  <a:cubicBezTo>
                    <a:pt x="1295" y="1699"/>
                    <a:pt x="1295" y="1699"/>
                    <a:pt x="1295" y="1699"/>
                  </a:cubicBezTo>
                  <a:cubicBezTo>
                    <a:pt x="1297" y="1698"/>
                    <a:pt x="1297" y="1698"/>
                    <a:pt x="1297" y="1698"/>
                  </a:cubicBezTo>
                  <a:cubicBezTo>
                    <a:pt x="1301" y="1696"/>
                    <a:pt x="1301" y="1696"/>
                    <a:pt x="1301" y="1696"/>
                  </a:cubicBezTo>
                  <a:cubicBezTo>
                    <a:pt x="1302" y="1695"/>
                    <a:pt x="1302" y="1695"/>
                    <a:pt x="1302" y="1695"/>
                  </a:cubicBezTo>
                  <a:cubicBezTo>
                    <a:pt x="1306" y="1693"/>
                    <a:pt x="1306" y="1693"/>
                    <a:pt x="1306" y="1693"/>
                  </a:cubicBezTo>
                  <a:cubicBezTo>
                    <a:pt x="1307" y="1693"/>
                    <a:pt x="1307" y="1693"/>
                    <a:pt x="1307" y="1693"/>
                  </a:cubicBezTo>
                  <a:cubicBezTo>
                    <a:pt x="1311" y="1690"/>
                    <a:pt x="1311" y="1690"/>
                    <a:pt x="1311" y="1690"/>
                  </a:cubicBezTo>
                  <a:cubicBezTo>
                    <a:pt x="1313" y="1689"/>
                    <a:pt x="1313" y="1689"/>
                    <a:pt x="1313" y="1689"/>
                  </a:cubicBezTo>
                  <a:cubicBezTo>
                    <a:pt x="1317" y="1687"/>
                    <a:pt x="1317" y="1687"/>
                    <a:pt x="1317" y="1687"/>
                  </a:cubicBezTo>
                  <a:cubicBezTo>
                    <a:pt x="1318" y="1687"/>
                    <a:pt x="1318" y="1687"/>
                    <a:pt x="1318" y="1687"/>
                  </a:cubicBezTo>
                  <a:cubicBezTo>
                    <a:pt x="1322" y="1684"/>
                    <a:pt x="1322" y="1684"/>
                    <a:pt x="1322" y="1684"/>
                  </a:cubicBezTo>
                  <a:cubicBezTo>
                    <a:pt x="1323" y="1684"/>
                    <a:pt x="1323" y="1684"/>
                    <a:pt x="1323" y="1684"/>
                  </a:cubicBezTo>
                  <a:cubicBezTo>
                    <a:pt x="1327" y="1681"/>
                    <a:pt x="1327" y="1681"/>
                    <a:pt x="1327" y="1681"/>
                  </a:cubicBezTo>
                  <a:cubicBezTo>
                    <a:pt x="1329" y="1680"/>
                    <a:pt x="1329" y="1680"/>
                    <a:pt x="1329" y="1680"/>
                  </a:cubicBezTo>
                  <a:cubicBezTo>
                    <a:pt x="1332" y="1678"/>
                    <a:pt x="1332" y="1678"/>
                    <a:pt x="1332" y="1678"/>
                  </a:cubicBezTo>
                  <a:cubicBezTo>
                    <a:pt x="1333" y="1677"/>
                    <a:pt x="1333" y="1677"/>
                    <a:pt x="1333" y="1677"/>
                  </a:cubicBezTo>
                  <a:cubicBezTo>
                    <a:pt x="1338" y="1675"/>
                    <a:pt x="1338" y="1675"/>
                    <a:pt x="1338" y="1675"/>
                  </a:cubicBezTo>
                  <a:cubicBezTo>
                    <a:pt x="1339" y="1674"/>
                    <a:pt x="1339" y="1674"/>
                    <a:pt x="1339" y="1674"/>
                  </a:cubicBezTo>
                  <a:cubicBezTo>
                    <a:pt x="1343" y="1672"/>
                    <a:pt x="1343" y="1672"/>
                    <a:pt x="1343" y="1672"/>
                  </a:cubicBezTo>
                  <a:cubicBezTo>
                    <a:pt x="1343" y="1671"/>
                    <a:pt x="1343" y="1671"/>
                    <a:pt x="1343" y="1671"/>
                  </a:cubicBezTo>
                  <a:cubicBezTo>
                    <a:pt x="1348" y="1669"/>
                    <a:pt x="1348" y="1669"/>
                    <a:pt x="1348" y="1669"/>
                  </a:cubicBezTo>
                  <a:cubicBezTo>
                    <a:pt x="1349" y="1668"/>
                    <a:pt x="1349" y="1668"/>
                    <a:pt x="1349" y="1668"/>
                  </a:cubicBezTo>
                  <a:cubicBezTo>
                    <a:pt x="1353" y="1665"/>
                    <a:pt x="1353" y="1665"/>
                    <a:pt x="1353" y="1665"/>
                  </a:cubicBezTo>
                  <a:cubicBezTo>
                    <a:pt x="1354" y="1665"/>
                    <a:pt x="1354" y="1665"/>
                    <a:pt x="1354" y="1665"/>
                  </a:cubicBezTo>
                  <a:cubicBezTo>
                    <a:pt x="1358" y="1662"/>
                    <a:pt x="1358" y="1662"/>
                    <a:pt x="1358" y="1662"/>
                  </a:cubicBezTo>
                  <a:cubicBezTo>
                    <a:pt x="1359" y="1661"/>
                    <a:pt x="1359" y="1661"/>
                    <a:pt x="1359" y="1661"/>
                  </a:cubicBezTo>
                  <a:cubicBezTo>
                    <a:pt x="1363" y="1659"/>
                    <a:pt x="1363" y="1659"/>
                    <a:pt x="1363" y="1659"/>
                  </a:cubicBezTo>
                  <a:cubicBezTo>
                    <a:pt x="1364" y="1658"/>
                    <a:pt x="1364" y="1658"/>
                    <a:pt x="1364" y="1658"/>
                  </a:cubicBezTo>
                  <a:cubicBezTo>
                    <a:pt x="1368" y="1655"/>
                    <a:pt x="1368" y="1655"/>
                    <a:pt x="1368" y="1655"/>
                  </a:cubicBezTo>
                  <a:cubicBezTo>
                    <a:pt x="1369" y="1655"/>
                    <a:pt x="1369" y="1655"/>
                    <a:pt x="1369" y="1655"/>
                  </a:cubicBezTo>
                  <a:cubicBezTo>
                    <a:pt x="1373" y="1652"/>
                    <a:pt x="1373" y="1652"/>
                    <a:pt x="1373" y="1652"/>
                  </a:cubicBezTo>
                  <a:cubicBezTo>
                    <a:pt x="1374" y="1651"/>
                    <a:pt x="1374" y="1651"/>
                    <a:pt x="1374" y="1651"/>
                  </a:cubicBezTo>
                  <a:cubicBezTo>
                    <a:pt x="1378" y="1648"/>
                    <a:pt x="1378" y="1648"/>
                    <a:pt x="1378" y="1648"/>
                  </a:cubicBezTo>
                  <a:cubicBezTo>
                    <a:pt x="1379" y="1648"/>
                    <a:pt x="1379" y="1648"/>
                    <a:pt x="1379" y="1648"/>
                  </a:cubicBezTo>
                  <a:cubicBezTo>
                    <a:pt x="1383" y="1645"/>
                    <a:pt x="1383" y="1645"/>
                    <a:pt x="1383" y="1645"/>
                  </a:cubicBezTo>
                  <a:cubicBezTo>
                    <a:pt x="1384" y="1645"/>
                    <a:pt x="1384" y="1645"/>
                    <a:pt x="1384" y="1645"/>
                  </a:cubicBezTo>
                  <a:cubicBezTo>
                    <a:pt x="1388" y="1642"/>
                    <a:pt x="1388" y="1642"/>
                    <a:pt x="1388" y="1642"/>
                  </a:cubicBezTo>
                  <a:cubicBezTo>
                    <a:pt x="1389" y="1641"/>
                    <a:pt x="1389" y="1641"/>
                    <a:pt x="1389" y="1641"/>
                  </a:cubicBezTo>
                  <a:cubicBezTo>
                    <a:pt x="1393" y="1638"/>
                    <a:pt x="1393" y="1638"/>
                    <a:pt x="1393" y="1638"/>
                  </a:cubicBezTo>
                  <a:cubicBezTo>
                    <a:pt x="1394" y="1638"/>
                    <a:pt x="1394" y="1638"/>
                    <a:pt x="1394" y="1638"/>
                  </a:cubicBezTo>
                  <a:cubicBezTo>
                    <a:pt x="1398" y="1635"/>
                    <a:pt x="1398" y="1635"/>
                    <a:pt x="1398" y="1635"/>
                  </a:cubicBezTo>
                  <a:cubicBezTo>
                    <a:pt x="1399" y="1634"/>
                    <a:pt x="1399" y="1634"/>
                    <a:pt x="1399" y="1634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8" y="1628"/>
                    <a:pt x="1408" y="1628"/>
                    <a:pt x="1408" y="1628"/>
                  </a:cubicBezTo>
                  <a:cubicBezTo>
                    <a:pt x="1408" y="1627"/>
                    <a:pt x="1408" y="1627"/>
                    <a:pt x="1408" y="1627"/>
                  </a:cubicBezTo>
                  <a:cubicBezTo>
                    <a:pt x="1417" y="1620"/>
                    <a:pt x="1417" y="1620"/>
                    <a:pt x="1417" y="1620"/>
                  </a:cubicBezTo>
                  <a:cubicBezTo>
                    <a:pt x="1418" y="1620"/>
                    <a:pt x="1418" y="1620"/>
                    <a:pt x="1418" y="1620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74" y="1573"/>
                    <a:pt x="1485" y="1563"/>
                    <a:pt x="1495" y="1554"/>
                  </a:cubicBezTo>
                  <a:cubicBezTo>
                    <a:pt x="1495" y="1553"/>
                    <a:pt x="1495" y="1553"/>
                    <a:pt x="1495" y="1553"/>
                  </a:cubicBezTo>
                  <a:cubicBezTo>
                    <a:pt x="1503" y="1545"/>
                    <a:pt x="1503" y="1545"/>
                    <a:pt x="1503" y="1545"/>
                  </a:cubicBezTo>
                  <a:cubicBezTo>
                    <a:pt x="1504" y="1545"/>
                    <a:pt x="1504" y="1545"/>
                    <a:pt x="1504" y="1545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12" y="1537"/>
                    <a:pt x="1512" y="1537"/>
                    <a:pt x="1512" y="1537"/>
                  </a:cubicBezTo>
                  <a:cubicBezTo>
                    <a:pt x="1512" y="1536"/>
                    <a:pt x="1512" y="1536"/>
                    <a:pt x="1512" y="1536"/>
                  </a:cubicBezTo>
                  <a:cubicBezTo>
                    <a:pt x="1516" y="1533"/>
                    <a:pt x="1516" y="1533"/>
                    <a:pt x="1516" y="1533"/>
                  </a:cubicBezTo>
                  <a:cubicBezTo>
                    <a:pt x="1516" y="1532"/>
                    <a:pt x="1516" y="1532"/>
                    <a:pt x="1516" y="1532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4" y="1524"/>
                    <a:pt x="1524" y="1524"/>
                    <a:pt x="1524" y="1524"/>
                  </a:cubicBezTo>
                  <a:cubicBezTo>
                    <a:pt x="1525" y="1523"/>
                    <a:pt x="1525" y="1523"/>
                    <a:pt x="1525" y="1523"/>
                  </a:cubicBezTo>
                  <a:cubicBezTo>
                    <a:pt x="1528" y="1519"/>
                    <a:pt x="1528" y="1519"/>
                    <a:pt x="1528" y="1519"/>
                  </a:cubicBezTo>
                  <a:cubicBezTo>
                    <a:pt x="1529" y="1519"/>
                    <a:pt x="1529" y="1519"/>
                    <a:pt x="1529" y="1519"/>
                  </a:cubicBezTo>
                  <a:cubicBezTo>
                    <a:pt x="1532" y="1516"/>
                    <a:pt x="1532" y="1516"/>
                    <a:pt x="1532" y="1516"/>
                  </a:cubicBezTo>
                  <a:cubicBezTo>
                    <a:pt x="1533" y="1514"/>
                    <a:pt x="1533" y="1514"/>
                    <a:pt x="1533" y="1514"/>
                  </a:cubicBezTo>
                  <a:cubicBezTo>
                    <a:pt x="1536" y="1511"/>
                    <a:pt x="1536" y="1511"/>
                    <a:pt x="1536" y="1511"/>
                  </a:cubicBezTo>
                  <a:cubicBezTo>
                    <a:pt x="1538" y="1509"/>
                    <a:pt x="1538" y="1509"/>
                    <a:pt x="1538" y="1509"/>
                  </a:cubicBezTo>
                  <a:cubicBezTo>
                    <a:pt x="1539" y="1507"/>
                    <a:pt x="1539" y="1507"/>
                    <a:pt x="1539" y="1507"/>
                  </a:cubicBezTo>
                  <a:cubicBezTo>
                    <a:pt x="1543" y="1504"/>
                    <a:pt x="1543" y="1504"/>
                    <a:pt x="1543" y="1504"/>
                  </a:cubicBezTo>
                  <a:cubicBezTo>
                    <a:pt x="1544" y="1502"/>
                    <a:pt x="1544" y="1502"/>
                    <a:pt x="1544" y="1502"/>
                  </a:cubicBezTo>
                  <a:cubicBezTo>
                    <a:pt x="1546" y="1500"/>
                    <a:pt x="1546" y="1500"/>
                    <a:pt x="1546" y="1500"/>
                  </a:cubicBezTo>
                  <a:cubicBezTo>
                    <a:pt x="1547" y="1499"/>
                    <a:pt x="1547" y="1499"/>
                    <a:pt x="1547" y="1499"/>
                  </a:cubicBezTo>
                  <a:cubicBezTo>
                    <a:pt x="1655" y="1376"/>
                    <a:pt x="1730" y="1224"/>
                    <a:pt x="1758" y="1056"/>
                  </a:cubicBezTo>
                  <a:cubicBezTo>
                    <a:pt x="1758" y="1056"/>
                    <a:pt x="1758" y="1056"/>
                    <a:pt x="1758" y="1056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1" y="1037"/>
                    <a:pt x="1761" y="1037"/>
                    <a:pt x="1761" y="1037"/>
                  </a:cubicBezTo>
                  <a:cubicBezTo>
                    <a:pt x="1761" y="1036"/>
                    <a:pt x="1761" y="1036"/>
                    <a:pt x="1761" y="1036"/>
                  </a:cubicBezTo>
                  <a:cubicBezTo>
                    <a:pt x="1762" y="1033"/>
                    <a:pt x="1762" y="1033"/>
                    <a:pt x="1762" y="1033"/>
                  </a:cubicBezTo>
                  <a:cubicBezTo>
                    <a:pt x="1762" y="1032"/>
                    <a:pt x="1762" y="1032"/>
                    <a:pt x="1762" y="1032"/>
                  </a:cubicBezTo>
                  <a:cubicBezTo>
                    <a:pt x="1762" y="1029"/>
                    <a:pt x="1762" y="1029"/>
                    <a:pt x="1762" y="1029"/>
                  </a:cubicBezTo>
                  <a:cubicBezTo>
                    <a:pt x="1763" y="1028"/>
                    <a:pt x="1763" y="1028"/>
                    <a:pt x="1763" y="1028"/>
                  </a:cubicBezTo>
                  <a:cubicBezTo>
                    <a:pt x="1763" y="1025"/>
                    <a:pt x="1763" y="1025"/>
                    <a:pt x="1763" y="1025"/>
                  </a:cubicBezTo>
                  <a:cubicBezTo>
                    <a:pt x="1763" y="1024"/>
                    <a:pt x="1763" y="1024"/>
                    <a:pt x="1763" y="1024"/>
                  </a:cubicBezTo>
                  <a:cubicBezTo>
                    <a:pt x="1764" y="1014"/>
                    <a:pt x="1764" y="1014"/>
                    <a:pt x="1764" y="1014"/>
                  </a:cubicBezTo>
                  <a:cubicBezTo>
                    <a:pt x="1765" y="1012"/>
                    <a:pt x="1765" y="1012"/>
                    <a:pt x="1765" y="1012"/>
                  </a:cubicBezTo>
                  <a:cubicBezTo>
                    <a:pt x="1765" y="1010"/>
                    <a:pt x="1765" y="1010"/>
                    <a:pt x="1765" y="1010"/>
                  </a:cubicBezTo>
                  <a:cubicBezTo>
                    <a:pt x="1765" y="1008"/>
                    <a:pt x="1765" y="1008"/>
                    <a:pt x="1765" y="1008"/>
                  </a:cubicBezTo>
                  <a:cubicBezTo>
                    <a:pt x="1765" y="1005"/>
                    <a:pt x="1765" y="1005"/>
                    <a:pt x="1765" y="1005"/>
                  </a:cubicBezTo>
                  <a:cubicBezTo>
                    <a:pt x="1766" y="1004"/>
                    <a:pt x="1766" y="1004"/>
                    <a:pt x="1766" y="1004"/>
                  </a:cubicBezTo>
                  <a:cubicBezTo>
                    <a:pt x="1766" y="1001"/>
                    <a:pt x="1766" y="1001"/>
                    <a:pt x="1766" y="1001"/>
                  </a:cubicBezTo>
                  <a:cubicBezTo>
                    <a:pt x="1766" y="999"/>
                    <a:pt x="1766" y="999"/>
                    <a:pt x="1766" y="999"/>
                  </a:cubicBezTo>
                  <a:cubicBezTo>
                    <a:pt x="1767" y="994"/>
                    <a:pt x="1767" y="994"/>
                    <a:pt x="1767" y="994"/>
                  </a:cubicBezTo>
                  <a:cubicBezTo>
                    <a:pt x="1767" y="993"/>
                    <a:pt x="1767" y="993"/>
                    <a:pt x="1767" y="993"/>
                  </a:cubicBezTo>
                  <a:cubicBezTo>
                    <a:pt x="1767" y="990"/>
                    <a:pt x="1767" y="990"/>
                    <a:pt x="1767" y="990"/>
                  </a:cubicBezTo>
                  <a:cubicBezTo>
                    <a:pt x="1767" y="988"/>
                    <a:pt x="1767" y="988"/>
                    <a:pt x="1767" y="988"/>
                  </a:cubicBezTo>
                  <a:cubicBezTo>
                    <a:pt x="1767" y="986"/>
                    <a:pt x="1767" y="986"/>
                    <a:pt x="1767" y="986"/>
                  </a:cubicBezTo>
                  <a:cubicBezTo>
                    <a:pt x="1768" y="984"/>
                    <a:pt x="1768" y="984"/>
                    <a:pt x="1768" y="984"/>
                  </a:cubicBezTo>
                  <a:cubicBezTo>
                    <a:pt x="1768" y="981"/>
                    <a:pt x="1768" y="981"/>
                    <a:pt x="1768" y="981"/>
                  </a:cubicBezTo>
                  <a:cubicBezTo>
                    <a:pt x="1768" y="979"/>
                    <a:pt x="1768" y="979"/>
                    <a:pt x="1768" y="979"/>
                  </a:cubicBezTo>
                  <a:cubicBezTo>
                    <a:pt x="1768" y="977"/>
                    <a:pt x="1768" y="977"/>
                    <a:pt x="1768" y="977"/>
                  </a:cubicBezTo>
                  <a:cubicBezTo>
                    <a:pt x="1768" y="974"/>
                    <a:pt x="1768" y="974"/>
                    <a:pt x="1768" y="974"/>
                  </a:cubicBezTo>
                  <a:cubicBezTo>
                    <a:pt x="1769" y="971"/>
                    <a:pt x="1769" y="971"/>
                    <a:pt x="1769" y="971"/>
                  </a:cubicBezTo>
                  <a:cubicBezTo>
                    <a:pt x="1769" y="968"/>
                    <a:pt x="1769" y="968"/>
                    <a:pt x="1769" y="968"/>
                  </a:cubicBezTo>
                  <a:cubicBezTo>
                    <a:pt x="1769" y="966"/>
                    <a:pt x="1769" y="966"/>
                    <a:pt x="1769" y="966"/>
                  </a:cubicBezTo>
                  <a:cubicBezTo>
                    <a:pt x="1769" y="964"/>
                    <a:pt x="1769" y="964"/>
                    <a:pt x="1769" y="964"/>
                  </a:cubicBezTo>
                  <a:cubicBezTo>
                    <a:pt x="1769" y="962"/>
                    <a:pt x="1769" y="962"/>
                    <a:pt x="1769" y="962"/>
                  </a:cubicBezTo>
                  <a:cubicBezTo>
                    <a:pt x="1769" y="959"/>
                    <a:pt x="1769" y="959"/>
                    <a:pt x="1769" y="959"/>
                  </a:cubicBezTo>
                  <a:cubicBezTo>
                    <a:pt x="1769" y="957"/>
                    <a:pt x="1769" y="957"/>
                    <a:pt x="1769" y="957"/>
                  </a:cubicBezTo>
                  <a:cubicBezTo>
                    <a:pt x="1770" y="954"/>
                    <a:pt x="1770" y="954"/>
                    <a:pt x="1770" y="954"/>
                  </a:cubicBezTo>
                  <a:cubicBezTo>
                    <a:pt x="1770" y="953"/>
                    <a:pt x="1770" y="953"/>
                    <a:pt x="1770" y="953"/>
                  </a:cubicBezTo>
                  <a:cubicBezTo>
                    <a:pt x="1770" y="948"/>
                    <a:pt x="1770" y="948"/>
                    <a:pt x="1770" y="948"/>
                  </a:cubicBezTo>
                  <a:cubicBezTo>
                    <a:pt x="1770" y="947"/>
                    <a:pt x="1770" y="947"/>
                    <a:pt x="1770" y="947"/>
                  </a:cubicBezTo>
                  <a:cubicBezTo>
                    <a:pt x="1770" y="944"/>
                    <a:pt x="1770" y="944"/>
                    <a:pt x="1770" y="944"/>
                  </a:cubicBezTo>
                  <a:cubicBezTo>
                    <a:pt x="1770" y="942"/>
                    <a:pt x="1770" y="942"/>
                    <a:pt x="1770" y="942"/>
                  </a:cubicBezTo>
                  <a:cubicBezTo>
                    <a:pt x="1770" y="939"/>
                    <a:pt x="1770" y="939"/>
                    <a:pt x="1770" y="939"/>
                  </a:cubicBezTo>
                  <a:cubicBezTo>
                    <a:pt x="1771" y="937"/>
                    <a:pt x="1771" y="937"/>
                    <a:pt x="1771" y="937"/>
                  </a:cubicBezTo>
                  <a:cubicBezTo>
                    <a:pt x="1771" y="934"/>
                    <a:pt x="1771" y="934"/>
                    <a:pt x="1771" y="934"/>
                  </a:cubicBezTo>
                  <a:cubicBezTo>
                    <a:pt x="1771" y="933"/>
                    <a:pt x="1771" y="933"/>
                    <a:pt x="1771" y="933"/>
                  </a:cubicBezTo>
                  <a:cubicBezTo>
                    <a:pt x="1771" y="929"/>
                    <a:pt x="1771" y="929"/>
                    <a:pt x="1771" y="929"/>
                  </a:cubicBezTo>
                  <a:cubicBezTo>
                    <a:pt x="1771" y="928"/>
                    <a:pt x="1771" y="928"/>
                    <a:pt x="1771" y="928"/>
                  </a:cubicBezTo>
                  <a:cubicBezTo>
                    <a:pt x="1771" y="924"/>
                    <a:pt x="1771" y="924"/>
                    <a:pt x="1771" y="924"/>
                  </a:cubicBezTo>
                  <a:cubicBezTo>
                    <a:pt x="1771" y="922"/>
                    <a:pt x="1771" y="922"/>
                    <a:pt x="1771" y="922"/>
                  </a:cubicBezTo>
                  <a:cubicBezTo>
                    <a:pt x="1771" y="919"/>
                    <a:pt x="1771" y="919"/>
                    <a:pt x="1771" y="919"/>
                  </a:cubicBezTo>
                  <a:cubicBezTo>
                    <a:pt x="1771" y="917"/>
                    <a:pt x="1771" y="917"/>
                    <a:pt x="1771" y="917"/>
                  </a:cubicBezTo>
                  <a:cubicBezTo>
                    <a:pt x="1771" y="914"/>
                    <a:pt x="1771" y="914"/>
                    <a:pt x="1771" y="914"/>
                  </a:cubicBezTo>
                  <a:cubicBezTo>
                    <a:pt x="1771" y="913"/>
                    <a:pt x="1771" y="913"/>
                    <a:pt x="1771" y="913"/>
                  </a:cubicBezTo>
                  <a:cubicBezTo>
                    <a:pt x="1771" y="910"/>
                    <a:pt x="1771" y="910"/>
                    <a:pt x="1771" y="910"/>
                  </a:cubicBezTo>
                  <a:cubicBezTo>
                    <a:pt x="1771" y="908"/>
                    <a:pt x="1771" y="908"/>
                    <a:pt x="1771" y="908"/>
                  </a:cubicBezTo>
                  <a:cubicBezTo>
                    <a:pt x="1771" y="898"/>
                    <a:pt x="1771" y="898"/>
                    <a:pt x="1771" y="898"/>
                  </a:cubicBezTo>
                  <a:cubicBezTo>
                    <a:pt x="1771" y="897"/>
                    <a:pt x="1771" y="897"/>
                    <a:pt x="1771" y="897"/>
                  </a:cubicBezTo>
                  <a:lnTo>
                    <a:pt x="1771" y="893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 dirty="0"/>
            </a:p>
          </p:txBody>
        </p:sp>
        <p:grpSp>
          <p:nvGrpSpPr>
            <p:cNvPr id="23" name="Groep 22"/>
            <p:cNvGrpSpPr>
              <a:grpSpLocks noSelect="1"/>
            </p:cNvGrpSpPr>
            <p:nvPr userDrawn="1"/>
          </p:nvGrpSpPr>
          <p:grpSpPr bwMode="gray">
            <a:xfrm>
              <a:off x="0" y="0"/>
              <a:ext cx="561975" cy="572770"/>
              <a:chOff x="902335" y="290830"/>
              <a:chExt cx="561975" cy="572770"/>
            </a:xfrm>
          </p:grpSpPr>
          <p:sp>
            <p:nvSpPr>
              <p:cNvPr id="24" name="Freeform 5"/>
              <p:cNvSpPr>
                <a:spLocks noSelect="1"/>
              </p:cNvSpPr>
              <p:nvPr userDrawn="1"/>
            </p:nvSpPr>
            <p:spPr bwMode="gray">
              <a:xfrm>
                <a:off x="984250" y="534035"/>
                <a:ext cx="77470" cy="199390"/>
              </a:xfrm>
              <a:custGeom>
                <a:avLst/>
                <a:gdLst>
                  <a:gd name="T0" fmla="*/ 155 w 244"/>
                  <a:gd name="T1" fmla="*/ 0 h 629"/>
                  <a:gd name="T2" fmla="*/ 120 w 244"/>
                  <a:gd name="T3" fmla="*/ 28 h 629"/>
                  <a:gd name="T4" fmla="*/ 0 w 244"/>
                  <a:gd name="T5" fmla="*/ 601 h 629"/>
                  <a:gd name="T6" fmla="*/ 0 w 244"/>
                  <a:gd name="T7" fmla="*/ 606 h 629"/>
                  <a:gd name="T8" fmla="*/ 0 w 244"/>
                  <a:gd name="T9" fmla="*/ 607 h 629"/>
                  <a:gd name="T10" fmla="*/ 23 w 244"/>
                  <a:gd name="T11" fmla="*/ 629 h 629"/>
                  <a:gd name="T12" fmla="*/ 145 w 244"/>
                  <a:gd name="T13" fmla="*/ 629 h 629"/>
                  <a:gd name="T14" fmla="*/ 144 w 244"/>
                  <a:gd name="T15" fmla="*/ 629 h 629"/>
                  <a:gd name="T16" fmla="*/ 144 w 244"/>
                  <a:gd name="T17" fmla="*/ 629 h 629"/>
                  <a:gd name="T18" fmla="*/ 143 w 244"/>
                  <a:gd name="T19" fmla="*/ 629 h 629"/>
                  <a:gd name="T20" fmla="*/ 143 w 244"/>
                  <a:gd name="T21" fmla="*/ 629 h 629"/>
                  <a:gd name="T22" fmla="*/ 143 w 244"/>
                  <a:gd name="T23" fmla="*/ 629 h 629"/>
                  <a:gd name="T24" fmla="*/ 142 w 244"/>
                  <a:gd name="T25" fmla="*/ 629 h 629"/>
                  <a:gd name="T26" fmla="*/ 142 w 244"/>
                  <a:gd name="T27" fmla="*/ 629 h 629"/>
                  <a:gd name="T28" fmla="*/ 142 w 244"/>
                  <a:gd name="T29" fmla="*/ 629 h 629"/>
                  <a:gd name="T30" fmla="*/ 141 w 244"/>
                  <a:gd name="T31" fmla="*/ 629 h 629"/>
                  <a:gd name="T32" fmla="*/ 141 w 244"/>
                  <a:gd name="T33" fmla="*/ 629 h 629"/>
                  <a:gd name="T34" fmla="*/ 141 w 244"/>
                  <a:gd name="T35" fmla="*/ 629 h 629"/>
                  <a:gd name="T36" fmla="*/ 141 w 244"/>
                  <a:gd name="T37" fmla="*/ 629 h 629"/>
                  <a:gd name="T38" fmla="*/ 123 w 244"/>
                  <a:gd name="T39" fmla="*/ 615 h 629"/>
                  <a:gd name="T40" fmla="*/ 123 w 244"/>
                  <a:gd name="T41" fmla="*/ 615 h 629"/>
                  <a:gd name="T42" fmla="*/ 123 w 244"/>
                  <a:gd name="T43" fmla="*/ 614 h 629"/>
                  <a:gd name="T44" fmla="*/ 123 w 244"/>
                  <a:gd name="T45" fmla="*/ 614 h 629"/>
                  <a:gd name="T46" fmla="*/ 122 w 244"/>
                  <a:gd name="T47" fmla="*/ 613 h 629"/>
                  <a:gd name="T48" fmla="*/ 122 w 244"/>
                  <a:gd name="T49" fmla="*/ 613 h 629"/>
                  <a:gd name="T50" fmla="*/ 122 w 244"/>
                  <a:gd name="T51" fmla="*/ 613 h 629"/>
                  <a:gd name="T52" fmla="*/ 122 w 244"/>
                  <a:gd name="T53" fmla="*/ 612 h 629"/>
                  <a:gd name="T54" fmla="*/ 122 w 244"/>
                  <a:gd name="T55" fmla="*/ 612 h 629"/>
                  <a:gd name="T56" fmla="*/ 122 w 244"/>
                  <a:gd name="T57" fmla="*/ 612 h 629"/>
                  <a:gd name="T58" fmla="*/ 122 w 244"/>
                  <a:gd name="T59" fmla="*/ 612 h 629"/>
                  <a:gd name="T60" fmla="*/ 122 w 244"/>
                  <a:gd name="T61" fmla="*/ 605 h 629"/>
                  <a:gd name="T62" fmla="*/ 122 w 244"/>
                  <a:gd name="T63" fmla="*/ 605 h 629"/>
                  <a:gd name="T64" fmla="*/ 122 w 244"/>
                  <a:gd name="T65" fmla="*/ 605 h 629"/>
                  <a:gd name="T66" fmla="*/ 122 w 244"/>
                  <a:gd name="T67" fmla="*/ 602 h 629"/>
                  <a:gd name="T68" fmla="*/ 244 w 244"/>
                  <a:gd name="T69" fmla="*/ 0 h 629"/>
                  <a:gd name="T70" fmla="*/ 155 w 244"/>
                  <a:gd name="T71" fmla="*/ 0 h 6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4" h="629">
                    <a:moveTo>
                      <a:pt x="155" y="0"/>
                    </a:moveTo>
                    <a:cubicBezTo>
                      <a:pt x="139" y="0"/>
                      <a:pt x="123" y="13"/>
                      <a:pt x="120" y="28"/>
                    </a:cubicBezTo>
                    <a:cubicBezTo>
                      <a:pt x="0" y="601"/>
                      <a:pt x="0" y="601"/>
                      <a:pt x="0" y="601"/>
                    </a:cubicBezTo>
                    <a:cubicBezTo>
                      <a:pt x="0" y="606"/>
                      <a:pt x="0" y="606"/>
                      <a:pt x="0" y="606"/>
                    </a:cubicBezTo>
                    <a:cubicBezTo>
                      <a:pt x="0" y="607"/>
                      <a:pt x="0" y="607"/>
                      <a:pt x="0" y="607"/>
                    </a:cubicBezTo>
                    <a:cubicBezTo>
                      <a:pt x="0" y="620"/>
                      <a:pt x="10" y="629"/>
                      <a:pt x="23" y="629"/>
                    </a:cubicBezTo>
                    <a:cubicBezTo>
                      <a:pt x="145" y="629"/>
                      <a:pt x="145" y="629"/>
                      <a:pt x="145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32" y="628"/>
                      <a:pt x="126" y="623"/>
                      <a:pt x="123" y="615"/>
                    </a:cubicBezTo>
                    <a:cubicBezTo>
                      <a:pt x="123" y="615"/>
                      <a:pt x="123" y="615"/>
                      <a:pt x="123" y="615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2"/>
                      <a:pt x="122" y="602"/>
                      <a:pt x="122" y="602"/>
                    </a:cubicBezTo>
                    <a:cubicBezTo>
                      <a:pt x="244" y="0"/>
                      <a:pt x="244" y="0"/>
                      <a:pt x="244" y="0"/>
                    </a:cubicBezTo>
                    <a:lnTo>
                      <a:pt x="155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27" name="Freeform 6"/>
              <p:cNvSpPr>
                <a:spLocks noSelect="1"/>
              </p:cNvSpPr>
              <p:nvPr userDrawn="1"/>
            </p:nvSpPr>
            <p:spPr bwMode="gray">
              <a:xfrm>
                <a:off x="1078865" y="478155"/>
                <a:ext cx="218440" cy="186055"/>
              </a:xfrm>
              <a:custGeom>
                <a:avLst/>
                <a:gdLst>
                  <a:gd name="T0" fmla="*/ 0 w 687"/>
                  <a:gd name="T1" fmla="*/ 0 h 587"/>
                  <a:gd name="T2" fmla="*/ 0 w 687"/>
                  <a:gd name="T3" fmla="*/ 115 h 587"/>
                  <a:gd name="T4" fmla="*/ 229 w 687"/>
                  <a:gd name="T5" fmla="*/ 115 h 587"/>
                  <a:gd name="T6" fmla="*/ 272 w 687"/>
                  <a:gd name="T7" fmla="*/ 139 h 587"/>
                  <a:gd name="T8" fmla="*/ 569 w 687"/>
                  <a:gd name="T9" fmla="*/ 587 h 587"/>
                  <a:gd name="T10" fmla="*/ 687 w 687"/>
                  <a:gd name="T11" fmla="*/ 0 h 587"/>
                  <a:gd name="T12" fmla="*/ 0 w 687"/>
                  <a:gd name="T13" fmla="*/ 0 h 5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7" h="587">
                    <a:moveTo>
                      <a:pt x="0" y="0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229" y="115"/>
                      <a:pt x="229" y="115"/>
                      <a:pt x="229" y="115"/>
                    </a:cubicBezTo>
                    <a:cubicBezTo>
                      <a:pt x="244" y="115"/>
                      <a:pt x="264" y="126"/>
                      <a:pt x="272" y="139"/>
                    </a:cubicBezTo>
                    <a:cubicBezTo>
                      <a:pt x="569" y="587"/>
                      <a:pt x="569" y="587"/>
                      <a:pt x="569" y="587"/>
                    </a:cubicBezTo>
                    <a:cubicBezTo>
                      <a:pt x="687" y="0"/>
                      <a:pt x="687" y="0"/>
                      <a:pt x="68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2" name="Freeform 7"/>
              <p:cNvSpPr>
                <a:spLocks noSelect="1"/>
              </p:cNvSpPr>
              <p:nvPr userDrawn="1"/>
            </p:nvSpPr>
            <p:spPr bwMode="gray">
              <a:xfrm>
                <a:off x="902335" y="478155"/>
                <a:ext cx="406400" cy="385445"/>
              </a:xfrm>
              <a:custGeom>
                <a:avLst/>
                <a:gdLst>
                  <a:gd name="T0" fmla="*/ 555 w 1280"/>
                  <a:gd name="T1" fmla="*/ 0 h 1216"/>
                  <a:gd name="T2" fmla="*/ 475 w 1280"/>
                  <a:gd name="T3" fmla="*/ 0 h 1216"/>
                  <a:gd name="T4" fmla="*/ 357 w 1280"/>
                  <a:gd name="T5" fmla="*/ 9 h 1216"/>
                  <a:gd name="T6" fmla="*/ 0 w 1280"/>
                  <a:gd name="T7" fmla="*/ 447 h 1216"/>
                  <a:gd name="T8" fmla="*/ 616 w 1280"/>
                  <a:gd name="T9" fmla="*/ 1181 h 1216"/>
                  <a:gd name="T10" fmla="*/ 867 w 1280"/>
                  <a:gd name="T11" fmla="*/ 1216 h 1216"/>
                  <a:gd name="T12" fmla="*/ 872 w 1280"/>
                  <a:gd name="T13" fmla="*/ 1216 h 1216"/>
                  <a:gd name="T14" fmla="*/ 1280 w 1280"/>
                  <a:gd name="T15" fmla="*/ 1117 h 1216"/>
                  <a:gd name="T16" fmla="*/ 1033 w 1280"/>
                  <a:gd name="T17" fmla="*/ 1153 h 1216"/>
                  <a:gd name="T18" fmla="*/ 1033 w 1280"/>
                  <a:gd name="T19" fmla="*/ 1153 h 1216"/>
                  <a:gd name="T20" fmla="*/ 1033 w 1280"/>
                  <a:gd name="T21" fmla="*/ 1153 h 1216"/>
                  <a:gd name="T22" fmla="*/ 552 w 1280"/>
                  <a:gd name="T23" fmla="*/ 805 h 1216"/>
                  <a:gd name="T24" fmla="*/ 403 w 1280"/>
                  <a:gd name="T25" fmla="*/ 805 h 1216"/>
                  <a:gd name="T26" fmla="*/ 281 w 1280"/>
                  <a:gd name="T27" fmla="*/ 805 h 1216"/>
                  <a:gd name="T28" fmla="*/ 258 w 1280"/>
                  <a:gd name="T29" fmla="*/ 783 h 1216"/>
                  <a:gd name="T30" fmla="*/ 258 w 1280"/>
                  <a:gd name="T31" fmla="*/ 782 h 1216"/>
                  <a:gd name="T32" fmla="*/ 258 w 1280"/>
                  <a:gd name="T33" fmla="*/ 777 h 1216"/>
                  <a:gd name="T34" fmla="*/ 378 w 1280"/>
                  <a:gd name="T35" fmla="*/ 204 h 1216"/>
                  <a:gd name="T36" fmla="*/ 413 w 1280"/>
                  <a:gd name="T37" fmla="*/ 176 h 1216"/>
                  <a:gd name="T38" fmla="*/ 502 w 1280"/>
                  <a:gd name="T39" fmla="*/ 176 h 1216"/>
                  <a:gd name="T40" fmla="*/ 502 w 1280"/>
                  <a:gd name="T41" fmla="*/ 176 h 1216"/>
                  <a:gd name="T42" fmla="*/ 509 w 1280"/>
                  <a:gd name="T43" fmla="*/ 143 h 1216"/>
                  <a:gd name="T44" fmla="*/ 509 w 1280"/>
                  <a:gd name="T45" fmla="*/ 141 h 1216"/>
                  <a:gd name="T46" fmla="*/ 509 w 1280"/>
                  <a:gd name="T47" fmla="*/ 141 h 1216"/>
                  <a:gd name="T48" fmla="*/ 515 w 1280"/>
                  <a:gd name="T49" fmla="*/ 130 h 1216"/>
                  <a:gd name="T50" fmla="*/ 516 w 1280"/>
                  <a:gd name="T51" fmla="*/ 128 h 1216"/>
                  <a:gd name="T52" fmla="*/ 517 w 1280"/>
                  <a:gd name="T53" fmla="*/ 128 h 1216"/>
                  <a:gd name="T54" fmla="*/ 517 w 1280"/>
                  <a:gd name="T55" fmla="*/ 127 h 1216"/>
                  <a:gd name="T56" fmla="*/ 518 w 1280"/>
                  <a:gd name="T57" fmla="*/ 127 h 1216"/>
                  <a:gd name="T58" fmla="*/ 518 w 1280"/>
                  <a:gd name="T59" fmla="*/ 127 h 1216"/>
                  <a:gd name="T60" fmla="*/ 518 w 1280"/>
                  <a:gd name="T61" fmla="*/ 126 h 1216"/>
                  <a:gd name="T62" fmla="*/ 518 w 1280"/>
                  <a:gd name="T63" fmla="*/ 126 h 1216"/>
                  <a:gd name="T64" fmla="*/ 532 w 1280"/>
                  <a:gd name="T65" fmla="*/ 117 h 1216"/>
                  <a:gd name="T66" fmla="*/ 532 w 1280"/>
                  <a:gd name="T67" fmla="*/ 117 h 1216"/>
                  <a:gd name="T68" fmla="*/ 532 w 1280"/>
                  <a:gd name="T69" fmla="*/ 117 h 1216"/>
                  <a:gd name="T70" fmla="*/ 543 w 1280"/>
                  <a:gd name="T71" fmla="*/ 115 h 1216"/>
                  <a:gd name="T72" fmla="*/ 543 w 1280"/>
                  <a:gd name="T73" fmla="*/ 115 h 1216"/>
                  <a:gd name="T74" fmla="*/ 555 w 1280"/>
                  <a:gd name="T75" fmla="*/ 115 h 1216"/>
                  <a:gd name="T76" fmla="*/ 557 w 1280"/>
                  <a:gd name="T77" fmla="*/ 115 h 1216"/>
                  <a:gd name="T78" fmla="*/ 557 w 1280"/>
                  <a:gd name="T79" fmla="*/ 0 h 1216"/>
                  <a:gd name="T80" fmla="*/ 555 w 1280"/>
                  <a:gd name="T81" fmla="*/ 0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280" h="1216">
                    <a:moveTo>
                      <a:pt x="555" y="0"/>
                    </a:moveTo>
                    <a:cubicBezTo>
                      <a:pt x="475" y="0"/>
                      <a:pt x="475" y="0"/>
                      <a:pt x="475" y="0"/>
                    </a:cubicBezTo>
                    <a:cubicBezTo>
                      <a:pt x="435" y="0"/>
                      <a:pt x="395" y="3"/>
                      <a:pt x="357" y="9"/>
                    </a:cubicBezTo>
                    <a:cubicBezTo>
                      <a:pt x="161" y="42"/>
                      <a:pt x="0" y="165"/>
                      <a:pt x="0" y="447"/>
                    </a:cubicBezTo>
                    <a:cubicBezTo>
                      <a:pt x="0" y="730"/>
                      <a:pt x="239" y="1072"/>
                      <a:pt x="616" y="1181"/>
                    </a:cubicBezTo>
                    <a:cubicBezTo>
                      <a:pt x="694" y="1204"/>
                      <a:pt x="778" y="1216"/>
                      <a:pt x="867" y="1216"/>
                    </a:cubicBezTo>
                    <a:cubicBezTo>
                      <a:pt x="872" y="1216"/>
                      <a:pt x="872" y="1216"/>
                      <a:pt x="872" y="1216"/>
                    </a:cubicBezTo>
                    <a:cubicBezTo>
                      <a:pt x="1019" y="1216"/>
                      <a:pt x="1157" y="1180"/>
                      <a:pt x="1280" y="1117"/>
                    </a:cubicBezTo>
                    <a:cubicBezTo>
                      <a:pt x="1190" y="1142"/>
                      <a:pt x="1108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728" y="1153"/>
                      <a:pt x="552" y="970"/>
                      <a:pt x="552" y="805"/>
                    </a:cubicBezTo>
                    <a:cubicBezTo>
                      <a:pt x="403" y="805"/>
                      <a:pt x="403" y="805"/>
                      <a:pt x="403" y="805"/>
                    </a:cubicBezTo>
                    <a:cubicBezTo>
                      <a:pt x="281" y="805"/>
                      <a:pt x="281" y="805"/>
                      <a:pt x="281" y="805"/>
                    </a:cubicBezTo>
                    <a:cubicBezTo>
                      <a:pt x="268" y="805"/>
                      <a:pt x="258" y="796"/>
                      <a:pt x="258" y="783"/>
                    </a:cubicBezTo>
                    <a:cubicBezTo>
                      <a:pt x="258" y="782"/>
                      <a:pt x="258" y="782"/>
                      <a:pt x="258" y="782"/>
                    </a:cubicBezTo>
                    <a:cubicBezTo>
                      <a:pt x="258" y="777"/>
                      <a:pt x="258" y="777"/>
                      <a:pt x="258" y="777"/>
                    </a:cubicBezTo>
                    <a:cubicBezTo>
                      <a:pt x="378" y="204"/>
                      <a:pt x="378" y="204"/>
                      <a:pt x="378" y="204"/>
                    </a:cubicBezTo>
                    <a:cubicBezTo>
                      <a:pt x="381" y="189"/>
                      <a:pt x="397" y="176"/>
                      <a:pt x="413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9" y="143"/>
                      <a:pt x="509" y="143"/>
                      <a:pt x="509" y="143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15" y="130"/>
                      <a:pt x="515" y="130"/>
                      <a:pt x="515" y="130"/>
                    </a:cubicBezTo>
                    <a:cubicBezTo>
                      <a:pt x="516" y="128"/>
                      <a:pt x="516" y="128"/>
                      <a:pt x="516" y="128"/>
                    </a:cubicBezTo>
                    <a:cubicBezTo>
                      <a:pt x="517" y="128"/>
                      <a:pt x="517" y="128"/>
                      <a:pt x="517" y="128"/>
                    </a:cubicBezTo>
                    <a:cubicBezTo>
                      <a:pt x="517" y="127"/>
                      <a:pt x="517" y="127"/>
                      <a:pt x="517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55" y="115"/>
                      <a:pt x="555" y="115"/>
                      <a:pt x="555" y="115"/>
                    </a:cubicBezTo>
                    <a:cubicBezTo>
                      <a:pt x="557" y="115"/>
                      <a:pt x="557" y="115"/>
                      <a:pt x="557" y="115"/>
                    </a:cubicBezTo>
                    <a:cubicBezTo>
                      <a:pt x="557" y="0"/>
                      <a:pt x="557" y="0"/>
                      <a:pt x="557" y="0"/>
                    </a:cubicBezTo>
                    <a:lnTo>
                      <a:pt x="555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3" name="Freeform 8"/>
              <p:cNvSpPr>
                <a:spLocks noSelect="1"/>
              </p:cNvSpPr>
              <p:nvPr userDrawn="1"/>
            </p:nvSpPr>
            <p:spPr bwMode="gray">
              <a:xfrm>
                <a:off x="1077595" y="429895"/>
                <a:ext cx="386715" cy="414020"/>
              </a:xfrm>
              <a:custGeom>
                <a:avLst/>
                <a:gdLst>
                  <a:gd name="T0" fmla="*/ 770 w 1219"/>
                  <a:gd name="T1" fmla="*/ 928 h 1304"/>
                  <a:gd name="T2" fmla="*/ 350 w 1219"/>
                  <a:gd name="T3" fmla="*/ 929 h 1304"/>
                  <a:gd name="T4" fmla="*/ 38 w 1219"/>
                  <a:gd name="T5" fmla="*/ 955 h 1304"/>
                  <a:gd name="T6" fmla="*/ 30 w 1219"/>
                  <a:gd name="T7" fmla="*/ 956 h 1304"/>
                  <a:gd name="T8" fmla="*/ 481 w 1219"/>
                  <a:gd name="T9" fmla="*/ 1304 h 1304"/>
                  <a:gd name="T10" fmla="*/ 734 w 1219"/>
                  <a:gd name="T11" fmla="*/ 1265 h 1304"/>
                  <a:gd name="T12" fmla="*/ 744 w 1219"/>
                  <a:gd name="T13" fmla="*/ 1259 h 1304"/>
                  <a:gd name="T14" fmla="*/ 755 w 1219"/>
                  <a:gd name="T15" fmla="*/ 1253 h 1304"/>
                  <a:gd name="T16" fmla="*/ 765 w 1219"/>
                  <a:gd name="T17" fmla="*/ 1247 h 1304"/>
                  <a:gd name="T18" fmla="*/ 776 w 1219"/>
                  <a:gd name="T19" fmla="*/ 1241 h 1304"/>
                  <a:gd name="T20" fmla="*/ 786 w 1219"/>
                  <a:gd name="T21" fmla="*/ 1235 h 1304"/>
                  <a:gd name="T22" fmla="*/ 797 w 1219"/>
                  <a:gd name="T23" fmla="*/ 1228 h 1304"/>
                  <a:gd name="T24" fmla="*/ 806 w 1219"/>
                  <a:gd name="T25" fmla="*/ 1222 h 1304"/>
                  <a:gd name="T26" fmla="*/ 816 w 1219"/>
                  <a:gd name="T27" fmla="*/ 1215 h 1304"/>
                  <a:gd name="T28" fmla="*/ 826 w 1219"/>
                  <a:gd name="T29" fmla="*/ 1209 h 1304"/>
                  <a:gd name="T30" fmla="*/ 836 w 1219"/>
                  <a:gd name="T31" fmla="*/ 1202 h 1304"/>
                  <a:gd name="T32" fmla="*/ 846 w 1219"/>
                  <a:gd name="T33" fmla="*/ 1195 h 1304"/>
                  <a:gd name="T34" fmla="*/ 856 w 1219"/>
                  <a:gd name="T35" fmla="*/ 1188 h 1304"/>
                  <a:gd name="T36" fmla="*/ 870 w 1219"/>
                  <a:gd name="T37" fmla="*/ 1177 h 1304"/>
                  <a:gd name="T38" fmla="*/ 879 w 1219"/>
                  <a:gd name="T39" fmla="*/ 1169 h 1304"/>
                  <a:gd name="T40" fmla="*/ 898 w 1219"/>
                  <a:gd name="T41" fmla="*/ 1154 h 1304"/>
                  <a:gd name="T42" fmla="*/ 942 w 1219"/>
                  <a:gd name="T43" fmla="*/ 1114 h 1304"/>
                  <a:gd name="T44" fmla="*/ 955 w 1219"/>
                  <a:gd name="T45" fmla="*/ 1101 h 1304"/>
                  <a:gd name="T46" fmla="*/ 964 w 1219"/>
                  <a:gd name="T47" fmla="*/ 1092 h 1304"/>
                  <a:gd name="T48" fmla="*/ 972 w 1219"/>
                  <a:gd name="T49" fmla="*/ 1084 h 1304"/>
                  <a:gd name="T50" fmla="*/ 981 w 1219"/>
                  <a:gd name="T51" fmla="*/ 1075 h 1304"/>
                  <a:gd name="T52" fmla="*/ 990 w 1219"/>
                  <a:gd name="T53" fmla="*/ 1064 h 1304"/>
                  <a:gd name="T54" fmla="*/ 1206 w 1219"/>
                  <a:gd name="T55" fmla="*/ 617 h 1304"/>
                  <a:gd name="T56" fmla="*/ 1207 w 1219"/>
                  <a:gd name="T57" fmla="*/ 609 h 1304"/>
                  <a:gd name="T58" fmla="*/ 1209 w 1219"/>
                  <a:gd name="T59" fmla="*/ 594 h 1304"/>
                  <a:gd name="T60" fmla="*/ 1211 w 1219"/>
                  <a:gd name="T61" fmla="*/ 585 h 1304"/>
                  <a:gd name="T62" fmla="*/ 1212 w 1219"/>
                  <a:gd name="T63" fmla="*/ 570 h 1304"/>
                  <a:gd name="T64" fmla="*/ 1213 w 1219"/>
                  <a:gd name="T65" fmla="*/ 561 h 1304"/>
                  <a:gd name="T66" fmla="*/ 1215 w 1219"/>
                  <a:gd name="T67" fmla="*/ 551 h 1304"/>
                  <a:gd name="T68" fmla="*/ 1215 w 1219"/>
                  <a:gd name="T69" fmla="*/ 542 h 1304"/>
                  <a:gd name="T70" fmla="*/ 1216 w 1219"/>
                  <a:gd name="T71" fmla="*/ 532 h 1304"/>
                  <a:gd name="T72" fmla="*/ 1217 w 1219"/>
                  <a:gd name="T73" fmla="*/ 522 h 1304"/>
                  <a:gd name="T74" fmla="*/ 1217 w 1219"/>
                  <a:gd name="T75" fmla="*/ 513 h 1304"/>
                  <a:gd name="T76" fmla="*/ 1218 w 1219"/>
                  <a:gd name="T77" fmla="*/ 502 h 1304"/>
                  <a:gd name="T78" fmla="*/ 1218 w 1219"/>
                  <a:gd name="T79" fmla="*/ 493 h 1304"/>
                  <a:gd name="T80" fmla="*/ 1218 w 1219"/>
                  <a:gd name="T81" fmla="*/ 483 h 1304"/>
                  <a:gd name="T82" fmla="*/ 1219 w 1219"/>
                  <a:gd name="T83" fmla="*/ 473 h 1304"/>
                  <a:gd name="T84" fmla="*/ 1219 w 1219"/>
                  <a:gd name="T85" fmla="*/ 459 h 1304"/>
                  <a:gd name="T86" fmla="*/ 1218 w 1219"/>
                  <a:gd name="T87" fmla="*/ 447 h 1304"/>
                  <a:gd name="T88" fmla="*/ 1218 w 1219"/>
                  <a:gd name="T89" fmla="*/ 436 h 1304"/>
                  <a:gd name="T90" fmla="*/ 1218 w 1219"/>
                  <a:gd name="T91" fmla="*/ 424 h 1304"/>
                  <a:gd name="T92" fmla="*/ 1217 w 1219"/>
                  <a:gd name="T93" fmla="*/ 413 h 1304"/>
                  <a:gd name="T94" fmla="*/ 1216 w 1219"/>
                  <a:gd name="T95" fmla="*/ 402 h 1304"/>
                  <a:gd name="T96" fmla="*/ 1216 w 1219"/>
                  <a:gd name="T97" fmla="*/ 391 h 1304"/>
                  <a:gd name="T98" fmla="*/ 1215 w 1219"/>
                  <a:gd name="T99" fmla="*/ 380 h 1304"/>
                  <a:gd name="T100" fmla="*/ 1214 w 1219"/>
                  <a:gd name="T101" fmla="*/ 369 h 1304"/>
                  <a:gd name="T102" fmla="*/ 1212 w 1219"/>
                  <a:gd name="T103" fmla="*/ 353 h 1304"/>
                  <a:gd name="T104" fmla="*/ 1210 w 1219"/>
                  <a:gd name="T105" fmla="*/ 342 h 1304"/>
                  <a:gd name="T106" fmla="*/ 1209 w 1219"/>
                  <a:gd name="T107" fmla="*/ 331 h 1304"/>
                  <a:gd name="T108" fmla="*/ 1207 w 1219"/>
                  <a:gd name="T109" fmla="*/ 320 h 1304"/>
                  <a:gd name="T110" fmla="*/ 1193 w 1219"/>
                  <a:gd name="T111" fmla="*/ 248 h 1304"/>
                  <a:gd name="T112" fmla="*/ 1187 w 1219"/>
                  <a:gd name="T113" fmla="*/ 226 h 1304"/>
                  <a:gd name="T114" fmla="*/ 1184 w 1219"/>
                  <a:gd name="T115" fmla="*/ 215 h 1304"/>
                  <a:gd name="T116" fmla="*/ 1181 w 1219"/>
                  <a:gd name="T117" fmla="*/ 204 h 1304"/>
                  <a:gd name="T118" fmla="*/ 1177 w 1219"/>
                  <a:gd name="T119" fmla="*/ 193 h 1304"/>
                  <a:gd name="T120" fmla="*/ 1174 w 1219"/>
                  <a:gd name="T121" fmla="*/ 182 h 1304"/>
                  <a:gd name="T122" fmla="*/ 1090 w 1219"/>
                  <a:gd name="T123" fmla="*/ 0 h 1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219" h="1304">
                    <a:moveTo>
                      <a:pt x="1126" y="206"/>
                    </a:moveTo>
                    <a:cubicBezTo>
                      <a:pt x="1126" y="329"/>
                      <a:pt x="1089" y="447"/>
                      <a:pt x="1016" y="537"/>
                    </a:cubicBezTo>
                    <a:cubicBezTo>
                      <a:pt x="972" y="592"/>
                      <a:pt x="902" y="646"/>
                      <a:pt x="820" y="685"/>
                    </a:cubicBezTo>
                    <a:cubicBezTo>
                      <a:pt x="770" y="928"/>
                      <a:pt x="770" y="928"/>
                      <a:pt x="770" y="928"/>
                    </a:cubicBezTo>
                    <a:cubicBezTo>
                      <a:pt x="767" y="943"/>
                      <a:pt x="751" y="956"/>
                      <a:pt x="736" y="956"/>
                    </a:cubicBezTo>
                    <a:cubicBezTo>
                      <a:pt x="493" y="956"/>
                      <a:pt x="493" y="956"/>
                      <a:pt x="493" y="956"/>
                    </a:cubicBezTo>
                    <a:cubicBezTo>
                      <a:pt x="399" y="956"/>
                      <a:pt x="399" y="956"/>
                      <a:pt x="399" y="956"/>
                    </a:cubicBezTo>
                    <a:cubicBezTo>
                      <a:pt x="381" y="956"/>
                      <a:pt x="359" y="944"/>
                      <a:pt x="350" y="929"/>
                    </a:cubicBezTo>
                    <a:cubicBezTo>
                      <a:pt x="131" y="590"/>
                      <a:pt x="131" y="590"/>
                      <a:pt x="131" y="590"/>
                    </a:cubicBezTo>
                    <a:cubicBezTo>
                      <a:pt x="63" y="929"/>
                      <a:pt x="63" y="929"/>
                      <a:pt x="63" y="929"/>
                    </a:cubicBezTo>
                    <a:cubicBezTo>
                      <a:pt x="60" y="941"/>
                      <a:pt x="50" y="951"/>
                      <a:pt x="38" y="955"/>
                    </a:cubicBezTo>
                    <a:cubicBezTo>
                      <a:pt x="38" y="955"/>
                      <a:pt x="38" y="955"/>
                      <a:pt x="38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0" y="956"/>
                      <a:pt x="30" y="956"/>
                      <a:pt x="30" y="956"/>
                    </a:cubicBezTo>
                    <a:cubicBezTo>
                      <a:pt x="29" y="956"/>
                      <a:pt x="29" y="956"/>
                      <a:pt x="29" y="956"/>
                    </a:cubicBezTo>
                    <a:cubicBezTo>
                      <a:pt x="0" y="956"/>
                      <a:pt x="0" y="956"/>
                      <a:pt x="0" y="956"/>
                    </a:cubicBezTo>
                    <a:cubicBezTo>
                      <a:pt x="0" y="1121"/>
                      <a:pt x="176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556" y="1304"/>
                      <a:pt x="638" y="1293"/>
                      <a:pt x="728" y="1268"/>
                    </a:cubicBezTo>
                    <a:cubicBezTo>
                      <a:pt x="732" y="1265"/>
                      <a:pt x="732" y="1265"/>
                      <a:pt x="732" y="1265"/>
                    </a:cubicBezTo>
                    <a:cubicBezTo>
                      <a:pt x="734" y="1265"/>
                      <a:pt x="734" y="1265"/>
                      <a:pt x="734" y="1265"/>
                    </a:cubicBezTo>
                    <a:cubicBezTo>
                      <a:pt x="738" y="1262"/>
                      <a:pt x="738" y="1262"/>
                      <a:pt x="738" y="1262"/>
                    </a:cubicBezTo>
                    <a:cubicBezTo>
                      <a:pt x="739" y="1262"/>
                      <a:pt x="739" y="1262"/>
                      <a:pt x="739" y="1262"/>
                    </a:cubicBezTo>
                    <a:cubicBezTo>
                      <a:pt x="743" y="1260"/>
                      <a:pt x="743" y="1260"/>
                      <a:pt x="743" y="1260"/>
                    </a:cubicBezTo>
                    <a:cubicBezTo>
                      <a:pt x="744" y="1259"/>
                      <a:pt x="744" y="1259"/>
                      <a:pt x="744" y="1259"/>
                    </a:cubicBezTo>
                    <a:cubicBezTo>
                      <a:pt x="749" y="1257"/>
                      <a:pt x="749" y="1257"/>
                      <a:pt x="749" y="1257"/>
                    </a:cubicBezTo>
                    <a:cubicBezTo>
                      <a:pt x="750" y="1256"/>
                      <a:pt x="750" y="1256"/>
                      <a:pt x="750" y="1256"/>
                    </a:cubicBezTo>
                    <a:cubicBezTo>
                      <a:pt x="754" y="1254"/>
                      <a:pt x="754" y="1254"/>
                      <a:pt x="754" y="1254"/>
                    </a:cubicBezTo>
                    <a:cubicBezTo>
                      <a:pt x="755" y="1253"/>
                      <a:pt x="755" y="1253"/>
                      <a:pt x="755" y="1253"/>
                    </a:cubicBezTo>
                    <a:cubicBezTo>
                      <a:pt x="759" y="1251"/>
                      <a:pt x="759" y="1251"/>
                      <a:pt x="759" y="1251"/>
                    </a:cubicBezTo>
                    <a:cubicBezTo>
                      <a:pt x="760" y="1250"/>
                      <a:pt x="760" y="1250"/>
                      <a:pt x="760" y="1250"/>
                    </a:cubicBezTo>
                    <a:cubicBezTo>
                      <a:pt x="765" y="1248"/>
                      <a:pt x="765" y="1248"/>
                      <a:pt x="765" y="1248"/>
                    </a:cubicBezTo>
                    <a:cubicBezTo>
                      <a:pt x="765" y="1247"/>
                      <a:pt x="765" y="1247"/>
                      <a:pt x="765" y="1247"/>
                    </a:cubicBezTo>
                    <a:cubicBezTo>
                      <a:pt x="769" y="1245"/>
                      <a:pt x="769" y="1245"/>
                      <a:pt x="769" y="1245"/>
                    </a:cubicBezTo>
                    <a:cubicBezTo>
                      <a:pt x="771" y="1244"/>
                      <a:pt x="771" y="1244"/>
                      <a:pt x="771" y="1244"/>
                    </a:cubicBezTo>
                    <a:cubicBezTo>
                      <a:pt x="775" y="1242"/>
                      <a:pt x="775" y="1242"/>
                      <a:pt x="775" y="1242"/>
                    </a:cubicBezTo>
                    <a:cubicBezTo>
                      <a:pt x="776" y="1241"/>
                      <a:pt x="776" y="1241"/>
                      <a:pt x="776" y="1241"/>
                    </a:cubicBezTo>
                    <a:cubicBezTo>
                      <a:pt x="780" y="1239"/>
                      <a:pt x="780" y="1239"/>
                      <a:pt x="780" y="1239"/>
                    </a:cubicBezTo>
                    <a:cubicBezTo>
                      <a:pt x="781" y="1238"/>
                      <a:pt x="781" y="1238"/>
                      <a:pt x="781" y="1238"/>
                    </a:cubicBezTo>
                    <a:cubicBezTo>
                      <a:pt x="785" y="1236"/>
                      <a:pt x="785" y="1236"/>
                      <a:pt x="785" y="1236"/>
                    </a:cubicBezTo>
                    <a:cubicBezTo>
                      <a:pt x="786" y="1235"/>
                      <a:pt x="786" y="1235"/>
                      <a:pt x="786" y="1235"/>
                    </a:cubicBezTo>
                    <a:cubicBezTo>
                      <a:pt x="790" y="1232"/>
                      <a:pt x="790" y="1232"/>
                      <a:pt x="790" y="1232"/>
                    </a:cubicBezTo>
                    <a:cubicBezTo>
                      <a:pt x="791" y="1232"/>
                      <a:pt x="791" y="1232"/>
                      <a:pt x="791" y="1232"/>
                    </a:cubicBezTo>
                    <a:cubicBezTo>
                      <a:pt x="795" y="1229"/>
                      <a:pt x="795" y="1229"/>
                      <a:pt x="795" y="1229"/>
                    </a:cubicBezTo>
                    <a:cubicBezTo>
                      <a:pt x="797" y="1228"/>
                      <a:pt x="797" y="1228"/>
                      <a:pt x="797" y="1228"/>
                    </a:cubicBezTo>
                    <a:cubicBezTo>
                      <a:pt x="801" y="1226"/>
                      <a:pt x="801" y="1226"/>
                      <a:pt x="801" y="1226"/>
                    </a:cubicBezTo>
                    <a:cubicBezTo>
                      <a:pt x="802" y="1225"/>
                      <a:pt x="802" y="1225"/>
                      <a:pt x="802" y="1225"/>
                    </a:cubicBezTo>
                    <a:cubicBezTo>
                      <a:pt x="805" y="1223"/>
                      <a:pt x="805" y="1223"/>
                      <a:pt x="805" y="1223"/>
                    </a:cubicBezTo>
                    <a:cubicBezTo>
                      <a:pt x="806" y="1222"/>
                      <a:pt x="806" y="1222"/>
                      <a:pt x="806" y="1222"/>
                    </a:cubicBezTo>
                    <a:cubicBezTo>
                      <a:pt x="811" y="1219"/>
                      <a:pt x="811" y="1219"/>
                      <a:pt x="811" y="1219"/>
                    </a:cubicBezTo>
                    <a:cubicBezTo>
                      <a:pt x="812" y="1219"/>
                      <a:pt x="812" y="1219"/>
                      <a:pt x="812" y="1219"/>
                    </a:cubicBezTo>
                    <a:cubicBezTo>
                      <a:pt x="815" y="1216"/>
                      <a:pt x="815" y="1216"/>
                      <a:pt x="815" y="1216"/>
                    </a:cubicBezTo>
                    <a:cubicBezTo>
                      <a:pt x="816" y="1215"/>
                      <a:pt x="816" y="1215"/>
                      <a:pt x="816" y="1215"/>
                    </a:cubicBezTo>
                    <a:cubicBezTo>
                      <a:pt x="821" y="1213"/>
                      <a:pt x="821" y="1213"/>
                      <a:pt x="821" y="1213"/>
                    </a:cubicBezTo>
                    <a:cubicBezTo>
                      <a:pt x="822" y="1212"/>
                      <a:pt x="822" y="1212"/>
                      <a:pt x="822" y="1212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31" y="1206"/>
                      <a:pt x="831" y="1206"/>
                      <a:pt x="831" y="1206"/>
                    </a:cubicBezTo>
                    <a:cubicBezTo>
                      <a:pt x="831" y="1205"/>
                      <a:pt x="831" y="1205"/>
                      <a:pt x="831" y="1205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40" y="1199"/>
                      <a:pt x="840" y="1199"/>
                      <a:pt x="840" y="1199"/>
                    </a:cubicBezTo>
                    <a:cubicBezTo>
                      <a:pt x="841" y="1198"/>
                      <a:pt x="841" y="1198"/>
                      <a:pt x="841" y="1198"/>
                    </a:cubicBezTo>
                    <a:cubicBezTo>
                      <a:pt x="845" y="1195"/>
                      <a:pt x="845" y="1195"/>
                      <a:pt x="845" y="1195"/>
                    </a:cubicBezTo>
                    <a:cubicBezTo>
                      <a:pt x="846" y="1195"/>
                      <a:pt x="846" y="1195"/>
                      <a:pt x="846" y="1195"/>
                    </a:cubicBezTo>
                    <a:cubicBezTo>
                      <a:pt x="850" y="1192"/>
                      <a:pt x="850" y="1192"/>
                      <a:pt x="850" y="1192"/>
                    </a:cubicBezTo>
                    <a:cubicBezTo>
                      <a:pt x="851" y="1191"/>
                      <a:pt x="851" y="1191"/>
                      <a:pt x="851" y="1191"/>
                    </a:cubicBezTo>
                    <a:cubicBezTo>
                      <a:pt x="855" y="1188"/>
                      <a:pt x="855" y="1188"/>
                      <a:pt x="855" y="1188"/>
                    </a:cubicBezTo>
                    <a:cubicBezTo>
                      <a:pt x="856" y="1188"/>
                      <a:pt x="856" y="1188"/>
                      <a:pt x="856" y="1188"/>
                    </a:cubicBezTo>
                    <a:cubicBezTo>
                      <a:pt x="865" y="1181"/>
                      <a:pt x="865" y="1181"/>
                      <a:pt x="865" y="1181"/>
                    </a:cubicBezTo>
                    <a:cubicBezTo>
                      <a:pt x="865" y="1180"/>
                      <a:pt x="865" y="1180"/>
                      <a:pt x="865" y="1180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4" y="1173"/>
                      <a:pt x="874" y="1173"/>
                      <a:pt x="874" y="1173"/>
                    </a:cubicBezTo>
                    <a:cubicBezTo>
                      <a:pt x="875" y="1173"/>
                      <a:pt x="875" y="1173"/>
                      <a:pt x="875" y="1173"/>
                    </a:cubicBezTo>
                    <a:cubicBezTo>
                      <a:pt x="879" y="1170"/>
                      <a:pt x="879" y="1170"/>
                      <a:pt x="879" y="1170"/>
                    </a:cubicBezTo>
                    <a:cubicBezTo>
                      <a:pt x="879" y="1169"/>
                      <a:pt x="879" y="1169"/>
                      <a:pt x="879" y="1169"/>
                    </a:cubicBezTo>
                    <a:cubicBezTo>
                      <a:pt x="888" y="1162"/>
                      <a:pt x="888" y="1162"/>
                      <a:pt x="888" y="1162"/>
                    </a:cubicBezTo>
                    <a:cubicBezTo>
                      <a:pt x="889" y="1162"/>
                      <a:pt x="889" y="1162"/>
                      <a:pt x="889" y="1162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911" y="1143"/>
                      <a:pt x="911" y="1143"/>
                      <a:pt x="911" y="1143"/>
                    </a:cubicBezTo>
                    <a:cubicBezTo>
                      <a:pt x="911" y="1142"/>
                      <a:pt x="911" y="1142"/>
                      <a:pt x="911" y="1142"/>
                    </a:cubicBezTo>
                    <a:cubicBezTo>
                      <a:pt x="922" y="1133"/>
                      <a:pt x="932" y="1124"/>
                      <a:pt x="942" y="1114"/>
                    </a:cubicBezTo>
                    <a:cubicBezTo>
                      <a:pt x="942" y="1114"/>
                      <a:pt x="942" y="1114"/>
                      <a:pt x="942" y="1114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9" y="1097"/>
                      <a:pt x="959" y="1097"/>
                      <a:pt x="959" y="1097"/>
                    </a:cubicBezTo>
                    <a:cubicBezTo>
                      <a:pt x="960" y="1097"/>
                      <a:pt x="960" y="1097"/>
                      <a:pt x="960" y="1097"/>
                    </a:cubicBezTo>
                    <a:cubicBezTo>
                      <a:pt x="963" y="1093"/>
                      <a:pt x="963" y="1093"/>
                      <a:pt x="963" y="1093"/>
                    </a:cubicBezTo>
                    <a:cubicBezTo>
                      <a:pt x="964" y="1092"/>
                      <a:pt x="964" y="1092"/>
                      <a:pt x="964" y="1092"/>
                    </a:cubicBezTo>
                    <a:cubicBezTo>
                      <a:pt x="967" y="1089"/>
                      <a:pt x="967" y="1089"/>
                      <a:pt x="967" y="1089"/>
                    </a:cubicBezTo>
                    <a:cubicBezTo>
                      <a:pt x="968" y="1088"/>
                      <a:pt x="968" y="1088"/>
                      <a:pt x="968" y="1088"/>
                    </a:cubicBezTo>
                    <a:cubicBezTo>
                      <a:pt x="971" y="1085"/>
                      <a:pt x="971" y="1085"/>
                      <a:pt x="971" y="1085"/>
                    </a:cubicBezTo>
                    <a:cubicBezTo>
                      <a:pt x="972" y="1084"/>
                      <a:pt x="972" y="1084"/>
                      <a:pt x="972" y="1084"/>
                    </a:cubicBezTo>
                    <a:cubicBezTo>
                      <a:pt x="976" y="1080"/>
                      <a:pt x="976" y="1080"/>
                      <a:pt x="976" y="1080"/>
                    </a:cubicBezTo>
                    <a:cubicBezTo>
                      <a:pt x="977" y="1079"/>
                      <a:pt x="977" y="1079"/>
                      <a:pt x="977" y="1079"/>
                    </a:cubicBezTo>
                    <a:cubicBezTo>
                      <a:pt x="979" y="1076"/>
                      <a:pt x="979" y="1076"/>
                      <a:pt x="979" y="1076"/>
                    </a:cubicBezTo>
                    <a:cubicBezTo>
                      <a:pt x="981" y="1075"/>
                      <a:pt x="981" y="1075"/>
                      <a:pt x="981" y="1075"/>
                    </a:cubicBezTo>
                    <a:cubicBezTo>
                      <a:pt x="984" y="1072"/>
                      <a:pt x="984" y="1072"/>
                      <a:pt x="984" y="1072"/>
                    </a:cubicBezTo>
                    <a:cubicBezTo>
                      <a:pt x="985" y="1070"/>
                      <a:pt x="985" y="1070"/>
                      <a:pt x="985" y="1070"/>
                    </a:cubicBezTo>
                    <a:cubicBezTo>
                      <a:pt x="987" y="1068"/>
                      <a:pt x="987" y="1068"/>
                      <a:pt x="987" y="1068"/>
                    </a:cubicBezTo>
                    <a:cubicBezTo>
                      <a:pt x="990" y="1064"/>
                      <a:pt x="990" y="1064"/>
                      <a:pt x="990" y="1064"/>
                    </a:cubicBezTo>
                    <a:cubicBezTo>
                      <a:pt x="991" y="1063"/>
                      <a:pt x="991" y="1063"/>
                      <a:pt x="991" y="1063"/>
                    </a:cubicBezTo>
                    <a:cubicBezTo>
                      <a:pt x="994" y="1061"/>
                      <a:pt x="994" y="1061"/>
                      <a:pt x="994" y="1061"/>
                    </a:cubicBezTo>
                    <a:cubicBezTo>
                      <a:pt x="994" y="1060"/>
                      <a:pt x="994" y="1060"/>
                      <a:pt x="994" y="1060"/>
                    </a:cubicBezTo>
                    <a:cubicBezTo>
                      <a:pt x="1102" y="937"/>
                      <a:pt x="1177" y="785"/>
                      <a:pt x="1206" y="617"/>
                    </a:cubicBezTo>
                    <a:cubicBezTo>
                      <a:pt x="1206" y="617"/>
                      <a:pt x="1206" y="617"/>
                      <a:pt x="1206" y="617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4"/>
                      <a:pt x="1209" y="594"/>
                      <a:pt x="1209" y="594"/>
                    </a:cubicBezTo>
                    <a:cubicBezTo>
                      <a:pt x="1210" y="593"/>
                      <a:pt x="1210" y="593"/>
                      <a:pt x="1210" y="593"/>
                    </a:cubicBezTo>
                    <a:cubicBezTo>
                      <a:pt x="1210" y="589"/>
                      <a:pt x="1210" y="589"/>
                      <a:pt x="1210" y="589"/>
                    </a:cubicBezTo>
                    <a:cubicBezTo>
                      <a:pt x="1210" y="588"/>
                      <a:pt x="1210" y="588"/>
                      <a:pt x="1210" y="588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2" y="574"/>
                      <a:pt x="1212" y="574"/>
                      <a:pt x="1212" y="574"/>
                    </a:cubicBezTo>
                    <a:cubicBezTo>
                      <a:pt x="1212" y="573"/>
                      <a:pt x="1212" y="573"/>
                      <a:pt x="1212" y="573"/>
                    </a:cubicBezTo>
                    <a:cubicBezTo>
                      <a:pt x="1212" y="570"/>
                      <a:pt x="1212" y="570"/>
                      <a:pt x="1212" y="570"/>
                    </a:cubicBezTo>
                    <a:cubicBezTo>
                      <a:pt x="1213" y="568"/>
                      <a:pt x="1213" y="568"/>
                      <a:pt x="1213" y="568"/>
                    </a:cubicBezTo>
                    <a:cubicBezTo>
                      <a:pt x="1213" y="566"/>
                      <a:pt x="1213" y="566"/>
                      <a:pt x="1213" y="566"/>
                    </a:cubicBezTo>
                    <a:cubicBezTo>
                      <a:pt x="1213" y="564"/>
                      <a:pt x="1213" y="564"/>
                      <a:pt x="1213" y="564"/>
                    </a:cubicBezTo>
                    <a:cubicBezTo>
                      <a:pt x="1213" y="561"/>
                      <a:pt x="1213" y="561"/>
                      <a:pt x="1213" y="561"/>
                    </a:cubicBezTo>
                    <a:cubicBezTo>
                      <a:pt x="1214" y="560"/>
                      <a:pt x="1214" y="560"/>
                      <a:pt x="1214" y="560"/>
                    </a:cubicBezTo>
                    <a:cubicBezTo>
                      <a:pt x="1214" y="555"/>
                      <a:pt x="1214" y="555"/>
                      <a:pt x="1214" y="555"/>
                    </a:cubicBezTo>
                    <a:cubicBezTo>
                      <a:pt x="1214" y="553"/>
                      <a:pt x="1214" y="553"/>
                      <a:pt x="1214" y="553"/>
                    </a:cubicBezTo>
                    <a:cubicBezTo>
                      <a:pt x="1215" y="551"/>
                      <a:pt x="1215" y="551"/>
                      <a:pt x="1215" y="551"/>
                    </a:cubicBezTo>
                    <a:cubicBezTo>
                      <a:pt x="1215" y="549"/>
                      <a:pt x="1215" y="549"/>
                      <a:pt x="1215" y="549"/>
                    </a:cubicBezTo>
                    <a:cubicBezTo>
                      <a:pt x="1215" y="546"/>
                      <a:pt x="1215" y="546"/>
                      <a:pt x="1215" y="546"/>
                    </a:cubicBezTo>
                    <a:cubicBezTo>
                      <a:pt x="1215" y="544"/>
                      <a:pt x="1215" y="544"/>
                      <a:pt x="1215" y="544"/>
                    </a:cubicBezTo>
                    <a:cubicBezTo>
                      <a:pt x="1215" y="542"/>
                      <a:pt x="1215" y="542"/>
                      <a:pt x="1215" y="542"/>
                    </a:cubicBezTo>
                    <a:cubicBezTo>
                      <a:pt x="1215" y="540"/>
                      <a:pt x="1215" y="540"/>
                      <a:pt x="1215" y="540"/>
                    </a:cubicBezTo>
                    <a:cubicBezTo>
                      <a:pt x="1216" y="537"/>
                      <a:pt x="1216" y="537"/>
                      <a:pt x="1216" y="537"/>
                    </a:cubicBezTo>
                    <a:cubicBezTo>
                      <a:pt x="1216" y="534"/>
                      <a:pt x="1216" y="534"/>
                      <a:pt x="1216" y="534"/>
                    </a:cubicBezTo>
                    <a:cubicBezTo>
                      <a:pt x="1216" y="532"/>
                      <a:pt x="1216" y="532"/>
                      <a:pt x="1216" y="532"/>
                    </a:cubicBezTo>
                    <a:cubicBezTo>
                      <a:pt x="1216" y="529"/>
                      <a:pt x="1216" y="529"/>
                      <a:pt x="1216" y="529"/>
                    </a:cubicBezTo>
                    <a:cubicBezTo>
                      <a:pt x="1216" y="527"/>
                      <a:pt x="1216" y="527"/>
                      <a:pt x="1216" y="527"/>
                    </a:cubicBezTo>
                    <a:cubicBezTo>
                      <a:pt x="1217" y="524"/>
                      <a:pt x="1217" y="524"/>
                      <a:pt x="1217" y="524"/>
                    </a:cubicBezTo>
                    <a:cubicBezTo>
                      <a:pt x="1217" y="522"/>
                      <a:pt x="1217" y="522"/>
                      <a:pt x="1217" y="522"/>
                    </a:cubicBezTo>
                    <a:cubicBezTo>
                      <a:pt x="1217" y="520"/>
                      <a:pt x="1217" y="520"/>
                      <a:pt x="1217" y="520"/>
                    </a:cubicBezTo>
                    <a:cubicBezTo>
                      <a:pt x="1217" y="518"/>
                      <a:pt x="1217" y="518"/>
                      <a:pt x="1217" y="518"/>
                    </a:cubicBezTo>
                    <a:cubicBezTo>
                      <a:pt x="1217" y="515"/>
                      <a:pt x="1217" y="515"/>
                      <a:pt x="1217" y="515"/>
                    </a:cubicBezTo>
                    <a:cubicBezTo>
                      <a:pt x="1217" y="513"/>
                      <a:pt x="1217" y="513"/>
                      <a:pt x="1217" y="513"/>
                    </a:cubicBezTo>
                    <a:cubicBezTo>
                      <a:pt x="1218" y="509"/>
                      <a:pt x="1218" y="509"/>
                      <a:pt x="1218" y="509"/>
                    </a:cubicBezTo>
                    <a:cubicBezTo>
                      <a:pt x="1218" y="507"/>
                      <a:pt x="1218" y="507"/>
                      <a:pt x="1218" y="507"/>
                    </a:cubicBezTo>
                    <a:cubicBezTo>
                      <a:pt x="1218" y="504"/>
                      <a:pt x="1218" y="504"/>
                      <a:pt x="1218" y="504"/>
                    </a:cubicBezTo>
                    <a:cubicBezTo>
                      <a:pt x="1218" y="502"/>
                      <a:pt x="1218" y="502"/>
                      <a:pt x="1218" y="502"/>
                    </a:cubicBezTo>
                    <a:cubicBezTo>
                      <a:pt x="1218" y="500"/>
                      <a:pt x="1218" y="500"/>
                      <a:pt x="1218" y="500"/>
                    </a:cubicBezTo>
                    <a:cubicBezTo>
                      <a:pt x="1218" y="498"/>
                      <a:pt x="1218" y="498"/>
                      <a:pt x="1218" y="498"/>
                    </a:cubicBezTo>
                    <a:cubicBezTo>
                      <a:pt x="1218" y="495"/>
                      <a:pt x="1218" y="495"/>
                      <a:pt x="1218" y="495"/>
                    </a:cubicBezTo>
                    <a:cubicBezTo>
                      <a:pt x="1218" y="493"/>
                      <a:pt x="1218" y="493"/>
                      <a:pt x="1218" y="493"/>
                    </a:cubicBezTo>
                    <a:cubicBezTo>
                      <a:pt x="1218" y="490"/>
                      <a:pt x="1218" y="490"/>
                      <a:pt x="1218" y="490"/>
                    </a:cubicBezTo>
                    <a:cubicBezTo>
                      <a:pt x="1218" y="489"/>
                      <a:pt x="1218" y="489"/>
                      <a:pt x="1218" y="489"/>
                    </a:cubicBezTo>
                    <a:cubicBezTo>
                      <a:pt x="1218" y="484"/>
                      <a:pt x="1218" y="484"/>
                      <a:pt x="1218" y="484"/>
                    </a:cubicBezTo>
                    <a:cubicBezTo>
                      <a:pt x="1218" y="483"/>
                      <a:pt x="1218" y="483"/>
                      <a:pt x="1218" y="483"/>
                    </a:cubicBezTo>
                    <a:cubicBezTo>
                      <a:pt x="1218" y="480"/>
                      <a:pt x="1218" y="480"/>
                      <a:pt x="1218" y="480"/>
                    </a:cubicBezTo>
                    <a:cubicBezTo>
                      <a:pt x="1219" y="478"/>
                      <a:pt x="1219" y="478"/>
                      <a:pt x="1219" y="478"/>
                    </a:cubicBezTo>
                    <a:cubicBezTo>
                      <a:pt x="1219" y="475"/>
                      <a:pt x="1219" y="475"/>
                      <a:pt x="1219" y="475"/>
                    </a:cubicBezTo>
                    <a:cubicBezTo>
                      <a:pt x="1219" y="473"/>
                      <a:pt x="1219" y="473"/>
                      <a:pt x="1219" y="473"/>
                    </a:cubicBezTo>
                    <a:cubicBezTo>
                      <a:pt x="1219" y="470"/>
                      <a:pt x="1219" y="470"/>
                      <a:pt x="1219" y="470"/>
                    </a:cubicBezTo>
                    <a:cubicBezTo>
                      <a:pt x="1219" y="469"/>
                      <a:pt x="1219" y="469"/>
                      <a:pt x="1219" y="469"/>
                    </a:cubicBezTo>
                    <a:cubicBezTo>
                      <a:pt x="1219" y="464"/>
                      <a:pt x="1219" y="464"/>
                      <a:pt x="1219" y="464"/>
                    </a:cubicBezTo>
                    <a:cubicBezTo>
                      <a:pt x="1219" y="459"/>
                      <a:pt x="1219" y="459"/>
                      <a:pt x="1219" y="459"/>
                    </a:cubicBezTo>
                    <a:cubicBezTo>
                      <a:pt x="1219" y="458"/>
                      <a:pt x="1219" y="458"/>
                      <a:pt x="1219" y="458"/>
                    </a:cubicBezTo>
                    <a:cubicBezTo>
                      <a:pt x="1219" y="453"/>
                      <a:pt x="1219" y="453"/>
                      <a:pt x="1219" y="453"/>
                    </a:cubicBezTo>
                    <a:cubicBezTo>
                      <a:pt x="1219" y="452"/>
                      <a:pt x="1219" y="452"/>
                      <a:pt x="1219" y="452"/>
                    </a:cubicBezTo>
                    <a:cubicBezTo>
                      <a:pt x="1218" y="447"/>
                      <a:pt x="1218" y="447"/>
                      <a:pt x="1218" y="447"/>
                    </a:cubicBezTo>
                    <a:cubicBezTo>
                      <a:pt x="1218" y="446"/>
                      <a:pt x="1218" y="446"/>
                      <a:pt x="1218" y="446"/>
                    </a:cubicBezTo>
                    <a:cubicBezTo>
                      <a:pt x="1218" y="442"/>
                      <a:pt x="1218" y="442"/>
                      <a:pt x="1218" y="442"/>
                    </a:cubicBezTo>
                    <a:cubicBezTo>
                      <a:pt x="1218" y="441"/>
                      <a:pt x="1218" y="441"/>
                      <a:pt x="1218" y="441"/>
                    </a:cubicBezTo>
                    <a:cubicBezTo>
                      <a:pt x="1218" y="436"/>
                      <a:pt x="1218" y="436"/>
                      <a:pt x="1218" y="436"/>
                    </a:cubicBezTo>
                    <a:cubicBezTo>
                      <a:pt x="1218" y="434"/>
                      <a:pt x="1218" y="434"/>
                      <a:pt x="1218" y="434"/>
                    </a:cubicBezTo>
                    <a:cubicBezTo>
                      <a:pt x="1218" y="430"/>
                      <a:pt x="1218" y="430"/>
                      <a:pt x="1218" y="430"/>
                    </a:cubicBezTo>
                    <a:cubicBezTo>
                      <a:pt x="1218" y="429"/>
                      <a:pt x="1218" y="429"/>
                      <a:pt x="1218" y="429"/>
                    </a:cubicBezTo>
                    <a:cubicBezTo>
                      <a:pt x="1218" y="424"/>
                      <a:pt x="1218" y="424"/>
                      <a:pt x="1218" y="424"/>
                    </a:cubicBezTo>
                    <a:cubicBezTo>
                      <a:pt x="1218" y="423"/>
                      <a:pt x="1218" y="423"/>
                      <a:pt x="1218" y="423"/>
                    </a:cubicBezTo>
                    <a:cubicBezTo>
                      <a:pt x="1217" y="419"/>
                      <a:pt x="1217" y="419"/>
                      <a:pt x="1217" y="419"/>
                    </a:cubicBezTo>
                    <a:cubicBezTo>
                      <a:pt x="1217" y="417"/>
                      <a:pt x="1217" y="417"/>
                      <a:pt x="1217" y="417"/>
                    </a:cubicBezTo>
                    <a:cubicBezTo>
                      <a:pt x="1217" y="413"/>
                      <a:pt x="1217" y="413"/>
                      <a:pt x="1217" y="413"/>
                    </a:cubicBezTo>
                    <a:cubicBezTo>
                      <a:pt x="1217" y="411"/>
                      <a:pt x="1217" y="411"/>
                      <a:pt x="1217" y="411"/>
                    </a:cubicBezTo>
                    <a:cubicBezTo>
                      <a:pt x="1217" y="408"/>
                      <a:pt x="1217" y="408"/>
                      <a:pt x="1217" y="408"/>
                    </a:cubicBezTo>
                    <a:cubicBezTo>
                      <a:pt x="1217" y="406"/>
                      <a:pt x="1217" y="406"/>
                      <a:pt x="1217" y="406"/>
                    </a:cubicBezTo>
                    <a:cubicBezTo>
                      <a:pt x="1216" y="402"/>
                      <a:pt x="1216" y="402"/>
                      <a:pt x="1216" y="402"/>
                    </a:cubicBezTo>
                    <a:cubicBezTo>
                      <a:pt x="1216" y="400"/>
                      <a:pt x="1216" y="400"/>
                      <a:pt x="1216" y="400"/>
                    </a:cubicBezTo>
                    <a:cubicBezTo>
                      <a:pt x="1216" y="396"/>
                      <a:pt x="1216" y="396"/>
                      <a:pt x="1216" y="396"/>
                    </a:cubicBezTo>
                    <a:cubicBezTo>
                      <a:pt x="1216" y="394"/>
                      <a:pt x="1216" y="394"/>
                      <a:pt x="1216" y="394"/>
                    </a:cubicBezTo>
                    <a:cubicBezTo>
                      <a:pt x="1216" y="391"/>
                      <a:pt x="1216" y="391"/>
                      <a:pt x="1216" y="391"/>
                    </a:cubicBezTo>
                    <a:cubicBezTo>
                      <a:pt x="1215" y="388"/>
                      <a:pt x="1215" y="388"/>
                      <a:pt x="1215" y="388"/>
                    </a:cubicBezTo>
                    <a:cubicBezTo>
                      <a:pt x="1215" y="385"/>
                      <a:pt x="1215" y="385"/>
                      <a:pt x="1215" y="385"/>
                    </a:cubicBezTo>
                    <a:cubicBezTo>
                      <a:pt x="1215" y="383"/>
                      <a:pt x="1215" y="383"/>
                      <a:pt x="1215" y="383"/>
                    </a:cubicBezTo>
                    <a:cubicBezTo>
                      <a:pt x="1215" y="380"/>
                      <a:pt x="1215" y="380"/>
                      <a:pt x="1215" y="380"/>
                    </a:cubicBezTo>
                    <a:cubicBezTo>
                      <a:pt x="1214" y="377"/>
                      <a:pt x="1214" y="377"/>
                      <a:pt x="1214" y="377"/>
                    </a:cubicBezTo>
                    <a:cubicBezTo>
                      <a:pt x="1214" y="374"/>
                      <a:pt x="1214" y="374"/>
                      <a:pt x="1214" y="374"/>
                    </a:cubicBezTo>
                    <a:cubicBezTo>
                      <a:pt x="1214" y="371"/>
                      <a:pt x="1214" y="371"/>
                      <a:pt x="1214" y="371"/>
                    </a:cubicBezTo>
                    <a:cubicBezTo>
                      <a:pt x="1214" y="369"/>
                      <a:pt x="1214" y="369"/>
                      <a:pt x="1214" y="369"/>
                    </a:cubicBezTo>
                    <a:cubicBezTo>
                      <a:pt x="1213" y="359"/>
                      <a:pt x="1213" y="359"/>
                      <a:pt x="1213" y="359"/>
                    </a:cubicBezTo>
                    <a:cubicBezTo>
                      <a:pt x="1212" y="358"/>
                      <a:pt x="1212" y="358"/>
                      <a:pt x="1212" y="358"/>
                    </a:cubicBezTo>
                    <a:cubicBezTo>
                      <a:pt x="1212" y="355"/>
                      <a:pt x="1212" y="355"/>
                      <a:pt x="1212" y="355"/>
                    </a:cubicBezTo>
                    <a:cubicBezTo>
                      <a:pt x="1212" y="353"/>
                      <a:pt x="1212" y="353"/>
                      <a:pt x="1212" y="353"/>
                    </a:cubicBezTo>
                    <a:cubicBezTo>
                      <a:pt x="1211" y="348"/>
                      <a:pt x="1211" y="348"/>
                      <a:pt x="1211" y="348"/>
                    </a:cubicBezTo>
                    <a:cubicBezTo>
                      <a:pt x="1211" y="346"/>
                      <a:pt x="1211" y="346"/>
                      <a:pt x="1211" y="346"/>
                    </a:cubicBezTo>
                    <a:cubicBezTo>
                      <a:pt x="1211" y="343"/>
                      <a:pt x="1211" y="343"/>
                      <a:pt x="1211" y="343"/>
                    </a:cubicBezTo>
                    <a:cubicBezTo>
                      <a:pt x="1210" y="342"/>
                      <a:pt x="1210" y="342"/>
                      <a:pt x="1210" y="342"/>
                    </a:cubicBezTo>
                    <a:cubicBezTo>
                      <a:pt x="1210" y="336"/>
                      <a:pt x="1210" y="336"/>
                      <a:pt x="1210" y="336"/>
                    </a:cubicBezTo>
                    <a:cubicBezTo>
                      <a:pt x="1209" y="335"/>
                      <a:pt x="1209" y="335"/>
                      <a:pt x="1209" y="335"/>
                    </a:cubicBezTo>
                    <a:cubicBezTo>
                      <a:pt x="1209" y="332"/>
                      <a:pt x="1209" y="332"/>
                      <a:pt x="1209" y="332"/>
                    </a:cubicBezTo>
                    <a:cubicBezTo>
                      <a:pt x="1209" y="331"/>
                      <a:pt x="1209" y="331"/>
                      <a:pt x="1209" y="331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5" y="309"/>
                      <a:pt x="1205" y="309"/>
                      <a:pt x="1205" y="309"/>
                    </a:cubicBezTo>
                    <a:cubicBezTo>
                      <a:pt x="1205" y="308"/>
                      <a:pt x="1205" y="308"/>
                      <a:pt x="1205" y="308"/>
                    </a:cubicBezTo>
                    <a:cubicBezTo>
                      <a:pt x="1202" y="288"/>
                      <a:pt x="1198" y="269"/>
                      <a:pt x="1193" y="249"/>
                    </a:cubicBezTo>
                    <a:cubicBezTo>
                      <a:pt x="1193" y="248"/>
                      <a:pt x="1193" y="248"/>
                      <a:pt x="1193" y="248"/>
                    </a:cubicBezTo>
                    <a:cubicBezTo>
                      <a:pt x="1190" y="238"/>
                      <a:pt x="1190" y="238"/>
                      <a:pt x="1190" y="238"/>
                    </a:cubicBezTo>
                    <a:cubicBezTo>
                      <a:pt x="1190" y="237"/>
                      <a:pt x="1190" y="237"/>
                      <a:pt x="1190" y="237"/>
                    </a:cubicBezTo>
                    <a:cubicBezTo>
                      <a:pt x="1187" y="228"/>
                      <a:pt x="1187" y="228"/>
                      <a:pt x="1187" y="228"/>
                    </a:cubicBezTo>
                    <a:cubicBezTo>
                      <a:pt x="1187" y="226"/>
                      <a:pt x="1187" y="226"/>
                      <a:pt x="1187" y="226"/>
                    </a:cubicBezTo>
                    <a:cubicBezTo>
                      <a:pt x="1186" y="223"/>
                      <a:pt x="1186" y="223"/>
                      <a:pt x="1186" y="223"/>
                    </a:cubicBezTo>
                    <a:cubicBezTo>
                      <a:pt x="1186" y="221"/>
                      <a:pt x="1186" y="221"/>
                      <a:pt x="1186" y="221"/>
                    </a:cubicBezTo>
                    <a:cubicBezTo>
                      <a:pt x="1184" y="217"/>
                      <a:pt x="1184" y="217"/>
                      <a:pt x="1184" y="217"/>
                    </a:cubicBezTo>
                    <a:cubicBezTo>
                      <a:pt x="1184" y="215"/>
                      <a:pt x="1184" y="215"/>
                      <a:pt x="1184" y="215"/>
                    </a:cubicBezTo>
                    <a:cubicBezTo>
                      <a:pt x="1183" y="213"/>
                      <a:pt x="1183" y="213"/>
                      <a:pt x="1183" y="213"/>
                    </a:cubicBezTo>
                    <a:cubicBezTo>
                      <a:pt x="1182" y="210"/>
                      <a:pt x="1182" y="210"/>
                      <a:pt x="1182" y="210"/>
                    </a:cubicBezTo>
                    <a:cubicBezTo>
                      <a:pt x="1181" y="207"/>
                      <a:pt x="1181" y="207"/>
                      <a:pt x="1181" y="207"/>
                    </a:cubicBezTo>
                    <a:cubicBezTo>
                      <a:pt x="1181" y="204"/>
                      <a:pt x="1181" y="204"/>
                      <a:pt x="1181" y="204"/>
                    </a:cubicBezTo>
                    <a:cubicBezTo>
                      <a:pt x="1180" y="202"/>
                      <a:pt x="1180" y="202"/>
                      <a:pt x="1180" y="202"/>
                    </a:cubicBezTo>
                    <a:cubicBezTo>
                      <a:pt x="1179" y="199"/>
                      <a:pt x="1179" y="199"/>
                      <a:pt x="1179" y="199"/>
                    </a:cubicBezTo>
                    <a:cubicBezTo>
                      <a:pt x="1179" y="198"/>
                      <a:pt x="1179" y="198"/>
                      <a:pt x="1179" y="198"/>
                    </a:cubicBezTo>
                    <a:cubicBezTo>
                      <a:pt x="1177" y="193"/>
                      <a:pt x="1177" y="193"/>
                      <a:pt x="1177" y="193"/>
                    </a:cubicBezTo>
                    <a:cubicBezTo>
                      <a:pt x="1177" y="192"/>
                      <a:pt x="1177" y="192"/>
                      <a:pt x="1177" y="192"/>
                    </a:cubicBezTo>
                    <a:cubicBezTo>
                      <a:pt x="1176" y="188"/>
                      <a:pt x="1176" y="188"/>
                      <a:pt x="1176" y="188"/>
                    </a:cubicBezTo>
                    <a:cubicBezTo>
                      <a:pt x="1175" y="187"/>
                      <a:pt x="1175" y="187"/>
                      <a:pt x="1175" y="187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66" y="160"/>
                      <a:pt x="1158" y="137"/>
                      <a:pt x="1149" y="116"/>
                    </a:cubicBezTo>
                    <a:cubicBezTo>
                      <a:pt x="1144" y="103"/>
                      <a:pt x="1138" y="91"/>
                      <a:pt x="1132" y="79"/>
                    </a:cubicBezTo>
                    <a:cubicBezTo>
                      <a:pt x="1120" y="52"/>
                      <a:pt x="1106" y="26"/>
                      <a:pt x="1090" y="0"/>
                    </a:cubicBezTo>
                    <a:cubicBezTo>
                      <a:pt x="1115" y="67"/>
                      <a:pt x="1126" y="137"/>
                      <a:pt x="1126" y="206"/>
                    </a:cubicBezTo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4" name="Freeform 9"/>
              <p:cNvSpPr>
                <a:spLocks noSelect="1"/>
              </p:cNvSpPr>
              <p:nvPr userDrawn="1"/>
            </p:nvSpPr>
            <p:spPr bwMode="gray">
              <a:xfrm>
                <a:off x="1118870" y="583565"/>
                <a:ext cx="114935" cy="149860"/>
              </a:xfrm>
              <a:custGeom>
                <a:avLst/>
                <a:gdLst>
                  <a:gd name="T0" fmla="*/ 0 w 362"/>
                  <a:gd name="T1" fmla="*/ 106 h 472"/>
                  <a:gd name="T2" fmla="*/ 219 w 362"/>
                  <a:gd name="T3" fmla="*/ 445 h 472"/>
                  <a:gd name="T4" fmla="*/ 268 w 362"/>
                  <a:gd name="T5" fmla="*/ 472 h 472"/>
                  <a:gd name="T6" fmla="*/ 362 w 362"/>
                  <a:gd name="T7" fmla="*/ 472 h 472"/>
                  <a:gd name="T8" fmla="*/ 319 w 362"/>
                  <a:gd name="T9" fmla="*/ 448 h 472"/>
                  <a:gd name="T10" fmla="*/ 22 w 362"/>
                  <a:gd name="T11" fmla="*/ 0 h 472"/>
                  <a:gd name="T12" fmla="*/ 0 w 362"/>
                  <a:gd name="T13" fmla="*/ 106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2" h="472">
                    <a:moveTo>
                      <a:pt x="0" y="106"/>
                    </a:moveTo>
                    <a:cubicBezTo>
                      <a:pt x="219" y="445"/>
                      <a:pt x="219" y="445"/>
                      <a:pt x="219" y="445"/>
                    </a:cubicBezTo>
                    <a:cubicBezTo>
                      <a:pt x="228" y="460"/>
                      <a:pt x="250" y="472"/>
                      <a:pt x="268" y="472"/>
                    </a:cubicBezTo>
                    <a:cubicBezTo>
                      <a:pt x="362" y="472"/>
                      <a:pt x="362" y="472"/>
                      <a:pt x="362" y="472"/>
                    </a:cubicBezTo>
                    <a:cubicBezTo>
                      <a:pt x="347" y="472"/>
                      <a:pt x="327" y="461"/>
                      <a:pt x="319" y="448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0" y="106"/>
                    </a:lnTo>
                    <a:close/>
                  </a:path>
                </a:pathLst>
              </a:cu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5" name="Freeform 10"/>
              <p:cNvSpPr>
                <a:spLocks noSelect="1"/>
              </p:cNvSpPr>
              <p:nvPr userDrawn="1"/>
            </p:nvSpPr>
            <p:spPr bwMode="gray">
              <a:xfrm>
                <a:off x="949325" y="290830"/>
                <a:ext cx="277495" cy="120015"/>
              </a:xfrm>
              <a:custGeom>
                <a:avLst/>
                <a:gdLst>
                  <a:gd name="T0" fmla="*/ 27 w 874"/>
                  <a:gd name="T1" fmla="*/ 323 h 378"/>
                  <a:gd name="T2" fmla="*/ 1 w 874"/>
                  <a:gd name="T3" fmla="*/ 366 h 378"/>
                  <a:gd name="T4" fmla="*/ 1 w 874"/>
                  <a:gd name="T5" fmla="*/ 367 h 378"/>
                  <a:gd name="T6" fmla="*/ 1 w 874"/>
                  <a:gd name="T7" fmla="*/ 367 h 378"/>
                  <a:gd name="T8" fmla="*/ 30 w 874"/>
                  <a:gd name="T9" fmla="*/ 378 h 378"/>
                  <a:gd name="T10" fmla="*/ 410 w 874"/>
                  <a:gd name="T11" fmla="*/ 378 h 378"/>
                  <a:gd name="T12" fmla="*/ 400 w 874"/>
                  <a:gd name="T13" fmla="*/ 293 h 378"/>
                  <a:gd name="T14" fmla="*/ 439 w 874"/>
                  <a:gd name="T15" fmla="*/ 165 h 378"/>
                  <a:gd name="T16" fmla="*/ 471 w 874"/>
                  <a:gd name="T17" fmla="*/ 129 h 378"/>
                  <a:gd name="T18" fmla="*/ 820 w 874"/>
                  <a:gd name="T19" fmla="*/ 11 h 378"/>
                  <a:gd name="T20" fmla="*/ 838 w 874"/>
                  <a:gd name="T21" fmla="*/ 12 h 378"/>
                  <a:gd name="T22" fmla="*/ 874 w 874"/>
                  <a:gd name="T23" fmla="*/ 13 h 378"/>
                  <a:gd name="T24" fmla="*/ 728 w 874"/>
                  <a:gd name="T25" fmla="*/ 0 h 378"/>
                  <a:gd name="T26" fmla="*/ 719 w 874"/>
                  <a:gd name="T27" fmla="*/ 0 h 378"/>
                  <a:gd name="T28" fmla="*/ 27 w 874"/>
                  <a:gd name="T29" fmla="*/ 323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4" h="378">
                    <a:moveTo>
                      <a:pt x="27" y="323"/>
                    </a:moveTo>
                    <a:cubicBezTo>
                      <a:pt x="10" y="343"/>
                      <a:pt x="0" y="357"/>
                      <a:pt x="1" y="366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2" y="375"/>
                      <a:pt x="11" y="378"/>
                      <a:pt x="30" y="378"/>
                    </a:cubicBezTo>
                    <a:cubicBezTo>
                      <a:pt x="410" y="378"/>
                      <a:pt x="410" y="378"/>
                      <a:pt x="410" y="378"/>
                    </a:cubicBezTo>
                    <a:cubicBezTo>
                      <a:pt x="404" y="349"/>
                      <a:pt x="400" y="320"/>
                      <a:pt x="400" y="293"/>
                    </a:cubicBezTo>
                    <a:cubicBezTo>
                      <a:pt x="400" y="244"/>
                      <a:pt x="412" y="200"/>
                      <a:pt x="439" y="165"/>
                    </a:cubicBezTo>
                    <a:cubicBezTo>
                      <a:pt x="449" y="152"/>
                      <a:pt x="460" y="140"/>
                      <a:pt x="471" y="129"/>
                    </a:cubicBezTo>
                    <a:cubicBezTo>
                      <a:pt x="555" y="49"/>
                      <a:pt x="683" y="11"/>
                      <a:pt x="820" y="11"/>
                    </a:cubicBezTo>
                    <a:cubicBezTo>
                      <a:pt x="826" y="11"/>
                      <a:pt x="832" y="11"/>
                      <a:pt x="838" y="12"/>
                    </a:cubicBezTo>
                    <a:cubicBezTo>
                      <a:pt x="850" y="12"/>
                      <a:pt x="862" y="12"/>
                      <a:pt x="874" y="13"/>
                    </a:cubicBezTo>
                    <a:cubicBezTo>
                      <a:pt x="827" y="5"/>
                      <a:pt x="778" y="0"/>
                      <a:pt x="728" y="0"/>
                    </a:cubicBezTo>
                    <a:cubicBezTo>
                      <a:pt x="719" y="0"/>
                      <a:pt x="719" y="0"/>
                      <a:pt x="719" y="0"/>
                    </a:cubicBezTo>
                    <a:cubicBezTo>
                      <a:pt x="441" y="0"/>
                      <a:pt x="192" y="125"/>
                      <a:pt x="27" y="323"/>
                    </a:cubicBezTo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  <p:sp>
            <p:nvSpPr>
              <p:cNvPr id="36" name="Freeform 11"/>
              <p:cNvSpPr>
                <a:spLocks noSelect="1"/>
              </p:cNvSpPr>
              <p:nvPr userDrawn="1"/>
            </p:nvSpPr>
            <p:spPr bwMode="gray">
              <a:xfrm>
                <a:off x="1076325" y="294005"/>
                <a:ext cx="358775" cy="353695"/>
              </a:xfrm>
              <a:custGeom>
                <a:avLst/>
                <a:gdLst>
                  <a:gd name="T0" fmla="*/ 0 w 1130"/>
                  <a:gd name="T1" fmla="*/ 282 h 1113"/>
                  <a:gd name="T2" fmla="*/ 738 w 1130"/>
                  <a:gd name="T3" fmla="*/ 375 h 1113"/>
                  <a:gd name="T4" fmla="*/ 910 w 1130"/>
                  <a:gd name="T5" fmla="*/ 637 h 1113"/>
                  <a:gd name="T6" fmla="*/ 913 w 1130"/>
                  <a:gd name="T7" fmla="*/ 645 h 1113"/>
                  <a:gd name="T8" fmla="*/ 824 w 1130"/>
                  <a:gd name="T9" fmla="*/ 1113 h 1113"/>
                  <a:gd name="T10" fmla="*/ 1094 w 1130"/>
                  <a:gd name="T11" fmla="*/ 428 h 1113"/>
                  <a:gd name="T12" fmla="*/ 1044 w 1130"/>
                  <a:gd name="T13" fmla="*/ 353 h 1113"/>
                  <a:gd name="T14" fmla="*/ 1040 w 1130"/>
                  <a:gd name="T15" fmla="*/ 348 h 1113"/>
                  <a:gd name="T16" fmla="*/ 1034 w 1130"/>
                  <a:gd name="T17" fmla="*/ 339 h 1113"/>
                  <a:gd name="T18" fmla="*/ 1030 w 1130"/>
                  <a:gd name="T19" fmla="*/ 334 h 1113"/>
                  <a:gd name="T20" fmla="*/ 1007 w 1130"/>
                  <a:gd name="T21" fmla="*/ 306 h 1113"/>
                  <a:gd name="T22" fmla="*/ 1003 w 1130"/>
                  <a:gd name="T23" fmla="*/ 301 h 1113"/>
                  <a:gd name="T24" fmla="*/ 995 w 1130"/>
                  <a:gd name="T25" fmla="*/ 293 h 1113"/>
                  <a:gd name="T26" fmla="*/ 974 w 1130"/>
                  <a:gd name="T27" fmla="*/ 270 h 1113"/>
                  <a:gd name="T28" fmla="*/ 967 w 1130"/>
                  <a:gd name="T29" fmla="*/ 262 h 1113"/>
                  <a:gd name="T30" fmla="*/ 962 w 1130"/>
                  <a:gd name="T31" fmla="*/ 257 h 1113"/>
                  <a:gd name="T32" fmla="*/ 937 w 1130"/>
                  <a:gd name="T33" fmla="*/ 233 h 1113"/>
                  <a:gd name="T34" fmla="*/ 932 w 1130"/>
                  <a:gd name="T35" fmla="*/ 228 h 1113"/>
                  <a:gd name="T36" fmla="*/ 924 w 1130"/>
                  <a:gd name="T37" fmla="*/ 221 h 1113"/>
                  <a:gd name="T38" fmla="*/ 919 w 1130"/>
                  <a:gd name="T39" fmla="*/ 216 h 1113"/>
                  <a:gd name="T40" fmla="*/ 901 w 1130"/>
                  <a:gd name="T41" fmla="*/ 201 h 1113"/>
                  <a:gd name="T42" fmla="*/ 895 w 1130"/>
                  <a:gd name="T43" fmla="*/ 196 h 1113"/>
                  <a:gd name="T44" fmla="*/ 887 w 1130"/>
                  <a:gd name="T45" fmla="*/ 190 h 1113"/>
                  <a:gd name="T46" fmla="*/ 882 w 1130"/>
                  <a:gd name="T47" fmla="*/ 185 h 1113"/>
                  <a:gd name="T48" fmla="*/ 873 w 1130"/>
                  <a:gd name="T49" fmla="*/ 178 h 1113"/>
                  <a:gd name="T50" fmla="*/ 858 w 1130"/>
                  <a:gd name="T51" fmla="*/ 167 h 1113"/>
                  <a:gd name="T52" fmla="*/ 849 w 1130"/>
                  <a:gd name="T53" fmla="*/ 160 h 1113"/>
                  <a:gd name="T54" fmla="*/ 843 w 1130"/>
                  <a:gd name="T55" fmla="*/ 156 h 1113"/>
                  <a:gd name="T56" fmla="*/ 835 w 1130"/>
                  <a:gd name="T57" fmla="*/ 150 h 1113"/>
                  <a:gd name="T58" fmla="*/ 829 w 1130"/>
                  <a:gd name="T59" fmla="*/ 146 h 1113"/>
                  <a:gd name="T60" fmla="*/ 809 w 1130"/>
                  <a:gd name="T61" fmla="*/ 133 h 1113"/>
                  <a:gd name="T62" fmla="*/ 803 w 1130"/>
                  <a:gd name="T63" fmla="*/ 129 h 1113"/>
                  <a:gd name="T64" fmla="*/ 794 w 1130"/>
                  <a:gd name="T65" fmla="*/ 124 h 1113"/>
                  <a:gd name="T66" fmla="*/ 788 w 1130"/>
                  <a:gd name="T67" fmla="*/ 120 h 1113"/>
                  <a:gd name="T68" fmla="*/ 768 w 1130"/>
                  <a:gd name="T69" fmla="*/ 108 h 1113"/>
                  <a:gd name="T70" fmla="*/ 762 w 1130"/>
                  <a:gd name="T71" fmla="*/ 104 h 1113"/>
                  <a:gd name="T72" fmla="*/ 753 w 1130"/>
                  <a:gd name="T73" fmla="*/ 99 h 1113"/>
                  <a:gd name="T74" fmla="*/ 746 w 1130"/>
                  <a:gd name="T75" fmla="*/ 96 h 1113"/>
                  <a:gd name="T76" fmla="*/ 720 w 1130"/>
                  <a:gd name="T77" fmla="*/ 82 h 1113"/>
                  <a:gd name="T78" fmla="*/ 713 w 1130"/>
                  <a:gd name="T79" fmla="*/ 79 h 1113"/>
                  <a:gd name="T80" fmla="*/ 704 w 1130"/>
                  <a:gd name="T81" fmla="*/ 75 h 1113"/>
                  <a:gd name="T82" fmla="*/ 697 w 1130"/>
                  <a:gd name="T83" fmla="*/ 72 h 1113"/>
                  <a:gd name="T84" fmla="*/ 675 w 1130"/>
                  <a:gd name="T85" fmla="*/ 62 h 1113"/>
                  <a:gd name="T86" fmla="*/ 669 w 1130"/>
                  <a:gd name="T87" fmla="*/ 59 h 1113"/>
                  <a:gd name="T88" fmla="*/ 659 w 1130"/>
                  <a:gd name="T89" fmla="*/ 55 h 1113"/>
                  <a:gd name="T90" fmla="*/ 653 w 1130"/>
                  <a:gd name="T91" fmla="*/ 52 h 1113"/>
                  <a:gd name="T92" fmla="*/ 619 w 1130"/>
                  <a:gd name="T93" fmla="*/ 40 h 1113"/>
                  <a:gd name="T94" fmla="*/ 612 w 1130"/>
                  <a:gd name="T95" fmla="*/ 38 h 1113"/>
                  <a:gd name="T96" fmla="*/ 602 w 1130"/>
                  <a:gd name="T97" fmla="*/ 34 h 1113"/>
                  <a:gd name="T98" fmla="*/ 595 w 1130"/>
                  <a:gd name="T99" fmla="*/ 32 h 1113"/>
                  <a:gd name="T100" fmla="*/ 566 w 1130"/>
                  <a:gd name="T101" fmla="*/ 23 h 1113"/>
                  <a:gd name="T102" fmla="*/ 559 w 1130"/>
                  <a:gd name="T103" fmla="*/ 21 h 1113"/>
                  <a:gd name="T104" fmla="*/ 549 w 1130"/>
                  <a:gd name="T105" fmla="*/ 18 h 1113"/>
                  <a:gd name="T106" fmla="*/ 542 w 1130"/>
                  <a:gd name="T107" fmla="*/ 17 h 1113"/>
                  <a:gd name="T108" fmla="*/ 518 w 1130"/>
                  <a:gd name="T109" fmla="*/ 11 h 1113"/>
                  <a:gd name="T110" fmla="*/ 511 w 1130"/>
                  <a:gd name="T111" fmla="*/ 9 h 1113"/>
                  <a:gd name="T112" fmla="*/ 501 w 1130"/>
                  <a:gd name="T113" fmla="*/ 7 h 1113"/>
                  <a:gd name="T114" fmla="*/ 493 w 1130"/>
                  <a:gd name="T115" fmla="*/ 6 h 1113"/>
                  <a:gd name="T116" fmla="*/ 482 w 1130"/>
                  <a:gd name="T117" fmla="*/ 4 h 1113"/>
                  <a:gd name="T118" fmla="*/ 474 w 1130"/>
                  <a:gd name="T119" fmla="*/ 2 h 1113"/>
                  <a:gd name="T120" fmla="*/ 71 w 1130"/>
                  <a:gd name="T121" fmla="*/ 118 h 1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30" h="1113">
                    <a:moveTo>
                      <a:pt x="71" y="118"/>
                    </a:moveTo>
                    <a:cubicBezTo>
                      <a:pt x="60" y="129"/>
                      <a:pt x="49" y="141"/>
                      <a:pt x="39" y="154"/>
                    </a:cubicBezTo>
                    <a:cubicBezTo>
                      <a:pt x="12" y="189"/>
                      <a:pt x="0" y="233"/>
                      <a:pt x="0" y="282"/>
                    </a:cubicBezTo>
                    <a:cubicBezTo>
                      <a:pt x="0" y="309"/>
                      <a:pt x="4" y="338"/>
                      <a:pt x="10" y="367"/>
                    </a:cubicBezTo>
                    <a:cubicBezTo>
                      <a:pt x="712" y="367"/>
                      <a:pt x="712" y="367"/>
                      <a:pt x="712" y="367"/>
                    </a:cubicBezTo>
                    <a:cubicBezTo>
                      <a:pt x="720" y="367"/>
                      <a:pt x="730" y="370"/>
                      <a:pt x="738" y="375"/>
                    </a:cubicBezTo>
                    <a:cubicBezTo>
                      <a:pt x="745" y="380"/>
                      <a:pt x="752" y="385"/>
                      <a:pt x="756" y="391"/>
                    </a:cubicBezTo>
                    <a:cubicBezTo>
                      <a:pt x="904" y="622"/>
                      <a:pt x="904" y="622"/>
                      <a:pt x="904" y="622"/>
                    </a:cubicBezTo>
                    <a:cubicBezTo>
                      <a:pt x="907" y="626"/>
                      <a:pt x="909" y="632"/>
                      <a:pt x="910" y="637"/>
                    </a:cubicBezTo>
                    <a:cubicBezTo>
                      <a:pt x="912" y="644"/>
                      <a:pt x="912" y="644"/>
                      <a:pt x="912" y="644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4" y="652"/>
                      <a:pt x="915" y="660"/>
                      <a:pt x="914" y="666"/>
                    </a:cubicBezTo>
                    <a:cubicBezTo>
                      <a:pt x="914" y="674"/>
                      <a:pt x="914" y="674"/>
                      <a:pt x="914" y="674"/>
                    </a:cubicBezTo>
                    <a:cubicBezTo>
                      <a:pt x="824" y="1113"/>
                      <a:pt x="824" y="1113"/>
                      <a:pt x="824" y="1113"/>
                    </a:cubicBezTo>
                    <a:cubicBezTo>
                      <a:pt x="906" y="1074"/>
                      <a:pt x="976" y="1020"/>
                      <a:pt x="1020" y="965"/>
                    </a:cubicBezTo>
                    <a:cubicBezTo>
                      <a:pt x="1093" y="875"/>
                      <a:pt x="1130" y="757"/>
                      <a:pt x="1130" y="634"/>
                    </a:cubicBezTo>
                    <a:cubicBezTo>
                      <a:pt x="1130" y="565"/>
                      <a:pt x="1119" y="495"/>
                      <a:pt x="1094" y="428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77" y="399"/>
                      <a:pt x="1061" y="376"/>
                      <a:pt x="1044" y="353"/>
                    </a:cubicBezTo>
                    <a:cubicBezTo>
                      <a:pt x="1044" y="353"/>
                      <a:pt x="1044" y="353"/>
                      <a:pt x="1044" y="353"/>
                    </a:cubicBezTo>
                    <a:cubicBezTo>
                      <a:pt x="1041" y="349"/>
                      <a:pt x="1041" y="349"/>
                      <a:pt x="1041" y="349"/>
                    </a:cubicBezTo>
                    <a:cubicBezTo>
                      <a:pt x="1040" y="348"/>
                      <a:pt x="1040" y="348"/>
                      <a:pt x="1040" y="348"/>
                    </a:cubicBezTo>
                    <a:cubicBezTo>
                      <a:pt x="1037" y="344"/>
                      <a:pt x="1037" y="344"/>
                      <a:pt x="1037" y="344"/>
                    </a:cubicBezTo>
                    <a:cubicBezTo>
                      <a:pt x="1037" y="343"/>
                      <a:pt x="1037" y="343"/>
                      <a:pt x="1037" y="343"/>
                    </a:cubicBezTo>
                    <a:cubicBezTo>
                      <a:pt x="1034" y="339"/>
                      <a:pt x="1034" y="339"/>
                      <a:pt x="1034" y="339"/>
                    </a:cubicBezTo>
                    <a:cubicBezTo>
                      <a:pt x="1033" y="338"/>
                      <a:pt x="1033" y="338"/>
                      <a:pt x="1033" y="338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23" y="326"/>
                      <a:pt x="1017" y="318"/>
                      <a:pt x="1011" y="311"/>
                    </a:cubicBezTo>
                    <a:cubicBezTo>
                      <a:pt x="1011" y="311"/>
                      <a:pt x="1011" y="311"/>
                      <a:pt x="1011" y="311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3" y="302"/>
                      <a:pt x="1003" y="302"/>
                      <a:pt x="1003" y="302"/>
                    </a:cubicBezTo>
                    <a:cubicBezTo>
                      <a:pt x="1003" y="301"/>
                      <a:pt x="1003" y="301"/>
                      <a:pt x="1003" y="301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88" y="285"/>
                      <a:pt x="982" y="278"/>
                      <a:pt x="975" y="271"/>
                    </a:cubicBezTo>
                    <a:cubicBezTo>
                      <a:pt x="974" y="270"/>
                      <a:pt x="974" y="270"/>
                      <a:pt x="974" y="270"/>
                    </a:cubicBezTo>
                    <a:cubicBezTo>
                      <a:pt x="971" y="266"/>
                      <a:pt x="971" y="266"/>
                      <a:pt x="971" y="266"/>
                    </a:cubicBezTo>
                    <a:cubicBezTo>
                      <a:pt x="970" y="266"/>
                      <a:pt x="970" y="266"/>
                      <a:pt x="970" y="266"/>
                    </a:cubicBezTo>
                    <a:cubicBezTo>
                      <a:pt x="967" y="262"/>
                      <a:pt x="967" y="262"/>
                      <a:pt x="967" y="262"/>
                    </a:cubicBezTo>
                    <a:cubicBezTo>
                      <a:pt x="966" y="262"/>
                      <a:pt x="966" y="262"/>
                      <a:pt x="966" y="262"/>
                    </a:cubicBezTo>
                    <a:cubicBezTo>
                      <a:pt x="963" y="258"/>
                      <a:pt x="963" y="258"/>
                      <a:pt x="963" y="258"/>
                    </a:cubicBezTo>
                    <a:cubicBezTo>
                      <a:pt x="962" y="257"/>
                      <a:pt x="962" y="257"/>
                      <a:pt x="962" y="257"/>
                    </a:cubicBezTo>
                    <a:cubicBezTo>
                      <a:pt x="958" y="254"/>
                      <a:pt x="958" y="254"/>
                      <a:pt x="958" y="254"/>
                    </a:cubicBezTo>
                    <a:cubicBezTo>
                      <a:pt x="958" y="253"/>
                      <a:pt x="958" y="253"/>
                      <a:pt x="958" y="253"/>
                    </a:cubicBezTo>
                    <a:cubicBezTo>
                      <a:pt x="951" y="246"/>
                      <a:pt x="944" y="239"/>
                      <a:pt x="937" y="233"/>
                    </a:cubicBezTo>
                    <a:cubicBezTo>
                      <a:pt x="936" y="232"/>
                      <a:pt x="936" y="232"/>
                      <a:pt x="936" y="232"/>
                    </a:cubicBezTo>
                    <a:cubicBezTo>
                      <a:pt x="932" y="229"/>
                      <a:pt x="932" y="229"/>
                      <a:pt x="932" y="229"/>
                    </a:cubicBezTo>
                    <a:cubicBezTo>
                      <a:pt x="932" y="228"/>
                      <a:pt x="932" y="228"/>
                      <a:pt x="932" y="228"/>
                    </a:cubicBezTo>
                    <a:cubicBezTo>
                      <a:pt x="928" y="225"/>
                      <a:pt x="928" y="225"/>
                      <a:pt x="928" y="225"/>
                    </a:cubicBezTo>
                    <a:cubicBezTo>
                      <a:pt x="927" y="224"/>
                      <a:pt x="927" y="224"/>
                      <a:pt x="927" y="224"/>
                    </a:cubicBezTo>
                    <a:cubicBezTo>
                      <a:pt x="924" y="221"/>
                      <a:pt x="924" y="221"/>
                      <a:pt x="924" y="221"/>
                    </a:cubicBezTo>
                    <a:cubicBezTo>
                      <a:pt x="923" y="220"/>
                      <a:pt x="923" y="220"/>
                      <a:pt x="923" y="220"/>
                    </a:cubicBezTo>
                    <a:cubicBezTo>
                      <a:pt x="919" y="217"/>
                      <a:pt x="919" y="217"/>
                      <a:pt x="919" y="217"/>
                    </a:cubicBezTo>
                    <a:cubicBezTo>
                      <a:pt x="919" y="216"/>
                      <a:pt x="919" y="216"/>
                      <a:pt x="919" y="216"/>
                    </a:cubicBezTo>
                    <a:cubicBezTo>
                      <a:pt x="914" y="213"/>
                      <a:pt x="914" y="213"/>
                      <a:pt x="914" y="213"/>
                    </a:cubicBezTo>
                    <a:cubicBezTo>
                      <a:pt x="914" y="212"/>
                      <a:pt x="914" y="212"/>
                      <a:pt x="914" y="212"/>
                    </a:cubicBezTo>
                    <a:cubicBezTo>
                      <a:pt x="901" y="201"/>
                      <a:pt x="901" y="201"/>
                      <a:pt x="901" y="201"/>
                    </a:cubicBezTo>
                    <a:cubicBezTo>
                      <a:pt x="900" y="200"/>
                      <a:pt x="900" y="200"/>
                      <a:pt x="900" y="200"/>
                    </a:cubicBezTo>
                    <a:cubicBezTo>
                      <a:pt x="896" y="197"/>
                      <a:pt x="896" y="197"/>
                      <a:pt x="896" y="197"/>
                    </a:cubicBezTo>
                    <a:cubicBezTo>
                      <a:pt x="895" y="196"/>
                      <a:pt x="895" y="196"/>
                      <a:pt x="895" y="196"/>
                    </a:cubicBezTo>
                    <a:cubicBezTo>
                      <a:pt x="892" y="193"/>
                      <a:pt x="892" y="193"/>
                      <a:pt x="892" y="193"/>
                    </a:cubicBezTo>
                    <a:cubicBezTo>
                      <a:pt x="891" y="193"/>
                      <a:pt x="891" y="193"/>
                      <a:pt x="891" y="193"/>
                    </a:cubicBezTo>
                    <a:cubicBezTo>
                      <a:pt x="887" y="190"/>
                      <a:pt x="887" y="190"/>
                      <a:pt x="887" y="190"/>
                    </a:cubicBezTo>
                    <a:cubicBezTo>
                      <a:pt x="886" y="189"/>
                      <a:pt x="886" y="189"/>
                      <a:pt x="886" y="189"/>
                    </a:cubicBezTo>
                    <a:cubicBezTo>
                      <a:pt x="883" y="186"/>
                      <a:pt x="883" y="186"/>
                      <a:pt x="883" y="186"/>
                    </a:cubicBezTo>
                    <a:cubicBezTo>
                      <a:pt x="882" y="185"/>
                      <a:pt x="882" y="185"/>
                      <a:pt x="882" y="185"/>
                    </a:cubicBezTo>
                    <a:cubicBezTo>
                      <a:pt x="878" y="182"/>
                      <a:pt x="878" y="182"/>
                      <a:pt x="878" y="182"/>
                    </a:cubicBezTo>
                    <a:cubicBezTo>
                      <a:pt x="877" y="182"/>
                      <a:pt x="877" y="182"/>
                      <a:pt x="877" y="182"/>
                    </a:cubicBezTo>
                    <a:cubicBezTo>
                      <a:pt x="873" y="178"/>
                      <a:pt x="873" y="178"/>
                      <a:pt x="873" y="178"/>
                    </a:cubicBezTo>
                    <a:cubicBezTo>
                      <a:pt x="872" y="178"/>
                      <a:pt x="872" y="178"/>
                      <a:pt x="872" y="178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4" y="164"/>
                      <a:pt x="854" y="164"/>
                      <a:pt x="854" y="164"/>
                    </a:cubicBezTo>
                    <a:cubicBezTo>
                      <a:pt x="853" y="163"/>
                      <a:pt x="853" y="163"/>
                      <a:pt x="853" y="163"/>
                    </a:cubicBezTo>
                    <a:cubicBezTo>
                      <a:pt x="849" y="160"/>
                      <a:pt x="849" y="160"/>
                      <a:pt x="849" y="160"/>
                    </a:cubicBezTo>
                    <a:cubicBezTo>
                      <a:pt x="848" y="160"/>
                      <a:pt x="848" y="160"/>
                      <a:pt x="848" y="160"/>
                    </a:cubicBezTo>
                    <a:cubicBezTo>
                      <a:pt x="844" y="157"/>
                      <a:pt x="844" y="157"/>
                      <a:pt x="844" y="157"/>
                    </a:cubicBezTo>
                    <a:cubicBezTo>
                      <a:pt x="843" y="156"/>
                      <a:pt x="843" y="156"/>
                      <a:pt x="843" y="156"/>
                    </a:cubicBezTo>
                    <a:cubicBezTo>
                      <a:pt x="839" y="154"/>
                      <a:pt x="839" y="154"/>
                      <a:pt x="839" y="154"/>
                    </a:cubicBezTo>
                    <a:cubicBezTo>
                      <a:pt x="838" y="153"/>
                      <a:pt x="838" y="153"/>
                      <a:pt x="838" y="153"/>
                    </a:cubicBezTo>
                    <a:cubicBezTo>
                      <a:pt x="835" y="150"/>
                      <a:pt x="835" y="150"/>
                      <a:pt x="835" y="150"/>
                    </a:cubicBezTo>
                    <a:cubicBezTo>
                      <a:pt x="833" y="149"/>
                      <a:pt x="833" y="149"/>
                      <a:pt x="833" y="149"/>
                    </a:cubicBezTo>
                    <a:cubicBezTo>
                      <a:pt x="829" y="147"/>
                      <a:pt x="829" y="147"/>
                      <a:pt x="829" y="147"/>
                    </a:cubicBezTo>
                    <a:cubicBezTo>
                      <a:pt x="829" y="146"/>
                      <a:pt x="829" y="146"/>
                      <a:pt x="829" y="146"/>
                    </a:cubicBezTo>
                    <a:cubicBezTo>
                      <a:pt x="814" y="136"/>
                      <a:pt x="814" y="136"/>
                      <a:pt x="814" y="136"/>
                    </a:cubicBezTo>
                    <a:cubicBezTo>
                      <a:pt x="813" y="136"/>
                      <a:pt x="813" y="136"/>
                      <a:pt x="813" y="136"/>
                    </a:cubicBezTo>
                    <a:cubicBezTo>
                      <a:pt x="809" y="133"/>
                      <a:pt x="809" y="133"/>
                      <a:pt x="809" y="133"/>
                    </a:cubicBezTo>
                    <a:cubicBezTo>
                      <a:pt x="808" y="132"/>
                      <a:pt x="808" y="132"/>
                      <a:pt x="808" y="132"/>
                    </a:cubicBezTo>
                    <a:cubicBezTo>
                      <a:pt x="804" y="130"/>
                      <a:pt x="804" y="130"/>
                      <a:pt x="804" y="130"/>
                    </a:cubicBezTo>
                    <a:cubicBezTo>
                      <a:pt x="803" y="129"/>
                      <a:pt x="803" y="129"/>
                      <a:pt x="803" y="129"/>
                    </a:cubicBezTo>
                    <a:cubicBezTo>
                      <a:pt x="799" y="127"/>
                      <a:pt x="799" y="127"/>
                      <a:pt x="799" y="127"/>
                    </a:cubicBezTo>
                    <a:cubicBezTo>
                      <a:pt x="798" y="126"/>
                      <a:pt x="798" y="126"/>
                      <a:pt x="798" y="126"/>
                    </a:cubicBezTo>
                    <a:cubicBezTo>
                      <a:pt x="794" y="124"/>
                      <a:pt x="794" y="124"/>
                      <a:pt x="794" y="124"/>
                    </a:cubicBezTo>
                    <a:cubicBezTo>
                      <a:pt x="793" y="123"/>
                      <a:pt x="793" y="123"/>
                      <a:pt x="793" y="123"/>
                    </a:cubicBezTo>
                    <a:cubicBezTo>
                      <a:pt x="789" y="121"/>
                      <a:pt x="789" y="121"/>
                      <a:pt x="789" y="121"/>
                    </a:cubicBezTo>
                    <a:cubicBezTo>
                      <a:pt x="788" y="120"/>
                      <a:pt x="788" y="120"/>
                      <a:pt x="788" y="120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68" y="108"/>
                      <a:pt x="768" y="108"/>
                      <a:pt x="768" y="108"/>
                    </a:cubicBezTo>
                    <a:cubicBezTo>
                      <a:pt x="767" y="108"/>
                      <a:pt x="767" y="108"/>
                      <a:pt x="767" y="108"/>
                    </a:cubicBezTo>
                    <a:cubicBezTo>
                      <a:pt x="763" y="105"/>
                      <a:pt x="763" y="105"/>
                      <a:pt x="763" y="105"/>
                    </a:cubicBezTo>
                    <a:cubicBezTo>
                      <a:pt x="762" y="104"/>
                      <a:pt x="762" y="104"/>
                      <a:pt x="762" y="104"/>
                    </a:cubicBezTo>
                    <a:cubicBezTo>
                      <a:pt x="758" y="102"/>
                      <a:pt x="758" y="102"/>
                      <a:pt x="758" y="102"/>
                    </a:cubicBezTo>
                    <a:cubicBezTo>
                      <a:pt x="756" y="102"/>
                      <a:pt x="756" y="102"/>
                      <a:pt x="756" y="102"/>
                    </a:cubicBezTo>
                    <a:cubicBezTo>
                      <a:pt x="753" y="99"/>
                      <a:pt x="753" y="99"/>
                      <a:pt x="753" y="99"/>
                    </a:cubicBezTo>
                    <a:cubicBezTo>
                      <a:pt x="751" y="99"/>
                      <a:pt x="751" y="99"/>
                      <a:pt x="751" y="99"/>
                    </a:cubicBezTo>
                    <a:cubicBezTo>
                      <a:pt x="747" y="97"/>
                      <a:pt x="747" y="97"/>
                      <a:pt x="747" y="97"/>
                    </a:cubicBezTo>
                    <a:cubicBezTo>
                      <a:pt x="746" y="96"/>
                      <a:pt x="746" y="96"/>
                      <a:pt x="746" y="96"/>
                    </a:cubicBezTo>
                    <a:cubicBezTo>
                      <a:pt x="742" y="94"/>
                      <a:pt x="742" y="94"/>
                      <a:pt x="742" y="94"/>
                    </a:cubicBezTo>
                    <a:cubicBezTo>
                      <a:pt x="741" y="93"/>
                      <a:pt x="741" y="93"/>
                      <a:pt x="741" y="93"/>
                    </a:cubicBezTo>
                    <a:cubicBezTo>
                      <a:pt x="734" y="90"/>
                      <a:pt x="727" y="86"/>
                      <a:pt x="720" y="82"/>
                    </a:cubicBezTo>
                    <a:cubicBezTo>
                      <a:pt x="719" y="82"/>
                      <a:pt x="719" y="82"/>
                      <a:pt x="719" y="82"/>
                    </a:cubicBezTo>
                    <a:cubicBezTo>
                      <a:pt x="714" y="80"/>
                      <a:pt x="714" y="80"/>
                      <a:pt x="714" y="80"/>
                    </a:cubicBezTo>
                    <a:cubicBezTo>
                      <a:pt x="713" y="79"/>
                      <a:pt x="713" y="79"/>
                      <a:pt x="713" y="79"/>
                    </a:cubicBezTo>
                    <a:cubicBezTo>
                      <a:pt x="709" y="77"/>
                      <a:pt x="709" y="77"/>
                      <a:pt x="709" y="77"/>
                    </a:cubicBezTo>
                    <a:cubicBezTo>
                      <a:pt x="708" y="77"/>
                      <a:pt x="708" y="77"/>
                      <a:pt x="708" y="77"/>
                    </a:cubicBezTo>
                    <a:cubicBezTo>
                      <a:pt x="704" y="75"/>
                      <a:pt x="704" y="75"/>
                      <a:pt x="704" y="75"/>
                    </a:cubicBezTo>
                    <a:cubicBezTo>
                      <a:pt x="703" y="74"/>
                      <a:pt x="703" y="74"/>
                      <a:pt x="703" y="74"/>
                    </a:cubicBezTo>
                    <a:cubicBezTo>
                      <a:pt x="698" y="72"/>
                      <a:pt x="698" y="72"/>
                      <a:pt x="698" y="72"/>
                    </a:cubicBezTo>
                    <a:cubicBezTo>
                      <a:pt x="697" y="72"/>
                      <a:pt x="697" y="72"/>
                      <a:pt x="697" y="72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87" y="67"/>
                      <a:pt x="681" y="64"/>
                      <a:pt x="675" y="62"/>
                    </a:cubicBezTo>
                    <a:cubicBezTo>
                      <a:pt x="675" y="62"/>
                      <a:pt x="675" y="62"/>
                      <a:pt x="675" y="62"/>
                    </a:cubicBezTo>
                    <a:cubicBezTo>
                      <a:pt x="670" y="60"/>
                      <a:pt x="670" y="60"/>
                      <a:pt x="670" y="60"/>
                    </a:cubicBezTo>
                    <a:cubicBezTo>
                      <a:pt x="669" y="59"/>
                      <a:pt x="669" y="59"/>
                      <a:pt x="669" y="59"/>
                    </a:cubicBezTo>
                    <a:cubicBezTo>
                      <a:pt x="665" y="57"/>
                      <a:pt x="665" y="57"/>
                      <a:pt x="665" y="57"/>
                    </a:cubicBezTo>
                    <a:cubicBezTo>
                      <a:pt x="664" y="57"/>
                      <a:pt x="664" y="57"/>
                      <a:pt x="664" y="57"/>
                    </a:cubicBezTo>
                    <a:cubicBezTo>
                      <a:pt x="659" y="55"/>
                      <a:pt x="659" y="55"/>
                      <a:pt x="659" y="55"/>
                    </a:cubicBezTo>
                    <a:cubicBezTo>
                      <a:pt x="658" y="55"/>
                      <a:pt x="658" y="55"/>
                      <a:pt x="658" y="55"/>
                    </a:cubicBezTo>
                    <a:cubicBezTo>
                      <a:pt x="654" y="53"/>
                      <a:pt x="654" y="53"/>
                      <a:pt x="654" y="53"/>
                    </a:cubicBezTo>
                    <a:cubicBezTo>
                      <a:pt x="653" y="52"/>
                      <a:pt x="653" y="52"/>
                      <a:pt x="653" y="52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38" y="47"/>
                      <a:pt x="628" y="43"/>
                      <a:pt x="619" y="40"/>
                    </a:cubicBezTo>
                    <a:cubicBezTo>
                      <a:pt x="618" y="40"/>
                      <a:pt x="618" y="40"/>
                      <a:pt x="618" y="40"/>
                    </a:cubicBezTo>
                    <a:cubicBezTo>
                      <a:pt x="613" y="38"/>
                      <a:pt x="613" y="38"/>
                      <a:pt x="613" y="38"/>
                    </a:cubicBezTo>
                    <a:cubicBezTo>
                      <a:pt x="612" y="38"/>
                      <a:pt x="612" y="38"/>
                      <a:pt x="612" y="38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2" y="34"/>
                      <a:pt x="602" y="34"/>
                      <a:pt x="602" y="34"/>
                    </a:cubicBezTo>
                    <a:cubicBezTo>
                      <a:pt x="601" y="34"/>
                      <a:pt x="601" y="34"/>
                      <a:pt x="601" y="34"/>
                    </a:cubicBezTo>
                    <a:cubicBezTo>
                      <a:pt x="596" y="32"/>
                      <a:pt x="596" y="32"/>
                      <a:pt x="596" y="32"/>
                    </a:cubicBezTo>
                    <a:cubicBezTo>
                      <a:pt x="595" y="32"/>
                      <a:pt x="595" y="32"/>
                      <a:pt x="595" y="32"/>
                    </a:cubicBezTo>
                    <a:cubicBezTo>
                      <a:pt x="587" y="29"/>
                      <a:pt x="580" y="27"/>
                      <a:pt x="572" y="25"/>
                    </a:cubicBezTo>
                    <a:cubicBezTo>
                      <a:pt x="571" y="25"/>
                      <a:pt x="571" y="25"/>
                      <a:pt x="571" y="25"/>
                    </a:cubicBezTo>
                    <a:cubicBezTo>
                      <a:pt x="566" y="23"/>
                      <a:pt x="566" y="23"/>
                      <a:pt x="566" y="23"/>
                    </a:cubicBezTo>
                    <a:cubicBezTo>
                      <a:pt x="565" y="23"/>
                      <a:pt x="565" y="23"/>
                      <a:pt x="565" y="23"/>
                    </a:cubicBezTo>
                    <a:cubicBezTo>
                      <a:pt x="560" y="22"/>
                      <a:pt x="560" y="22"/>
                      <a:pt x="560" y="22"/>
                    </a:cubicBezTo>
                    <a:cubicBezTo>
                      <a:pt x="559" y="21"/>
                      <a:pt x="559" y="21"/>
                      <a:pt x="559" y="21"/>
                    </a:cubicBezTo>
                    <a:cubicBezTo>
                      <a:pt x="555" y="20"/>
                      <a:pt x="555" y="20"/>
                      <a:pt x="555" y="20"/>
                    </a:cubicBezTo>
                    <a:cubicBezTo>
                      <a:pt x="553" y="20"/>
                      <a:pt x="553" y="20"/>
                      <a:pt x="553" y="20"/>
                    </a:cubicBezTo>
                    <a:cubicBezTo>
                      <a:pt x="549" y="18"/>
                      <a:pt x="549" y="18"/>
                      <a:pt x="549" y="18"/>
                    </a:cubicBezTo>
                    <a:cubicBezTo>
                      <a:pt x="548" y="18"/>
                      <a:pt x="548" y="18"/>
                      <a:pt x="548" y="18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0" y="14"/>
                      <a:pt x="524" y="12"/>
                      <a:pt x="518" y="11"/>
                    </a:cubicBezTo>
                    <a:cubicBezTo>
                      <a:pt x="517" y="11"/>
                      <a:pt x="517" y="11"/>
                      <a:pt x="517" y="11"/>
                    </a:cubicBezTo>
                    <a:cubicBezTo>
                      <a:pt x="512" y="10"/>
                      <a:pt x="512" y="10"/>
                      <a:pt x="512" y="10"/>
                    </a:cubicBezTo>
                    <a:cubicBezTo>
                      <a:pt x="511" y="9"/>
                      <a:pt x="511" y="9"/>
                      <a:pt x="511" y="9"/>
                    </a:cubicBezTo>
                    <a:cubicBezTo>
                      <a:pt x="506" y="8"/>
                      <a:pt x="506" y="8"/>
                      <a:pt x="506" y="8"/>
                    </a:cubicBezTo>
                    <a:cubicBezTo>
                      <a:pt x="505" y="8"/>
                      <a:pt x="505" y="8"/>
                      <a:pt x="505" y="8"/>
                    </a:cubicBezTo>
                    <a:cubicBezTo>
                      <a:pt x="501" y="7"/>
                      <a:pt x="501" y="7"/>
                      <a:pt x="501" y="7"/>
                    </a:cubicBezTo>
                    <a:cubicBezTo>
                      <a:pt x="499" y="7"/>
                      <a:pt x="499" y="7"/>
                      <a:pt x="499" y="7"/>
                    </a:cubicBezTo>
                    <a:cubicBezTo>
                      <a:pt x="495" y="6"/>
                      <a:pt x="495" y="6"/>
                      <a:pt x="495" y="6"/>
                    </a:cubicBezTo>
                    <a:cubicBezTo>
                      <a:pt x="493" y="6"/>
                      <a:pt x="493" y="6"/>
                      <a:pt x="493" y="6"/>
                    </a:cubicBezTo>
                    <a:cubicBezTo>
                      <a:pt x="489" y="5"/>
                      <a:pt x="489" y="5"/>
                      <a:pt x="489" y="5"/>
                    </a:cubicBezTo>
                    <a:cubicBezTo>
                      <a:pt x="487" y="4"/>
                      <a:pt x="487" y="4"/>
                      <a:pt x="487" y="4"/>
                    </a:cubicBezTo>
                    <a:cubicBezTo>
                      <a:pt x="482" y="4"/>
                      <a:pt x="482" y="4"/>
                      <a:pt x="482" y="4"/>
                    </a:cubicBezTo>
                    <a:cubicBezTo>
                      <a:pt x="481" y="3"/>
                      <a:pt x="481" y="3"/>
                      <a:pt x="481" y="3"/>
                    </a:cubicBezTo>
                    <a:cubicBezTo>
                      <a:pt x="475" y="2"/>
                      <a:pt x="475" y="2"/>
                      <a:pt x="475" y="2"/>
                    </a:cubicBezTo>
                    <a:cubicBezTo>
                      <a:pt x="474" y="2"/>
                      <a:pt x="474" y="2"/>
                      <a:pt x="474" y="2"/>
                    </a:cubicBezTo>
                    <a:cubicBezTo>
                      <a:pt x="462" y="1"/>
                      <a:pt x="450" y="1"/>
                      <a:pt x="438" y="1"/>
                    </a:cubicBezTo>
                    <a:cubicBezTo>
                      <a:pt x="432" y="0"/>
                      <a:pt x="426" y="0"/>
                      <a:pt x="420" y="0"/>
                    </a:cubicBezTo>
                    <a:cubicBezTo>
                      <a:pt x="283" y="0"/>
                      <a:pt x="155" y="38"/>
                      <a:pt x="71" y="118"/>
                    </a:cubicBezTo>
                  </a:path>
                </a:pathLst>
              </a:cu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679205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22"/>
          <p:cNvGrpSpPr>
            <a:grpSpLocks noSelect="1" noChangeAspect="1"/>
          </p:cNvGrpSpPr>
          <p:nvPr/>
        </p:nvGrpSpPr>
        <p:grpSpPr bwMode="gray">
          <a:xfrm>
            <a:off x="2117" y="0"/>
            <a:ext cx="12187767" cy="6858000"/>
            <a:chOff x="1" y="0"/>
            <a:chExt cx="5758" cy="3240"/>
          </a:xfrm>
        </p:grpSpPr>
        <p:sp>
          <p:nvSpPr>
            <p:cNvPr id="15" name="Freeform 23"/>
            <p:cNvSpPr>
              <a:spLocks noSelect="1"/>
            </p:cNvSpPr>
            <p:nvPr/>
          </p:nvSpPr>
          <p:spPr bwMode="gray">
            <a:xfrm>
              <a:off x="1" y="0"/>
              <a:ext cx="5758" cy="324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320"/>
                </a:cxn>
                <a:cxn ang="0">
                  <a:pos x="7680" y="4320"/>
                </a:cxn>
                <a:cxn ang="0">
                  <a:pos x="7680" y="0"/>
                </a:cxn>
                <a:cxn ang="0">
                  <a:pos x="0" y="0"/>
                </a:cxn>
                <a:cxn ang="0">
                  <a:pos x="2798" y="2650"/>
                </a:cxn>
                <a:cxn ang="0">
                  <a:pos x="2551" y="2710"/>
                </a:cxn>
                <a:cxn ang="0">
                  <a:pos x="2030" y="2248"/>
                </a:cxn>
                <a:cxn ang="0">
                  <a:pos x="2315" y="1980"/>
                </a:cxn>
                <a:cxn ang="0">
                  <a:pos x="2363" y="1980"/>
                </a:cxn>
                <a:cxn ang="0">
                  <a:pos x="2777" y="1980"/>
                </a:cxn>
                <a:cxn ang="0">
                  <a:pos x="2706" y="2332"/>
                </a:cxn>
                <a:cxn ang="0">
                  <a:pos x="2528" y="2063"/>
                </a:cxn>
                <a:cxn ang="0">
                  <a:pos x="2502" y="2048"/>
                </a:cxn>
                <a:cxn ang="0">
                  <a:pos x="2363" y="2048"/>
                </a:cxn>
                <a:cxn ang="0">
                  <a:pos x="2356" y="2048"/>
                </a:cxn>
                <a:cxn ang="0">
                  <a:pos x="2336" y="2064"/>
                </a:cxn>
                <a:cxn ang="0">
                  <a:pos x="2332" y="2084"/>
                </a:cxn>
                <a:cxn ang="0">
                  <a:pos x="2332" y="2084"/>
                </a:cxn>
                <a:cxn ang="0">
                  <a:pos x="2259" y="2446"/>
                </a:cxn>
                <a:cxn ang="0">
                  <a:pos x="2272" y="2464"/>
                </a:cxn>
                <a:cxn ang="0">
                  <a:pos x="2362" y="2464"/>
                </a:cxn>
                <a:cxn ang="0">
                  <a:pos x="2379" y="2464"/>
                </a:cxn>
                <a:cxn ang="0">
                  <a:pos x="2399" y="2447"/>
                </a:cxn>
                <a:cxn ang="0">
                  <a:pos x="2440" y="2244"/>
                </a:cxn>
                <a:cxn ang="0">
                  <a:pos x="2453" y="2180"/>
                </a:cxn>
                <a:cxn ang="0">
                  <a:pos x="2631" y="2449"/>
                </a:cxn>
                <a:cxn ang="0">
                  <a:pos x="2657" y="2464"/>
                </a:cxn>
                <a:cxn ang="0">
                  <a:pos x="2803" y="2464"/>
                </a:cxn>
                <a:cxn ang="0">
                  <a:pos x="2823" y="2447"/>
                </a:cxn>
                <a:cxn ang="0">
                  <a:pos x="2853" y="2301"/>
                </a:cxn>
                <a:cxn ang="0">
                  <a:pos x="2907" y="2037"/>
                </a:cxn>
                <a:cxn ang="0">
                  <a:pos x="2901" y="2006"/>
                </a:cxn>
                <a:cxn ang="0">
                  <a:pos x="2812" y="1867"/>
                </a:cxn>
                <a:cxn ang="0">
                  <a:pos x="2786" y="1852"/>
                </a:cxn>
                <a:cxn ang="0">
                  <a:pos x="2365" y="1852"/>
                </a:cxn>
                <a:cxn ang="0">
                  <a:pos x="2137" y="1852"/>
                </a:cxn>
                <a:cxn ang="0">
                  <a:pos x="2135" y="1819"/>
                </a:cxn>
                <a:cxn ang="0">
                  <a:pos x="2551" y="1626"/>
                </a:cxn>
                <a:cxn ang="0">
                  <a:pos x="2644" y="1634"/>
                </a:cxn>
                <a:cxn ang="0">
                  <a:pos x="3016" y="1889"/>
                </a:cxn>
                <a:cxn ang="0">
                  <a:pos x="3093" y="2168"/>
                </a:cxn>
                <a:cxn ang="0">
                  <a:pos x="2798" y="2650"/>
                </a:cxn>
              </a:cxnLst>
              <a:rect l="0" t="0" r="r" b="b"/>
              <a:pathLst>
                <a:path w="7680" h="4320">
                  <a:moveTo>
                    <a:pt x="0" y="0"/>
                  </a:moveTo>
                  <a:cubicBezTo>
                    <a:pt x="0" y="4320"/>
                    <a:pt x="0" y="4320"/>
                    <a:pt x="0" y="4320"/>
                  </a:cubicBezTo>
                  <a:cubicBezTo>
                    <a:pt x="7680" y="4320"/>
                    <a:pt x="7680" y="4320"/>
                    <a:pt x="7680" y="4320"/>
                  </a:cubicBezTo>
                  <a:cubicBezTo>
                    <a:pt x="7680" y="0"/>
                    <a:pt x="7680" y="0"/>
                    <a:pt x="7680" y="0"/>
                  </a:cubicBezTo>
                  <a:lnTo>
                    <a:pt x="0" y="0"/>
                  </a:lnTo>
                  <a:close/>
                  <a:moveTo>
                    <a:pt x="2798" y="2650"/>
                  </a:moveTo>
                  <a:cubicBezTo>
                    <a:pt x="2724" y="2688"/>
                    <a:pt x="2640" y="2710"/>
                    <a:pt x="2551" y="2710"/>
                  </a:cubicBezTo>
                  <a:cubicBezTo>
                    <a:pt x="2240" y="2710"/>
                    <a:pt x="2030" y="2453"/>
                    <a:pt x="2030" y="2248"/>
                  </a:cubicBezTo>
                  <a:cubicBezTo>
                    <a:pt x="2030" y="2046"/>
                    <a:pt x="2169" y="1980"/>
                    <a:pt x="2315" y="1980"/>
                  </a:cubicBezTo>
                  <a:cubicBezTo>
                    <a:pt x="2363" y="1980"/>
                    <a:pt x="2363" y="1980"/>
                    <a:pt x="2363" y="1980"/>
                  </a:cubicBezTo>
                  <a:cubicBezTo>
                    <a:pt x="2777" y="1980"/>
                    <a:pt x="2777" y="1980"/>
                    <a:pt x="2777" y="1980"/>
                  </a:cubicBezTo>
                  <a:cubicBezTo>
                    <a:pt x="2706" y="2332"/>
                    <a:pt x="2706" y="2332"/>
                    <a:pt x="2706" y="2332"/>
                  </a:cubicBezTo>
                  <a:cubicBezTo>
                    <a:pt x="2528" y="2063"/>
                    <a:pt x="2528" y="2063"/>
                    <a:pt x="2528" y="2063"/>
                  </a:cubicBezTo>
                  <a:cubicBezTo>
                    <a:pt x="2523" y="2055"/>
                    <a:pt x="2511" y="2048"/>
                    <a:pt x="2502" y="2048"/>
                  </a:cubicBezTo>
                  <a:cubicBezTo>
                    <a:pt x="2363" y="2048"/>
                    <a:pt x="2363" y="2048"/>
                    <a:pt x="2363" y="2048"/>
                  </a:cubicBezTo>
                  <a:cubicBezTo>
                    <a:pt x="2356" y="2048"/>
                    <a:pt x="2356" y="2048"/>
                    <a:pt x="2356" y="2048"/>
                  </a:cubicBezTo>
                  <a:cubicBezTo>
                    <a:pt x="2347" y="2048"/>
                    <a:pt x="2338" y="2055"/>
                    <a:pt x="2336" y="2064"/>
                  </a:cubicBezTo>
                  <a:cubicBezTo>
                    <a:pt x="2332" y="2084"/>
                    <a:pt x="2332" y="2084"/>
                    <a:pt x="2332" y="2084"/>
                  </a:cubicBezTo>
                  <a:cubicBezTo>
                    <a:pt x="2332" y="2084"/>
                    <a:pt x="2332" y="2084"/>
                    <a:pt x="2332" y="2084"/>
                  </a:cubicBezTo>
                  <a:cubicBezTo>
                    <a:pt x="2259" y="2446"/>
                    <a:pt x="2259" y="2446"/>
                    <a:pt x="2259" y="2446"/>
                  </a:cubicBezTo>
                  <a:cubicBezTo>
                    <a:pt x="2257" y="2455"/>
                    <a:pt x="2263" y="2464"/>
                    <a:pt x="2272" y="2464"/>
                  </a:cubicBezTo>
                  <a:cubicBezTo>
                    <a:pt x="2362" y="2464"/>
                    <a:pt x="2362" y="2464"/>
                    <a:pt x="2362" y="2464"/>
                  </a:cubicBezTo>
                  <a:cubicBezTo>
                    <a:pt x="2379" y="2464"/>
                    <a:pt x="2379" y="2464"/>
                    <a:pt x="2379" y="2464"/>
                  </a:cubicBezTo>
                  <a:cubicBezTo>
                    <a:pt x="2388" y="2464"/>
                    <a:pt x="2397" y="2456"/>
                    <a:pt x="2399" y="2447"/>
                  </a:cubicBezTo>
                  <a:cubicBezTo>
                    <a:pt x="2440" y="2244"/>
                    <a:pt x="2440" y="2244"/>
                    <a:pt x="2440" y="2244"/>
                  </a:cubicBezTo>
                  <a:cubicBezTo>
                    <a:pt x="2453" y="2180"/>
                    <a:pt x="2453" y="2180"/>
                    <a:pt x="2453" y="2180"/>
                  </a:cubicBezTo>
                  <a:cubicBezTo>
                    <a:pt x="2631" y="2449"/>
                    <a:pt x="2631" y="2449"/>
                    <a:pt x="2631" y="2449"/>
                  </a:cubicBezTo>
                  <a:cubicBezTo>
                    <a:pt x="2636" y="2457"/>
                    <a:pt x="2648" y="2464"/>
                    <a:pt x="2657" y="2464"/>
                  </a:cubicBezTo>
                  <a:cubicBezTo>
                    <a:pt x="2803" y="2464"/>
                    <a:pt x="2803" y="2464"/>
                    <a:pt x="2803" y="2464"/>
                  </a:cubicBezTo>
                  <a:cubicBezTo>
                    <a:pt x="2812" y="2464"/>
                    <a:pt x="2822" y="2456"/>
                    <a:pt x="2823" y="2447"/>
                  </a:cubicBezTo>
                  <a:cubicBezTo>
                    <a:pt x="2853" y="2301"/>
                    <a:pt x="2853" y="2301"/>
                    <a:pt x="2853" y="2301"/>
                  </a:cubicBezTo>
                  <a:cubicBezTo>
                    <a:pt x="2907" y="2037"/>
                    <a:pt x="2907" y="2037"/>
                    <a:pt x="2907" y="2037"/>
                  </a:cubicBezTo>
                  <a:cubicBezTo>
                    <a:pt x="2909" y="2028"/>
                    <a:pt x="2906" y="2014"/>
                    <a:pt x="2901" y="2006"/>
                  </a:cubicBezTo>
                  <a:cubicBezTo>
                    <a:pt x="2812" y="1867"/>
                    <a:pt x="2812" y="1867"/>
                    <a:pt x="2812" y="1867"/>
                  </a:cubicBezTo>
                  <a:cubicBezTo>
                    <a:pt x="2807" y="1859"/>
                    <a:pt x="2796" y="1852"/>
                    <a:pt x="2786" y="1852"/>
                  </a:cubicBezTo>
                  <a:cubicBezTo>
                    <a:pt x="2365" y="1852"/>
                    <a:pt x="2365" y="1852"/>
                    <a:pt x="2365" y="1852"/>
                  </a:cubicBezTo>
                  <a:cubicBezTo>
                    <a:pt x="2137" y="1852"/>
                    <a:pt x="2137" y="1852"/>
                    <a:pt x="2137" y="1852"/>
                  </a:cubicBezTo>
                  <a:cubicBezTo>
                    <a:pt x="2113" y="1852"/>
                    <a:pt x="2116" y="1843"/>
                    <a:pt x="2135" y="1819"/>
                  </a:cubicBezTo>
                  <a:cubicBezTo>
                    <a:pt x="2235" y="1701"/>
                    <a:pt x="2384" y="1626"/>
                    <a:pt x="2551" y="1626"/>
                  </a:cubicBezTo>
                  <a:cubicBezTo>
                    <a:pt x="2583" y="1626"/>
                    <a:pt x="2614" y="1629"/>
                    <a:pt x="2644" y="1634"/>
                  </a:cubicBezTo>
                  <a:cubicBezTo>
                    <a:pt x="2802" y="1661"/>
                    <a:pt x="2936" y="1757"/>
                    <a:pt x="3016" y="1889"/>
                  </a:cubicBezTo>
                  <a:cubicBezTo>
                    <a:pt x="3064" y="1971"/>
                    <a:pt x="3093" y="2066"/>
                    <a:pt x="3093" y="2168"/>
                  </a:cubicBezTo>
                  <a:cubicBezTo>
                    <a:pt x="3093" y="2378"/>
                    <a:pt x="2973" y="2560"/>
                    <a:pt x="2798" y="265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16" name="Freeform 24"/>
            <p:cNvSpPr>
              <a:spLocks noSelect="1"/>
            </p:cNvSpPr>
            <p:nvPr/>
          </p:nvSpPr>
          <p:spPr bwMode="gray">
            <a:xfrm>
              <a:off x="2492" y="1331"/>
              <a:ext cx="1280" cy="232"/>
            </a:xfrm>
            <a:custGeom>
              <a:avLst/>
              <a:gdLst/>
              <a:ahLst/>
              <a:cxnLst>
                <a:cxn ang="0">
                  <a:pos x="913" y="197"/>
                </a:cxn>
                <a:cxn ang="0">
                  <a:pos x="863" y="197"/>
                </a:cxn>
                <a:cxn ang="0">
                  <a:pos x="811" y="269"/>
                </a:cxn>
                <a:cxn ang="0">
                  <a:pos x="48" y="298"/>
                </a:cxn>
                <a:cxn ang="0">
                  <a:pos x="134" y="175"/>
                </a:cxn>
                <a:cxn ang="0">
                  <a:pos x="176" y="305"/>
                </a:cxn>
                <a:cxn ang="0">
                  <a:pos x="109" y="85"/>
                </a:cxn>
                <a:cxn ang="0">
                  <a:pos x="37" y="90"/>
                </a:cxn>
                <a:cxn ang="0">
                  <a:pos x="0" y="298"/>
                </a:cxn>
                <a:cxn ang="0">
                  <a:pos x="996" y="305"/>
                </a:cxn>
                <a:cxn ang="0">
                  <a:pos x="1050" y="129"/>
                </a:cxn>
                <a:cxn ang="0">
                  <a:pos x="1094" y="305"/>
                </a:cxn>
                <a:cxn ang="0">
                  <a:pos x="1136" y="168"/>
                </a:cxn>
                <a:cxn ang="0">
                  <a:pos x="997" y="96"/>
                </a:cxn>
                <a:cxn ang="0">
                  <a:pos x="954" y="96"/>
                </a:cxn>
                <a:cxn ang="0">
                  <a:pos x="996" y="305"/>
                </a:cxn>
                <a:cxn ang="0">
                  <a:pos x="367" y="200"/>
                </a:cxn>
                <a:cxn ang="0">
                  <a:pos x="321" y="126"/>
                </a:cxn>
                <a:cxn ang="0">
                  <a:pos x="312" y="310"/>
                </a:cxn>
                <a:cxn ang="0">
                  <a:pos x="379" y="305"/>
                </a:cxn>
                <a:cxn ang="0">
                  <a:pos x="415" y="96"/>
                </a:cxn>
                <a:cxn ang="0">
                  <a:pos x="375" y="96"/>
                </a:cxn>
                <a:cxn ang="0">
                  <a:pos x="1275" y="126"/>
                </a:cxn>
                <a:cxn ang="0">
                  <a:pos x="1276" y="269"/>
                </a:cxn>
                <a:cxn ang="0">
                  <a:pos x="1266" y="85"/>
                </a:cxn>
                <a:cxn ang="0">
                  <a:pos x="1323" y="277"/>
                </a:cxn>
                <a:cxn ang="0">
                  <a:pos x="1363" y="305"/>
                </a:cxn>
                <a:cxn ang="0">
                  <a:pos x="1363" y="90"/>
                </a:cxn>
                <a:cxn ang="0">
                  <a:pos x="1326" y="115"/>
                </a:cxn>
                <a:cxn ang="0">
                  <a:pos x="618" y="100"/>
                </a:cxn>
                <a:cxn ang="0">
                  <a:pos x="660" y="305"/>
                </a:cxn>
                <a:cxn ang="0">
                  <a:pos x="660" y="90"/>
                </a:cxn>
                <a:cxn ang="0">
                  <a:pos x="1421" y="11"/>
                </a:cxn>
                <a:cxn ang="0">
                  <a:pos x="1463" y="305"/>
                </a:cxn>
                <a:cxn ang="0">
                  <a:pos x="1463" y="1"/>
                </a:cxn>
                <a:cxn ang="0">
                  <a:pos x="642" y="6"/>
                </a:cxn>
                <a:cxn ang="0">
                  <a:pos x="670" y="34"/>
                </a:cxn>
                <a:cxn ang="0">
                  <a:pos x="539" y="270"/>
                </a:cxn>
                <a:cxn ang="0">
                  <a:pos x="563" y="129"/>
                </a:cxn>
                <a:cxn ang="0">
                  <a:pos x="563" y="90"/>
                </a:cxn>
                <a:cxn ang="0">
                  <a:pos x="512" y="27"/>
                </a:cxn>
                <a:cxn ang="0">
                  <a:pos x="470" y="250"/>
                </a:cxn>
                <a:cxn ang="0">
                  <a:pos x="573" y="296"/>
                </a:cxn>
                <a:cxn ang="0">
                  <a:pos x="1610" y="125"/>
                </a:cxn>
                <a:cxn ang="0">
                  <a:pos x="1614" y="310"/>
                </a:cxn>
                <a:cxn ang="0">
                  <a:pos x="1681" y="259"/>
                </a:cxn>
                <a:cxn ang="0">
                  <a:pos x="1562" y="215"/>
                </a:cxn>
                <a:cxn ang="0">
                  <a:pos x="1706" y="196"/>
                </a:cxn>
                <a:cxn ang="0">
                  <a:pos x="1614" y="310"/>
                </a:cxn>
              </a:cxnLst>
              <a:rect l="0" t="0" r="r" b="b"/>
              <a:pathLst>
                <a:path w="1707" h="310">
                  <a:moveTo>
                    <a:pt x="708" y="197"/>
                  </a:moveTo>
                  <a:cubicBezTo>
                    <a:pt x="708" y="134"/>
                    <a:pt x="746" y="85"/>
                    <a:pt x="810" y="85"/>
                  </a:cubicBezTo>
                  <a:cubicBezTo>
                    <a:pt x="874" y="85"/>
                    <a:pt x="913" y="134"/>
                    <a:pt x="913" y="197"/>
                  </a:cubicBezTo>
                  <a:cubicBezTo>
                    <a:pt x="913" y="263"/>
                    <a:pt x="871" y="310"/>
                    <a:pt x="810" y="310"/>
                  </a:cubicBezTo>
                  <a:cubicBezTo>
                    <a:pt x="748" y="310"/>
                    <a:pt x="708" y="263"/>
                    <a:pt x="708" y="197"/>
                  </a:cubicBezTo>
                  <a:moveTo>
                    <a:pt x="863" y="197"/>
                  </a:moveTo>
                  <a:cubicBezTo>
                    <a:pt x="863" y="155"/>
                    <a:pt x="842" y="126"/>
                    <a:pt x="810" y="126"/>
                  </a:cubicBezTo>
                  <a:cubicBezTo>
                    <a:pt x="777" y="126"/>
                    <a:pt x="758" y="156"/>
                    <a:pt x="758" y="197"/>
                  </a:cubicBezTo>
                  <a:cubicBezTo>
                    <a:pt x="758" y="235"/>
                    <a:pt x="775" y="269"/>
                    <a:pt x="811" y="269"/>
                  </a:cubicBezTo>
                  <a:cubicBezTo>
                    <a:pt x="843" y="269"/>
                    <a:pt x="863" y="239"/>
                    <a:pt x="863" y="197"/>
                  </a:cubicBezTo>
                  <a:moveTo>
                    <a:pt x="42" y="305"/>
                  </a:moveTo>
                  <a:cubicBezTo>
                    <a:pt x="45" y="305"/>
                    <a:pt x="48" y="302"/>
                    <a:pt x="48" y="298"/>
                  </a:cubicBezTo>
                  <a:cubicBezTo>
                    <a:pt x="48" y="191"/>
                    <a:pt x="48" y="191"/>
                    <a:pt x="48" y="191"/>
                  </a:cubicBezTo>
                  <a:cubicBezTo>
                    <a:pt x="48" y="151"/>
                    <a:pt x="71" y="129"/>
                    <a:pt x="96" y="129"/>
                  </a:cubicBezTo>
                  <a:cubicBezTo>
                    <a:pt x="115" y="129"/>
                    <a:pt x="134" y="139"/>
                    <a:pt x="134" y="175"/>
                  </a:cubicBezTo>
                  <a:cubicBezTo>
                    <a:pt x="134" y="298"/>
                    <a:pt x="134" y="298"/>
                    <a:pt x="134" y="298"/>
                  </a:cubicBezTo>
                  <a:cubicBezTo>
                    <a:pt x="134" y="302"/>
                    <a:pt x="137" y="305"/>
                    <a:pt x="140" y="305"/>
                  </a:cubicBezTo>
                  <a:cubicBezTo>
                    <a:pt x="176" y="305"/>
                    <a:pt x="176" y="305"/>
                    <a:pt x="176" y="305"/>
                  </a:cubicBezTo>
                  <a:cubicBezTo>
                    <a:pt x="179" y="305"/>
                    <a:pt x="182" y="302"/>
                    <a:pt x="182" y="298"/>
                  </a:cubicBezTo>
                  <a:cubicBezTo>
                    <a:pt x="182" y="168"/>
                    <a:pt x="182" y="168"/>
                    <a:pt x="182" y="168"/>
                  </a:cubicBezTo>
                  <a:cubicBezTo>
                    <a:pt x="182" y="109"/>
                    <a:pt x="150" y="85"/>
                    <a:pt x="109" y="85"/>
                  </a:cubicBezTo>
                  <a:cubicBezTo>
                    <a:pt x="83" y="85"/>
                    <a:pt x="59" y="100"/>
                    <a:pt x="45" y="118"/>
                  </a:cubicBezTo>
                  <a:cubicBezTo>
                    <a:pt x="43" y="96"/>
                    <a:pt x="43" y="96"/>
                    <a:pt x="43" y="96"/>
                  </a:cubicBezTo>
                  <a:cubicBezTo>
                    <a:pt x="43" y="93"/>
                    <a:pt x="40" y="90"/>
                    <a:pt x="37" y="90"/>
                  </a:cubicBezTo>
                  <a:cubicBezTo>
                    <a:pt x="6" y="90"/>
                    <a:pt x="6" y="90"/>
                    <a:pt x="6" y="90"/>
                  </a:cubicBezTo>
                  <a:cubicBezTo>
                    <a:pt x="3" y="90"/>
                    <a:pt x="0" y="93"/>
                    <a:pt x="0" y="96"/>
                  </a:cubicBezTo>
                  <a:cubicBezTo>
                    <a:pt x="0" y="298"/>
                    <a:pt x="0" y="298"/>
                    <a:pt x="0" y="298"/>
                  </a:cubicBezTo>
                  <a:cubicBezTo>
                    <a:pt x="0" y="302"/>
                    <a:pt x="3" y="305"/>
                    <a:pt x="6" y="305"/>
                  </a:cubicBezTo>
                  <a:lnTo>
                    <a:pt x="42" y="305"/>
                  </a:lnTo>
                  <a:close/>
                  <a:moveTo>
                    <a:pt x="996" y="305"/>
                  </a:moveTo>
                  <a:cubicBezTo>
                    <a:pt x="999" y="305"/>
                    <a:pt x="1002" y="302"/>
                    <a:pt x="1002" y="298"/>
                  </a:cubicBezTo>
                  <a:cubicBezTo>
                    <a:pt x="1002" y="191"/>
                    <a:pt x="1002" y="191"/>
                    <a:pt x="1002" y="191"/>
                  </a:cubicBezTo>
                  <a:cubicBezTo>
                    <a:pt x="1002" y="151"/>
                    <a:pt x="1025" y="129"/>
                    <a:pt x="1050" y="129"/>
                  </a:cubicBezTo>
                  <a:cubicBezTo>
                    <a:pt x="1069" y="129"/>
                    <a:pt x="1088" y="139"/>
                    <a:pt x="1088" y="175"/>
                  </a:cubicBezTo>
                  <a:cubicBezTo>
                    <a:pt x="1088" y="298"/>
                    <a:pt x="1088" y="298"/>
                    <a:pt x="1088" y="298"/>
                  </a:cubicBezTo>
                  <a:cubicBezTo>
                    <a:pt x="1088" y="302"/>
                    <a:pt x="1090" y="305"/>
                    <a:pt x="1094" y="305"/>
                  </a:cubicBezTo>
                  <a:cubicBezTo>
                    <a:pt x="1130" y="305"/>
                    <a:pt x="1130" y="305"/>
                    <a:pt x="1130" y="305"/>
                  </a:cubicBezTo>
                  <a:cubicBezTo>
                    <a:pt x="1133" y="305"/>
                    <a:pt x="1136" y="302"/>
                    <a:pt x="1136" y="298"/>
                  </a:cubicBezTo>
                  <a:cubicBezTo>
                    <a:pt x="1136" y="168"/>
                    <a:pt x="1136" y="168"/>
                    <a:pt x="1136" y="168"/>
                  </a:cubicBezTo>
                  <a:cubicBezTo>
                    <a:pt x="1136" y="109"/>
                    <a:pt x="1104" y="85"/>
                    <a:pt x="1063" y="85"/>
                  </a:cubicBezTo>
                  <a:cubicBezTo>
                    <a:pt x="1037" y="85"/>
                    <a:pt x="1013" y="100"/>
                    <a:pt x="999" y="118"/>
                  </a:cubicBezTo>
                  <a:cubicBezTo>
                    <a:pt x="997" y="96"/>
                    <a:pt x="997" y="96"/>
                    <a:pt x="997" y="96"/>
                  </a:cubicBezTo>
                  <a:cubicBezTo>
                    <a:pt x="996" y="93"/>
                    <a:pt x="994" y="90"/>
                    <a:pt x="990" y="90"/>
                  </a:cubicBezTo>
                  <a:cubicBezTo>
                    <a:pt x="960" y="90"/>
                    <a:pt x="960" y="90"/>
                    <a:pt x="960" y="90"/>
                  </a:cubicBezTo>
                  <a:cubicBezTo>
                    <a:pt x="957" y="90"/>
                    <a:pt x="954" y="93"/>
                    <a:pt x="954" y="96"/>
                  </a:cubicBezTo>
                  <a:cubicBezTo>
                    <a:pt x="954" y="298"/>
                    <a:pt x="954" y="298"/>
                    <a:pt x="954" y="298"/>
                  </a:cubicBezTo>
                  <a:cubicBezTo>
                    <a:pt x="954" y="302"/>
                    <a:pt x="957" y="305"/>
                    <a:pt x="960" y="305"/>
                  </a:cubicBezTo>
                  <a:lnTo>
                    <a:pt x="996" y="305"/>
                  </a:lnTo>
                  <a:close/>
                  <a:moveTo>
                    <a:pt x="321" y="126"/>
                  </a:moveTo>
                  <a:cubicBezTo>
                    <a:pt x="343" y="126"/>
                    <a:pt x="367" y="142"/>
                    <a:pt x="367" y="190"/>
                  </a:cubicBezTo>
                  <a:cubicBezTo>
                    <a:pt x="367" y="200"/>
                    <a:pt x="367" y="200"/>
                    <a:pt x="367" y="200"/>
                  </a:cubicBezTo>
                  <a:cubicBezTo>
                    <a:pt x="367" y="255"/>
                    <a:pt x="340" y="269"/>
                    <a:pt x="322" y="269"/>
                  </a:cubicBezTo>
                  <a:cubicBezTo>
                    <a:pt x="290" y="269"/>
                    <a:pt x="272" y="235"/>
                    <a:pt x="272" y="197"/>
                  </a:cubicBezTo>
                  <a:cubicBezTo>
                    <a:pt x="272" y="154"/>
                    <a:pt x="292" y="126"/>
                    <a:pt x="321" y="126"/>
                  </a:cubicBezTo>
                  <a:moveTo>
                    <a:pt x="312" y="85"/>
                  </a:moveTo>
                  <a:cubicBezTo>
                    <a:pt x="266" y="85"/>
                    <a:pt x="222" y="122"/>
                    <a:pt x="222" y="197"/>
                  </a:cubicBezTo>
                  <a:cubicBezTo>
                    <a:pt x="222" y="259"/>
                    <a:pt x="255" y="310"/>
                    <a:pt x="312" y="310"/>
                  </a:cubicBezTo>
                  <a:cubicBezTo>
                    <a:pt x="337" y="310"/>
                    <a:pt x="359" y="294"/>
                    <a:pt x="369" y="277"/>
                  </a:cubicBezTo>
                  <a:cubicBezTo>
                    <a:pt x="372" y="298"/>
                    <a:pt x="372" y="298"/>
                    <a:pt x="372" y="298"/>
                  </a:cubicBezTo>
                  <a:cubicBezTo>
                    <a:pt x="373" y="302"/>
                    <a:pt x="376" y="305"/>
                    <a:pt x="379" y="305"/>
                  </a:cubicBezTo>
                  <a:cubicBezTo>
                    <a:pt x="409" y="305"/>
                    <a:pt x="409" y="305"/>
                    <a:pt x="409" y="305"/>
                  </a:cubicBezTo>
                  <a:cubicBezTo>
                    <a:pt x="412" y="305"/>
                    <a:pt x="415" y="302"/>
                    <a:pt x="415" y="298"/>
                  </a:cubicBezTo>
                  <a:cubicBezTo>
                    <a:pt x="415" y="96"/>
                    <a:pt x="415" y="96"/>
                    <a:pt x="415" y="96"/>
                  </a:cubicBezTo>
                  <a:cubicBezTo>
                    <a:pt x="415" y="93"/>
                    <a:pt x="412" y="90"/>
                    <a:pt x="409" y="90"/>
                  </a:cubicBezTo>
                  <a:cubicBezTo>
                    <a:pt x="381" y="90"/>
                    <a:pt x="381" y="90"/>
                    <a:pt x="381" y="90"/>
                  </a:cubicBezTo>
                  <a:cubicBezTo>
                    <a:pt x="378" y="90"/>
                    <a:pt x="375" y="93"/>
                    <a:pt x="375" y="96"/>
                  </a:cubicBezTo>
                  <a:cubicBezTo>
                    <a:pt x="372" y="115"/>
                    <a:pt x="372" y="115"/>
                    <a:pt x="372" y="115"/>
                  </a:cubicBezTo>
                  <a:cubicBezTo>
                    <a:pt x="359" y="98"/>
                    <a:pt x="339" y="85"/>
                    <a:pt x="312" y="85"/>
                  </a:cubicBezTo>
                  <a:moveTo>
                    <a:pt x="1275" y="126"/>
                  </a:moveTo>
                  <a:cubicBezTo>
                    <a:pt x="1297" y="126"/>
                    <a:pt x="1321" y="142"/>
                    <a:pt x="1321" y="190"/>
                  </a:cubicBezTo>
                  <a:cubicBezTo>
                    <a:pt x="1321" y="200"/>
                    <a:pt x="1321" y="200"/>
                    <a:pt x="1321" y="200"/>
                  </a:cubicBezTo>
                  <a:cubicBezTo>
                    <a:pt x="1321" y="255"/>
                    <a:pt x="1294" y="269"/>
                    <a:pt x="1276" y="269"/>
                  </a:cubicBezTo>
                  <a:cubicBezTo>
                    <a:pt x="1244" y="269"/>
                    <a:pt x="1226" y="235"/>
                    <a:pt x="1226" y="197"/>
                  </a:cubicBezTo>
                  <a:cubicBezTo>
                    <a:pt x="1226" y="154"/>
                    <a:pt x="1246" y="126"/>
                    <a:pt x="1275" y="126"/>
                  </a:cubicBezTo>
                  <a:moveTo>
                    <a:pt x="1266" y="85"/>
                  </a:moveTo>
                  <a:cubicBezTo>
                    <a:pt x="1220" y="85"/>
                    <a:pt x="1176" y="122"/>
                    <a:pt x="1176" y="197"/>
                  </a:cubicBezTo>
                  <a:cubicBezTo>
                    <a:pt x="1176" y="259"/>
                    <a:pt x="1209" y="310"/>
                    <a:pt x="1266" y="310"/>
                  </a:cubicBezTo>
                  <a:cubicBezTo>
                    <a:pt x="1291" y="310"/>
                    <a:pt x="1313" y="294"/>
                    <a:pt x="1323" y="277"/>
                  </a:cubicBezTo>
                  <a:cubicBezTo>
                    <a:pt x="1327" y="298"/>
                    <a:pt x="1327" y="298"/>
                    <a:pt x="1327" y="298"/>
                  </a:cubicBezTo>
                  <a:cubicBezTo>
                    <a:pt x="1327" y="302"/>
                    <a:pt x="1330" y="305"/>
                    <a:pt x="1333" y="305"/>
                  </a:cubicBezTo>
                  <a:cubicBezTo>
                    <a:pt x="1363" y="305"/>
                    <a:pt x="1363" y="305"/>
                    <a:pt x="1363" y="305"/>
                  </a:cubicBezTo>
                  <a:cubicBezTo>
                    <a:pt x="1366" y="305"/>
                    <a:pt x="1369" y="302"/>
                    <a:pt x="1369" y="298"/>
                  </a:cubicBezTo>
                  <a:cubicBezTo>
                    <a:pt x="1369" y="96"/>
                    <a:pt x="1369" y="96"/>
                    <a:pt x="1369" y="96"/>
                  </a:cubicBezTo>
                  <a:cubicBezTo>
                    <a:pt x="1369" y="93"/>
                    <a:pt x="1366" y="90"/>
                    <a:pt x="1363" y="90"/>
                  </a:cubicBezTo>
                  <a:cubicBezTo>
                    <a:pt x="1335" y="90"/>
                    <a:pt x="1335" y="90"/>
                    <a:pt x="1335" y="90"/>
                  </a:cubicBezTo>
                  <a:cubicBezTo>
                    <a:pt x="1332" y="90"/>
                    <a:pt x="1329" y="93"/>
                    <a:pt x="1329" y="96"/>
                  </a:cubicBezTo>
                  <a:cubicBezTo>
                    <a:pt x="1326" y="115"/>
                    <a:pt x="1326" y="115"/>
                    <a:pt x="1326" y="115"/>
                  </a:cubicBezTo>
                  <a:cubicBezTo>
                    <a:pt x="1313" y="98"/>
                    <a:pt x="1293" y="85"/>
                    <a:pt x="1266" y="85"/>
                  </a:cubicBezTo>
                  <a:moveTo>
                    <a:pt x="624" y="94"/>
                  </a:moveTo>
                  <a:cubicBezTo>
                    <a:pt x="621" y="94"/>
                    <a:pt x="618" y="96"/>
                    <a:pt x="618" y="100"/>
                  </a:cubicBezTo>
                  <a:cubicBezTo>
                    <a:pt x="618" y="298"/>
                    <a:pt x="618" y="298"/>
                    <a:pt x="618" y="298"/>
                  </a:cubicBezTo>
                  <a:cubicBezTo>
                    <a:pt x="618" y="302"/>
                    <a:pt x="621" y="305"/>
                    <a:pt x="624" y="305"/>
                  </a:cubicBezTo>
                  <a:cubicBezTo>
                    <a:pt x="660" y="305"/>
                    <a:pt x="660" y="305"/>
                    <a:pt x="660" y="305"/>
                  </a:cubicBezTo>
                  <a:cubicBezTo>
                    <a:pt x="663" y="305"/>
                    <a:pt x="666" y="302"/>
                    <a:pt x="666" y="298"/>
                  </a:cubicBezTo>
                  <a:cubicBezTo>
                    <a:pt x="666" y="96"/>
                    <a:pt x="666" y="96"/>
                    <a:pt x="666" y="96"/>
                  </a:cubicBezTo>
                  <a:cubicBezTo>
                    <a:pt x="666" y="93"/>
                    <a:pt x="663" y="90"/>
                    <a:pt x="660" y="90"/>
                  </a:cubicBezTo>
                  <a:lnTo>
                    <a:pt x="624" y="94"/>
                  </a:lnTo>
                  <a:close/>
                  <a:moveTo>
                    <a:pt x="1427" y="4"/>
                  </a:moveTo>
                  <a:cubicBezTo>
                    <a:pt x="1424" y="5"/>
                    <a:pt x="1421" y="7"/>
                    <a:pt x="1421" y="11"/>
                  </a:cubicBezTo>
                  <a:cubicBezTo>
                    <a:pt x="1421" y="298"/>
                    <a:pt x="1421" y="298"/>
                    <a:pt x="1421" y="298"/>
                  </a:cubicBezTo>
                  <a:cubicBezTo>
                    <a:pt x="1421" y="302"/>
                    <a:pt x="1424" y="305"/>
                    <a:pt x="1427" y="305"/>
                  </a:cubicBezTo>
                  <a:cubicBezTo>
                    <a:pt x="1463" y="305"/>
                    <a:pt x="1463" y="305"/>
                    <a:pt x="1463" y="305"/>
                  </a:cubicBezTo>
                  <a:cubicBezTo>
                    <a:pt x="1466" y="305"/>
                    <a:pt x="1469" y="302"/>
                    <a:pt x="1469" y="298"/>
                  </a:cubicBezTo>
                  <a:cubicBezTo>
                    <a:pt x="1469" y="7"/>
                    <a:pt x="1469" y="7"/>
                    <a:pt x="1469" y="7"/>
                  </a:cubicBezTo>
                  <a:cubicBezTo>
                    <a:pt x="1469" y="4"/>
                    <a:pt x="1466" y="0"/>
                    <a:pt x="1463" y="1"/>
                  </a:cubicBezTo>
                  <a:lnTo>
                    <a:pt x="1427" y="4"/>
                  </a:lnTo>
                  <a:close/>
                  <a:moveTo>
                    <a:pt x="670" y="34"/>
                  </a:moveTo>
                  <a:cubicBezTo>
                    <a:pt x="670" y="18"/>
                    <a:pt x="657" y="6"/>
                    <a:pt x="642" y="6"/>
                  </a:cubicBezTo>
                  <a:cubicBezTo>
                    <a:pt x="626" y="6"/>
                    <a:pt x="613" y="18"/>
                    <a:pt x="613" y="34"/>
                  </a:cubicBezTo>
                  <a:cubicBezTo>
                    <a:pt x="613" y="50"/>
                    <a:pt x="626" y="62"/>
                    <a:pt x="642" y="62"/>
                  </a:cubicBezTo>
                  <a:cubicBezTo>
                    <a:pt x="657" y="62"/>
                    <a:pt x="670" y="50"/>
                    <a:pt x="670" y="34"/>
                  </a:cubicBezTo>
                  <a:moveTo>
                    <a:pt x="569" y="270"/>
                  </a:moveTo>
                  <a:cubicBezTo>
                    <a:pt x="568" y="265"/>
                    <a:pt x="565" y="264"/>
                    <a:pt x="559" y="266"/>
                  </a:cubicBezTo>
                  <a:cubicBezTo>
                    <a:pt x="556" y="267"/>
                    <a:pt x="545" y="270"/>
                    <a:pt x="539" y="270"/>
                  </a:cubicBezTo>
                  <a:cubicBezTo>
                    <a:pt x="524" y="270"/>
                    <a:pt x="518" y="265"/>
                    <a:pt x="518" y="245"/>
                  </a:cubicBezTo>
                  <a:cubicBezTo>
                    <a:pt x="518" y="129"/>
                    <a:pt x="518" y="129"/>
                    <a:pt x="518" y="129"/>
                  </a:cubicBezTo>
                  <a:cubicBezTo>
                    <a:pt x="563" y="129"/>
                    <a:pt x="563" y="129"/>
                    <a:pt x="563" y="129"/>
                  </a:cubicBezTo>
                  <a:cubicBezTo>
                    <a:pt x="566" y="129"/>
                    <a:pt x="569" y="126"/>
                    <a:pt x="569" y="123"/>
                  </a:cubicBezTo>
                  <a:cubicBezTo>
                    <a:pt x="569" y="96"/>
                    <a:pt x="569" y="96"/>
                    <a:pt x="569" y="96"/>
                  </a:cubicBezTo>
                  <a:cubicBezTo>
                    <a:pt x="569" y="93"/>
                    <a:pt x="566" y="90"/>
                    <a:pt x="563" y="90"/>
                  </a:cubicBezTo>
                  <a:cubicBezTo>
                    <a:pt x="518" y="90"/>
                    <a:pt x="518" y="90"/>
                    <a:pt x="518" y="90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5" y="26"/>
                    <a:pt x="512" y="27"/>
                  </a:cubicBezTo>
                  <a:cubicBezTo>
                    <a:pt x="476" y="30"/>
                    <a:pt x="476" y="30"/>
                    <a:pt x="476" y="30"/>
                  </a:cubicBezTo>
                  <a:cubicBezTo>
                    <a:pt x="473" y="30"/>
                    <a:pt x="470" y="33"/>
                    <a:pt x="470" y="36"/>
                  </a:cubicBezTo>
                  <a:cubicBezTo>
                    <a:pt x="470" y="250"/>
                    <a:pt x="470" y="250"/>
                    <a:pt x="470" y="250"/>
                  </a:cubicBezTo>
                  <a:cubicBezTo>
                    <a:pt x="470" y="285"/>
                    <a:pt x="486" y="310"/>
                    <a:pt x="528" y="310"/>
                  </a:cubicBezTo>
                  <a:cubicBezTo>
                    <a:pt x="541" y="310"/>
                    <a:pt x="557" y="308"/>
                    <a:pt x="569" y="302"/>
                  </a:cubicBezTo>
                  <a:cubicBezTo>
                    <a:pt x="571" y="301"/>
                    <a:pt x="573" y="300"/>
                    <a:pt x="573" y="296"/>
                  </a:cubicBezTo>
                  <a:lnTo>
                    <a:pt x="569" y="270"/>
                  </a:lnTo>
                  <a:close/>
                  <a:moveTo>
                    <a:pt x="1562" y="179"/>
                  </a:moveTo>
                  <a:cubicBezTo>
                    <a:pt x="1565" y="155"/>
                    <a:pt x="1577" y="125"/>
                    <a:pt x="1610" y="125"/>
                  </a:cubicBezTo>
                  <a:cubicBezTo>
                    <a:pt x="1644" y="125"/>
                    <a:pt x="1656" y="152"/>
                    <a:pt x="1658" y="179"/>
                  </a:cubicBezTo>
                  <a:lnTo>
                    <a:pt x="1562" y="179"/>
                  </a:lnTo>
                  <a:close/>
                  <a:moveTo>
                    <a:pt x="1614" y="310"/>
                  </a:moveTo>
                  <a:cubicBezTo>
                    <a:pt x="1645" y="310"/>
                    <a:pt x="1669" y="302"/>
                    <a:pt x="1688" y="292"/>
                  </a:cubicBezTo>
                  <a:cubicBezTo>
                    <a:pt x="1691" y="290"/>
                    <a:pt x="1693" y="287"/>
                    <a:pt x="1691" y="284"/>
                  </a:cubicBezTo>
                  <a:cubicBezTo>
                    <a:pt x="1681" y="259"/>
                    <a:pt x="1681" y="259"/>
                    <a:pt x="1681" y="259"/>
                  </a:cubicBezTo>
                  <a:cubicBezTo>
                    <a:pt x="1680" y="256"/>
                    <a:pt x="1676" y="254"/>
                    <a:pt x="1673" y="256"/>
                  </a:cubicBezTo>
                  <a:cubicBezTo>
                    <a:pt x="1656" y="264"/>
                    <a:pt x="1638" y="269"/>
                    <a:pt x="1616" y="269"/>
                  </a:cubicBezTo>
                  <a:cubicBezTo>
                    <a:pt x="1581" y="269"/>
                    <a:pt x="1564" y="243"/>
                    <a:pt x="1562" y="215"/>
                  </a:cubicBezTo>
                  <a:cubicBezTo>
                    <a:pt x="1700" y="215"/>
                    <a:pt x="1700" y="215"/>
                    <a:pt x="1700" y="215"/>
                  </a:cubicBezTo>
                  <a:cubicBezTo>
                    <a:pt x="1704" y="215"/>
                    <a:pt x="1706" y="212"/>
                    <a:pt x="1706" y="208"/>
                  </a:cubicBezTo>
                  <a:cubicBezTo>
                    <a:pt x="1707" y="203"/>
                    <a:pt x="1706" y="200"/>
                    <a:pt x="1706" y="196"/>
                  </a:cubicBezTo>
                  <a:cubicBezTo>
                    <a:pt x="1706" y="143"/>
                    <a:pt x="1680" y="85"/>
                    <a:pt x="1611" y="85"/>
                  </a:cubicBezTo>
                  <a:cubicBezTo>
                    <a:pt x="1548" y="85"/>
                    <a:pt x="1511" y="133"/>
                    <a:pt x="1511" y="199"/>
                  </a:cubicBezTo>
                  <a:cubicBezTo>
                    <a:pt x="1511" y="266"/>
                    <a:pt x="1551" y="310"/>
                    <a:pt x="1614" y="310"/>
                  </a:cubicBezTo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17" name="Freeform 25"/>
            <p:cNvSpPr>
              <a:spLocks noSelect="1"/>
            </p:cNvSpPr>
            <p:nvPr/>
          </p:nvSpPr>
          <p:spPr bwMode="gray">
            <a:xfrm>
              <a:off x="2492" y="1626"/>
              <a:ext cx="1730" cy="232"/>
            </a:xfrm>
            <a:custGeom>
              <a:avLst/>
              <a:gdLst/>
              <a:ahLst/>
              <a:cxnLst>
                <a:cxn ang="0">
                  <a:pos x="6" y="90"/>
                </a:cxn>
                <a:cxn ang="0">
                  <a:pos x="109" y="84"/>
                </a:cxn>
                <a:cxn ang="0">
                  <a:pos x="140" y="304"/>
                </a:cxn>
                <a:cxn ang="0">
                  <a:pos x="48" y="191"/>
                </a:cxn>
                <a:cxn ang="0">
                  <a:pos x="1276" y="125"/>
                </a:cxn>
                <a:cxn ang="0">
                  <a:pos x="1322" y="189"/>
                </a:cxn>
                <a:cxn ang="0">
                  <a:pos x="1330" y="96"/>
                </a:cxn>
                <a:cxn ang="0">
                  <a:pos x="1370" y="298"/>
                </a:cxn>
                <a:cxn ang="0">
                  <a:pos x="1324" y="276"/>
                </a:cxn>
                <a:cxn ang="0">
                  <a:pos x="2167" y="304"/>
                </a:cxn>
                <a:cxn ang="0">
                  <a:pos x="2259" y="174"/>
                </a:cxn>
                <a:cxn ang="0">
                  <a:pos x="2307" y="298"/>
                </a:cxn>
                <a:cxn ang="0">
                  <a:pos x="2168" y="96"/>
                </a:cxn>
                <a:cxn ang="0">
                  <a:pos x="2125" y="298"/>
                </a:cxn>
                <a:cxn ang="0">
                  <a:pos x="1473" y="298"/>
                </a:cxn>
                <a:cxn ang="0">
                  <a:pos x="1559" y="298"/>
                </a:cxn>
                <a:cxn ang="0">
                  <a:pos x="1607" y="167"/>
                </a:cxn>
                <a:cxn ang="0">
                  <a:pos x="1462" y="90"/>
                </a:cxn>
                <a:cxn ang="0">
                  <a:pos x="1431" y="304"/>
                </a:cxn>
                <a:cxn ang="0">
                  <a:pos x="1088" y="298"/>
                </a:cxn>
                <a:cxn ang="0">
                  <a:pos x="1136" y="6"/>
                </a:cxn>
                <a:cxn ang="0">
                  <a:pos x="322" y="124"/>
                </a:cxn>
                <a:cxn ang="0">
                  <a:pos x="223" y="198"/>
                </a:cxn>
                <a:cxn ang="0">
                  <a:pos x="412" y="214"/>
                </a:cxn>
                <a:cxn ang="0">
                  <a:pos x="393" y="259"/>
                </a:cxn>
                <a:cxn ang="0">
                  <a:pos x="841" y="179"/>
                </a:cxn>
                <a:cxn ang="0">
                  <a:pos x="797" y="309"/>
                </a:cxn>
                <a:cxn ang="0">
                  <a:pos x="890" y="208"/>
                </a:cxn>
                <a:cxn ang="0">
                  <a:pos x="857" y="255"/>
                </a:cxn>
                <a:cxn ang="0">
                  <a:pos x="797" y="309"/>
                </a:cxn>
                <a:cxn ang="0">
                  <a:pos x="644" y="304"/>
                </a:cxn>
                <a:cxn ang="0">
                  <a:pos x="543" y="309"/>
                </a:cxn>
                <a:cxn ang="0">
                  <a:pos x="602" y="10"/>
                </a:cxn>
                <a:cxn ang="0">
                  <a:pos x="552" y="125"/>
                </a:cxn>
                <a:cxn ang="0">
                  <a:pos x="602" y="189"/>
                </a:cxn>
                <a:cxn ang="0">
                  <a:pos x="2034" y="179"/>
                </a:cxn>
                <a:cxn ang="0">
                  <a:pos x="2083" y="195"/>
                </a:cxn>
                <a:cxn ang="0">
                  <a:pos x="1993" y="269"/>
                </a:cxn>
                <a:cxn ang="0">
                  <a:pos x="2065" y="291"/>
                </a:cxn>
                <a:cxn ang="0">
                  <a:pos x="1846" y="298"/>
                </a:cxn>
                <a:cxn ang="0">
                  <a:pos x="1801" y="276"/>
                </a:cxn>
                <a:cxn ang="0">
                  <a:pos x="1798" y="108"/>
                </a:cxn>
                <a:cxn ang="0">
                  <a:pos x="1798" y="189"/>
                </a:cxn>
                <a:cxn ang="0">
                  <a:pos x="1798" y="199"/>
                </a:cxn>
                <a:cxn ang="0">
                  <a:pos x="977" y="117"/>
                </a:cxn>
                <a:cxn ang="0">
                  <a:pos x="932" y="96"/>
                </a:cxn>
                <a:cxn ang="0">
                  <a:pos x="980" y="298"/>
                </a:cxn>
                <a:cxn ang="0">
                  <a:pos x="1049" y="128"/>
                </a:cxn>
              </a:cxnLst>
              <a:rect l="0" t="0" r="r" b="b"/>
              <a:pathLst>
                <a:path w="2307" h="309">
                  <a:moveTo>
                    <a:pt x="6" y="304"/>
                  </a:moveTo>
                  <a:cubicBezTo>
                    <a:pt x="3" y="304"/>
                    <a:pt x="0" y="301"/>
                    <a:pt x="0" y="298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92"/>
                    <a:pt x="3" y="90"/>
                    <a:pt x="6" y="90"/>
                  </a:cubicBezTo>
                  <a:cubicBezTo>
                    <a:pt x="37" y="90"/>
                    <a:pt x="37" y="90"/>
                    <a:pt x="37" y="90"/>
                  </a:cubicBezTo>
                  <a:cubicBezTo>
                    <a:pt x="40" y="90"/>
                    <a:pt x="43" y="93"/>
                    <a:pt x="43" y="96"/>
                  </a:cubicBezTo>
                  <a:cubicBezTo>
                    <a:pt x="45" y="117"/>
                    <a:pt x="45" y="117"/>
                    <a:pt x="45" y="117"/>
                  </a:cubicBezTo>
                  <a:cubicBezTo>
                    <a:pt x="59" y="100"/>
                    <a:pt x="83" y="84"/>
                    <a:pt x="109" y="84"/>
                  </a:cubicBezTo>
                  <a:cubicBezTo>
                    <a:pt x="150" y="84"/>
                    <a:pt x="182" y="109"/>
                    <a:pt x="182" y="167"/>
                  </a:cubicBezTo>
                  <a:cubicBezTo>
                    <a:pt x="182" y="298"/>
                    <a:pt x="182" y="298"/>
                    <a:pt x="182" y="298"/>
                  </a:cubicBezTo>
                  <a:cubicBezTo>
                    <a:pt x="182" y="301"/>
                    <a:pt x="179" y="304"/>
                    <a:pt x="176" y="304"/>
                  </a:cubicBezTo>
                  <a:cubicBezTo>
                    <a:pt x="140" y="304"/>
                    <a:pt x="140" y="304"/>
                    <a:pt x="140" y="304"/>
                  </a:cubicBezTo>
                  <a:cubicBezTo>
                    <a:pt x="137" y="304"/>
                    <a:pt x="134" y="301"/>
                    <a:pt x="134" y="298"/>
                  </a:cubicBezTo>
                  <a:cubicBezTo>
                    <a:pt x="134" y="174"/>
                    <a:pt x="134" y="174"/>
                    <a:pt x="134" y="174"/>
                  </a:cubicBezTo>
                  <a:cubicBezTo>
                    <a:pt x="134" y="139"/>
                    <a:pt x="115" y="129"/>
                    <a:pt x="96" y="129"/>
                  </a:cubicBezTo>
                  <a:cubicBezTo>
                    <a:pt x="71" y="129"/>
                    <a:pt x="48" y="150"/>
                    <a:pt x="48" y="191"/>
                  </a:cubicBezTo>
                  <a:cubicBezTo>
                    <a:pt x="48" y="298"/>
                    <a:pt x="48" y="298"/>
                    <a:pt x="48" y="298"/>
                  </a:cubicBezTo>
                  <a:cubicBezTo>
                    <a:pt x="48" y="301"/>
                    <a:pt x="45" y="304"/>
                    <a:pt x="42" y="304"/>
                  </a:cubicBezTo>
                  <a:lnTo>
                    <a:pt x="6" y="304"/>
                  </a:lnTo>
                  <a:close/>
                  <a:moveTo>
                    <a:pt x="1276" y="125"/>
                  </a:moveTo>
                  <a:cubicBezTo>
                    <a:pt x="1247" y="125"/>
                    <a:pt x="1227" y="153"/>
                    <a:pt x="1227" y="196"/>
                  </a:cubicBezTo>
                  <a:cubicBezTo>
                    <a:pt x="1227" y="234"/>
                    <a:pt x="1245" y="269"/>
                    <a:pt x="1277" y="269"/>
                  </a:cubicBezTo>
                  <a:cubicBezTo>
                    <a:pt x="1295" y="269"/>
                    <a:pt x="1322" y="255"/>
                    <a:pt x="1322" y="199"/>
                  </a:cubicBezTo>
                  <a:cubicBezTo>
                    <a:pt x="1322" y="189"/>
                    <a:pt x="1322" y="189"/>
                    <a:pt x="1322" y="189"/>
                  </a:cubicBezTo>
                  <a:cubicBezTo>
                    <a:pt x="1322" y="141"/>
                    <a:pt x="1298" y="125"/>
                    <a:pt x="1276" y="125"/>
                  </a:cubicBezTo>
                  <a:moveTo>
                    <a:pt x="1267" y="84"/>
                  </a:moveTo>
                  <a:cubicBezTo>
                    <a:pt x="1294" y="84"/>
                    <a:pt x="1314" y="98"/>
                    <a:pt x="1327" y="115"/>
                  </a:cubicBezTo>
                  <a:cubicBezTo>
                    <a:pt x="1330" y="96"/>
                    <a:pt x="1330" y="96"/>
                    <a:pt x="1330" y="96"/>
                  </a:cubicBezTo>
                  <a:cubicBezTo>
                    <a:pt x="1330" y="93"/>
                    <a:pt x="1333" y="90"/>
                    <a:pt x="1336" y="90"/>
                  </a:cubicBezTo>
                  <a:cubicBezTo>
                    <a:pt x="1364" y="90"/>
                    <a:pt x="1364" y="90"/>
                    <a:pt x="1364" y="90"/>
                  </a:cubicBezTo>
                  <a:cubicBezTo>
                    <a:pt x="1367" y="90"/>
                    <a:pt x="1370" y="92"/>
                    <a:pt x="1370" y="96"/>
                  </a:cubicBezTo>
                  <a:cubicBezTo>
                    <a:pt x="1370" y="298"/>
                    <a:pt x="1370" y="298"/>
                    <a:pt x="1370" y="298"/>
                  </a:cubicBezTo>
                  <a:cubicBezTo>
                    <a:pt x="1370" y="301"/>
                    <a:pt x="1367" y="304"/>
                    <a:pt x="1364" y="304"/>
                  </a:cubicBezTo>
                  <a:cubicBezTo>
                    <a:pt x="1334" y="304"/>
                    <a:pt x="1334" y="304"/>
                    <a:pt x="1334" y="304"/>
                  </a:cubicBezTo>
                  <a:cubicBezTo>
                    <a:pt x="1331" y="304"/>
                    <a:pt x="1328" y="301"/>
                    <a:pt x="1327" y="298"/>
                  </a:cubicBezTo>
                  <a:cubicBezTo>
                    <a:pt x="1324" y="276"/>
                    <a:pt x="1324" y="276"/>
                    <a:pt x="1324" y="276"/>
                  </a:cubicBezTo>
                  <a:cubicBezTo>
                    <a:pt x="1314" y="294"/>
                    <a:pt x="1292" y="309"/>
                    <a:pt x="1267" y="309"/>
                  </a:cubicBezTo>
                  <a:cubicBezTo>
                    <a:pt x="1210" y="309"/>
                    <a:pt x="1177" y="258"/>
                    <a:pt x="1177" y="196"/>
                  </a:cubicBezTo>
                  <a:cubicBezTo>
                    <a:pt x="1177" y="122"/>
                    <a:pt x="1221" y="84"/>
                    <a:pt x="1267" y="84"/>
                  </a:cubicBezTo>
                  <a:moveTo>
                    <a:pt x="2167" y="304"/>
                  </a:moveTo>
                  <a:cubicBezTo>
                    <a:pt x="2170" y="304"/>
                    <a:pt x="2173" y="301"/>
                    <a:pt x="2173" y="298"/>
                  </a:cubicBezTo>
                  <a:cubicBezTo>
                    <a:pt x="2173" y="191"/>
                    <a:pt x="2173" y="191"/>
                    <a:pt x="2173" y="191"/>
                  </a:cubicBezTo>
                  <a:cubicBezTo>
                    <a:pt x="2173" y="150"/>
                    <a:pt x="2196" y="129"/>
                    <a:pt x="2221" y="129"/>
                  </a:cubicBezTo>
                  <a:cubicBezTo>
                    <a:pt x="2240" y="129"/>
                    <a:pt x="2259" y="139"/>
                    <a:pt x="2259" y="174"/>
                  </a:cubicBezTo>
                  <a:cubicBezTo>
                    <a:pt x="2259" y="298"/>
                    <a:pt x="2259" y="298"/>
                    <a:pt x="2259" y="298"/>
                  </a:cubicBezTo>
                  <a:cubicBezTo>
                    <a:pt x="2259" y="301"/>
                    <a:pt x="2262" y="304"/>
                    <a:pt x="2265" y="304"/>
                  </a:cubicBezTo>
                  <a:cubicBezTo>
                    <a:pt x="2301" y="304"/>
                    <a:pt x="2301" y="304"/>
                    <a:pt x="2301" y="304"/>
                  </a:cubicBezTo>
                  <a:cubicBezTo>
                    <a:pt x="2304" y="304"/>
                    <a:pt x="2307" y="301"/>
                    <a:pt x="2307" y="298"/>
                  </a:cubicBezTo>
                  <a:cubicBezTo>
                    <a:pt x="2307" y="167"/>
                    <a:pt x="2307" y="167"/>
                    <a:pt x="2307" y="167"/>
                  </a:cubicBezTo>
                  <a:cubicBezTo>
                    <a:pt x="2307" y="109"/>
                    <a:pt x="2275" y="84"/>
                    <a:pt x="2234" y="84"/>
                  </a:cubicBezTo>
                  <a:cubicBezTo>
                    <a:pt x="2208" y="84"/>
                    <a:pt x="2184" y="100"/>
                    <a:pt x="2170" y="117"/>
                  </a:cubicBezTo>
                  <a:cubicBezTo>
                    <a:pt x="2168" y="96"/>
                    <a:pt x="2168" y="96"/>
                    <a:pt x="2168" y="96"/>
                  </a:cubicBezTo>
                  <a:cubicBezTo>
                    <a:pt x="2167" y="93"/>
                    <a:pt x="2165" y="90"/>
                    <a:pt x="2161" y="90"/>
                  </a:cubicBezTo>
                  <a:cubicBezTo>
                    <a:pt x="2131" y="90"/>
                    <a:pt x="2131" y="90"/>
                    <a:pt x="2131" y="90"/>
                  </a:cubicBezTo>
                  <a:cubicBezTo>
                    <a:pt x="2128" y="90"/>
                    <a:pt x="2125" y="92"/>
                    <a:pt x="2125" y="96"/>
                  </a:cubicBezTo>
                  <a:cubicBezTo>
                    <a:pt x="2125" y="298"/>
                    <a:pt x="2125" y="298"/>
                    <a:pt x="2125" y="298"/>
                  </a:cubicBezTo>
                  <a:cubicBezTo>
                    <a:pt x="2125" y="301"/>
                    <a:pt x="2128" y="304"/>
                    <a:pt x="2131" y="304"/>
                  </a:cubicBezTo>
                  <a:lnTo>
                    <a:pt x="2167" y="304"/>
                  </a:lnTo>
                  <a:close/>
                  <a:moveTo>
                    <a:pt x="1467" y="304"/>
                  </a:moveTo>
                  <a:cubicBezTo>
                    <a:pt x="1470" y="304"/>
                    <a:pt x="1473" y="301"/>
                    <a:pt x="1473" y="298"/>
                  </a:cubicBezTo>
                  <a:cubicBezTo>
                    <a:pt x="1473" y="191"/>
                    <a:pt x="1473" y="191"/>
                    <a:pt x="1473" y="191"/>
                  </a:cubicBezTo>
                  <a:cubicBezTo>
                    <a:pt x="1473" y="150"/>
                    <a:pt x="1496" y="129"/>
                    <a:pt x="1521" y="129"/>
                  </a:cubicBezTo>
                  <a:cubicBezTo>
                    <a:pt x="1540" y="129"/>
                    <a:pt x="1559" y="139"/>
                    <a:pt x="1559" y="174"/>
                  </a:cubicBezTo>
                  <a:cubicBezTo>
                    <a:pt x="1559" y="298"/>
                    <a:pt x="1559" y="298"/>
                    <a:pt x="1559" y="298"/>
                  </a:cubicBezTo>
                  <a:cubicBezTo>
                    <a:pt x="1559" y="301"/>
                    <a:pt x="1562" y="304"/>
                    <a:pt x="1565" y="304"/>
                  </a:cubicBezTo>
                  <a:cubicBezTo>
                    <a:pt x="1601" y="304"/>
                    <a:pt x="1601" y="304"/>
                    <a:pt x="1601" y="304"/>
                  </a:cubicBezTo>
                  <a:cubicBezTo>
                    <a:pt x="1604" y="304"/>
                    <a:pt x="1607" y="301"/>
                    <a:pt x="1607" y="298"/>
                  </a:cubicBezTo>
                  <a:cubicBezTo>
                    <a:pt x="1607" y="167"/>
                    <a:pt x="1607" y="167"/>
                    <a:pt x="1607" y="167"/>
                  </a:cubicBezTo>
                  <a:cubicBezTo>
                    <a:pt x="1607" y="109"/>
                    <a:pt x="1575" y="84"/>
                    <a:pt x="1534" y="84"/>
                  </a:cubicBezTo>
                  <a:cubicBezTo>
                    <a:pt x="1508" y="84"/>
                    <a:pt x="1484" y="100"/>
                    <a:pt x="1470" y="117"/>
                  </a:cubicBezTo>
                  <a:cubicBezTo>
                    <a:pt x="1468" y="96"/>
                    <a:pt x="1468" y="96"/>
                    <a:pt x="1468" y="96"/>
                  </a:cubicBezTo>
                  <a:cubicBezTo>
                    <a:pt x="1468" y="93"/>
                    <a:pt x="1465" y="90"/>
                    <a:pt x="1462" y="90"/>
                  </a:cubicBezTo>
                  <a:cubicBezTo>
                    <a:pt x="1431" y="90"/>
                    <a:pt x="1431" y="90"/>
                    <a:pt x="1431" y="90"/>
                  </a:cubicBezTo>
                  <a:cubicBezTo>
                    <a:pt x="1428" y="90"/>
                    <a:pt x="1425" y="92"/>
                    <a:pt x="1425" y="96"/>
                  </a:cubicBezTo>
                  <a:cubicBezTo>
                    <a:pt x="1425" y="298"/>
                    <a:pt x="1425" y="298"/>
                    <a:pt x="1425" y="298"/>
                  </a:cubicBezTo>
                  <a:cubicBezTo>
                    <a:pt x="1425" y="301"/>
                    <a:pt x="1428" y="304"/>
                    <a:pt x="1431" y="304"/>
                  </a:cubicBezTo>
                  <a:lnTo>
                    <a:pt x="1467" y="304"/>
                  </a:lnTo>
                  <a:close/>
                  <a:moveTo>
                    <a:pt x="1094" y="4"/>
                  </a:moveTo>
                  <a:cubicBezTo>
                    <a:pt x="1090" y="4"/>
                    <a:pt x="1088" y="7"/>
                    <a:pt x="1088" y="10"/>
                  </a:cubicBezTo>
                  <a:cubicBezTo>
                    <a:pt x="1088" y="298"/>
                    <a:pt x="1088" y="298"/>
                    <a:pt x="1088" y="298"/>
                  </a:cubicBezTo>
                  <a:cubicBezTo>
                    <a:pt x="1088" y="301"/>
                    <a:pt x="1090" y="304"/>
                    <a:pt x="1094" y="304"/>
                  </a:cubicBezTo>
                  <a:cubicBezTo>
                    <a:pt x="1130" y="304"/>
                    <a:pt x="1130" y="304"/>
                    <a:pt x="1130" y="304"/>
                  </a:cubicBezTo>
                  <a:cubicBezTo>
                    <a:pt x="1133" y="304"/>
                    <a:pt x="1136" y="301"/>
                    <a:pt x="1136" y="298"/>
                  </a:cubicBezTo>
                  <a:cubicBezTo>
                    <a:pt x="1136" y="6"/>
                    <a:pt x="1136" y="6"/>
                    <a:pt x="1136" y="6"/>
                  </a:cubicBezTo>
                  <a:cubicBezTo>
                    <a:pt x="1136" y="3"/>
                    <a:pt x="1133" y="0"/>
                    <a:pt x="1130" y="0"/>
                  </a:cubicBezTo>
                  <a:lnTo>
                    <a:pt x="1094" y="4"/>
                  </a:lnTo>
                  <a:close/>
                  <a:moveTo>
                    <a:pt x="370" y="179"/>
                  </a:moveTo>
                  <a:cubicBezTo>
                    <a:pt x="368" y="152"/>
                    <a:pt x="357" y="124"/>
                    <a:pt x="322" y="124"/>
                  </a:cubicBezTo>
                  <a:cubicBezTo>
                    <a:pt x="289" y="124"/>
                    <a:pt x="277" y="154"/>
                    <a:pt x="274" y="179"/>
                  </a:cubicBezTo>
                  <a:lnTo>
                    <a:pt x="370" y="179"/>
                  </a:lnTo>
                  <a:close/>
                  <a:moveTo>
                    <a:pt x="326" y="309"/>
                  </a:moveTo>
                  <a:cubicBezTo>
                    <a:pt x="263" y="309"/>
                    <a:pt x="223" y="265"/>
                    <a:pt x="223" y="198"/>
                  </a:cubicBezTo>
                  <a:cubicBezTo>
                    <a:pt x="223" y="133"/>
                    <a:pt x="260" y="84"/>
                    <a:pt x="323" y="84"/>
                  </a:cubicBezTo>
                  <a:cubicBezTo>
                    <a:pt x="392" y="84"/>
                    <a:pt x="419" y="143"/>
                    <a:pt x="419" y="195"/>
                  </a:cubicBezTo>
                  <a:cubicBezTo>
                    <a:pt x="419" y="200"/>
                    <a:pt x="419" y="203"/>
                    <a:pt x="419" y="208"/>
                  </a:cubicBezTo>
                  <a:cubicBezTo>
                    <a:pt x="418" y="211"/>
                    <a:pt x="416" y="214"/>
                    <a:pt x="412" y="214"/>
                  </a:cubicBezTo>
                  <a:cubicBezTo>
                    <a:pt x="274" y="214"/>
                    <a:pt x="274" y="214"/>
                    <a:pt x="274" y="214"/>
                  </a:cubicBezTo>
                  <a:cubicBezTo>
                    <a:pt x="277" y="243"/>
                    <a:pt x="293" y="269"/>
                    <a:pt x="328" y="269"/>
                  </a:cubicBezTo>
                  <a:cubicBezTo>
                    <a:pt x="350" y="269"/>
                    <a:pt x="368" y="264"/>
                    <a:pt x="385" y="255"/>
                  </a:cubicBezTo>
                  <a:cubicBezTo>
                    <a:pt x="388" y="254"/>
                    <a:pt x="392" y="255"/>
                    <a:pt x="393" y="259"/>
                  </a:cubicBezTo>
                  <a:cubicBezTo>
                    <a:pt x="404" y="283"/>
                    <a:pt x="404" y="283"/>
                    <a:pt x="404" y="283"/>
                  </a:cubicBezTo>
                  <a:cubicBezTo>
                    <a:pt x="405" y="286"/>
                    <a:pt x="403" y="290"/>
                    <a:pt x="400" y="291"/>
                  </a:cubicBezTo>
                  <a:cubicBezTo>
                    <a:pt x="381" y="302"/>
                    <a:pt x="357" y="309"/>
                    <a:pt x="326" y="309"/>
                  </a:cubicBezTo>
                  <a:moveTo>
                    <a:pt x="841" y="179"/>
                  </a:moveTo>
                  <a:cubicBezTo>
                    <a:pt x="840" y="152"/>
                    <a:pt x="828" y="124"/>
                    <a:pt x="794" y="124"/>
                  </a:cubicBezTo>
                  <a:cubicBezTo>
                    <a:pt x="760" y="124"/>
                    <a:pt x="749" y="154"/>
                    <a:pt x="745" y="179"/>
                  </a:cubicBezTo>
                  <a:lnTo>
                    <a:pt x="841" y="179"/>
                  </a:lnTo>
                  <a:close/>
                  <a:moveTo>
                    <a:pt x="797" y="309"/>
                  </a:moveTo>
                  <a:cubicBezTo>
                    <a:pt x="735" y="309"/>
                    <a:pt x="695" y="265"/>
                    <a:pt x="695" y="198"/>
                  </a:cubicBezTo>
                  <a:cubicBezTo>
                    <a:pt x="695" y="133"/>
                    <a:pt x="732" y="84"/>
                    <a:pt x="794" y="84"/>
                  </a:cubicBezTo>
                  <a:cubicBezTo>
                    <a:pt x="863" y="84"/>
                    <a:pt x="890" y="143"/>
                    <a:pt x="890" y="195"/>
                  </a:cubicBezTo>
                  <a:cubicBezTo>
                    <a:pt x="890" y="200"/>
                    <a:pt x="890" y="203"/>
                    <a:pt x="890" y="208"/>
                  </a:cubicBezTo>
                  <a:cubicBezTo>
                    <a:pt x="890" y="211"/>
                    <a:pt x="887" y="214"/>
                    <a:pt x="884" y="214"/>
                  </a:cubicBezTo>
                  <a:cubicBezTo>
                    <a:pt x="745" y="214"/>
                    <a:pt x="745" y="214"/>
                    <a:pt x="745" y="214"/>
                  </a:cubicBezTo>
                  <a:cubicBezTo>
                    <a:pt x="748" y="243"/>
                    <a:pt x="765" y="269"/>
                    <a:pt x="800" y="269"/>
                  </a:cubicBezTo>
                  <a:cubicBezTo>
                    <a:pt x="821" y="269"/>
                    <a:pt x="839" y="264"/>
                    <a:pt x="857" y="255"/>
                  </a:cubicBezTo>
                  <a:cubicBezTo>
                    <a:pt x="860" y="254"/>
                    <a:pt x="864" y="255"/>
                    <a:pt x="865" y="259"/>
                  </a:cubicBezTo>
                  <a:cubicBezTo>
                    <a:pt x="875" y="283"/>
                    <a:pt x="875" y="283"/>
                    <a:pt x="875" y="283"/>
                  </a:cubicBezTo>
                  <a:cubicBezTo>
                    <a:pt x="876" y="286"/>
                    <a:pt x="875" y="290"/>
                    <a:pt x="872" y="291"/>
                  </a:cubicBezTo>
                  <a:cubicBezTo>
                    <a:pt x="853" y="302"/>
                    <a:pt x="828" y="309"/>
                    <a:pt x="797" y="309"/>
                  </a:cubicBezTo>
                  <a:moveTo>
                    <a:pt x="644" y="0"/>
                  </a:moveTo>
                  <a:cubicBezTo>
                    <a:pt x="647" y="0"/>
                    <a:pt x="650" y="3"/>
                    <a:pt x="650" y="6"/>
                  </a:cubicBezTo>
                  <a:cubicBezTo>
                    <a:pt x="650" y="298"/>
                    <a:pt x="650" y="298"/>
                    <a:pt x="650" y="298"/>
                  </a:cubicBezTo>
                  <a:cubicBezTo>
                    <a:pt x="650" y="301"/>
                    <a:pt x="647" y="304"/>
                    <a:pt x="644" y="304"/>
                  </a:cubicBezTo>
                  <a:cubicBezTo>
                    <a:pt x="615" y="304"/>
                    <a:pt x="615" y="304"/>
                    <a:pt x="615" y="304"/>
                  </a:cubicBezTo>
                  <a:cubicBezTo>
                    <a:pt x="611" y="304"/>
                    <a:pt x="609" y="301"/>
                    <a:pt x="608" y="298"/>
                  </a:cubicBezTo>
                  <a:cubicBezTo>
                    <a:pt x="605" y="276"/>
                    <a:pt x="605" y="276"/>
                    <a:pt x="605" y="276"/>
                  </a:cubicBezTo>
                  <a:cubicBezTo>
                    <a:pt x="594" y="294"/>
                    <a:pt x="568" y="309"/>
                    <a:pt x="543" y="309"/>
                  </a:cubicBezTo>
                  <a:cubicBezTo>
                    <a:pt x="486" y="309"/>
                    <a:pt x="453" y="258"/>
                    <a:pt x="453" y="196"/>
                  </a:cubicBezTo>
                  <a:cubicBezTo>
                    <a:pt x="453" y="122"/>
                    <a:pt x="497" y="84"/>
                    <a:pt x="543" y="84"/>
                  </a:cubicBezTo>
                  <a:cubicBezTo>
                    <a:pt x="567" y="84"/>
                    <a:pt x="588" y="94"/>
                    <a:pt x="602" y="108"/>
                  </a:cubicBezTo>
                  <a:cubicBezTo>
                    <a:pt x="602" y="10"/>
                    <a:pt x="602" y="10"/>
                    <a:pt x="602" y="10"/>
                  </a:cubicBezTo>
                  <a:cubicBezTo>
                    <a:pt x="602" y="7"/>
                    <a:pt x="605" y="4"/>
                    <a:pt x="608" y="4"/>
                  </a:cubicBezTo>
                  <a:cubicBezTo>
                    <a:pt x="644" y="0"/>
                    <a:pt x="644" y="0"/>
                    <a:pt x="644" y="0"/>
                  </a:cubicBezTo>
                  <a:moveTo>
                    <a:pt x="602" y="189"/>
                  </a:moveTo>
                  <a:cubicBezTo>
                    <a:pt x="602" y="141"/>
                    <a:pt x="574" y="125"/>
                    <a:pt x="552" y="125"/>
                  </a:cubicBezTo>
                  <a:cubicBezTo>
                    <a:pt x="523" y="125"/>
                    <a:pt x="503" y="153"/>
                    <a:pt x="503" y="196"/>
                  </a:cubicBezTo>
                  <a:cubicBezTo>
                    <a:pt x="503" y="234"/>
                    <a:pt x="521" y="269"/>
                    <a:pt x="553" y="269"/>
                  </a:cubicBezTo>
                  <a:cubicBezTo>
                    <a:pt x="571" y="269"/>
                    <a:pt x="602" y="255"/>
                    <a:pt x="602" y="199"/>
                  </a:cubicBezTo>
                  <a:lnTo>
                    <a:pt x="602" y="189"/>
                  </a:lnTo>
                  <a:close/>
                  <a:moveTo>
                    <a:pt x="2034" y="179"/>
                  </a:moveTo>
                  <a:cubicBezTo>
                    <a:pt x="2033" y="152"/>
                    <a:pt x="2021" y="124"/>
                    <a:pt x="1987" y="124"/>
                  </a:cubicBezTo>
                  <a:cubicBezTo>
                    <a:pt x="1953" y="124"/>
                    <a:pt x="1942" y="154"/>
                    <a:pt x="1938" y="179"/>
                  </a:cubicBezTo>
                  <a:lnTo>
                    <a:pt x="2034" y="179"/>
                  </a:lnTo>
                  <a:close/>
                  <a:moveTo>
                    <a:pt x="1990" y="309"/>
                  </a:moveTo>
                  <a:cubicBezTo>
                    <a:pt x="1928" y="309"/>
                    <a:pt x="1888" y="265"/>
                    <a:pt x="1888" y="198"/>
                  </a:cubicBezTo>
                  <a:cubicBezTo>
                    <a:pt x="1888" y="133"/>
                    <a:pt x="1925" y="84"/>
                    <a:pt x="1987" y="84"/>
                  </a:cubicBezTo>
                  <a:cubicBezTo>
                    <a:pt x="2056" y="84"/>
                    <a:pt x="2083" y="143"/>
                    <a:pt x="2083" y="195"/>
                  </a:cubicBezTo>
                  <a:cubicBezTo>
                    <a:pt x="2083" y="200"/>
                    <a:pt x="2083" y="203"/>
                    <a:pt x="2083" y="208"/>
                  </a:cubicBezTo>
                  <a:cubicBezTo>
                    <a:pt x="2083" y="211"/>
                    <a:pt x="2080" y="214"/>
                    <a:pt x="2077" y="214"/>
                  </a:cubicBezTo>
                  <a:cubicBezTo>
                    <a:pt x="1938" y="214"/>
                    <a:pt x="1938" y="214"/>
                    <a:pt x="1938" y="214"/>
                  </a:cubicBezTo>
                  <a:cubicBezTo>
                    <a:pt x="1941" y="243"/>
                    <a:pt x="1958" y="269"/>
                    <a:pt x="1993" y="269"/>
                  </a:cubicBezTo>
                  <a:cubicBezTo>
                    <a:pt x="2015" y="269"/>
                    <a:pt x="2032" y="264"/>
                    <a:pt x="2050" y="255"/>
                  </a:cubicBezTo>
                  <a:cubicBezTo>
                    <a:pt x="2053" y="254"/>
                    <a:pt x="2057" y="255"/>
                    <a:pt x="2058" y="259"/>
                  </a:cubicBezTo>
                  <a:cubicBezTo>
                    <a:pt x="2068" y="283"/>
                    <a:pt x="2068" y="283"/>
                    <a:pt x="2068" y="283"/>
                  </a:cubicBezTo>
                  <a:cubicBezTo>
                    <a:pt x="2069" y="286"/>
                    <a:pt x="2068" y="290"/>
                    <a:pt x="2065" y="291"/>
                  </a:cubicBezTo>
                  <a:cubicBezTo>
                    <a:pt x="2046" y="302"/>
                    <a:pt x="2021" y="309"/>
                    <a:pt x="1990" y="309"/>
                  </a:cubicBezTo>
                  <a:moveTo>
                    <a:pt x="1840" y="0"/>
                  </a:moveTo>
                  <a:cubicBezTo>
                    <a:pt x="1843" y="0"/>
                    <a:pt x="1846" y="3"/>
                    <a:pt x="1846" y="6"/>
                  </a:cubicBezTo>
                  <a:cubicBezTo>
                    <a:pt x="1846" y="298"/>
                    <a:pt x="1846" y="298"/>
                    <a:pt x="1846" y="298"/>
                  </a:cubicBezTo>
                  <a:cubicBezTo>
                    <a:pt x="1846" y="301"/>
                    <a:pt x="1843" y="304"/>
                    <a:pt x="1840" y="304"/>
                  </a:cubicBezTo>
                  <a:cubicBezTo>
                    <a:pt x="1810" y="304"/>
                    <a:pt x="1810" y="304"/>
                    <a:pt x="1810" y="304"/>
                  </a:cubicBezTo>
                  <a:cubicBezTo>
                    <a:pt x="1807" y="304"/>
                    <a:pt x="1804" y="301"/>
                    <a:pt x="1804" y="298"/>
                  </a:cubicBezTo>
                  <a:cubicBezTo>
                    <a:pt x="1801" y="276"/>
                    <a:pt x="1801" y="276"/>
                    <a:pt x="1801" y="276"/>
                  </a:cubicBezTo>
                  <a:cubicBezTo>
                    <a:pt x="1790" y="294"/>
                    <a:pt x="1764" y="309"/>
                    <a:pt x="1739" y="309"/>
                  </a:cubicBezTo>
                  <a:cubicBezTo>
                    <a:pt x="1682" y="309"/>
                    <a:pt x="1649" y="258"/>
                    <a:pt x="1649" y="196"/>
                  </a:cubicBezTo>
                  <a:cubicBezTo>
                    <a:pt x="1649" y="122"/>
                    <a:pt x="1693" y="84"/>
                    <a:pt x="1739" y="84"/>
                  </a:cubicBezTo>
                  <a:cubicBezTo>
                    <a:pt x="1763" y="84"/>
                    <a:pt x="1784" y="94"/>
                    <a:pt x="1798" y="108"/>
                  </a:cubicBezTo>
                  <a:cubicBezTo>
                    <a:pt x="1798" y="10"/>
                    <a:pt x="1798" y="10"/>
                    <a:pt x="1798" y="10"/>
                  </a:cubicBezTo>
                  <a:cubicBezTo>
                    <a:pt x="1798" y="7"/>
                    <a:pt x="1800" y="4"/>
                    <a:pt x="1804" y="4"/>
                  </a:cubicBezTo>
                  <a:cubicBezTo>
                    <a:pt x="1840" y="0"/>
                    <a:pt x="1840" y="0"/>
                    <a:pt x="1840" y="0"/>
                  </a:cubicBezTo>
                  <a:moveTo>
                    <a:pt x="1798" y="189"/>
                  </a:moveTo>
                  <a:cubicBezTo>
                    <a:pt x="1798" y="141"/>
                    <a:pt x="1770" y="125"/>
                    <a:pt x="1748" y="125"/>
                  </a:cubicBezTo>
                  <a:cubicBezTo>
                    <a:pt x="1719" y="125"/>
                    <a:pt x="1699" y="153"/>
                    <a:pt x="1699" y="196"/>
                  </a:cubicBezTo>
                  <a:cubicBezTo>
                    <a:pt x="1699" y="234"/>
                    <a:pt x="1716" y="269"/>
                    <a:pt x="1749" y="269"/>
                  </a:cubicBezTo>
                  <a:cubicBezTo>
                    <a:pt x="1767" y="269"/>
                    <a:pt x="1798" y="255"/>
                    <a:pt x="1798" y="199"/>
                  </a:cubicBezTo>
                  <a:lnTo>
                    <a:pt x="1798" y="189"/>
                  </a:lnTo>
                  <a:close/>
                  <a:moveTo>
                    <a:pt x="1049" y="90"/>
                  </a:moveTo>
                  <a:cubicBezTo>
                    <a:pt x="1049" y="87"/>
                    <a:pt x="1046" y="84"/>
                    <a:pt x="1043" y="84"/>
                  </a:cubicBezTo>
                  <a:cubicBezTo>
                    <a:pt x="1017" y="84"/>
                    <a:pt x="991" y="100"/>
                    <a:pt x="977" y="117"/>
                  </a:cubicBezTo>
                  <a:cubicBezTo>
                    <a:pt x="975" y="96"/>
                    <a:pt x="975" y="96"/>
                    <a:pt x="975" y="96"/>
                  </a:cubicBezTo>
                  <a:cubicBezTo>
                    <a:pt x="975" y="93"/>
                    <a:pt x="972" y="90"/>
                    <a:pt x="969" y="90"/>
                  </a:cubicBezTo>
                  <a:cubicBezTo>
                    <a:pt x="938" y="90"/>
                    <a:pt x="938" y="90"/>
                    <a:pt x="938" y="90"/>
                  </a:cubicBezTo>
                  <a:cubicBezTo>
                    <a:pt x="935" y="90"/>
                    <a:pt x="932" y="92"/>
                    <a:pt x="932" y="96"/>
                  </a:cubicBezTo>
                  <a:cubicBezTo>
                    <a:pt x="932" y="298"/>
                    <a:pt x="932" y="298"/>
                    <a:pt x="932" y="298"/>
                  </a:cubicBezTo>
                  <a:cubicBezTo>
                    <a:pt x="932" y="301"/>
                    <a:pt x="935" y="304"/>
                    <a:pt x="938" y="304"/>
                  </a:cubicBezTo>
                  <a:cubicBezTo>
                    <a:pt x="974" y="304"/>
                    <a:pt x="974" y="304"/>
                    <a:pt x="974" y="304"/>
                  </a:cubicBezTo>
                  <a:cubicBezTo>
                    <a:pt x="978" y="304"/>
                    <a:pt x="980" y="301"/>
                    <a:pt x="980" y="298"/>
                  </a:cubicBezTo>
                  <a:cubicBezTo>
                    <a:pt x="980" y="193"/>
                    <a:pt x="980" y="193"/>
                    <a:pt x="980" y="193"/>
                  </a:cubicBezTo>
                  <a:cubicBezTo>
                    <a:pt x="980" y="150"/>
                    <a:pt x="1007" y="133"/>
                    <a:pt x="1031" y="133"/>
                  </a:cubicBezTo>
                  <a:cubicBezTo>
                    <a:pt x="1035" y="133"/>
                    <a:pt x="1038" y="134"/>
                    <a:pt x="1041" y="134"/>
                  </a:cubicBezTo>
                  <a:cubicBezTo>
                    <a:pt x="1046" y="135"/>
                    <a:pt x="1049" y="132"/>
                    <a:pt x="1049" y="128"/>
                  </a:cubicBezTo>
                  <a:lnTo>
                    <a:pt x="1049" y="9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grpSp>
        <p:nvGrpSpPr>
          <p:cNvPr id="8" name="HR logo"/>
          <p:cNvGrpSpPr>
            <a:grpSpLocks noSelect="1"/>
          </p:cNvGrpSpPr>
          <p:nvPr userDrawn="1"/>
        </p:nvGrpSpPr>
        <p:grpSpPr bwMode="gray">
          <a:xfrm>
            <a:off x="3224100" y="2582384"/>
            <a:ext cx="1681200" cy="1717200"/>
            <a:chOff x="0" y="0"/>
            <a:chExt cx="562610" cy="574675"/>
          </a:xfrm>
        </p:grpSpPr>
        <p:sp>
          <p:nvSpPr>
            <p:cNvPr id="9" name="Freeform 35"/>
            <p:cNvSpPr>
              <a:spLocks noSelect="1"/>
            </p:cNvSpPr>
            <p:nvPr userDrawn="1"/>
          </p:nvSpPr>
          <p:spPr bwMode="gray">
            <a:xfrm>
              <a:off x="0" y="0"/>
              <a:ext cx="562610" cy="574675"/>
            </a:xfrm>
            <a:custGeom>
              <a:avLst/>
              <a:gdLst>
                <a:gd name="T0" fmla="*/ 1771 w 1771"/>
                <a:gd name="T1" fmla="*/ 874 h 1807"/>
                <a:gd name="T2" fmla="*/ 1770 w 1771"/>
                <a:gd name="T3" fmla="*/ 851 h 1807"/>
                <a:gd name="T4" fmla="*/ 1768 w 1771"/>
                <a:gd name="T5" fmla="*/ 828 h 1807"/>
                <a:gd name="T6" fmla="*/ 1765 w 1771"/>
                <a:gd name="T7" fmla="*/ 799 h 1807"/>
                <a:gd name="T8" fmla="*/ 1762 w 1771"/>
                <a:gd name="T9" fmla="*/ 775 h 1807"/>
                <a:gd name="T10" fmla="*/ 1758 w 1771"/>
                <a:gd name="T11" fmla="*/ 748 h 1807"/>
                <a:gd name="T12" fmla="*/ 1739 w 1771"/>
                <a:gd name="T13" fmla="*/ 663 h 1807"/>
                <a:gd name="T14" fmla="*/ 1732 w 1771"/>
                <a:gd name="T15" fmla="*/ 642 h 1807"/>
                <a:gd name="T16" fmla="*/ 1726 w 1771"/>
                <a:gd name="T17" fmla="*/ 622 h 1807"/>
                <a:gd name="T18" fmla="*/ 1589 w 1771"/>
                <a:gd name="T19" fmla="*/ 360 h 1807"/>
                <a:gd name="T20" fmla="*/ 1559 w 1771"/>
                <a:gd name="T21" fmla="*/ 322 h 1807"/>
                <a:gd name="T22" fmla="*/ 1544 w 1771"/>
                <a:gd name="T23" fmla="*/ 304 h 1807"/>
                <a:gd name="T24" fmla="*/ 1511 w 1771"/>
                <a:gd name="T25" fmla="*/ 269 h 1807"/>
                <a:gd name="T26" fmla="*/ 1477 w 1771"/>
                <a:gd name="T27" fmla="*/ 236 h 1807"/>
                <a:gd name="T28" fmla="*/ 1449 w 1771"/>
                <a:gd name="T29" fmla="*/ 212 h 1807"/>
                <a:gd name="T30" fmla="*/ 1431 w 1771"/>
                <a:gd name="T31" fmla="*/ 197 h 1807"/>
                <a:gd name="T32" fmla="*/ 1402 w 1771"/>
                <a:gd name="T33" fmla="*/ 175 h 1807"/>
                <a:gd name="T34" fmla="*/ 1383 w 1771"/>
                <a:gd name="T35" fmla="*/ 162 h 1807"/>
                <a:gd name="T36" fmla="*/ 1353 w 1771"/>
                <a:gd name="T37" fmla="*/ 141 h 1807"/>
                <a:gd name="T38" fmla="*/ 1321 w 1771"/>
                <a:gd name="T39" fmla="*/ 122 h 1807"/>
                <a:gd name="T40" fmla="*/ 1301 w 1771"/>
                <a:gd name="T41" fmla="*/ 111 h 1807"/>
                <a:gd name="T42" fmla="*/ 1263 w 1771"/>
                <a:gd name="T43" fmla="*/ 91 h 1807"/>
                <a:gd name="T44" fmla="*/ 1241 w 1771"/>
                <a:gd name="T45" fmla="*/ 81 h 1807"/>
                <a:gd name="T46" fmla="*/ 1208 w 1771"/>
                <a:gd name="T47" fmla="*/ 66 h 1807"/>
                <a:gd name="T48" fmla="*/ 1162 w 1771"/>
                <a:gd name="T49" fmla="*/ 49 h 1807"/>
                <a:gd name="T50" fmla="*/ 1120 w 1771"/>
                <a:gd name="T51" fmla="*/ 36 h 1807"/>
                <a:gd name="T52" fmla="*/ 1097 w 1771"/>
                <a:gd name="T53" fmla="*/ 30 h 1807"/>
                <a:gd name="T54" fmla="*/ 1061 w 1771"/>
                <a:gd name="T55" fmla="*/ 21 h 1807"/>
                <a:gd name="T56" fmla="*/ 1037 w 1771"/>
                <a:gd name="T57" fmla="*/ 16 h 1807"/>
                <a:gd name="T58" fmla="*/ 175 w 1771"/>
                <a:gd name="T59" fmla="*/ 323 h 1807"/>
                <a:gd name="T60" fmla="*/ 1304 w 1771"/>
                <a:gd name="T61" fmla="*/ 402 h 1807"/>
                <a:gd name="T62" fmla="*/ 1372 w 1771"/>
                <a:gd name="T63" fmla="*/ 1125 h 1807"/>
                <a:gd name="T64" fmla="*/ 590 w 1771"/>
                <a:gd name="T65" fmla="*/ 1394 h 1807"/>
                <a:gd name="T66" fmla="*/ 403 w 1771"/>
                <a:gd name="T67" fmla="*/ 1396 h 1807"/>
                <a:gd name="T68" fmla="*/ 400 w 1771"/>
                <a:gd name="T69" fmla="*/ 1396 h 1807"/>
                <a:gd name="T70" fmla="*/ 381 w 1771"/>
                <a:gd name="T71" fmla="*/ 1380 h 1807"/>
                <a:gd name="T72" fmla="*/ 380 w 1771"/>
                <a:gd name="T73" fmla="*/ 1371 h 1807"/>
                <a:gd name="T74" fmla="*/ 510 w 1771"/>
                <a:gd name="T75" fmla="*/ 732 h 1807"/>
                <a:gd name="T76" fmla="*/ 519 w 1771"/>
                <a:gd name="T77" fmla="*/ 716 h 1807"/>
                <a:gd name="T78" fmla="*/ 786 w 1771"/>
                <a:gd name="T79" fmla="*/ 705 h 1807"/>
                <a:gd name="T80" fmla="*/ 0 w 1771"/>
                <a:gd name="T81" fmla="*/ 1037 h 1807"/>
                <a:gd name="T82" fmla="*/ 1292 w 1771"/>
                <a:gd name="T83" fmla="*/ 1701 h 1807"/>
                <a:gd name="T84" fmla="*/ 1313 w 1771"/>
                <a:gd name="T85" fmla="*/ 1689 h 1807"/>
                <a:gd name="T86" fmla="*/ 1333 w 1771"/>
                <a:gd name="T87" fmla="*/ 1677 h 1807"/>
                <a:gd name="T88" fmla="*/ 1354 w 1771"/>
                <a:gd name="T89" fmla="*/ 1665 h 1807"/>
                <a:gd name="T90" fmla="*/ 1374 w 1771"/>
                <a:gd name="T91" fmla="*/ 1651 h 1807"/>
                <a:gd name="T92" fmla="*/ 1394 w 1771"/>
                <a:gd name="T93" fmla="*/ 1638 h 1807"/>
                <a:gd name="T94" fmla="*/ 1418 w 1771"/>
                <a:gd name="T95" fmla="*/ 1620 h 1807"/>
                <a:gd name="T96" fmla="*/ 1441 w 1771"/>
                <a:gd name="T97" fmla="*/ 1601 h 1807"/>
                <a:gd name="T98" fmla="*/ 1504 w 1771"/>
                <a:gd name="T99" fmla="*/ 1545 h 1807"/>
                <a:gd name="T100" fmla="*/ 1520 w 1771"/>
                <a:gd name="T101" fmla="*/ 1528 h 1807"/>
                <a:gd name="T102" fmla="*/ 1538 w 1771"/>
                <a:gd name="T103" fmla="*/ 1509 h 1807"/>
                <a:gd name="T104" fmla="*/ 1759 w 1771"/>
                <a:gd name="T105" fmla="*/ 1052 h 1807"/>
                <a:gd name="T106" fmla="*/ 1762 w 1771"/>
                <a:gd name="T107" fmla="*/ 1029 h 1807"/>
                <a:gd name="T108" fmla="*/ 1765 w 1771"/>
                <a:gd name="T109" fmla="*/ 1005 h 1807"/>
                <a:gd name="T110" fmla="*/ 1767 w 1771"/>
                <a:gd name="T111" fmla="*/ 986 h 1807"/>
                <a:gd name="T112" fmla="*/ 1769 w 1771"/>
                <a:gd name="T113" fmla="*/ 966 h 1807"/>
                <a:gd name="T114" fmla="*/ 1770 w 1771"/>
                <a:gd name="T115" fmla="*/ 947 h 1807"/>
                <a:gd name="T116" fmla="*/ 1771 w 1771"/>
                <a:gd name="T117" fmla="*/ 928 h 1807"/>
                <a:gd name="T118" fmla="*/ 1771 w 1771"/>
                <a:gd name="T119" fmla="*/ 908 h 1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71" h="1807">
                  <a:moveTo>
                    <a:pt x="1771" y="893"/>
                  </a:moveTo>
                  <a:cubicBezTo>
                    <a:pt x="1771" y="892"/>
                    <a:pt x="1771" y="892"/>
                    <a:pt x="1771" y="892"/>
                  </a:cubicBezTo>
                  <a:cubicBezTo>
                    <a:pt x="1771" y="887"/>
                    <a:pt x="1771" y="887"/>
                    <a:pt x="1771" y="887"/>
                  </a:cubicBezTo>
                  <a:cubicBezTo>
                    <a:pt x="1771" y="885"/>
                    <a:pt x="1771" y="885"/>
                    <a:pt x="1771" y="885"/>
                  </a:cubicBezTo>
                  <a:cubicBezTo>
                    <a:pt x="1771" y="881"/>
                    <a:pt x="1771" y="881"/>
                    <a:pt x="1771" y="881"/>
                  </a:cubicBezTo>
                  <a:cubicBezTo>
                    <a:pt x="1771" y="880"/>
                    <a:pt x="1771" y="880"/>
                    <a:pt x="1771" y="880"/>
                  </a:cubicBezTo>
                  <a:cubicBezTo>
                    <a:pt x="1771" y="875"/>
                    <a:pt x="1771" y="875"/>
                    <a:pt x="1771" y="875"/>
                  </a:cubicBezTo>
                  <a:cubicBezTo>
                    <a:pt x="1771" y="874"/>
                    <a:pt x="1771" y="874"/>
                    <a:pt x="1771" y="874"/>
                  </a:cubicBezTo>
                  <a:cubicBezTo>
                    <a:pt x="1771" y="870"/>
                    <a:pt x="1771" y="870"/>
                    <a:pt x="1771" y="870"/>
                  </a:cubicBezTo>
                  <a:cubicBezTo>
                    <a:pt x="1770" y="868"/>
                    <a:pt x="1770" y="868"/>
                    <a:pt x="1770" y="868"/>
                  </a:cubicBezTo>
                  <a:cubicBezTo>
                    <a:pt x="1770" y="864"/>
                    <a:pt x="1770" y="864"/>
                    <a:pt x="1770" y="864"/>
                  </a:cubicBezTo>
                  <a:cubicBezTo>
                    <a:pt x="1770" y="862"/>
                    <a:pt x="1770" y="862"/>
                    <a:pt x="1770" y="862"/>
                  </a:cubicBezTo>
                  <a:cubicBezTo>
                    <a:pt x="1770" y="859"/>
                    <a:pt x="1770" y="859"/>
                    <a:pt x="1770" y="859"/>
                  </a:cubicBezTo>
                  <a:cubicBezTo>
                    <a:pt x="1770" y="857"/>
                    <a:pt x="1770" y="857"/>
                    <a:pt x="1770" y="857"/>
                  </a:cubicBezTo>
                  <a:cubicBezTo>
                    <a:pt x="1770" y="852"/>
                    <a:pt x="1770" y="852"/>
                    <a:pt x="1770" y="852"/>
                  </a:cubicBezTo>
                  <a:cubicBezTo>
                    <a:pt x="1770" y="851"/>
                    <a:pt x="1770" y="851"/>
                    <a:pt x="1770" y="851"/>
                  </a:cubicBezTo>
                  <a:cubicBezTo>
                    <a:pt x="1769" y="847"/>
                    <a:pt x="1769" y="847"/>
                    <a:pt x="1769" y="847"/>
                  </a:cubicBezTo>
                  <a:cubicBezTo>
                    <a:pt x="1769" y="845"/>
                    <a:pt x="1769" y="845"/>
                    <a:pt x="1769" y="845"/>
                  </a:cubicBezTo>
                  <a:cubicBezTo>
                    <a:pt x="1769" y="841"/>
                    <a:pt x="1769" y="841"/>
                    <a:pt x="1769" y="841"/>
                  </a:cubicBezTo>
                  <a:cubicBezTo>
                    <a:pt x="1769" y="839"/>
                    <a:pt x="1769" y="839"/>
                    <a:pt x="1769" y="839"/>
                  </a:cubicBezTo>
                  <a:cubicBezTo>
                    <a:pt x="1769" y="836"/>
                    <a:pt x="1769" y="836"/>
                    <a:pt x="1769" y="836"/>
                  </a:cubicBezTo>
                  <a:cubicBezTo>
                    <a:pt x="1768" y="834"/>
                    <a:pt x="1768" y="834"/>
                    <a:pt x="1768" y="834"/>
                  </a:cubicBezTo>
                  <a:cubicBezTo>
                    <a:pt x="1768" y="830"/>
                    <a:pt x="1768" y="830"/>
                    <a:pt x="1768" y="830"/>
                  </a:cubicBezTo>
                  <a:cubicBezTo>
                    <a:pt x="1768" y="828"/>
                    <a:pt x="1768" y="828"/>
                    <a:pt x="1768" y="828"/>
                  </a:cubicBezTo>
                  <a:cubicBezTo>
                    <a:pt x="1768" y="824"/>
                    <a:pt x="1768" y="824"/>
                    <a:pt x="1768" y="824"/>
                  </a:cubicBezTo>
                  <a:cubicBezTo>
                    <a:pt x="1768" y="822"/>
                    <a:pt x="1768" y="822"/>
                    <a:pt x="1768" y="822"/>
                  </a:cubicBezTo>
                  <a:cubicBezTo>
                    <a:pt x="1767" y="819"/>
                    <a:pt x="1767" y="819"/>
                    <a:pt x="1767" y="819"/>
                  </a:cubicBezTo>
                  <a:cubicBezTo>
                    <a:pt x="1767" y="816"/>
                    <a:pt x="1767" y="816"/>
                    <a:pt x="1767" y="816"/>
                  </a:cubicBezTo>
                  <a:cubicBezTo>
                    <a:pt x="1767" y="813"/>
                    <a:pt x="1767" y="813"/>
                    <a:pt x="1767" y="813"/>
                  </a:cubicBezTo>
                  <a:cubicBezTo>
                    <a:pt x="1766" y="810"/>
                    <a:pt x="1766" y="810"/>
                    <a:pt x="1766" y="810"/>
                  </a:cubicBezTo>
                  <a:cubicBezTo>
                    <a:pt x="1766" y="808"/>
                    <a:pt x="1766" y="808"/>
                    <a:pt x="1766" y="808"/>
                  </a:cubicBezTo>
                  <a:cubicBezTo>
                    <a:pt x="1765" y="799"/>
                    <a:pt x="1765" y="799"/>
                    <a:pt x="1765" y="799"/>
                  </a:cubicBezTo>
                  <a:cubicBezTo>
                    <a:pt x="1765" y="797"/>
                    <a:pt x="1765" y="797"/>
                    <a:pt x="1765" y="797"/>
                  </a:cubicBezTo>
                  <a:cubicBezTo>
                    <a:pt x="1765" y="794"/>
                    <a:pt x="1765" y="794"/>
                    <a:pt x="1765" y="794"/>
                  </a:cubicBezTo>
                  <a:cubicBezTo>
                    <a:pt x="1764" y="793"/>
                    <a:pt x="1764" y="793"/>
                    <a:pt x="1764" y="793"/>
                  </a:cubicBezTo>
                  <a:cubicBezTo>
                    <a:pt x="1764" y="787"/>
                    <a:pt x="1764" y="787"/>
                    <a:pt x="1764" y="787"/>
                  </a:cubicBezTo>
                  <a:cubicBezTo>
                    <a:pt x="1763" y="786"/>
                    <a:pt x="1763" y="786"/>
                    <a:pt x="1763" y="786"/>
                  </a:cubicBezTo>
                  <a:cubicBezTo>
                    <a:pt x="1763" y="783"/>
                    <a:pt x="1763" y="783"/>
                    <a:pt x="1763" y="783"/>
                  </a:cubicBezTo>
                  <a:cubicBezTo>
                    <a:pt x="1763" y="782"/>
                    <a:pt x="1763" y="782"/>
                    <a:pt x="1763" y="782"/>
                  </a:cubicBezTo>
                  <a:cubicBezTo>
                    <a:pt x="1762" y="775"/>
                    <a:pt x="1762" y="775"/>
                    <a:pt x="1762" y="775"/>
                  </a:cubicBezTo>
                  <a:cubicBezTo>
                    <a:pt x="1762" y="774"/>
                    <a:pt x="1762" y="774"/>
                    <a:pt x="1762" y="774"/>
                  </a:cubicBezTo>
                  <a:cubicBezTo>
                    <a:pt x="1761" y="771"/>
                    <a:pt x="1761" y="771"/>
                    <a:pt x="1761" y="771"/>
                  </a:cubicBezTo>
                  <a:cubicBezTo>
                    <a:pt x="1761" y="770"/>
                    <a:pt x="1761" y="770"/>
                    <a:pt x="1761" y="770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0"/>
                    <a:pt x="1760" y="760"/>
                    <a:pt x="1760" y="760"/>
                  </a:cubicBezTo>
                  <a:cubicBezTo>
                    <a:pt x="1760" y="759"/>
                    <a:pt x="1760" y="759"/>
                    <a:pt x="1760" y="759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4" y="728"/>
                    <a:pt x="1750" y="708"/>
                    <a:pt x="1745" y="688"/>
                  </a:cubicBezTo>
                  <a:cubicBezTo>
                    <a:pt x="1745" y="688"/>
                    <a:pt x="1745" y="688"/>
                    <a:pt x="1745" y="688"/>
                  </a:cubicBezTo>
                  <a:cubicBezTo>
                    <a:pt x="1743" y="677"/>
                    <a:pt x="1743" y="677"/>
                    <a:pt x="1743" y="677"/>
                  </a:cubicBezTo>
                  <a:cubicBezTo>
                    <a:pt x="1742" y="677"/>
                    <a:pt x="1742" y="677"/>
                    <a:pt x="1742" y="677"/>
                  </a:cubicBezTo>
                  <a:cubicBezTo>
                    <a:pt x="1740" y="667"/>
                    <a:pt x="1740" y="667"/>
                    <a:pt x="1740" y="667"/>
                  </a:cubicBezTo>
                  <a:cubicBezTo>
                    <a:pt x="1739" y="665"/>
                    <a:pt x="1739" y="665"/>
                    <a:pt x="1739" y="665"/>
                  </a:cubicBezTo>
                  <a:cubicBezTo>
                    <a:pt x="1739" y="663"/>
                    <a:pt x="1739" y="663"/>
                    <a:pt x="1739" y="663"/>
                  </a:cubicBezTo>
                  <a:cubicBezTo>
                    <a:pt x="1738" y="661"/>
                    <a:pt x="1738" y="661"/>
                    <a:pt x="1738" y="661"/>
                  </a:cubicBezTo>
                  <a:cubicBezTo>
                    <a:pt x="1737" y="657"/>
                    <a:pt x="1737" y="657"/>
                    <a:pt x="1737" y="657"/>
                  </a:cubicBezTo>
                  <a:cubicBezTo>
                    <a:pt x="1736" y="654"/>
                    <a:pt x="1736" y="654"/>
                    <a:pt x="1736" y="654"/>
                  </a:cubicBezTo>
                  <a:cubicBezTo>
                    <a:pt x="1736" y="652"/>
                    <a:pt x="1736" y="652"/>
                    <a:pt x="1736" y="652"/>
                  </a:cubicBezTo>
                  <a:cubicBezTo>
                    <a:pt x="1735" y="650"/>
                    <a:pt x="1735" y="650"/>
                    <a:pt x="1735" y="650"/>
                  </a:cubicBezTo>
                  <a:cubicBezTo>
                    <a:pt x="1734" y="646"/>
                    <a:pt x="1734" y="646"/>
                    <a:pt x="1734" y="646"/>
                  </a:cubicBezTo>
                  <a:cubicBezTo>
                    <a:pt x="1733" y="643"/>
                    <a:pt x="1733" y="643"/>
                    <a:pt x="1733" y="643"/>
                  </a:cubicBezTo>
                  <a:cubicBezTo>
                    <a:pt x="1732" y="642"/>
                    <a:pt x="1732" y="642"/>
                    <a:pt x="1732" y="642"/>
                  </a:cubicBezTo>
                  <a:cubicBezTo>
                    <a:pt x="1732" y="638"/>
                    <a:pt x="1732" y="638"/>
                    <a:pt x="1732" y="638"/>
                  </a:cubicBezTo>
                  <a:cubicBezTo>
                    <a:pt x="1731" y="637"/>
                    <a:pt x="1731" y="637"/>
                    <a:pt x="1731" y="637"/>
                  </a:cubicBezTo>
                  <a:cubicBezTo>
                    <a:pt x="1730" y="633"/>
                    <a:pt x="1730" y="633"/>
                    <a:pt x="1730" y="633"/>
                  </a:cubicBezTo>
                  <a:cubicBezTo>
                    <a:pt x="1729" y="631"/>
                    <a:pt x="1729" y="631"/>
                    <a:pt x="1729" y="631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19" y="599"/>
                    <a:pt x="1710" y="577"/>
                    <a:pt x="1701" y="555"/>
                  </a:cubicBezTo>
                  <a:cubicBezTo>
                    <a:pt x="1696" y="543"/>
                    <a:pt x="1691" y="530"/>
                    <a:pt x="1685" y="518"/>
                  </a:cubicBezTo>
                  <a:cubicBezTo>
                    <a:pt x="1672" y="491"/>
                    <a:pt x="1658" y="465"/>
                    <a:pt x="1643" y="440"/>
                  </a:cubicBezTo>
                  <a:cubicBezTo>
                    <a:pt x="1640" y="435"/>
                    <a:pt x="1640" y="435"/>
                    <a:pt x="1640" y="435"/>
                  </a:cubicBezTo>
                  <a:cubicBezTo>
                    <a:pt x="1640" y="434"/>
                    <a:pt x="1640" y="434"/>
                    <a:pt x="1640" y="434"/>
                  </a:cubicBezTo>
                  <a:cubicBezTo>
                    <a:pt x="1625" y="410"/>
                    <a:pt x="1609" y="387"/>
                    <a:pt x="1593" y="365"/>
                  </a:cubicBezTo>
                  <a:cubicBezTo>
                    <a:pt x="1593" y="364"/>
                    <a:pt x="1593" y="364"/>
                    <a:pt x="1593" y="364"/>
                  </a:cubicBezTo>
                  <a:cubicBezTo>
                    <a:pt x="1589" y="360"/>
                    <a:pt x="1589" y="360"/>
                    <a:pt x="1589" y="360"/>
                  </a:cubicBezTo>
                  <a:cubicBezTo>
                    <a:pt x="1589" y="359"/>
                    <a:pt x="1589" y="359"/>
                    <a:pt x="1589" y="359"/>
                  </a:cubicBezTo>
                  <a:cubicBezTo>
                    <a:pt x="1586" y="355"/>
                    <a:pt x="1586" y="355"/>
                    <a:pt x="1586" y="355"/>
                  </a:cubicBezTo>
                  <a:cubicBezTo>
                    <a:pt x="1585" y="355"/>
                    <a:pt x="1585" y="355"/>
                    <a:pt x="1585" y="355"/>
                  </a:cubicBezTo>
                  <a:cubicBezTo>
                    <a:pt x="1582" y="351"/>
                    <a:pt x="1582" y="351"/>
                    <a:pt x="1582" y="351"/>
                  </a:cubicBezTo>
                  <a:cubicBezTo>
                    <a:pt x="1582" y="350"/>
                    <a:pt x="1582" y="350"/>
                    <a:pt x="1582" y="350"/>
                  </a:cubicBezTo>
                  <a:cubicBezTo>
                    <a:pt x="1578" y="346"/>
                    <a:pt x="1578" y="346"/>
                    <a:pt x="1578" y="346"/>
                  </a:cubicBezTo>
                  <a:cubicBezTo>
                    <a:pt x="1578" y="345"/>
                    <a:pt x="1578" y="345"/>
                    <a:pt x="1578" y="345"/>
                  </a:cubicBezTo>
                  <a:cubicBezTo>
                    <a:pt x="1572" y="338"/>
                    <a:pt x="1566" y="330"/>
                    <a:pt x="1559" y="322"/>
                  </a:cubicBezTo>
                  <a:cubicBezTo>
                    <a:pt x="1559" y="322"/>
                    <a:pt x="1559" y="322"/>
                    <a:pt x="1559" y="322"/>
                  </a:cubicBezTo>
                  <a:cubicBezTo>
                    <a:pt x="1555" y="318"/>
                    <a:pt x="1555" y="318"/>
                    <a:pt x="1555" y="318"/>
                  </a:cubicBezTo>
                  <a:cubicBezTo>
                    <a:pt x="1555" y="317"/>
                    <a:pt x="1555" y="317"/>
                    <a:pt x="1555" y="317"/>
                  </a:cubicBezTo>
                  <a:cubicBezTo>
                    <a:pt x="1552" y="313"/>
                    <a:pt x="1552" y="313"/>
                    <a:pt x="1552" y="313"/>
                  </a:cubicBezTo>
                  <a:cubicBezTo>
                    <a:pt x="1551" y="313"/>
                    <a:pt x="1551" y="313"/>
                    <a:pt x="1551" y="313"/>
                  </a:cubicBezTo>
                  <a:cubicBezTo>
                    <a:pt x="1548" y="309"/>
                    <a:pt x="1548" y="309"/>
                    <a:pt x="1548" y="309"/>
                  </a:cubicBezTo>
                  <a:cubicBezTo>
                    <a:pt x="1547" y="308"/>
                    <a:pt x="1547" y="308"/>
                    <a:pt x="1547" y="308"/>
                  </a:cubicBezTo>
                  <a:cubicBezTo>
                    <a:pt x="1544" y="304"/>
                    <a:pt x="1544" y="304"/>
                    <a:pt x="1544" y="304"/>
                  </a:cubicBezTo>
                  <a:cubicBezTo>
                    <a:pt x="1543" y="304"/>
                    <a:pt x="1543" y="304"/>
                    <a:pt x="1543" y="304"/>
                  </a:cubicBezTo>
                  <a:cubicBezTo>
                    <a:pt x="1537" y="297"/>
                    <a:pt x="1530" y="289"/>
                    <a:pt x="1523" y="282"/>
                  </a:cubicBezTo>
                  <a:cubicBezTo>
                    <a:pt x="1523" y="282"/>
                    <a:pt x="1523" y="282"/>
                    <a:pt x="1523" y="282"/>
                  </a:cubicBezTo>
                  <a:cubicBezTo>
                    <a:pt x="1519" y="278"/>
                    <a:pt x="1519" y="278"/>
                    <a:pt x="1519" y="278"/>
                  </a:cubicBezTo>
                  <a:cubicBezTo>
                    <a:pt x="1519" y="277"/>
                    <a:pt x="1519" y="277"/>
                    <a:pt x="1519" y="277"/>
                  </a:cubicBezTo>
                  <a:cubicBezTo>
                    <a:pt x="1515" y="274"/>
                    <a:pt x="1515" y="274"/>
                    <a:pt x="1515" y="274"/>
                  </a:cubicBezTo>
                  <a:cubicBezTo>
                    <a:pt x="1515" y="273"/>
                    <a:pt x="1515" y="273"/>
                    <a:pt x="1515" y="273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510" y="269"/>
                    <a:pt x="1510" y="269"/>
                    <a:pt x="1510" y="269"/>
                  </a:cubicBezTo>
                  <a:cubicBezTo>
                    <a:pt x="1507" y="265"/>
                    <a:pt x="1507" y="265"/>
                    <a:pt x="1507" y="265"/>
                  </a:cubicBezTo>
                  <a:cubicBezTo>
                    <a:pt x="1506" y="265"/>
                    <a:pt x="1506" y="265"/>
                    <a:pt x="1506" y="265"/>
                  </a:cubicBezTo>
                  <a:cubicBezTo>
                    <a:pt x="1499" y="258"/>
                    <a:pt x="1492" y="251"/>
                    <a:pt x="1485" y="244"/>
                  </a:cubicBezTo>
                  <a:cubicBezTo>
                    <a:pt x="1485" y="244"/>
                    <a:pt x="1485" y="244"/>
                    <a:pt x="1485" y="244"/>
                  </a:cubicBezTo>
                  <a:cubicBezTo>
                    <a:pt x="1481" y="240"/>
                    <a:pt x="1481" y="240"/>
                    <a:pt x="1481" y="240"/>
                  </a:cubicBezTo>
                  <a:cubicBezTo>
                    <a:pt x="1480" y="239"/>
                    <a:pt x="1480" y="239"/>
                    <a:pt x="1480" y="239"/>
                  </a:cubicBezTo>
                  <a:cubicBezTo>
                    <a:pt x="1477" y="236"/>
                    <a:pt x="1477" y="236"/>
                    <a:pt x="1477" y="236"/>
                  </a:cubicBezTo>
                  <a:cubicBezTo>
                    <a:pt x="1476" y="235"/>
                    <a:pt x="1476" y="235"/>
                    <a:pt x="1476" y="235"/>
                  </a:cubicBezTo>
                  <a:cubicBezTo>
                    <a:pt x="1472" y="232"/>
                    <a:pt x="1472" y="232"/>
                    <a:pt x="1472" y="232"/>
                  </a:cubicBezTo>
                  <a:cubicBezTo>
                    <a:pt x="1471" y="232"/>
                    <a:pt x="1471" y="232"/>
                    <a:pt x="1471" y="232"/>
                  </a:cubicBezTo>
                  <a:cubicBezTo>
                    <a:pt x="1468" y="228"/>
                    <a:pt x="1468" y="228"/>
                    <a:pt x="1468" y="228"/>
                  </a:cubicBezTo>
                  <a:cubicBezTo>
                    <a:pt x="1467" y="228"/>
                    <a:pt x="1467" y="228"/>
                    <a:pt x="1467" y="228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5" y="209"/>
                    <a:pt x="1445" y="209"/>
                    <a:pt x="1445" y="209"/>
                  </a:cubicBezTo>
                  <a:cubicBezTo>
                    <a:pt x="1444" y="208"/>
                    <a:pt x="1444" y="208"/>
                    <a:pt x="1444" y="208"/>
                  </a:cubicBezTo>
                  <a:cubicBezTo>
                    <a:pt x="1440" y="205"/>
                    <a:pt x="1440" y="205"/>
                    <a:pt x="1440" y="205"/>
                  </a:cubicBezTo>
                  <a:cubicBezTo>
                    <a:pt x="1439" y="204"/>
                    <a:pt x="1439" y="204"/>
                    <a:pt x="1439" y="204"/>
                  </a:cubicBezTo>
                  <a:cubicBezTo>
                    <a:pt x="1436" y="201"/>
                    <a:pt x="1436" y="201"/>
                    <a:pt x="1436" y="201"/>
                  </a:cubicBezTo>
                  <a:cubicBezTo>
                    <a:pt x="1435" y="200"/>
                    <a:pt x="1435" y="200"/>
                    <a:pt x="1435" y="200"/>
                  </a:cubicBezTo>
                  <a:cubicBezTo>
                    <a:pt x="1431" y="197"/>
                    <a:pt x="1431" y="197"/>
                    <a:pt x="1431" y="197"/>
                  </a:cubicBezTo>
                  <a:cubicBezTo>
                    <a:pt x="1430" y="197"/>
                    <a:pt x="1430" y="197"/>
                    <a:pt x="1430" y="197"/>
                  </a:cubicBezTo>
                  <a:cubicBezTo>
                    <a:pt x="1426" y="194"/>
                    <a:pt x="1426" y="194"/>
                    <a:pt x="1426" y="194"/>
                  </a:cubicBezTo>
                  <a:cubicBezTo>
                    <a:pt x="1425" y="193"/>
                    <a:pt x="1425" y="193"/>
                    <a:pt x="1425" y="193"/>
                  </a:cubicBezTo>
                  <a:cubicBezTo>
                    <a:pt x="1421" y="190"/>
                    <a:pt x="1421" y="190"/>
                    <a:pt x="1421" y="190"/>
                  </a:cubicBezTo>
                  <a:cubicBezTo>
                    <a:pt x="1421" y="189"/>
                    <a:pt x="1421" y="189"/>
                    <a:pt x="1421" y="189"/>
                  </a:cubicBezTo>
                  <a:cubicBezTo>
                    <a:pt x="1407" y="179"/>
                    <a:pt x="1407" y="179"/>
                    <a:pt x="1407" y="179"/>
                  </a:cubicBezTo>
                  <a:cubicBezTo>
                    <a:pt x="1406" y="178"/>
                    <a:pt x="1406" y="178"/>
                    <a:pt x="1406" y="178"/>
                  </a:cubicBezTo>
                  <a:cubicBezTo>
                    <a:pt x="1402" y="175"/>
                    <a:pt x="1402" y="175"/>
                    <a:pt x="1402" y="175"/>
                  </a:cubicBezTo>
                  <a:cubicBezTo>
                    <a:pt x="1401" y="174"/>
                    <a:pt x="1401" y="174"/>
                    <a:pt x="1401" y="174"/>
                  </a:cubicBezTo>
                  <a:cubicBezTo>
                    <a:pt x="1398" y="172"/>
                    <a:pt x="1398" y="172"/>
                    <a:pt x="1398" y="172"/>
                  </a:cubicBezTo>
                  <a:cubicBezTo>
                    <a:pt x="1396" y="171"/>
                    <a:pt x="1396" y="171"/>
                    <a:pt x="1396" y="171"/>
                  </a:cubicBezTo>
                  <a:cubicBezTo>
                    <a:pt x="1393" y="169"/>
                    <a:pt x="1393" y="169"/>
                    <a:pt x="1393" y="169"/>
                  </a:cubicBezTo>
                  <a:cubicBezTo>
                    <a:pt x="1391" y="167"/>
                    <a:pt x="1391" y="167"/>
                    <a:pt x="1391" y="167"/>
                  </a:cubicBezTo>
                  <a:cubicBezTo>
                    <a:pt x="1388" y="165"/>
                    <a:pt x="1388" y="165"/>
                    <a:pt x="1388" y="165"/>
                  </a:cubicBezTo>
                  <a:cubicBezTo>
                    <a:pt x="1387" y="164"/>
                    <a:pt x="1387" y="164"/>
                    <a:pt x="1387" y="164"/>
                  </a:cubicBezTo>
                  <a:cubicBezTo>
                    <a:pt x="1383" y="162"/>
                    <a:pt x="1383" y="162"/>
                    <a:pt x="1383" y="162"/>
                  </a:cubicBezTo>
                  <a:cubicBezTo>
                    <a:pt x="1382" y="161"/>
                    <a:pt x="1382" y="161"/>
                    <a:pt x="1382" y="161"/>
                  </a:cubicBezTo>
                  <a:cubicBezTo>
                    <a:pt x="1378" y="158"/>
                    <a:pt x="1378" y="158"/>
                    <a:pt x="1378" y="158"/>
                  </a:cubicBezTo>
                  <a:cubicBezTo>
                    <a:pt x="1377" y="158"/>
                    <a:pt x="1377" y="158"/>
                    <a:pt x="1377" y="158"/>
                  </a:cubicBezTo>
                  <a:cubicBezTo>
                    <a:pt x="1363" y="148"/>
                    <a:pt x="1363" y="148"/>
                    <a:pt x="1363" y="148"/>
                  </a:cubicBezTo>
                  <a:cubicBezTo>
                    <a:pt x="1362" y="147"/>
                    <a:pt x="1362" y="147"/>
                    <a:pt x="1362" y="147"/>
                  </a:cubicBezTo>
                  <a:cubicBezTo>
                    <a:pt x="1358" y="145"/>
                    <a:pt x="1358" y="145"/>
                    <a:pt x="1358" y="145"/>
                  </a:cubicBezTo>
                  <a:cubicBezTo>
                    <a:pt x="1356" y="144"/>
                    <a:pt x="1356" y="144"/>
                    <a:pt x="1356" y="144"/>
                  </a:cubicBezTo>
                  <a:cubicBezTo>
                    <a:pt x="1353" y="141"/>
                    <a:pt x="1353" y="141"/>
                    <a:pt x="1353" y="141"/>
                  </a:cubicBezTo>
                  <a:cubicBezTo>
                    <a:pt x="1352" y="141"/>
                    <a:pt x="1352" y="141"/>
                    <a:pt x="1352" y="141"/>
                  </a:cubicBezTo>
                  <a:cubicBezTo>
                    <a:pt x="1348" y="138"/>
                    <a:pt x="1348" y="138"/>
                    <a:pt x="1348" y="138"/>
                  </a:cubicBezTo>
                  <a:cubicBezTo>
                    <a:pt x="1347" y="138"/>
                    <a:pt x="1347" y="138"/>
                    <a:pt x="1347" y="138"/>
                  </a:cubicBezTo>
                  <a:cubicBezTo>
                    <a:pt x="1343" y="135"/>
                    <a:pt x="1343" y="135"/>
                    <a:pt x="1343" y="135"/>
                  </a:cubicBezTo>
                  <a:cubicBezTo>
                    <a:pt x="1342" y="134"/>
                    <a:pt x="1342" y="134"/>
                    <a:pt x="1342" y="134"/>
                  </a:cubicBezTo>
                  <a:cubicBezTo>
                    <a:pt x="1338" y="132"/>
                    <a:pt x="1338" y="132"/>
                    <a:pt x="1338" y="132"/>
                  </a:cubicBezTo>
                  <a:cubicBezTo>
                    <a:pt x="1337" y="131"/>
                    <a:pt x="1337" y="131"/>
                    <a:pt x="1337" y="131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16" y="119"/>
                    <a:pt x="1316" y="119"/>
                    <a:pt x="1316" y="119"/>
                  </a:cubicBezTo>
                  <a:cubicBezTo>
                    <a:pt x="1315" y="119"/>
                    <a:pt x="1315" y="119"/>
                    <a:pt x="1315" y="119"/>
                  </a:cubicBezTo>
                  <a:cubicBezTo>
                    <a:pt x="1311" y="116"/>
                    <a:pt x="1311" y="116"/>
                    <a:pt x="1311" y="116"/>
                  </a:cubicBezTo>
                  <a:cubicBezTo>
                    <a:pt x="1310" y="116"/>
                    <a:pt x="1310" y="116"/>
                    <a:pt x="1310" y="116"/>
                  </a:cubicBezTo>
                  <a:cubicBezTo>
                    <a:pt x="1306" y="114"/>
                    <a:pt x="1306" y="114"/>
                    <a:pt x="1306" y="114"/>
                  </a:cubicBezTo>
                  <a:cubicBezTo>
                    <a:pt x="1305" y="113"/>
                    <a:pt x="1305" y="113"/>
                    <a:pt x="1305" y="113"/>
                  </a:cubicBezTo>
                  <a:cubicBezTo>
                    <a:pt x="1301" y="111"/>
                    <a:pt x="1301" y="111"/>
                    <a:pt x="1301" y="111"/>
                  </a:cubicBezTo>
                  <a:cubicBezTo>
                    <a:pt x="1300" y="110"/>
                    <a:pt x="1300" y="110"/>
                    <a:pt x="1300" y="110"/>
                  </a:cubicBezTo>
                  <a:cubicBezTo>
                    <a:pt x="1296" y="108"/>
                    <a:pt x="1296" y="108"/>
                    <a:pt x="1296" y="108"/>
                  </a:cubicBezTo>
                  <a:cubicBezTo>
                    <a:pt x="1295" y="107"/>
                    <a:pt x="1295" y="107"/>
                    <a:pt x="1295" y="107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89" y="105"/>
                    <a:pt x="1289" y="105"/>
                    <a:pt x="1289" y="105"/>
                  </a:cubicBezTo>
                  <a:cubicBezTo>
                    <a:pt x="1282" y="101"/>
                    <a:pt x="1275" y="97"/>
                    <a:pt x="1268" y="94"/>
                  </a:cubicBezTo>
                  <a:cubicBezTo>
                    <a:pt x="1267" y="93"/>
                    <a:pt x="1267" y="93"/>
                    <a:pt x="1267" y="93"/>
                  </a:cubicBezTo>
                  <a:cubicBezTo>
                    <a:pt x="1263" y="91"/>
                    <a:pt x="1263" y="91"/>
                    <a:pt x="1263" y="91"/>
                  </a:cubicBezTo>
                  <a:cubicBezTo>
                    <a:pt x="1262" y="91"/>
                    <a:pt x="1262" y="91"/>
                    <a:pt x="1262" y="91"/>
                  </a:cubicBezTo>
                  <a:cubicBezTo>
                    <a:pt x="1258" y="89"/>
                    <a:pt x="1258" y="89"/>
                    <a:pt x="1258" y="89"/>
                  </a:cubicBezTo>
                  <a:cubicBezTo>
                    <a:pt x="1256" y="88"/>
                    <a:pt x="1256" y="88"/>
                    <a:pt x="1256" y="88"/>
                  </a:cubicBezTo>
                  <a:cubicBezTo>
                    <a:pt x="1252" y="86"/>
                    <a:pt x="1252" y="86"/>
                    <a:pt x="1252" y="86"/>
                  </a:cubicBezTo>
                  <a:cubicBezTo>
                    <a:pt x="1251" y="86"/>
                    <a:pt x="1251" y="86"/>
                    <a:pt x="1251" y="86"/>
                  </a:cubicBezTo>
                  <a:cubicBezTo>
                    <a:pt x="1247" y="83"/>
                    <a:pt x="1247" y="83"/>
                    <a:pt x="1247" y="83"/>
                  </a:cubicBezTo>
                  <a:cubicBezTo>
                    <a:pt x="1246" y="83"/>
                    <a:pt x="1246" y="83"/>
                    <a:pt x="1246" y="83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35" y="78"/>
                    <a:pt x="1229" y="76"/>
                    <a:pt x="1224" y="73"/>
                  </a:cubicBezTo>
                  <a:cubicBezTo>
                    <a:pt x="1224" y="73"/>
                    <a:pt x="1224" y="73"/>
                    <a:pt x="1224" y="73"/>
                  </a:cubicBezTo>
                  <a:cubicBezTo>
                    <a:pt x="1219" y="71"/>
                    <a:pt x="1219" y="71"/>
                    <a:pt x="1219" y="71"/>
                  </a:cubicBezTo>
                  <a:cubicBezTo>
                    <a:pt x="1218" y="71"/>
                    <a:pt x="1218" y="71"/>
                    <a:pt x="1218" y="71"/>
                  </a:cubicBezTo>
                  <a:cubicBezTo>
                    <a:pt x="1213" y="69"/>
                    <a:pt x="1213" y="69"/>
                    <a:pt x="1213" y="69"/>
                  </a:cubicBezTo>
                  <a:cubicBezTo>
                    <a:pt x="1212" y="68"/>
                    <a:pt x="1212" y="68"/>
                    <a:pt x="1212" y="68"/>
                  </a:cubicBezTo>
                  <a:cubicBezTo>
                    <a:pt x="1208" y="66"/>
                    <a:pt x="1208" y="66"/>
                    <a:pt x="1208" y="66"/>
                  </a:cubicBezTo>
                  <a:cubicBezTo>
                    <a:pt x="1207" y="66"/>
                    <a:pt x="1207" y="66"/>
                    <a:pt x="1207" y="66"/>
                  </a:cubicBezTo>
                  <a:cubicBezTo>
                    <a:pt x="1202" y="64"/>
                    <a:pt x="1202" y="64"/>
                    <a:pt x="1202" y="64"/>
                  </a:cubicBezTo>
                  <a:cubicBezTo>
                    <a:pt x="1201" y="64"/>
                    <a:pt x="1201" y="64"/>
                    <a:pt x="1201" y="64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86" y="58"/>
                    <a:pt x="1177" y="55"/>
                    <a:pt x="1167" y="51"/>
                  </a:cubicBezTo>
                  <a:cubicBezTo>
                    <a:pt x="1166" y="51"/>
                    <a:pt x="1166" y="51"/>
                    <a:pt x="1166" y="51"/>
                  </a:cubicBezTo>
                  <a:cubicBezTo>
                    <a:pt x="1162" y="49"/>
                    <a:pt x="1162" y="49"/>
                    <a:pt x="1162" y="49"/>
                  </a:cubicBezTo>
                  <a:cubicBezTo>
                    <a:pt x="1161" y="49"/>
                    <a:pt x="1161" y="49"/>
                    <a:pt x="1161" y="49"/>
                  </a:cubicBezTo>
                  <a:cubicBezTo>
                    <a:pt x="1156" y="47"/>
                    <a:pt x="1156" y="47"/>
                    <a:pt x="1156" y="47"/>
                  </a:cubicBezTo>
                  <a:cubicBezTo>
                    <a:pt x="1155" y="47"/>
                    <a:pt x="1155" y="47"/>
                    <a:pt x="1155" y="47"/>
                  </a:cubicBezTo>
                  <a:cubicBezTo>
                    <a:pt x="1150" y="45"/>
                    <a:pt x="1150" y="45"/>
                    <a:pt x="1150" y="45"/>
                  </a:cubicBezTo>
                  <a:cubicBezTo>
                    <a:pt x="1149" y="45"/>
                    <a:pt x="1149" y="45"/>
                    <a:pt x="1149" y="45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36" y="41"/>
                    <a:pt x="1128" y="38"/>
                    <a:pt x="1120" y="36"/>
                  </a:cubicBezTo>
                  <a:cubicBezTo>
                    <a:pt x="1120" y="36"/>
                    <a:pt x="1120" y="36"/>
                    <a:pt x="1120" y="36"/>
                  </a:cubicBezTo>
                  <a:cubicBezTo>
                    <a:pt x="1115" y="35"/>
                    <a:pt x="1115" y="35"/>
                    <a:pt x="1115" y="35"/>
                  </a:cubicBezTo>
                  <a:cubicBezTo>
                    <a:pt x="1114" y="34"/>
                    <a:pt x="1114" y="34"/>
                    <a:pt x="1114" y="34"/>
                  </a:cubicBezTo>
                  <a:cubicBezTo>
                    <a:pt x="1109" y="33"/>
                    <a:pt x="1109" y="33"/>
                    <a:pt x="1109" y="33"/>
                  </a:cubicBezTo>
                  <a:cubicBezTo>
                    <a:pt x="1108" y="33"/>
                    <a:pt x="1108" y="33"/>
                    <a:pt x="1108" y="33"/>
                  </a:cubicBezTo>
                  <a:cubicBezTo>
                    <a:pt x="1103" y="31"/>
                    <a:pt x="1103" y="31"/>
                    <a:pt x="1103" y="31"/>
                  </a:cubicBezTo>
                  <a:cubicBezTo>
                    <a:pt x="1102" y="31"/>
                    <a:pt x="1102" y="31"/>
                    <a:pt x="1102" y="31"/>
                  </a:cubicBezTo>
                  <a:cubicBezTo>
                    <a:pt x="1097" y="30"/>
                    <a:pt x="1097" y="30"/>
                    <a:pt x="1097" y="30"/>
                  </a:cubicBezTo>
                  <a:cubicBezTo>
                    <a:pt x="1096" y="29"/>
                    <a:pt x="1096" y="29"/>
                    <a:pt x="1096" y="29"/>
                  </a:cubicBezTo>
                  <a:cubicBezTo>
                    <a:pt x="1091" y="28"/>
                    <a:pt x="1091" y="28"/>
                    <a:pt x="1091" y="28"/>
                  </a:cubicBezTo>
                  <a:cubicBezTo>
                    <a:pt x="1090" y="28"/>
                    <a:pt x="1090" y="28"/>
                    <a:pt x="1090" y="28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79" y="25"/>
                    <a:pt x="1073" y="24"/>
                    <a:pt x="1067" y="22"/>
                  </a:cubicBezTo>
                  <a:cubicBezTo>
                    <a:pt x="1066" y="22"/>
                    <a:pt x="1066" y="22"/>
                    <a:pt x="1066" y="22"/>
                  </a:cubicBezTo>
                  <a:cubicBezTo>
                    <a:pt x="1061" y="21"/>
                    <a:pt x="1061" y="21"/>
                    <a:pt x="1061" y="21"/>
                  </a:cubicBezTo>
                  <a:cubicBezTo>
                    <a:pt x="1059" y="21"/>
                    <a:pt x="1059" y="21"/>
                    <a:pt x="1059" y="21"/>
                  </a:cubicBezTo>
                  <a:cubicBezTo>
                    <a:pt x="1055" y="20"/>
                    <a:pt x="1055" y="20"/>
                    <a:pt x="1055" y="20"/>
                  </a:cubicBezTo>
                  <a:cubicBezTo>
                    <a:pt x="1053" y="19"/>
                    <a:pt x="1053" y="19"/>
                    <a:pt x="1053" y="19"/>
                  </a:cubicBezTo>
                  <a:cubicBezTo>
                    <a:pt x="1049" y="19"/>
                    <a:pt x="1049" y="19"/>
                    <a:pt x="1049" y="19"/>
                  </a:cubicBezTo>
                  <a:cubicBezTo>
                    <a:pt x="1047" y="18"/>
                    <a:pt x="1047" y="18"/>
                    <a:pt x="1047" y="18"/>
                  </a:cubicBezTo>
                  <a:cubicBezTo>
                    <a:pt x="1043" y="17"/>
                    <a:pt x="1043" y="17"/>
                    <a:pt x="1043" y="17"/>
                  </a:cubicBezTo>
                  <a:cubicBezTo>
                    <a:pt x="1041" y="17"/>
                    <a:pt x="1041" y="17"/>
                    <a:pt x="1041" y="17"/>
                  </a:cubicBezTo>
                  <a:cubicBezTo>
                    <a:pt x="1037" y="16"/>
                    <a:pt x="1037" y="16"/>
                    <a:pt x="1037" y="16"/>
                  </a:cubicBezTo>
                  <a:cubicBezTo>
                    <a:pt x="1035" y="16"/>
                    <a:pt x="1035" y="16"/>
                    <a:pt x="1035" y="16"/>
                  </a:cubicBezTo>
                  <a:cubicBezTo>
                    <a:pt x="1031" y="15"/>
                    <a:pt x="1031" y="15"/>
                    <a:pt x="1031" y="15"/>
                  </a:cubicBezTo>
                  <a:cubicBezTo>
                    <a:pt x="1030" y="15"/>
                    <a:pt x="1030" y="15"/>
                    <a:pt x="1030" y="15"/>
                  </a:cubicBezTo>
                  <a:cubicBezTo>
                    <a:pt x="1024" y="14"/>
                    <a:pt x="1024" y="14"/>
                    <a:pt x="1024" y="14"/>
                  </a:cubicBezTo>
                  <a:cubicBezTo>
                    <a:pt x="1023" y="14"/>
                    <a:pt x="1023" y="14"/>
                    <a:pt x="1023" y="14"/>
                  </a:cubicBezTo>
                  <a:cubicBezTo>
                    <a:pt x="975" y="5"/>
                    <a:pt x="926" y="1"/>
                    <a:pt x="876" y="0"/>
                  </a:cubicBezTo>
                  <a:cubicBezTo>
                    <a:pt x="868" y="0"/>
                    <a:pt x="868" y="0"/>
                    <a:pt x="868" y="0"/>
                  </a:cubicBezTo>
                  <a:cubicBezTo>
                    <a:pt x="590" y="0"/>
                    <a:pt x="341" y="126"/>
                    <a:pt x="175" y="323"/>
                  </a:cubicBezTo>
                  <a:cubicBezTo>
                    <a:pt x="158" y="344"/>
                    <a:pt x="149" y="358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50" y="375"/>
                    <a:pt x="159" y="379"/>
                    <a:pt x="178" y="379"/>
                  </a:cubicBezTo>
                  <a:cubicBezTo>
                    <a:pt x="559" y="379"/>
                    <a:pt x="559" y="379"/>
                    <a:pt x="559" y="379"/>
                  </a:cubicBezTo>
                  <a:cubicBezTo>
                    <a:pt x="1261" y="379"/>
                    <a:pt x="1261" y="379"/>
                    <a:pt x="1261" y="379"/>
                  </a:cubicBezTo>
                  <a:cubicBezTo>
                    <a:pt x="1269" y="379"/>
                    <a:pt x="1278" y="382"/>
                    <a:pt x="1287" y="387"/>
                  </a:cubicBezTo>
                  <a:cubicBezTo>
                    <a:pt x="1294" y="391"/>
                    <a:pt x="1300" y="396"/>
                    <a:pt x="1304" y="402"/>
                  </a:cubicBezTo>
                  <a:cubicBezTo>
                    <a:pt x="1452" y="634"/>
                    <a:pt x="1452" y="634"/>
                    <a:pt x="1452" y="634"/>
                  </a:cubicBezTo>
                  <a:cubicBezTo>
                    <a:pt x="1455" y="638"/>
                    <a:pt x="1457" y="643"/>
                    <a:pt x="1459" y="648"/>
                  </a:cubicBezTo>
                  <a:cubicBezTo>
                    <a:pt x="1461" y="655"/>
                    <a:pt x="1461" y="655"/>
                    <a:pt x="1461" y="655"/>
                  </a:cubicBezTo>
                  <a:cubicBezTo>
                    <a:pt x="1461" y="656"/>
                    <a:pt x="1461" y="656"/>
                    <a:pt x="1461" y="656"/>
                  </a:cubicBezTo>
                  <a:cubicBezTo>
                    <a:pt x="1461" y="657"/>
                    <a:pt x="1461" y="657"/>
                    <a:pt x="1461" y="657"/>
                  </a:cubicBezTo>
                  <a:cubicBezTo>
                    <a:pt x="1463" y="664"/>
                    <a:pt x="1463" y="671"/>
                    <a:pt x="1463" y="677"/>
                  </a:cubicBezTo>
                  <a:cubicBezTo>
                    <a:pt x="1462" y="685"/>
                    <a:pt x="1462" y="685"/>
                    <a:pt x="1462" y="685"/>
                  </a:cubicBezTo>
                  <a:cubicBezTo>
                    <a:pt x="1372" y="1125"/>
                    <a:pt x="1372" y="1125"/>
                    <a:pt x="1372" y="1125"/>
                  </a:cubicBezTo>
                  <a:cubicBezTo>
                    <a:pt x="1322" y="1367"/>
                    <a:pt x="1322" y="1367"/>
                    <a:pt x="1322" y="1367"/>
                  </a:cubicBezTo>
                  <a:cubicBezTo>
                    <a:pt x="1319" y="1383"/>
                    <a:pt x="1304" y="1395"/>
                    <a:pt x="1289" y="1395"/>
                  </a:cubicBezTo>
                  <a:cubicBezTo>
                    <a:pt x="1046" y="1395"/>
                    <a:pt x="1046" y="1395"/>
                    <a:pt x="1046" y="1395"/>
                  </a:cubicBezTo>
                  <a:cubicBezTo>
                    <a:pt x="1030" y="1395"/>
                    <a:pt x="1011" y="1384"/>
                    <a:pt x="1002" y="1371"/>
                  </a:cubicBezTo>
                  <a:cubicBezTo>
                    <a:pt x="705" y="923"/>
                    <a:pt x="705" y="923"/>
                    <a:pt x="705" y="923"/>
                  </a:cubicBezTo>
                  <a:cubicBezTo>
                    <a:pt x="684" y="1030"/>
                    <a:pt x="684" y="1030"/>
                    <a:pt x="684" y="1030"/>
                  </a:cubicBezTo>
                  <a:cubicBezTo>
                    <a:pt x="615" y="1368"/>
                    <a:pt x="615" y="1368"/>
                    <a:pt x="615" y="1368"/>
                  </a:cubicBezTo>
                  <a:cubicBezTo>
                    <a:pt x="613" y="1380"/>
                    <a:pt x="602" y="1391"/>
                    <a:pt x="590" y="1394"/>
                  </a:cubicBezTo>
                  <a:cubicBezTo>
                    <a:pt x="590" y="1394"/>
                    <a:pt x="590" y="1394"/>
                    <a:pt x="590" y="1394"/>
                  </a:cubicBezTo>
                  <a:cubicBezTo>
                    <a:pt x="590" y="1395"/>
                    <a:pt x="590" y="1395"/>
                    <a:pt x="590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2" y="1396"/>
                    <a:pt x="582" y="1396"/>
                    <a:pt x="582" y="1396"/>
                  </a:cubicBezTo>
                  <a:cubicBezTo>
                    <a:pt x="581" y="1396"/>
                    <a:pt x="581" y="1396"/>
                    <a:pt x="581" y="1396"/>
                  </a:cubicBezTo>
                  <a:cubicBezTo>
                    <a:pt x="553" y="1396"/>
                    <a:pt x="553" y="1396"/>
                    <a:pt x="553" y="1396"/>
                  </a:cubicBezTo>
                  <a:cubicBezTo>
                    <a:pt x="403" y="1396"/>
                    <a:pt x="403" y="1396"/>
                    <a:pt x="403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1" y="1394"/>
                    <a:pt x="384" y="1389"/>
                    <a:pt x="382" y="1382"/>
                  </a:cubicBezTo>
                  <a:cubicBezTo>
                    <a:pt x="382" y="1382"/>
                    <a:pt x="382" y="1382"/>
                    <a:pt x="382" y="1382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1" y="1368"/>
                    <a:pt x="381" y="1368"/>
                    <a:pt x="381" y="1368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10" y="733"/>
                    <a:pt x="510" y="733"/>
                    <a:pt x="510" y="733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6" y="720"/>
                    <a:pt x="516" y="720"/>
                    <a:pt x="516" y="720"/>
                  </a:cubicBezTo>
                  <a:cubicBezTo>
                    <a:pt x="517" y="719"/>
                    <a:pt x="517" y="719"/>
                    <a:pt x="517" y="719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43" y="705"/>
                    <a:pt x="543" y="705"/>
                    <a:pt x="543" y="705"/>
                  </a:cubicBezTo>
                  <a:cubicBezTo>
                    <a:pt x="544" y="705"/>
                    <a:pt x="544" y="705"/>
                    <a:pt x="544" y="705"/>
                  </a:cubicBezTo>
                  <a:cubicBezTo>
                    <a:pt x="555" y="705"/>
                    <a:pt x="555" y="705"/>
                    <a:pt x="555" y="705"/>
                  </a:cubicBezTo>
                  <a:cubicBezTo>
                    <a:pt x="557" y="705"/>
                    <a:pt x="557" y="705"/>
                    <a:pt x="557" y="705"/>
                  </a:cubicBezTo>
                  <a:cubicBezTo>
                    <a:pt x="786" y="705"/>
                    <a:pt x="786" y="705"/>
                    <a:pt x="786" y="705"/>
                  </a:cubicBezTo>
                  <a:cubicBezTo>
                    <a:pt x="802" y="705"/>
                    <a:pt x="821" y="716"/>
                    <a:pt x="829" y="729"/>
                  </a:cubicBezTo>
                  <a:cubicBezTo>
                    <a:pt x="1127" y="1178"/>
                    <a:pt x="1127" y="1178"/>
                    <a:pt x="1127" y="1178"/>
                  </a:cubicBezTo>
                  <a:cubicBezTo>
                    <a:pt x="1244" y="590"/>
                    <a:pt x="1244" y="590"/>
                    <a:pt x="1244" y="590"/>
                  </a:cubicBezTo>
                  <a:cubicBezTo>
                    <a:pt x="557" y="590"/>
                    <a:pt x="557" y="590"/>
                    <a:pt x="557" y="590"/>
                  </a:cubicBezTo>
                  <a:cubicBezTo>
                    <a:pt x="555" y="590"/>
                    <a:pt x="555" y="590"/>
                    <a:pt x="555" y="590"/>
                  </a:cubicBezTo>
                  <a:cubicBezTo>
                    <a:pt x="475" y="590"/>
                    <a:pt x="475" y="590"/>
                    <a:pt x="475" y="590"/>
                  </a:cubicBezTo>
                  <a:cubicBezTo>
                    <a:pt x="435" y="590"/>
                    <a:pt x="395" y="593"/>
                    <a:pt x="357" y="600"/>
                  </a:cubicBezTo>
                  <a:cubicBezTo>
                    <a:pt x="162" y="632"/>
                    <a:pt x="0" y="756"/>
                    <a:pt x="0" y="1037"/>
                  </a:cubicBezTo>
                  <a:cubicBezTo>
                    <a:pt x="0" y="1321"/>
                    <a:pt x="239" y="1662"/>
                    <a:pt x="616" y="1772"/>
                  </a:cubicBezTo>
                  <a:cubicBezTo>
                    <a:pt x="694" y="1794"/>
                    <a:pt x="779" y="1807"/>
                    <a:pt x="868" y="1807"/>
                  </a:cubicBezTo>
                  <a:cubicBezTo>
                    <a:pt x="873" y="1807"/>
                    <a:pt x="873" y="1807"/>
                    <a:pt x="873" y="1807"/>
                  </a:cubicBezTo>
                  <a:cubicBezTo>
                    <a:pt x="1020" y="1806"/>
                    <a:pt x="1158" y="1770"/>
                    <a:pt x="1280" y="1707"/>
                  </a:cubicBezTo>
                  <a:cubicBezTo>
                    <a:pt x="1285" y="1705"/>
                    <a:pt x="1285" y="1705"/>
                    <a:pt x="1285" y="1705"/>
                  </a:cubicBezTo>
                  <a:cubicBezTo>
                    <a:pt x="1286" y="1704"/>
                    <a:pt x="1286" y="1704"/>
                    <a:pt x="1286" y="1704"/>
                  </a:cubicBezTo>
                  <a:cubicBezTo>
                    <a:pt x="1291" y="1702"/>
                    <a:pt x="1291" y="1702"/>
                    <a:pt x="1291" y="1702"/>
                  </a:cubicBezTo>
                  <a:cubicBezTo>
                    <a:pt x="1292" y="1701"/>
                    <a:pt x="1292" y="1701"/>
                    <a:pt x="1292" y="1701"/>
                  </a:cubicBezTo>
                  <a:cubicBezTo>
                    <a:pt x="1295" y="1699"/>
                    <a:pt x="1295" y="1699"/>
                    <a:pt x="1295" y="1699"/>
                  </a:cubicBezTo>
                  <a:cubicBezTo>
                    <a:pt x="1297" y="1698"/>
                    <a:pt x="1297" y="1698"/>
                    <a:pt x="1297" y="1698"/>
                  </a:cubicBezTo>
                  <a:cubicBezTo>
                    <a:pt x="1301" y="1696"/>
                    <a:pt x="1301" y="1696"/>
                    <a:pt x="1301" y="1696"/>
                  </a:cubicBezTo>
                  <a:cubicBezTo>
                    <a:pt x="1302" y="1695"/>
                    <a:pt x="1302" y="1695"/>
                    <a:pt x="1302" y="1695"/>
                  </a:cubicBezTo>
                  <a:cubicBezTo>
                    <a:pt x="1306" y="1693"/>
                    <a:pt x="1306" y="1693"/>
                    <a:pt x="1306" y="1693"/>
                  </a:cubicBezTo>
                  <a:cubicBezTo>
                    <a:pt x="1307" y="1693"/>
                    <a:pt x="1307" y="1693"/>
                    <a:pt x="1307" y="1693"/>
                  </a:cubicBezTo>
                  <a:cubicBezTo>
                    <a:pt x="1311" y="1690"/>
                    <a:pt x="1311" y="1690"/>
                    <a:pt x="1311" y="1690"/>
                  </a:cubicBezTo>
                  <a:cubicBezTo>
                    <a:pt x="1313" y="1689"/>
                    <a:pt x="1313" y="1689"/>
                    <a:pt x="1313" y="1689"/>
                  </a:cubicBezTo>
                  <a:cubicBezTo>
                    <a:pt x="1317" y="1687"/>
                    <a:pt x="1317" y="1687"/>
                    <a:pt x="1317" y="1687"/>
                  </a:cubicBezTo>
                  <a:cubicBezTo>
                    <a:pt x="1318" y="1687"/>
                    <a:pt x="1318" y="1687"/>
                    <a:pt x="1318" y="1687"/>
                  </a:cubicBezTo>
                  <a:cubicBezTo>
                    <a:pt x="1322" y="1684"/>
                    <a:pt x="1322" y="1684"/>
                    <a:pt x="1322" y="1684"/>
                  </a:cubicBezTo>
                  <a:cubicBezTo>
                    <a:pt x="1323" y="1684"/>
                    <a:pt x="1323" y="1684"/>
                    <a:pt x="1323" y="1684"/>
                  </a:cubicBezTo>
                  <a:cubicBezTo>
                    <a:pt x="1327" y="1681"/>
                    <a:pt x="1327" y="1681"/>
                    <a:pt x="1327" y="1681"/>
                  </a:cubicBezTo>
                  <a:cubicBezTo>
                    <a:pt x="1329" y="1680"/>
                    <a:pt x="1329" y="1680"/>
                    <a:pt x="1329" y="1680"/>
                  </a:cubicBezTo>
                  <a:cubicBezTo>
                    <a:pt x="1332" y="1678"/>
                    <a:pt x="1332" y="1678"/>
                    <a:pt x="1332" y="1678"/>
                  </a:cubicBezTo>
                  <a:cubicBezTo>
                    <a:pt x="1333" y="1677"/>
                    <a:pt x="1333" y="1677"/>
                    <a:pt x="1333" y="1677"/>
                  </a:cubicBezTo>
                  <a:cubicBezTo>
                    <a:pt x="1338" y="1675"/>
                    <a:pt x="1338" y="1675"/>
                    <a:pt x="1338" y="1675"/>
                  </a:cubicBezTo>
                  <a:cubicBezTo>
                    <a:pt x="1339" y="1674"/>
                    <a:pt x="1339" y="1674"/>
                    <a:pt x="1339" y="1674"/>
                  </a:cubicBezTo>
                  <a:cubicBezTo>
                    <a:pt x="1343" y="1672"/>
                    <a:pt x="1343" y="1672"/>
                    <a:pt x="1343" y="1672"/>
                  </a:cubicBezTo>
                  <a:cubicBezTo>
                    <a:pt x="1343" y="1671"/>
                    <a:pt x="1343" y="1671"/>
                    <a:pt x="1343" y="1671"/>
                  </a:cubicBezTo>
                  <a:cubicBezTo>
                    <a:pt x="1348" y="1669"/>
                    <a:pt x="1348" y="1669"/>
                    <a:pt x="1348" y="1669"/>
                  </a:cubicBezTo>
                  <a:cubicBezTo>
                    <a:pt x="1349" y="1668"/>
                    <a:pt x="1349" y="1668"/>
                    <a:pt x="1349" y="1668"/>
                  </a:cubicBezTo>
                  <a:cubicBezTo>
                    <a:pt x="1353" y="1665"/>
                    <a:pt x="1353" y="1665"/>
                    <a:pt x="1353" y="1665"/>
                  </a:cubicBezTo>
                  <a:cubicBezTo>
                    <a:pt x="1354" y="1665"/>
                    <a:pt x="1354" y="1665"/>
                    <a:pt x="1354" y="1665"/>
                  </a:cubicBezTo>
                  <a:cubicBezTo>
                    <a:pt x="1358" y="1662"/>
                    <a:pt x="1358" y="1662"/>
                    <a:pt x="1358" y="1662"/>
                  </a:cubicBezTo>
                  <a:cubicBezTo>
                    <a:pt x="1359" y="1661"/>
                    <a:pt x="1359" y="1661"/>
                    <a:pt x="1359" y="1661"/>
                  </a:cubicBezTo>
                  <a:cubicBezTo>
                    <a:pt x="1363" y="1659"/>
                    <a:pt x="1363" y="1659"/>
                    <a:pt x="1363" y="1659"/>
                  </a:cubicBezTo>
                  <a:cubicBezTo>
                    <a:pt x="1364" y="1658"/>
                    <a:pt x="1364" y="1658"/>
                    <a:pt x="1364" y="1658"/>
                  </a:cubicBezTo>
                  <a:cubicBezTo>
                    <a:pt x="1368" y="1655"/>
                    <a:pt x="1368" y="1655"/>
                    <a:pt x="1368" y="1655"/>
                  </a:cubicBezTo>
                  <a:cubicBezTo>
                    <a:pt x="1369" y="1655"/>
                    <a:pt x="1369" y="1655"/>
                    <a:pt x="1369" y="1655"/>
                  </a:cubicBezTo>
                  <a:cubicBezTo>
                    <a:pt x="1373" y="1652"/>
                    <a:pt x="1373" y="1652"/>
                    <a:pt x="1373" y="1652"/>
                  </a:cubicBezTo>
                  <a:cubicBezTo>
                    <a:pt x="1374" y="1651"/>
                    <a:pt x="1374" y="1651"/>
                    <a:pt x="1374" y="1651"/>
                  </a:cubicBezTo>
                  <a:cubicBezTo>
                    <a:pt x="1378" y="1648"/>
                    <a:pt x="1378" y="1648"/>
                    <a:pt x="1378" y="1648"/>
                  </a:cubicBezTo>
                  <a:cubicBezTo>
                    <a:pt x="1379" y="1648"/>
                    <a:pt x="1379" y="1648"/>
                    <a:pt x="1379" y="1648"/>
                  </a:cubicBezTo>
                  <a:cubicBezTo>
                    <a:pt x="1383" y="1645"/>
                    <a:pt x="1383" y="1645"/>
                    <a:pt x="1383" y="1645"/>
                  </a:cubicBezTo>
                  <a:cubicBezTo>
                    <a:pt x="1384" y="1645"/>
                    <a:pt x="1384" y="1645"/>
                    <a:pt x="1384" y="1645"/>
                  </a:cubicBezTo>
                  <a:cubicBezTo>
                    <a:pt x="1388" y="1642"/>
                    <a:pt x="1388" y="1642"/>
                    <a:pt x="1388" y="1642"/>
                  </a:cubicBezTo>
                  <a:cubicBezTo>
                    <a:pt x="1389" y="1641"/>
                    <a:pt x="1389" y="1641"/>
                    <a:pt x="1389" y="1641"/>
                  </a:cubicBezTo>
                  <a:cubicBezTo>
                    <a:pt x="1393" y="1638"/>
                    <a:pt x="1393" y="1638"/>
                    <a:pt x="1393" y="1638"/>
                  </a:cubicBezTo>
                  <a:cubicBezTo>
                    <a:pt x="1394" y="1638"/>
                    <a:pt x="1394" y="1638"/>
                    <a:pt x="1394" y="1638"/>
                  </a:cubicBezTo>
                  <a:cubicBezTo>
                    <a:pt x="1398" y="1635"/>
                    <a:pt x="1398" y="1635"/>
                    <a:pt x="1398" y="1635"/>
                  </a:cubicBezTo>
                  <a:cubicBezTo>
                    <a:pt x="1399" y="1634"/>
                    <a:pt x="1399" y="1634"/>
                    <a:pt x="1399" y="1634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8" y="1628"/>
                    <a:pt x="1408" y="1628"/>
                    <a:pt x="1408" y="1628"/>
                  </a:cubicBezTo>
                  <a:cubicBezTo>
                    <a:pt x="1408" y="1627"/>
                    <a:pt x="1408" y="1627"/>
                    <a:pt x="1408" y="1627"/>
                  </a:cubicBezTo>
                  <a:cubicBezTo>
                    <a:pt x="1417" y="1620"/>
                    <a:pt x="1417" y="1620"/>
                    <a:pt x="1417" y="1620"/>
                  </a:cubicBezTo>
                  <a:cubicBezTo>
                    <a:pt x="1418" y="1620"/>
                    <a:pt x="1418" y="1620"/>
                    <a:pt x="1418" y="1620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74" y="1573"/>
                    <a:pt x="1485" y="1563"/>
                    <a:pt x="1495" y="1554"/>
                  </a:cubicBezTo>
                  <a:cubicBezTo>
                    <a:pt x="1495" y="1553"/>
                    <a:pt x="1495" y="1553"/>
                    <a:pt x="1495" y="1553"/>
                  </a:cubicBezTo>
                  <a:cubicBezTo>
                    <a:pt x="1503" y="1545"/>
                    <a:pt x="1503" y="1545"/>
                    <a:pt x="1503" y="1545"/>
                  </a:cubicBezTo>
                  <a:cubicBezTo>
                    <a:pt x="1504" y="1545"/>
                    <a:pt x="1504" y="1545"/>
                    <a:pt x="1504" y="1545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12" y="1537"/>
                    <a:pt x="1512" y="1537"/>
                    <a:pt x="1512" y="1537"/>
                  </a:cubicBezTo>
                  <a:cubicBezTo>
                    <a:pt x="1512" y="1536"/>
                    <a:pt x="1512" y="1536"/>
                    <a:pt x="1512" y="1536"/>
                  </a:cubicBezTo>
                  <a:cubicBezTo>
                    <a:pt x="1516" y="1533"/>
                    <a:pt x="1516" y="1533"/>
                    <a:pt x="1516" y="1533"/>
                  </a:cubicBezTo>
                  <a:cubicBezTo>
                    <a:pt x="1516" y="1532"/>
                    <a:pt x="1516" y="1532"/>
                    <a:pt x="1516" y="1532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4" y="1524"/>
                    <a:pt x="1524" y="1524"/>
                    <a:pt x="1524" y="1524"/>
                  </a:cubicBezTo>
                  <a:cubicBezTo>
                    <a:pt x="1525" y="1523"/>
                    <a:pt x="1525" y="1523"/>
                    <a:pt x="1525" y="1523"/>
                  </a:cubicBezTo>
                  <a:cubicBezTo>
                    <a:pt x="1528" y="1519"/>
                    <a:pt x="1528" y="1519"/>
                    <a:pt x="1528" y="1519"/>
                  </a:cubicBezTo>
                  <a:cubicBezTo>
                    <a:pt x="1529" y="1519"/>
                    <a:pt x="1529" y="1519"/>
                    <a:pt x="1529" y="1519"/>
                  </a:cubicBezTo>
                  <a:cubicBezTo>
                    <a:pt x="1532" y="1516"/>
                    <a:pt x="1532" y="1516"/>
                    <a:pt x="1532" y="1516"/>
                  </a:cubicBezTo>
                  <a:cubicBezTo>
                    <a:pt x="1533" y="1514"/>
                    <a:pt x="1533" y="1514"/>
                    <a:pt x="1533" y="1514"/>
                  </a:cubicBezTo>
                  <a:cubicBezTo>
                    <a:pt x="1536" y="1511"/>
                    <a:pt x="1536" y="1511"/>
                    <a:pt x="1536" y="1511"/>
                  </a:cubicBezTo>
                  <a:cubicBezTo>
                    <a:pt x="1538" y="1509"/>
                    <a:pt x="1538" y="1509"/>
                    <a:pt x="1538" y="1509"/>
                  </a:cubicBezTo>
                  <a:cubicBezTo>
                    <a:pt x="1539" y="1507"/>
                    <a:pt x="1539" y="1507"/>
                    <a:pt x="1539" y="1507"/>
                  </a:cubicBezTo>
                  <a:cubicBezTo>
                    <a:pt x="1543" y="1504"/>
                    <a:pt x="1543" y="1504"/>
                    <a:pt x="1543" y="1504"/>
                  </a:cubicBezTo>
                  <a:cubicBezTo>
                    <a:pt x="1544" y="1502"/>
                    <a:pt x="1544" y="1502"/>
                    <a:pt x="1544" y="1502"/>
                  </a:cubicBezTo>
                  <a:cubicBezTo>
                    <a:pt x="1546" y="1500"/>
                    <a:pt x="1546" y="1500"/>
                    <a:pt x="1546" y="1500"/>
                  </a:cubicBezTo>
                  <a:cubicBezTo>
                    <a:pt x="1547" y="1499"/>
                    <a:pt x="1547" y="1499"/>
                    <a:pt x="1547" y="1499"/>
                  </a:cubicBezTo>
                  <a:cubicBezTo>
                    <a:pt x="1655" y="1376"/>
                    <a:pt x="1730" y="1224"/>
                    <a:pt x="1758" y="1056"/>
                  </a:cubicBezTo>
                  <a:cubicBezTo>
                    <a:pt x="1758" y="1056"/>
                    <a:pt x="1758" y="1056"/>
                    <a:pt x="1758" y="1056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1" y="1037"/>
                    <a:pt x="1761" y="1037"/>
                    <a:pt x="1761" y="1037"/>
                  </a:cubicBezTo>
                  <a:cubicBezTo>
                    <a:pt x="1761" y="1036"/>
                    <a:pt x="1761" y="1036"/>
                    <a:pt x="1761" y="1036"/>
                  </a:cubicBezTo>
                  <a:cubicBezTo>
                    <a:pt x="1762" y="1033"/>
                    <a:pt x="1762" y="1033"/>
                    <a:pt x="1762" y="1033"/>
                  </a:cubicBezTo>
                  <a:cubicBezTo>
                    <a:pt x="1762" y="1032"/>
                    <a:pt x="1762" y="1032"/>
                    <a:pt x="1762" y="1032"/>
                  </a:cubicBezTo>
                  <a:cubicBezTo>
                    <a:pt x="1762" y="1029"/>
                    <a:pt x="1762" y="1029"/>
                    <a:pt x="1762" y="1029"/>
                  </a:cubicBezTo>
                  <a:cubicBezTo>
                    <a:pt x="1763" y="1028"/>
                    <a:pt x="1763" y="1028"/>
                    <a:pt x="1763" y="1028"/>
                  </a:cubicBezTo>
                  <a:cubicBezTo>
                    <a:pt x="1763" y="1025"/>
                    <a:pt x="1763" y="1025"/>
                    <a:pt x="1763" y="1025"/>
                  </a:cubicBezTo>
                  <a:cubicBezTo>
                    <a:pt x="1763" y="1024"/>
                    <a:pt x="1763" y="1024"/>
                    <a:pt x="1763" y="1024"/>
                  </a:cubicBezTo>
                  <a:cubicBezTo>
                    <a:pt x="1764" y="1014"/>
                    <a:pt x="1764" y="1014"/>
                    <a:pt x="1764" y="1014"/>
                  </a:cubicBezTo>
                  <a:cubicBezTo>
                    <a:pt x="1765" y="1012"/>
                    <a:pt x="1765" y="1012"/>
                    <a:pt x="1765" y="1012"/>
                  </a:cubicBezTo>
                  <a:cubicBezTo>
                    <a:pt x="1765" y="1010"/>
                    <a:pt x="1765" y="1010"/>
                    <a:pt x="1765" y="1010"/>
                  </a:cubicBezTo>
                  <a:cubicBezTo>
                    <a:pt x="1765" y="1008"/>
                    <a:pt x="1765" y="1008"/>
                    <a:pt x="1765" y="1008"/>
                  </a:cubicBezTo>
                  <a:cubicBezTo>
                    <a:pt x="1765" y="1005"/>
                    <a:pt x="1765" y="1005"/>
                    <a:pt x="1765" y="1005"/>
                  </a:cubicBezTo>
                  <a:cubicBezTo>
                    <a:pt x="1766" y="1004"/>
                    <a:pt x="1766" y="1004"/>
                    <a:pt x="1766" y="1004"/>
                  </a:cubicBezTo>
                  <a:cubicBezTo>
                    <a:pt x="1766" y="1001"/>
                    <a:pt x="1766" y="1001"/>
                    <a:pt x="1766" y="1001"/>
                  </a:cubicBezTo>
                  <a:cubicBezTo>
                    <a:pt x="1766" y="999"/>
                    <a:pt x="1766" y="999"/>
                    <a:pt x="1766" y="999"/>
                  </a:cubicBezTo>
                  <a:cubicBezTo>
                    <a:pt x="1767" y="994"/>
                    <a:pt x="1767" y="994"/>
                    <a:pt x="1767" y="994"/>
                  </a:cubicBezTo>
                  <a:cubicBezTo>
                    <a:pt x="1767" y="993"/>
                    <a:pt x="1767" y="993"/>
                    <a:pt x="1767" y="993"/>
                  </a:cubicBezTo>
                  <a:cubicBezTo>
                    <a:pt x="1767" y="990"/>
                    <a:pt x="1767" y="990"/>
                    <a:pt x="1767" y="990"/>
                  </a:cubicBezTo>
                  <a:cubicBezTo>
                    <a:pt x="1767" y="988"/>
                    <a:pt x="1767" y="988"/>
                    <a:pt x="1767" y="988"/>
                  </a:cubicBezTo>
                  <a:cubicBezTo>
                    <a:pt x="1767" y="986"/>
                    <a:pt x="1767" y="986"/>
                    <a:pt x="1767" y="986"/>
                  </a:cubicBezTo>
                  <a:cubicBezTo>
                    <a:pt x="1768" y="984"/>
                    <a:pt x="1768" y="984"/>
                    <a:pt x="1768" y="984"/>
                  </a:cubicBezTo>
                  <a:cubicBezTo>
                    <a:pt x="1768" y="981"/>
                    <a:pt x="1768" y="981"/>
                    <a:pt x="1768" y="981"/>
                  </a:cubicBezTo>
                  <a:cubicBezTo>
                    <a:pt x="1768" y="979"/>
                    <a:pt x="1768" y="979"/>
                    <a:pt x="1768" y="979"/>
                  </a:cubicBezTo>
                  <a:cubicBezTo>
                    <a:pt x="1768" y="977"/>
                    <a:pt x="1768" y="977"/>
                    <a:pt x="1768" y="977"/>
                  </a:cubicBezTo>
                  <a:cubicBezTo>
                    <a:pt x="1768" y="974"/>
                    <a:pt x="1768" y="974"/>
                    <a:pt x="1768" y="974"/>
                  </a:cubicBezTo>
                  <a:cubicBezTo>
                    <a:pt x="1769" y="971"/>
                    <a:pt x="1769" y="971"/>
                    <a:pt x="1769" y="971"/>
                  </a:cubicBezTo>
                  <a:cubicBezTo>
                    <a:pt x="1769" y="968"/>
                    <a:pt x="1769" y="968"/>
                    <a:pt x="1769" y="968"/>
                  </a:cubicBezTo>
                  <a:cubicBezTo>
                    <a:pt x="1769" y="966"/>
                    <a:pt x="1769" y="966"/>
                    <a:pt x="1769" y="966"/>
                  </a:cubicBezTo>
                  <a:cubicBezTo>
                    <a:pt x="1769" y="964"/>
                    <a:pt x="1769" y="964"/>
                    <a:pt x="1769" y="964"/>
                  </a:cubicBezTo>
                  <a:cubicBezTo>
                    <a:pt x="1769" y="962"/>
                    <a:pt x="1769" y="962"/>
                    <a:pt x="1769" y="962"/>
                  </a:cubicBezTo>
                  <a:cubicBezTo>
                    <a:pt x="1769" y="959"/>
                    <a:pt x="1769" y="959"/>
                    <a:pt x="1769" y="959"/>
                  </a:cubicBezTo>
                  <a:cubicBezTo>
                    <a:pt x="1769" y="957"/>
                    <a:pt x="1769" y="957"/>
                    <a:pt x="1769" y="957"/>
                  </a:cubicBezTo>
                  <a:cubicBezTo>
                    <a:pt x="1770" y="954"/>
                    <a:pt x="1770" y="954"/>
                    <a:pt x="1770" y="954"/>
                  </a:cubicBezTo>
                  <a:cubicBezTo>
                    <a:pt x="1770" y="953"/>
                    <a:pt x="1770" y="953"/>
                    <a:pt x="1770" y="953"/>
                  </a:cubicBezTo>
                  <a:cubicBezTo>
                    <a:pt x="1770" y="948"/>
                    <a:pt x="1770" y="948"/>
                    <a:pt x="1770" y="948"/>
                  </a:cubicBezTo>
                  <a:cubicBezTo>
                    <a:pt x="1770" y="947"/>
                    <a:pt x="1770" y="947"/>
                    <a:pt x="1770" y="947"/>
                  </a:cubicBezTo>
                  <a:cubicBezTo>
                    <a:pt x="1770" y="944"/>
                    <a:pt x="1770" y="944"/>
                    <a:pt x="1770" y="944"/>
                  </a:cubicBezTo>
                  <a:cubicBezTo>
                    <a:pt x="1770" y="942"/>
                    <a:pt x="1770" y="942"/>
                    <a:pt x="1770" y="942"/>
                  </a:cubicBezTo>
                  <a:cubicBezTo>
                    <a:pt x="1770" y="939"/>
                    <a:pt x="1770" y="939"/>
                    <a:pt x="1770" y="939"/>
                  </a:cubicBezTo>
                  <a:cubicBezTo>
                    <a:pt x="1771" y="937"/>
                    <a:pt x="1771" y="937"/>
                    <a:pt x="1771" y="937"/>
                  </a:cubicBezTo>
                  <a:cubicBezTo>
                    <a:pt x="1771" y="934"/>
                    <a:pt x="1771" y="934"/>
                    <a:pt x="1771" y="934"/>
                  </a:cubicBezTo>
                  <a:cubicBezTo>
                    <a:pt x="1771" y="933"/>
                    <a:pt x="1771" y="933"/>
                    <a:pt x="1771" y="933"/>
                  </a:cubicBezTo>
                  <a:cubicBezTo>
                    <a:pt x="1771" y="929"/>
                    <a:pt x="1771" y="929"/>
                    <a:pt x="1771" y="929"/>
                  </a:cubicBezTo>
                  <a:cubicBezTo>
                    <a:pt x="1771" y="928"/>
                    <a:pt x="1771" y="928"/>
                    <a:pt x="1771" y="928"/>
                  </a:cubicBezTo>
                  <a:cubicBezTo>
                    <a:pt x="1771" y="924"/>
                    <a:pt x="1771" y="924"/>
                    <a:pt x="1771" y="924"/>
                  </a:cubicBezTo>
                  <a:cubicBezTo>
                    <a:pt x="1771" y="922"/>
                    <a:pt x="1771" y="922"/>
                    <a:pt x="1771" y="922"/>
                  </a:cubicBezTo>
                  <a:cubicBezTo>
                    <a:pt x="1771" y="919"/>
                    <a:pt x="1771" y="919"/>
                    <a:pt x="1771" y="919"/>
                  </a:cubicBezTo>
                  <a:cubicBezTo>
                    <a:pt x="1771" y="917"/>
                    <a:pt x="1771" y="917"/>
                    <a:pt x="1771" y="917"/>
                  </a:cubicBezTo>
                  <a:cubicBezTo>
                    <a:pt x="1771" y="914"/>
                    <a:pt x="1771" y="914"/>
                    <a:pt x="1771" y="914"/>
                  </a:cubicBezTo>
                  <a:cubicBezTo>
                    <a:pt x="1771" y="913"/>
                    <a:pt x="1771" y="913"/>
                    <a:pt x="1771" y="913"/>
                  </a:cubicBezTo>
                  <a:cubicBezTo>
                    <a:pt x="1771" y="910"/>
                    <a:pt x="1771" y="910"/>
                    <a:pt x="1771" y="910"/>
                  </a:cubicBezTo>
                  <a:cubicBezTo>
                    <a:pt x="1771" y="908"/>
                    <a:pt x="1771" y="908"/>
                    <a:pt x="1771" y="908"/>
                  </a:cubicBezTo>
                  <a:cubicBezTo>
                    <a:pt x="1771" y="898"/>
                    <a:pt x="1771" y="898"/>
                    <a:pt x="1771" y="898"/>
                  </a:cubicBezTo>
                  <a:cubicBezTo>
                    <a:pt x="1771" y="897"/>
                    <a:pt x="1771" y="897"/>
                    <a:pt x="1771" y="897"/>
                  </a:cubicBezTo>
                  <a:lnTo>
                    <a:pt x="1771" y="893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 baseline="-25000" dirty="0"/>
            </a:p>
          </p:txBody>
        </p:sp>
        <p:grpSp>
          <p:nvGrpSpPr>
            <p:cNvPr id="10" name="Groep 9"/>
            <p:cNvGrpSpPr>
              <a:grpSpLocks noSelect="1"/>
            </p:cNvGrpSpPr>
            <p:nvPr userDrawn="1"/>
          </p:nvGrpSpPr>
          <p:grpSpPr bwMode="gray">
            <a:xfrm>
              <a:off x="0" y="0"/>
              <a:ext cx="561975" cy="572770"/>
              <a:chOff x="902335" y="290830"/>
              <a:chExt cx="561975" cy="572770"/>
            </a:xfrm>
          </p:grpSpPr>
          <p:sp>
            <p:nvSpPr>
              <p:cNvPr id="11" name="Freeform 5"/>
              <p:cNvSpPr>
                <a:spLocks noSelect="1"/>
              </p:cNvSpPr>
              <p:nvPr userDrawn="1"/>
            </p:nvSpPr>
            <p:spPr bwMode="gray">
              <a:xfrm>
                <a:off x="984250" y="534035"/>
                <a:ext cx="77470" cy="199390"/>
              </a:xfrm>
              <a:custGeom>
                <a:avLst/>
                <a:gdLst>
                  <a:gd name="T0" fmla="*/ 155 w 244"/>
                  <a:gd name="T1" fmla="*/ 0 h 629"/>
                  <a:gd name="T2" fmla="*/ 120 w 244"/>
                  <a:gd name="T3" fmla="*/ 28 h 629"/>
                  <a:gd name="T4" fmla="*/ 0 w 244"/>
                  <a:gd name="T5" fmla="*/ 601 h 629"/>
                  <a:gd name="T6" fmla="*/ 0 w 244"/>
                  <a:gd name="T7" fmla="*/ 606 h 629"/>
                  <a:gd name="T8" fmla="*/ 0 w 244"/>
                  <a:gd name="T9" fmla="*/ 607 h 629"/>
                  <a:gd name="T10" fmla="*/ 23 w 244"/>
                  <a:gd name="T11" fmla="*/ 629 h 629"/>
                  <a:gd name="T12" fmla="*/ 145 w 244"/>
                  <a:gd name="T13" fmla="*/ 629 h 629"/>
                  <a:gd name="T14" fmla="*/ 144 w 244"/>
                  <a:gd name="T15" fmla="*/ 629 h 629"/>
                  <a:gd name="T16" fmla="*/ 144 w 244"/>
                  <a:gd name="T17" fmla="*/ 629 h 629"/>
                  <a:gd name="T18" fmla="*/ 143 w 244"/>
                  <a:gd name="T19" fmla="*/ 629 h 629"/>
                  <a:gd name="T20" fmla="*/ 143 w 244"/>
                  <a:gd name="T21" fmla="*/ 629 h 629"/>
                  <a:gd name="T22" fmla="*/ 143 w 244"/>
                  <a:gd name="T23" fmla="*/ 629 h 629"/>
                  <a:gd name="T24" fmla="*/ 142 w 244"/>
                  <a:gd name="T25" fmla="*/ 629 h 629"/>
                  <a:gd name="T26" fmla="*/ 142 w 244"/>
                  <a:gd name="T27" fmla="*/ 629 h 629"/>
                  <a:gd name="T28" fmla="*/ 142 w 244"/>
                  <a:gd name="T29" fmla="*/ 629 h 629"/>
                  <a:gd name="T30" fmla="*/ 141 w 244"/>
                  <a:gd name="T31" fmla="*/ 629 h 629"/>
                  <a:gd name="T32" fmla="*/ 141 w 244"/>
                  <a:gd name="T33" fmla="*/ 629 h 629"/>
                  <a:gd name="T34" fmla="*/ 141 w 244"/>
                  <a:gd name="T35" fmla="*/ 629 h 629"/>
                  <a:gd name="T36" fmla="*/ 141 w 244"/>
                  <a:gd name="T37" fmla="*/ 629 h 629"/>
                  <a:gd name="T38" fmla="*/ 123 w 244"/>
                  <a:gd name="T39" fmla="*/ 615 h 629"/>
                  <a:gd name="T40" fmla="*/ 123 w 244"/>
                  <a:gd name="T41" fmla="*/ 615 h 629"/>
                  <a:gd name="T42" fmla="*/ 123 w 244"/>
                  <a:gd name="T43" fmla="*/ 614 h 629"/>
                  <a:gd name="T44" fmla="*/ 123 w 244"/>
                  <a:gd name="T45" fmla="*/ 614 h 629"/>
                  <a:gd name="T46" fmla="*/ 122 w 244"/>
                  <a:gd name="T47" fmla="*/ 613 h 629"/>
                  <a:gd name="T48" fmla="*/ 122 w 244"/>
                  <a:gd name="T49" fmla="*/ 613 h 629"/>
                  <a:gd name="T50" fmla="*/ 122 w 244"/>
                  <a:gd name="T51" fmla="*/ 613 h 629"/>
                  <a:gd name="T52" fmla="*/ 122 w 244"/>
                  <a:gd name="T53" fmla="*/ 612 h 629"/>
                  <a:gd name="T54" fmla="*/ 122 w 244"/>
                  <a:gd name="T55" fmla="*/ 612 h 629"/>
                  <a:gd name="T56" fmla="*/ 122 w 244"/>
                  <a:gd name="T57" fmla="*/ 612 h 629"/>
                  <a:gd name="T58" fmla="*/ 122 w 244"/>
                  <a:gd name="T59" fmla="*/ 612 h 629"/>
                  <a:gd name="T60" fmla="*/ 122 w 244"/>
                  <a:gd name="T61" fmla="*/ 605 h 629"/>
                  <a:gd name="T62" fmla="*/ 122 w 244"/>
                  <a:gd name="T63" fmla="*/ 605 h 629"/>
                  <a:gd name="T64" fmla="*/ 122 w 244"/>
                  <a:gd name="T65" fmla="*/ 605 h 629"/>
                  <a:gd name="T66" fmla="*/ 122 w 244"/>
                  <a:gd name="T67" fmla="*/ 602 h 629"/>
                  <a:gd name="T68" fmla="*/ 244 w 244"/>
                  <a:gd name="T69" fmla="*/ 0 h 629"/>
                  <a:gd name="T70" fmla="*/ 155 w 244"/>
                  <a:gd name="T71" fmla="*/ 0 h 6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4" h="629">
                    <a:moveTo>
                      <a:pt x="155" y="0"/>
                    </a:moveTo>
                    <a:cubicBezTo>
                      <a:pt x="139" y="0"/>
                      <a:pt x="123" y="13"/>
                      <a:pt x="120" y="28"/>
                    </a:cubicBezTo>
                    <a:cubicBezTo>
                      <a:pt x="0" y="601"/>
                      <a:pt x="0" y="601"/>
                      <a:pt x="0" y="601"/>
                    </a:cubicBezTo>
                    <a:cubicBezTo>
                      <a:pt x="0" y="606"/>
                      <a:pt x="0" y="606"/>
                      <a:pt x="0" y="606"/>
                    </a:cubicBezTo>
                    <a:cubicBezTo>
                      <a:pt x="0" y="607"/>
                      <a:pt x="0" y="607"/>
                      <a:pt x="0" y="607"/>
                    </a:cubicBezTo>
                    <a:cubicBezTo>
                      <a:pt x="0" y="620"/>
                      <a:pt x="10" y="629"/>
                      <a:pt x="23" y="629"/>
                    </a:cubicBezTo>
                    <a:cubicBezTo>
                      <a:pt x="145" y="629"/>
                      <a:pt x="145" y="629"/>
                      <a:pt x="145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32" y="628"/>
                      <a:pt x="126" y="623"/>
                      <a:pt x="123" y="615"/>
                    </a:cubicBezTo>
                    <a:cubicBezTo>
                      <a:pt x="123" y="615"/>
                      <a:pt x="123" y="615"/>
                      <a:pt x="123" y="615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2"/>
                      <a:pt x="122" y="602"/>
                      <a:pt x="122" y="602"/>
                    </a:cubicBezTo>
                    <a:cubicBezTo>
                      <a:pt x="244" y="0"/>
                      <a:pt x="244" y="0"/>
                      <a:pt x="244" y="0"/>
                    </a:cubicBezTo>
                    <a:lnTo>
                      <a:pt x="155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baseline="-25000" dirty="0"/>
              </a:p>
            </p:txBody>
          </p:sp>
          <p:sp>
            <p:nvSpPr>
              <p:cNvPr id="12" name="Freeform 6"/>
              <p:cNvSpPr>
                <a:spLocks noSelect="1"/>
              </p:cNvSpPr>
              <p:nvPr userDrawn="1"/>
            </p:nvSpPr>
            <p:spPr bwMode="gray">
              <a:xfrm>
                <a:off x="1078865" y="478155"/>
                <a:ext cx="218440" cy="186055"/>
              </a:xfrm>
              <a:custGeom>
                <a:avLst/>
                <a:gdLst>
                  <a:gd name="T0" fmla="*/ 0 w 687"/>
                  <a:gd name="T1" fmla="*/ 0 h 587"/>
                  <a:gd name="T2" fmla="*/ 0 w 687"/>
                  <a:gd name="T3" fmla="*/ 115 h 587"/>
                  <a:gd name="T4" fmla="*/ 229 w 687"/>
                  <a:gd name="T5" fmla="*/ 115 h 587"/>
                  <a:gd name="T6" fmla="*/ 272 w 687"/>
                  <a:gd name="T7" fmla="*/ 139 h 587"/>
                  <a:gd name="T8" fmla="*/ 569 w 687"/>
                  <a:gd name="T9" fmla="*/ 587 h 587"/>
                  <a:gd name="T10" fmla="*/ 687 w 687"/>
                  <a:gd name="T11" fmla="*/ 0 h 587"/>
                  <a:gd name="T12" fmla="*/ 0 w 687"/>
                  <a:gd name="T13" fmla="*/ 0 h 5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7" h="587">
                    <a:moveTo>
                      <a:pt x="0" y="0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229" y="115"/>
                      <a:pt x="229" y="115"/>
                      <a:pt x="229" y="115"/>
                    </a:cubicBezTo>
                    <a:cubicBezTo>
                      <a:pt x="244" y="115"/>
                      <a:pt x="264" y="126"/>
                      <a:pt x="272" y="139"/>
                    </a:cubicBezTo>
                    <a:cubicBezTo>
                      <a:pt x="569" y="587"/>
                      <a:pt x="569" y="587"/>
                      <a:pt x="569" y="587"/>
                    </a:cubicBezTo>
                    <a:cubicBezTo>
                      <a:pt x="687" y="0"/>
                      <a:pt x="687" y="0"/>
                      <a:pt x="68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baseline="-25000" dirty="0"/>
              </a:p>
            </p:txBody>
          </p:sp>
          <p:sp>
            <p:nvSpPr>
              <p:cNvPr id="18" name="Freeform 7"/>
              <p:cNvSpPr>
                <a:spLocks noSelect="1"/>
              </p:cNvSpPr>
              <p:nvPr userDrawn="1"/>
            </p:nvSpPr>
            <p:spPr bwMode="gray">
              <a:xfrm>
                <a:off x="902335" y="478155"/>
                <a:ext cx="406400" cy="385445"/>
              </a:xfrm>
              <a:custGeom>
                <a:avLst/>
                <a:gdLst>
                  <a:gd name="T0" fmla="*/ 555 w 1280"/>
                  <a:gd name="T1" fmla="*/ 0 h 1216"/>
                  <a:gd name="T2" fmla="*/ 475 w 1280"/>
                  <a:gd name="T3" fmla="*/ 0 h 1216"/>
                  <a:gd name="T4" fmla="*/ 357 w 1280"/>
                  <a:gd name="T5" fmla="*/ 9 h 1216"/>
                  <a:gd name="T6" fmla="*/ 0 w 1280"/>
                  <a:gd name="T7" fmla="*/ 447 h 1216"/>
                  <a:gd name="T8" fmla="*/ 616 w 1280"/>
                  <a:gd name="T9" fmla="*/ 1181 h 1216"/>
                  <a:gd name="T10" fmla="*/ 867 w 1280"/>
                  <a:gd name="T11" fmla="*/ 1216 h 1216"/>
                  <a:gd name="T12" fmla="*/ 872 w 1280"/>
                  <a:gd name="T13" fmla="*/ 1216 h 1216"/>
                  <a:gd name="T14" fmla="*/ 1280 w 1280"/>
                  <a:gd name="T15" fmla="*/ 1117 h 1216"/>
                  <a:gd name="T16" fmla="*/ 1033 w 1280"/>
                  <a:gd name="T17" fmla="*/ 1153 h 1216"/>
                  <a:gd name="T18" fmla="*/ 1033 w 1280"/>
                  <a:gd name="T19" fmla="*/ 1153 h 1216"/>
                  <a:gd name="T20" fmla="*/ 1033 w 1280"/>
                  <a:gd name="T21" fmla="*/ 1153 h 1216"/>
                  <a:gd name="T22" fmla="*/ 552 w 1280"/>
                  <a:gd name="T23" fmla="*/ 805 h 1216"/>
                  <a:gd name="T24" fmla="*/ 403 w 1280"/>
                  <a:gd name="T25" fmla="*/ 805 h 1216"/>
                  <a:gd name="T26" fmla="*/ 281 w 1280"/>
                  <a:gd name="T27" fmla="*/ 805 h 1216"/>
                  <a:gd name="T28" fmla="*/ 258 w 1280"/>
                  <a:gd name="T29" fmla="*/ 783 h 1216"/>
                  <a:gd name="T30" fmla="*/ 258 w 1280"/>
                  <a:gd name="T31" fmla="*/ 782 h 1216"/>
                  <a:gd name="T32" fmla="*/ 258 w 1280"/>
                  <a:gd name="T33" fmla="*/ 777 h 1216"/>
                  <a:gd name="T34" fmla="*/ 378 w 1280"/>
                  <a:gd name="T35" fmla="*/ 204 h 1216"/>
                  <a:gd name="T36" fmla="*/ 413 w 1280"/>
                  <a:gd name="T37" fmla="*/ 176 h 1216"/>
                  <a:gd name="T38" fmla="*/ 502 w 1280"/>
                  <a:gd name="T39" fmla="*/ 176 h 1216"/>
                  <a:gd name="T40" fmla="*/ 502 w 1280"/>
                  <a:gd name="T41" fmla="*/ 176 h 1216"/>
                  <a:gd name="T42" fmla="*/ 509 w 1280"/>
                  <a:gd name="T43" fmla="*/ 143 h 1216"/>
                  <a:gd name="T44" fmla="*/ 509 w 1280"/>
                  <a:gd name="T45" fmla="*/ 141 h 1216"/>
                  <a:gd name="T46" fmla="*/ 509 w 1280"/>
                  <a:gd name="T47" fmla="*/ 141 h 1216"/>
                  <a:gd name="T48" fmla="*/ 515 w 1280"/>
                  <a:gd name="T49" fmla="*/ 130 h 1216"/>
                  <a:gd name="T50" fmla="*/ 516 w 1280"/>
                  <a:gd name="T51" fmla="*/ 128 h 1216"/>
                  <a:gd name="T52" fmla="*/ 517 w 1280"/>
                  <a:gd name="T53" fmla="*/ 128 h 1216"/>
                  <a:gd name="T54" fmla="*/ 517 w 1280"/>
                  <a:gd name="T55" fmla="*/ 127 h 1216"/>
                  <a:gd name="T56" fmla="*/ 518 w 1280"/>
                  <a:gd name="T57" fmla="*/ 127 h 1216"/>
                  <a:gd name="T58" fmla="*/ 518 w 1280"/>
                  <a:gd name="T59" fmla="*/ 127 h 1216"/>
                  <a:gd name="T60" fmla="*/ 518 w 1280"/>
                  <a:gd name="T61" fmla="*/ 126 h 1216"/>
                  <a:gd name="T62" fmla="*/ 518 w 1280"/>
                  <a:gd name="T63" fmla="*/ 126 h 1216"/>
                  <a:gd name="T64" fmla="*/ 532 w 1280"/>
                  <a:gd name="T65" fmla="*/ 117 h 1216"/>
                  <a:gd name="T66" fmla="*/ 532 w 1280"/>
                  <a:gd name="T67" fmla="*/ 117 h 1216"/>
                  <a:gd name="T68" fmla="*/ 532 w 1280"/>
                  <a:gd name="T69" fmla="*/ 117 h 1216"/>
                  <a:gd name="T70" fmla="*/ 543 w 1280"/>
                  <a:gd name="T71" fmla="*/ 115 h 1216"/>
                  <a:gd name="T72" fmla="*/ 543 w 1280"/>
                  <a:gd name="T73" fmla="*/ 115 h 1216"/>
                  <a:gd name="T74" fmla="*/ 555 w 1280"/>
                  <a:gd name="T75" fmla="*/ 115 h 1216"/>
                  <a:gd name="T76" fmla="*/ 557 w 1280"/>
                  <a:gd name="T77" fmla="*/ 115 h 1216"/>
                  <a:gd name="T78" fmla="*/ 557 w 1280"/>
                  <a:gd name="T79" fmla="*/ 0 h 1216"/>
                  <a:gd name="T80" fmla="*/ 555 w 1280"/>
                  <a:gd name="T81" fmla="*/ 0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280" h="1216">
                    <a:moveTo>
                      <a:pt x="555" y="0"/>
                    </a:moveTo>
                    <a:cubicBezTo>
                      <a:pt x="475" y="0"/>
                      <a:pt x="475" y="0"/>
                      <a:pt x="475" y="0"/>
                    </a:cubicBezTo>
                    <a:cubicBezTo>
                      <a:pt x="435" y="0"/>
                      <a:pt x="395" y="3"/>
                      <a:pt x="357" y="9"/>
                    </a:cubicBezTo>
                    <a:cubicBezTo>
                      <a:pt x="161" y="42"/>
                      <a:pt x="0" y="165"/>
                      <a:pt x="0" y="447"/>
                    </a:cubicBezTo>
                    <a:cubicBezTo>
                      <a:pt x="0" y="730"/>
                      <a:pt x="239" y="1072"/>
                      <a:pt x="616" y="1181"/>
                    </a:cubicBezTo>
                    <a:cubicBezTo>
                      <a:pt x="694" y="1204"/>
                      <a:pt x="778" y="1216"/>
                      <a:pt x="867" y="1216"/>
                    </a:cubicBezTo>
                    <a:cubicBezTo>
                      <a:pt x="872" y="1216"/>
                      <a:pt x="872" y="1216"/>
                      <a:pt x="872" y="1216"/>
                    </a:cubicBezTo>
                    <a:cubicBezTo>
                      <a:pt x="1019" y="1216"/>
                      <a:pt x="1157" y="1180"/>
                      <a:pt x="1280" y="1117"/>
                    </a:cubicBezTo>
                    <a:cubicBezTo>
                      <a:pt x="1190" y="1142"/>
                      <a:pt x="1108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728" y="1153"/>
                      <a:pt x="552" y="970"/>
                      <a:pt x="552" y="805"/>
                    </a:cubicBezTo>
                    <a:cubicBezTo>
                      <a:pt x="403" y="805"/>
                      <a:pt x="403" y="805"/>
                      <a:pt x="403" y="805"/>
                    </a:cubicBezTo>
                    <a:cubicBezTo>
                      <a:pt x="281" y="805"/>
                      <a:pt x="281" y="805"/>
                      <a:pt x="281" y="805"/>
                    </a:cubicBezTo>
                    <a:cubicBezTo>
                      <a:pt x="268" y="805"/>
                      <a:pt x="258" y="796"/>
                      <a:pt x="258" y="783"/>
                    </a:cubicBezTo>
                    <a:cubicBezTo>
                      <a:pt x="258" y="782"/>
                      <a:pt x="258" y="782"/>
                      <a:pt x="258" y="782"/>
                    </a:cubicBezTo>
                    <a:cubicBezTo>
                      <a:pt x="258" y="777"/>
                      <a:pt x="258" y="777"/>
                      <a:pt x="258" y="777"/>
                    </a:cubicBezTo>
                    <a:cubicBezTo>
                      <a:pt x="378" y="204"/>
                      <a:pt x="378" y="204"/>
                      <a:pt x="378" y="204"/>
                    </a:cubicBezTo>
                    <a:cubicBezTo>
                      <a:pt x="381" y="189"/>
                      <a:pt x="397" y="176"/>
                      <a:pt x="413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9" y="143"/>
                      <a:pt x="509" y="143"/>
                      <a:pt x="509" y="143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15" y="130"/>
                      <a:pt x="515" y="130"/>
                      <a:pt x="515" y="130"/>
                    </a:cubicBezTo>
                    <a:cubicBezTo>
                      <a:pt x="516" y="128"/>
                      <a:pt x="516" y="128"/>
                      <a:pt x="516" y="128"/>
                    </a:cubicBezTo>
                    <a:cubicBezTo>
                      <a:pt x="517" y="128"/>
                      <a:pt x="517" y="128"/>
                      <a:pt x="517" y="128"/>
                    </a:cubicBezTo>
                    <a:cubicBezTo>
                      <a:pt x="517" y="127"/>
                      <a:pt x="517" y="127"/>
                      <a:pt x="517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55" y="115"/>
                      <a:pt x="555" y="115"/>
                      <a:pt x="555" y="115"/>
                    </a:cubicBezTo>
                    <a:cubicBezTo>
                      <a:pt x="557" y="115"/>
                      <a:pt x="557" y="115"/>
                      <a:pt x="557" y="115"/>
                    </a:cubicBezTo>
                    <a:cubicBezTo>
                      <a:pt x="557" y="0"/>
                      <a:pt x="557" y="0"/>
                      <a:pt x="557" y="0"/>
                    </a:cubicBezTo>
                    <a:lnTo>
                      <a:pt x="555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baseline="-25000" dirty="0"/>
              </a:p>
            </p:txBody>
          </p:sp>
          <p:sp>
            <p:nvSpPr>
              <p:cNvPr id="19" name="Freeform 8"/>
              <p:cNvSpPr>
                <a:spLocks noSelect="1"/>
              </p:cNvSpPr>
              <p:nvPr userDrawn="1"/>
            </p:nvSpPr>
            <p:spPr bwMode="gray">
              <a:xfrm>
                <a:off x="1077595" y="429895"/>
                <a:ext cx="386715" cy="414020"/>
              </a:xfrm>
              <a:custGeom>
                <a:avLst/>
                <a:gdLst>
                  <a:gd name="T0" fmla="*/ 770 w 1219"/>
                  <a:gd name="T1" fmla="*/ 928 h 1304"/>
                  <a:gd name="T2" fmla="*/ 350 w 1219"/>
                  <a:gd name="T3" fmla="*/ 929 h 1304"/>
                  <a:gd name="T4" fmla="*/ 38 w 1219"/>
                  <a:gd name="T5" fmla="*/ 955 h 1304"/>
                  <a:gd name="T6" fmla="*/ 30 w 1219"/>
                  <a:gd name="T7" fmla="*/ 956 h 1304"/>
                  <a:gd name="T8" fmla="*/ 481 w 1219"/>
                  <a:gd name="T9" fmla="*/ 1304 h 1304"/>
                  <a:gd name="T10" fmla="*/ 734 w 1219"/>
                  <a:gd name="T11" fmla="*/ 1265 h 1304"/>
                  <a:gd name="T12" fmla="*/ 744 w 1219"/>
                  <a:gd name="T13" fmla="*/ 1259 h 1304"/>
                  <a:gd name="T14" fmla="*/ 755 w 1219"/>
                  <a:gd name="T15" fmla="*/ 1253 h 1304"/>
                  <a:gd name="T16" fmla="*/ 765 w 1219"/>
                  <a:gd name="T17" fmla="*/ 1247 h 1304"/>
                  <a:gd name="T18" fmla="*/ 776 w 1219"/>
                  <a:gd name="T19" fmla="*/ 1241 h 1304"/>
                  <a:gd name="T20" fmla="*/ 786 w 1219"/>
                  <a:gd name="T21" fmla="*/ 1235 h 1304"/>
                  <a:gd name="T22" fmla="*/ 797 w 1219"/>
                  <a:gd name="T23" fmla="*/ 1228 h 1304"/>
                  <a:gd name="T24" fmla="*/ 806 w 1219"/>
                  <a:gd name="T25" fmla="*/ 1222 h 1304"/>
                  <a:gd name="T26" fmla="*/ 816 w 1219"/>
                  <a:gd name="T27" fmla="*/ 1215 h 1304"/>
                  <a:gd name="T28" fmla="*/ 826 w 1219"/>
                  <a:gd name="T29" fmla="*/ 1209 h 1304"/>
                  <a:gd name="T30" fmla="*/ 836 w 1219"/>
                  <a:gd name="T31" fmla="*/ 1202 h 1304"/>
                  <a:gd name="T32" fmla="*/ 846 w 1219"/>
                  <a:gd name="T33" fmla="*/ 1195 h 1304"/>
                  <a:gd name="T34" fmla="*/ 856 w 1219"/>
                  <a:gd name="T35" fmla="*/ 1188 h 1304"/>
                  <a:gd name="T36" fmla="*/ 870 w 1219"/>
                  <a:gd name="T37" fmla="*/ 1177 h 1304"/>
                  <a:gd name="T38" fmla="*/ 879 w 1219"/>
                  <a:gd name="T39" fmla="*/ 1169 h 1304"/>
                  <a:gd name="T40" fmla="*/ 898 w 1219"/>
                  <a:gd name="T41" fmla="*/ 1154 h 1304"/>
                  <a:gd name="T42" fmla="*/ 942 w 1219"/>
                  <a:gd name="T43" fmla="*/ 1114 h 1304"/>
                  <a:gd name="T44" fmla="*/ 955 w 1219"/>
                  <a:gd name="T45" fmla="*/ 1101 h 1304"/>
                  <a:gd name="T46" fmla="*/ 964 w 1219"/>
                  <a:gd name="T47" fmla="*/ 1092 h 1304"/>
                  <a:gd name="T48" fmla="*/ 972 w 1219"/>
                  <a:gd name="T49" fmla="*/ 1084 h 1304"/>
                  <a:gd name="T50" fmla="*/ 981 w 1219"/>
                  <a:gd name="T51" fmla="*/ 1075 h 1304"/>
                  <a:gd name="T52" fmla="*/ 990 w 1219"/>
                  <a:gd name="T53" fmla="*/ 1064 h 1304"/>
                  <a:gd name="T54" fmla="*/ 1206 w 1219"/>
                  <a:gd name="T55" fmla="*/ 617 h 1304"/>
                  <a:gd name="T56" fmla="*/ 1207 w 1219"/>
                  <a:gd name="T57" fmla="*/ 609 h 1304"/>
                  <a:gd name="T58" fmla="*/ 1209 w 1219"/>
                  <a:gd name="T59" fmla="*/ 594 h 1304"/>
                  <a:gd name="T60" fmla="*/ 1211 w 1219"/>
                  <a:gd name="T61" fmla="*/ 585 h 1304"/>
                  <a:gd name="T62" fmla="*/ 1212 w 1219"/>
                  <a:gd name="T63" fmla="*/ 570 h 1304"/>
                  <a:gd name="T64" fmla="*/ 1213 w 1219"/>
                  <a:gd name="T65" fmla="*/ 561 h 1304"/>
                  <a:gd name="T66" fmla="*/ 1215 w 1219"/>
                  <a:gd name="T67" fmla="*/ 551 h 1304"/>
                  <a:gd name="T68" fmla="*/ 1215 w 1219"/>
                  <a:gd name="T69" fmla="*/ 542 h 1304"/>
                  <a:gd name="T70" fmla="*/ 1216 w 1219"/>
                  <a:gd name="T71" fmla="*/ 532 h 1304"/>
                  <a:gd name="T72" fmla="*/ 1217 w 1219"/>
                  <a:gd name="T73" fmla="*/ 522 h 1304"/>
                  <a:gd name="T74" fmla="*/ 1217 w 1219"/>
                  <a:gd name="T75" fmla="*/ 513 h 1304"/>
                  <a:gd name="T76" fmla="*/ 1218 w 1219"/>
                  <a:gd name="T77" fmla="*/ 502 h 1304"/>
                  <a:gd name="T78" fmla="*/ 1218 w 1219"/>
                  <a:gd name="T79" fmla="*/ 493 h 1304"/>
                  <a:gd name="T80" fmla="*/ 1218 w 1219"/>
                  <a:gd name="T81" fmla="*/ 483 h 1304"/>
                  <a:gd name="T82" fmla="*/ 1219 w 1219"/>
                  <a:gd name="T83" fmla="*/ 473 h 1304"/>
                  <a:gd name="T84" fmla="*/ 1219 w 1219"/>
                  <a:gd name="T85" fmla="*/ 459 h 1304"/>
                  <a:gd name="T86" fmla="*/ 1218 w 1219"/>
                  <a:gd name="T87" fmla="*/ 447 h 1304"/>
                  <a:gd name="T88" fmla="*/ 1218 w 1219"/>
                  <a:gd name="T89" fmla="*/ 436 h 1304"/>
                  <a:gd name="T90" fmla="*/ 1218 w 1219"/>
                  <a:gd name="T91" fmla="*/ 424 h 1304"/>
                  <a:gd name="T92" fmla="*/ 1217 w 1219"/>
                  <a:gd name="T93" fmla="*/ 413 h 1304"/>
                  <a:gd name="T94" fmla="*/ 1216 w 1219"/>
                  <a:gd name="T95" fmla="*/ 402 h 1304"/>
                  <a:gd name="T96" fmla="*/ 1216 w 1219"/>
                  <a:gd name="T97" fmla="*/ 391 h 1304"/>
                  <a:gd name="T98" fmla="*/ 1215 w 1219"/>
                  <a:gd name="T99" fmla="*/ 380 h 1304"/>
                  <a:gd name="T100" fmla="*/ 1214 w 1219"/>
                  <a:gd name="T101" fmla="*/ 369 h 1304"/>
                  <a:gd name="T102" fmla="*/ 1212 w 1219"/>
                  <a:gd name="T103" fmla="*/ 353 h 1304"/>
                  <a:gd name="T104" fmla="*/ 1210 w 1219"/>
                  <a:gd name="T105" fmla="*/ 342 h 1304"/>
                  <a:gd name="T106" fmla="*/ 1209 w 1219"/>
                  <a:gd name="T107" fmla="*/ 331 h 1304"/>
                  <a:gd name="T108" fmla="*/ 1207 w 1219"/>
                  <a:gd name="T109" fmla="*/ 320 h 1304"/>
                  <a:gd name="T110" fmla="*/ 1193 w 1219"/>
                  <a:gd name="T111" fmla="*/ 248 h 1304"/>
                  <a:gd name="T112" fmla="*/ 1187 w 1219"/>
                  <a:gd name="T113" fmla="*/ 226 h 1304"/>
                  <a:gd name="T114" fmla="*/ 1184 w 1219"/>
                  <a:gd name="T115" fmla="*/ 215 h 1304"/>
                  <a:gd name="T116" fmla="*/ 1181 w 1219"/>
                  <a:gd name="T117" fmla="*/ 204 h 1304"/>
                  <a:gd name="T118" fmla="*/ 1177 w 1219"/>
                  <a:gd name="T119" fmla="*/ 193 h 1304"/>
                  <a:gd name="T120" fmla="*/ 1174 w 1219"/>
                  <a:gd name="T121" fmla="*/ 182 h 1304"/>
                  <a:gd name="T122" fmla="*/ 1090 w 1219"/>
                  <a:gd name="T123" fmla="*/ 0 h 1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219" h="1304">
                    <a:moveTo>
                      <a:pt x="1126" y="206"/>
                    </a:moveTo>
                    <a:cubicBezTo>
                      <a:pt x="1126" y="329"/>
                      <a:pt x="1089" y="447"/>
                      <a:pt x="1016" y="537"/>
                    </a:cubicBezTo>
                    <a:cubicBezTo>
                      <a:pt x="972" y="592"/>
                      <a:pt x="902" y="646"/>
                      <a:pt x="820" y="685"/>
                    </a:cubicBezTo>
                    <a:cubicBezTo>
                      <a:pt x="770" y="928"/>
                      <a:pt x="770" y="928"/>
                      <a:pt x="770" y="928"/>
                    </a:cubicBezTo>
                    <a:cubicBezTo>
                      <a:pt x="767" y="943"/>
                      <a:pt x="751" y="956"/>
                      <a:pt x="736" y="956"/>
                    </a:cubicBezTo>
                    <a:cubicBezTo>
                      <a:pt x="493" y="956"/>
                      <a:pt x="493" y="956"/>
                      <a:pt x="493" y="956"/>
                    </a:cubicBezTo>
                    <a:cubicBezTo>
                      <a:pt x="399" y="956"/>
                      <a:pt x="399" y="956"/>
                      <a:pt x="399" y="956"/>
                    </a:cubicBezTo>
                    <a:cubicBezTo>
                      <a:pt x="381" y="956"/>
                      <a:pt x="359" y="944"/>
                      <a:pt x="350" y="929"/>
                    </a:cubicBezTo>
                    <a:cubicBezTo>
                      <a:pt x="131" y="590"/>
                      <a:pt x="131" y="590"/>
                      <a:pt x="131" y="590"/>
                    </a:cubicBezTo>
                    <a:cubicBezTo>
                      <a:pt x="63" y="929"/>
                      <a:pt x="63" y="929"/>
                      <a:pt x="63" y="929"/>
                    </a:cubicBezTo>
                    <a:cubicBezTo>
                      <a:pt x="60" y="941"/>
                      <a:pt x="50" y="951"/>
                      <a:pt x="38" y="955"/>
                    </a:cubicBezTo>
                    <a:cubicBezTo>
                      <a:pt x="38" y="955"/>
                      <a:pt x="38" y="955"/>
                      <a:pt x="38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0" y="956"/>
                      <a:pt x="30" y="956"/>
                      <a:pt x="30" y="956"/>
                    </a:cubicBezTo>
                    <a:cubicBezTo>
                      <a:pt x="29" y="956"/>
                      <a:pt x="29" y="956"/>
                      <a:pt x="29" y="956"/>
                    </a:cubicBezTo>
                    <a:cubicBezTo>
                      <a:pt x="0" y="956"/>
                      <a:pt x="0" y="956"/>
                      <a:pt x="0" y="956"/>
                    </a:cubicBezTo>
                    <a:cubicBezTo>
                      <a:pt x="0" y="1121"/>
                      <a:pt x="176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556" y="1304"/>
                      <a:pt x="638" y="1293"/>
                      <a:pt x="728" y="1268"/>
                    </a:cubicBezTo>
                    <a:cubicBezTo>
                      <a:pt x="732" y="1265"/>
                      <a:pt x="732" y="1265"/>
                      <a:pt x="732" y="1265"/>
                    </a:cubicBezTo>
                    <a:cubicBezTo>
                      <a:pt x="734" y="1265"/>
                      <a:pt x="734" y="1265"/>
                      <a:pt x="734" y="1265"/>
                    </a:cubicBezTo>
                    <a:cubicBezTo>
                      <a:pt x="738" y="1262"/>
                      <a:pt x="738" y="1262"/>
                      <a:pt x="738" y="1262"/>
                    </a:cubicBezTo>
                    <a:cubicBezTo>
                      <a:pt x="739" y="1262"/>
                      <a:pt x="739" y="1262"/>
                      <a:pt x="739" y="1262"/>
                    </a:cubicBezTo>
                    <a:cubicBezTo>
                      <a:pt x="743" y="1260"/>
                      <a:pt x="743" y="1260"/>
                      <a:pt x="743" y="1260"/>
                    </a:cubicBezTo>
                    <a:cubicBezTo>
                      <a:pt x="744" y="1259"/>
                      <a:pt x="744" y="1259"/>
                      <a:pt x="744" y="1259"/>
                    </a:cubicBezTo>
                    <a:cubicBezTo>
                      <a:pt x="749" y="1257"/>
                      <a:pt x="749" y="1257"/>
                      <a:pt x="749" y="1257"/>
                    </a:cubicBezTo>
                    <a:cubicBezTo>
                      <a:pt x="750" y="1256"/>
                      <a:pt x="750" y="1256"/>
                      <a:pt x="750" y="1256"/>
                    </a:cubicBezTo>
                    <a:cubicBezTo>
                      <a:pt x="754" y="1254"/>
                      <a:pt x="754" y="1254"/>
                      <a:pt x="754" y="1254"/>
                    </a:cubicBezTo>
                    <a:cubicBezTo>
                      <a:pt x="755" y="1253"/>
                      <a:pt x="755" y="1253"/>
                      <a:pt x="755" y="1253"/>
                    </a:cubicBezTo>
                    <a:cubicBezTo>
                      <a:pt x="759" y="1251"/>
                      <a:pt x="759" y="1251"/>
                      <a:pt x="759" y="1251"/>
                    </a:cubicBezTo>
                    <a:cubicBezTo>
                      <a:pt x="760" y="1250"/>
                      <a:pt x="760" y="1250"/>
                      <a:pt x="760" y="1250"/>
                    </a:cubicBezTo>
                    <a:cubicBezTo>
                      <a:pt x="765" y="1248"/>
                      <a:pt x="765" y="1248"/>
                      <a:pt x="765" y="1248"/>
                    </a:cubicBezTo>
                    <a:cubicBezTo>
                      <a:pt x="765" y="1247"/>
                      <a:pt x="765" y="1247"/>
                      <a:pt x="765" y="1247"/>
                    </a:cubicBezTo>
                    <a:cubicBezTo>
                      <a:pt x="769" y="1245"/>
                      <a:pt x="769" y="1245"/>
                      <a:pt x="769" y="1245"/>
                    </a:cubicBezTo>
                    <a:cubicBezTo>
                      <a:pt x="771" y="1244"/>
                      <a:pt x="771" y="1244"/>
                      <a:pt x="771" y="1244"/>
                    </a:cubicBezTo>
                    <a:cubicBezTo>
                      <a:pt x="775" y="1242"/>
                      <a:pt x="775" y="1242"/>
                      <a:pt x="775" y="1242"/>
                    </a:cubicBezTo>
                    <a:cubicBezTo>
                      <a:pt x="776" y="1241"/>
                      <a:pt x="776" y="1241"/>
                      <a:pt x="776" y="1241"/>
                    </a:cubicBezTo>
                    <a:cubicBezTo>
                      <a:pt x="780" y="1239"/>
                      <a:pt x="780" y="1239"/>
                      <a:pt x="780" y="1239"/>
                    </a:cubicBezTo>
                    <a:cubicBezTo>
                      <a:pt x="781" y="1238"/>
                      <a:pt x="781" y="1238"/>
                      <a:pt x="781" y="1238"/>
                    </a:cubicBezTo>
                    <a:cubicBezTo>
                      <a:pt x="785" y="1236"/>
                      <a:pt x="785" y="1236"/>
                      <a:pt x="785" y="1236"/>
                    </a:cubicBezTo>
                    <a:cubicBezTo>
                      <a:pt x="786" y="1235"/>
                      <a:pt x="786" y="1235"/>
                      <a:pt x="786" y="1235"/>
                    </a:cubicBezTo>
                    <a:cubicBezTo>
                      <a:pt x="790" y="1232"/>
                      <a:pt x="790" y="1232"/>
                      <a:pt x="790" y="1232"/>
                    </a:cubicBezTo>
                    <a:cubicBezTo>
                      <a:pt x="791" y="1232"/>
                      <a:pt x="791" y="1232"/>
                      <a:pt x="791" y="1232"/>
                    </a:cubicBezTo>
                    <a:cubicBezTo>
                      <a:pt x="795" y="1229"/>
                      <a:pt x="795" y="1229"/>
                      <a:pt x="795" y="1229"/>
                    </a:cubicBezTo>
                    <a:cubicBezTo>
                      <a:pt x="797" y="1228"/>
                      <a:pt x="797" y="1228"/>
                      <a:pt x="797" y="1228"/>
                    </a:cubicBezTo>
                    <a:cubicBezTo>
                      <a:pt x="801" y="1226"/>
                      <a:pt x="801" y="1226"/>
                      <a:pt x="801" y="1226"/>
                    </a:cubicBezTo>
                    <a:cubicBezTo>
                      <a:pt x="802" y="1225"/>
                      <a:pt x="802" y="1225"/>
                      <a:pt x="802" y="1225"/>
                    </a:cubicBezTo>
                    <a:cubicBezTo>
                      <a:pt x="805" y="1223"/>
                      <a:pt x="805" y="1223"/>
                      <a:pt x="805" y="1223"/>
                    </a:cubicBezTo>
                    <a:cubicBezTo>
                      <a:pt x="806" y="1222"/>
                      <a:pt x="806" y="1222"/>
                      <a:pt x="806" y="1222"/>
                    </a:cubicBezTo>
                    <a:cubicBezTo>
                      <a:pt x="811" y="1219"/>
                      <a:pt x="811" y="1219"/>
                      <a:pt x="811" y="1219"/>
                    </a:cubicBezTo>
                    <a:cubicBezTo>
                      <a:pt x="812" y="1219"/>
                      <a:pt x="812" y="1219"/>
                      <a:pt x="812" y="1219"/>
                    </a:cubicBezTo>
                    <a:cubicBezTo>
                      <a:pt x="815" y="1216"/>
                      <a:pt x="815" y="1216"/>
                      <a:pt x="815" y="1216"/>
                    </a:cubicBezTo>
                    <a:cubicBezTo>
                      <a:pt x="816" y="1215"/>
                      <a:pt x="816" y="1215"/>
                      <a:pt x="816" y="1215"/>
                    </a:cubicBezTo>
                    <a:cubicBezTo>
                      <a:pt x="821" y="1213"/>
                      <a:pt x="821" y="1213"/>
                      <a:pt x="821" y="1213"/>
                    </a:cubicBezTo>
                    <a:cubicBezTo>
                      <a:pt x="822" y="1212"/>
                      <a:pt x="822" y="1212"/>
                      <a:pt x="822" y="1212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31" y="1206"/>
                      <a:pt x="831" y="1206"/>
                      <a:pt x="831" y="1206"/>
                    </a:cubicBezTo>
                    <a:cubicBezTo>
                      <a:pt x="831" y="1205"/>
                      <a:pt x="831" y="1205"/>
                      <a:pt x="831" y="1205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40" y="1199"/>
                      <a:pt x="840" y="1199"/>
                      <a:pt x="840" y="1199"/>
                    </a:cubicBezTo>
                    <a:cubicBezTo>
                      <a:pt x="841" y="1198"/>
                      <a:pt x="841" y="1198"/>
                      <a:pt x="841" y="1198"/>
                    </a:cubicBezTo>
                    <a:cubicBezTo>
                      <a:pt x="845" y="1195"/>
                      <a:pt x="845" y="1195"/>
                      <a:pt x="845" y="1195"/>
                    </a:cubicBezTo>
                    <a:cubicBezTo>
                      <a:pt x="846" y="1195"/>
                      <a:pt x="846" y="1195"/>
                      <a:pt x="846" y="1195"/>
                    </a:cubicBezTo>
                    <a:cubicBezTo>
                      <a:pt x="850" y="1192"/>
                      <a:pt x="850" y="1192"/>
                      <a:pt x="850" y="1192"/>
                    </a:cubicBezTo>
                    <a:cubicBezTo>
                      <a:pt x="851" y="1191"/>
                      <a:pt x="851" y="1191"/>
                      <a:pt x="851" y="1191"/>
                    </a:cubicBezTo>
                    <a:cubicBezTo>
                      <a:pt x="855" y="1188"/>
                      <a:pt x="855" y="1188"/>
                      <a:pt x="855" y="1188"/>
                    </a:cubicBezTo>
                    <a:cubicBezTo>
                      <a:pt x="856" y="1188"/>
                      <a:pt x="856" y="1188"/>
                      <a:pt x="856" y="1188"/>
                    </a:cubicBezTo>
                    <a:cubicBezTo>
                      <a:pt x="865" y="1181"/>
                      <a:pt x="865" y="1181"/>
                      <a:pt x="865" y="1181"/>
                    </a:cubicBezTo>
                    <a:cubicBezTo>
                      <a:pt x="865" y="1180"/>
                      <a:pt x="865" y="1180"/>
                      <a:pt x="865" y="1180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4" y="1173"/>
                      <a:pt x="874" y="1173"/>
                      <a:pt x="874" y="1173"/>
                    </a:cubicBezTo>
                    <a:cubicBezTo>
                      <a:pt x="875" y="1173"/>
                      <a:pt x="875" y="1173"/>
                      <a:pt x="875" y="1173"/>
                    </a:cubicBezTo>
                    <a:cubicBezTo>
                      <a:pt x="879" y="1170"/>
                      <a:pt x="879" y="1170"/>
                      <a:pt x="879" y="1170"/>
                    </a:cubicBezTo>
                    <a:cubicBezTo>
                      <a:pt x="879" y="1169"/>
                      <a:pt x="879" y="1169"/>
                      <a:pt x="879" y="1169"/>
                    </a:cubicBezTo>
                    <a:cubicBezTo>
                      <a:pt x="888" y="1162"/>
                      <a:pt x="888" y="1162"/>
                      <a:pt x="888" y="1162"/>
                    </a:cubicBezTo>
                    <a:cubicBezTo>
                      <a:pt x="889" y="1162"/>
                      <a:pt x="889" y="1162"/>
                      <a:pt x="889" y="1162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911" y="1143"/>
                      <a:pt x="911" y="1143"/>
                      <a:pt x="911" y="1143"/>
                    </a:cubicBezTo>
                    <a:cubicBezTo>
                      <a:pt x="911" y="1142"/>
                      <a:pt x="911" y="1142"/>
                      <a:pt x="911" y="1142"/>
                    </a:cubicBezTo>
                    <a:cubicBezTo>
                      <a:pt x="922" y="1133"/>
                      <a:pt x="932" y="1124"/>
                      <a:pt x="942" y="1114"/>
                    </a:cubicBezTo>
                    <a:cubicBezTo>
                      <a:pt x="942" y="1114"/>
                      <a:pt x="942" y="1114"/>
                      <a:pt x="942" y="1114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9" y="1097"/>
                      <a:pt x="959" y="1097"/>
                      <a:pt x="959" y="1097"/>
                    </a:cubicBezTo>
                    <a:cubicBezTo>
                      <a:pt x="960" y="1097"/>
                      <a:pt x="960" y="1097"/>
                      <a:pt x="960" y="1097"/>
                    </a:cubicBezTo>
                    <a:cubicBezTo>
                      <a:pt x="963" y="1093"/>
                      <a:pt x="963" y="1093"/>
                      <a:pt x="963" y="1093"/>
                    </a:cubicBezTo>
                    <a:cubicBezTo>
                      <a:pt x="964" y="1092"/>
                      <a:pt x="964" y="1092"/>
                      <a:pt x="964" y="1092"/>
                    </a:cubicBezTo>
                    <a:cubicBezTo>
                      <a:pt x="967" y="1089"/>
                      <a:pt x="967" y="1089"/>
                      <a:pt x="967" y="1089"/>
                    </a:cubicBezTo>
                    <a:cubicBezTo>
                      <a:pt x="968" y="1088"/>
                      <a:pt x="968" y="1088"/>
                      <a:pt x="968" y="1088"/>
                    </a:cubicBezTo>
                    <a:cubicBezTo>
                      <a:pt x="971" y="1085"/>
                      <a:pt x="971" y="1085"/>
                      <a:pt x="971" y="1085"/>
                    </a:cubicBezTo>
                    <a:cubicBezTo>
                      <a:pt x="972" y="1084"/>
                      <a:pt x="972" y="1084"/>
                      <a:pt x="972" y="1084"/>
                    </a:cubicBezTo>
                    <a:cubicBezTo>
                      <a:pt x="976" y="1080"/>
                      <a:pt x="976" y="1080"/>
                      <a:pt x="976" y="1080"/>
                    </a:cubicBezTo>
                    <a:cubicBezTo>
                      <a:pt x="977" y="1079"/>
                      <a:pt x="977" y="1079"/>
                      <a:pt x="977" y="1079"/>
                    </a:cubicBezTo>
                    <a:cubicBezTo>
                      <a:pt x="979" y="1076"/>
                      <a:pt x="979" y="1076"/>
                      <a:pt x="979" y="1076"/>
                    </a:cubicBezTo>
                    <a:cubicBezTo>
                      <a:pt x="981" y="1075"/>
                      <a:pt x="981" y="1075"/>
                      <a:pt x="981" y="1075"/>
                    </a:cubicBezTo>
                    <a:cubicBezTo>
                      <a:pt x="984" y="1072"/>
                      <a:pt x="984" y="1072"/>
                      <a:pt x="984" y="1072"/>
                    </a:cubicBezTo>
                    <a:cubicBezTo>
                      <a:pt x="985" y="1070"/>
                      <a:pt x="985" y="1070"/>
                      <a:pt x="985" y="1070"/>
                    </a:cubicBezTo>
                    <a:cubicBezTo>
                      <a:pt x="987" y="1068"/>
                      <a:pt x="987" y="1068"/>
                      <a:pt x="987" y="1068"/>
                    </a:cubicBezTo>
                    <a:cubicBezTo>
                      <a:pt x="990" y="1064"/>
                      <a:pt x="990" y="1064"/>
                      <a:pt x="990" y="1064"/>
                    </a:cubicBezTo>
                    <a:cubicBezTo>
                      <a:pt x="991" y="1063"/>
                      <a:pt x="991" y="1063"/>
                      <a:pt x="991" y="1063"/>
                    </a:cubicBezTo>
                    <a:cubicBezTo>
                      <a:pt x="994" y="1061"/>
                      <a:pt x="994" y="1061"/>
                      <a:pt x="994" y="1061"/>
                    </a:cubicBezTo>
                    <a:cubicBezTo>
                      <a:pt x="994" y="1060"/>
                      <a:pt x="994" y="1060"/>
                      <a:pt x="994" y="1060"/>
                    </a:cubicBezTo>
                    <a:cubicBezTo>
                      <a:pt x="1102" y="937"/>
                      <a:pt x="1177" y="785"/>
                      <a:pt x="1206" y="617"/>
                    </a:cubicBezTo>
                    <a:cubicBezTo>
                      <a:pt x="1206" y="617"/>
                      <a:pt x="1206" y="617"/>
                      <a:pt x="1206" y="617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4"/>
                      <a:pt x="1209" y="594"/>
                      <a:pt x="1209" y="594"/>
                    </a:cubicBezTo>
                    <a:cubicBezTo>
                      <a:pt x="1210" y="593"/>
                      <a:pt x="1210" y="593"/>
                      <a:pt x="1210" y="593"/>
                    </a:cubicBezTo>
                    <a:cubicBezTo>
                      <a:pt x="1210" y="589"/>
                      <a:pt x="1210" y="589"/>
                      <a:pt x="1210" y="589"/>
                    </a:cubicBezTo>
                    <a:cubicBezTo>
                      <a:pt x="1210" y="588"/>
                      <a:pt x="1210" y="588"/>
                      <a:pt x="1210" y="588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2" y="574"/>
                      <a:pt x="1212" y="574"/>
                      <a:pt x="1212" y="574"/>
                    </a:cubicBezTo>
                    <a:cubicBezTo>
                      <a:pt x="1212" y="573"/>
                      <a:pt x="1212" y="573"/>
                      <a:pt x="1212" y="573"/>
                    </a:cubicBezTo>
                    <a:cubicBezTo>
                      <a:pt x="1212" y="570"/>
                      <a:pt x="1212" y="570"/>
                      <a:pt x="1212" y="570"/>
                    </a:cubicBezTo>
                    <a:cubicBezTo>
                      <a:pt x="1213" y="568"/>
                      <a:pt x="1213" y="568"/>
                      <a:pt x="1213" y="568"/>
                    </a:cubicBezTo>
                    <a:cubicBezTo>
                      <a:pt x="1213" y="566"/>
                      <a:pt x="1213" y="566"/>
                      <a:pt x="1213" y="566"/>
                    </a:cubicBezTo>
                    <a:cubicBezTo>
                      <a:pt x="1213" y="564"/>
                      <a:pt x="1213" y="564"/>
                      <a:pt x="1213" y="564"/>
                    </a:cubicBezTo>
                    <a:cubicBezTo>
                      <a:pt x="1213" y="561"/>
                      <a:pt x="1213" y="561"/>
                      <a:pt x="1213" y="561"/>
                    </a:cubicBezTo>
                    <a:cubicBezTo>
                      <a:pt x="1214" y="560"/>
                      <a:pt x="1214" y="560"/>
                      <a:pt x="1214" y="560"/>
                    </a:cubicBezTo>
                    <a:cubicBezTo>
                      <a:pt x="1214" y="555"/>
                      <a:pt x="1214" y="555"/>
                      <a:pt x="1214" y="555"/>
                    </a:cubicBezTo>
                    <a:cubicBezTo>
                      <a:pt x="1214" y="553"/>
                      <a:pt x="1214" y="553"/>
                      <a:pt x="1214" y="553"/>
                    </a:cubicBezTo>
                    <a:cubicBezTo>
                      <a:pt x="1215" y="551"/>
                      <a:pt x="1215" y="551"/>
                      <a:pt x="1215" y="551"/>
                    </a:cubicBezTo>
                    <a:cubicBezTo>
                      <a:pt x="1215" y="549"/>
                      <a:pt x="1215" y="549"/>
                      <a:pt x="1215" y="549"/>
                    </a:cubicBezTo>
                    <a:cubicBezTo>
                      <a:pt x="1215" y="546"/>
                      <a:pt x="1215" y="546"/>
                      <a:pt x="1215" y="546"/>
                    </a:cubicBezTo>
                    <a:cubicBezTo>
                      <a:pt x="1215" y="544"/>
                      <a:pt x="1215" y="544"/>
                      <a:pt x="1215" y="544"/>
                    </a:cubicBezTo>
                    <a:cubicBezTo>
                      <a:pt x="1215" y="542"/>
                      <a:pt x="1215" y="542"/>
                      <a:pt x="1215" y="542"/>
                    </a:cubicBezTo>
                    <a:cubicBezTo>
                      <a:pt x="1215" y="540"/>
                      <a:pt x="1215" y="540"/>
                      <a:pt x="1215" y="540"/>
                    </a:cubicBezTo>
                    <a:cubicBezTo>
                      <a:pt x="1216" y="537"/>
                      <a:pt x="1216" y="537"/>
                      <a:pt x="1216" y="537"/>
                    </a:cubicBezTo>
                    <a:cubicBezTo>
                      <a:pt x="1216" y="534"/>
                      <a:pt x="1216" y="534"/>
                      <a:pt x="1216" y="534"/>
                    </a:cubicBezTo>
                    <a:cubicBezTo>
                      <a:pt x="1216" y="532"/>
                      <a:pt x="1216" y="532"/>
                      <a:pt x="1216" y="532"/>
                    </a:cubicBezTo>
                    <a:cubicBezTo>
                      <a:pt x="1216" y="529"/>
                      <a:pt x="1216" y="529"/>
                      <a:pt x="1216" y="529"/>
                    </a:cubicBezTo>
                    <a:cubicBezTo>
                      <a:pt x="1216" y="527"/>
                      <a:pt x="1216" y="527"/>
                      <a:pt x="1216" y="527"/>
                    </a:cubicBezTo>
                    <a:cubicBezTo>
                      <a:pt x="1217" y="524"/>
                      <a:pt x="1217" y="524"/>
                      <a:pt x="1217" y="524"/>
                    </a:cubicBezTo>
                    <a:cubicBezTo>
                      <a:pt x="1217" y="522"/>
                      <a:pt x="1217" y="522"/>
                      <a:pt x="1217" y="522"/>
                    </a:cubicBezTo>
                    <a:cubicBezTo>
                      <a:pt x="1217" y="520"/>
                      <a:pt x="1217" y="520"/>
                      <a:pt x="1217" y="520"/>
                    </a:cubicBezTo>
                    <a:cubicBezTo>
                      <a:pt x="1217" y="518"/>
                      <a:pt x="1217" y="518"/>
                      <a:pt x="1217" y="518"/>
                    </a:cubicBezTo>
                    <a:cubicBezTo>
                      <a:pt x="1217" y="515"/>
                      <a:pt x="1217" y="515"/>
                      <a:pt x="1217" y="515"/>
                    </a:cubicBezTo>
                    <a:cubicBezTo>
                      <a:pt x="1217" y="513"/>
                      <a:pt x="1217" y="513"/>
                      <a:pt x="1217" y="513"/>
                    </a:cubicBezTo>
                    <a:cubicBezTo>
                      <a:pt x="1218" y="509"/>
                      <a:pt x="1218" y="509"/>
                      <a:pt x="1218" y="509"/>
                    </a:cubicBezTo>
                    <a:cubicBezTo>
                      <a:pt x="1218" y="507"/>
                      <a:pt x="1218" y="507"/>
                      <a:pt x="1218" y="507"/>
                    </a:cubicBezTo>
                    <a:cubicBezTo>
                      <a:pt x="1218" y="504"/>
                      <a:pt x="1218" y="504"/>
                      <a:pt x="1218" y="504"/>
                    </a:cubicBezTo>
                    <a:cubicBezTo>
                      <a:pt x="1218" y="502"/>
                      <a:pt x="1218" y="502"/>
                      <a:pt x="1218" y="502"/>
                    </a:cubicBezTo>
                    <a:cubicBezTo>
                      <a:pt x="1218" y="500"/>
                      <a:pt x="1218" y="500"/>
                      <a:pt x="1218" y="500"/>
                    </a:cubicBezTo>
                    <a:cubicBezTo>
                      <a:pt x="1218" y="498"/>
                      <a:pt x="1218" y="498"/>
                      <a:pt x="1218" y="498"/>
                    </a:cubicBezTo>
                    <a:cubicBezTo>
                      <a:pt x="1218" y="495"/>
                      <a:pt x="1218" y="495"/>
                      <a:pt x="1218" y="495"/>
                    </a:cubicBezTo>
                    <a:cubicBezTo>
                      <a:pt x="1218" y="493"/>
                      <a:pt x="1218" y="493"/>
                      <a:pt x="1218" y="493"/>
                    </a:cubicBezTo>
                    <a:cubicBezTo>
                      <a:pt x="1218" y="490"/>
                      <a:pt x="1218" y="490"/>
                      <a:pt x="1218" y="490"/>
                    </a:cubicBezTo>
                    <a:cubicBezTo>
                      <a:pt x="1218" y="489"/>
                      <a:pt x="1218" y="489"/>
                      <a:pt x="1218" y="489"/>
                    </a:cubicBezTo>
                    <a:cubicBezTo>
                      <a:pt x="1218" y="484"/>
                      <a:pt x="1218" y="484"/>
                      <a:pt x="1218" y="484"/>
                    </a:cubicBezTo>
                    <a:cubicBezTo>
                      <a:pt x="1218" y="483"/>
                      <a:pt x="1218" y="483"/>
                      <a:pt x="1218" y="483"/>
                    </a:cubicBezTo>
                    <a:cubicBezTo>
                      <a:pt x="1218" y="480"/>
                      <a:pt x="1218" y="480"/>
                      <a:pt x="1218" y="480"/>
                    </a:cubicBezTo>
                    <a:cubicBezTo>
                      <a:pt x="1219" y="478"/>
                      <a:pt x="1219" y="478"/>
                      <a:pt x="1219" y="478"/>
                    </a:cubicBezTo>
                    <a:cubicBezTo>
                      <a:pt x="1219" y="475"/>
                      <a:pt x="1219" y="475"/>
                      <a:pt x="1219" y="475"/>
                    </a:cubicBezTo>
                    <a:cubicBezTo>
                      <a:pt x="1219" y="473"/>
                      <a:pt x="1219" y="473"/>
                      <a:pt x="1219" y="473"/>
                    </a:cubicBezTo>
                    <a:cubicBezTo>
                      <a:pt x="1219" y="470"/>
                      <a:pt x="1219" y="470"/>
                      <a:pt x="1219" y="470"/>
                    </a:cubicBezTo>
                    <a:cubicBezTo>
                      <a:pt x="1219" y="469"/>
                      <a:pt x="1219" y="469"/>
                      <a:pt x="1219" y="469"/>
                    </a:cubicBezTo>
                    <a:cubicBezTo>
                      <a:pt x="1219" y="464"/>
                      <a:pt x="1219" y="464"/>
                      <a:pt x="1219" y="464"/>
                    </a:cubicBezTo>
                    <a:cubicBezTo>
                      <a:pt x="1219" y="459"/>
                      <a:pt x="1219" y="459"/>
                      <a:pt x="1219" y="459"/>
                    </a:cubicBezTo>
                    <a:cubicBezTo>
                      <a:pt x="1219" y="458"/>
                      <a:pt x="1219" y="458"/>
                      <a:pt x="1219" y="458"/>
                    </a:cubicBezTo>
                    <a:cubicBezTo>
                      <a:pt x="1219" y="453"/>
                      <a:pt x="1219" y="453"/>
                      <a:pt x="1219" y="453"/>
                    </a:cubicBezTo>
                    <a:cubicBezTo>
                      <a:pt x="1219" y="452"/>
                      <a:pt x="1219" y="452"/>
                      <a:pt x="1219" y="452"/>
                    </a:cubicBezTo>
                    <a:cubicBezTo>
                      <a:pt x="1218" y="447"/>
                      <a:pt x="1218" y="447"/>
                      <a:pt x="1218" y="447"/>
                    </a:cubicBezTo>
                    <a:cubicBezTo>
                      <a:pt x="1218" y="446"/>
                      <a:pt x="1218" y="446"/>
                      <a:pt x="1218" y="446"/>
                    </a:cubicBezTo>
                    <a:cubicBezTo>
                      <a:pt x="1218" y="442"/>
                      <a:pt x="1218" y="442"/>
                      <a:pt x="1218" y="442"/>
                    </a:cubicBezTo>
                    <a:cubicBezTo>
                      <a:pt x="1218" y="441"/>
                      <a:pt x="1218" y="441"/>
                      <a:pt x="1218" y="441"/>
                    </a:cubicBezTo>
                    <a:cubicBezTo>
                      <a:pt x="1218" y="436"/>
                      <a:pt x="1218" y="436"/>
                      <a:pt x="1218" y="436"/>
                    </a:cubicBezTo>
                    <a:cubicBezTo>
                      <a:pt x="1218" y="434"/>
                      <a:pt x="1218" y="434"/>
                      <a:pt x="1218" y="434"/>
                    </a:cubicBezTo>
                    <a:cubicBezTo>
                      <a:pt x="1218" y="430"/>
                      <a:pt x="1218" y="430"/>
                      <a:pt x="1218" y="430"/>
                    </a:cubicBezTo>
                    <a:cubicBezTo>
                      <a:pt x="1218" y="429"/>
                      <a:pt x="1218" y="429"/>
                      <a:pt x="1218" y="429"/>
                    </a:cubicBezTo>
                    <a:cubicBezTo>
                      <a:pt x="1218" y="424"/>
                      <a:pt x="1218" y="424"/>
                      <a:pt x="1218" y="424"/>
                    </a:cubicBezTo>
                    <a:cubicBezTo>
                      <a:pt x="1218" y="423"/>
                      <a:pt x="1218" y="423"/>
                      <a:pt x="1218" y="423"/>
                    </a:cubicBezTo>
                    <a:cubicBezTo>
                      <a:pt x="1217" y="419"/>
                      <a:pt x="1217" y="419"/>
                      <a:pt x="1217" y="419"/>
                    </a:cubicBezTo>
                    <a:cubicBezTo>
                      <a:pt x="1217" y="417"/>
                      <a:pt x="1217" y="417"/>
                      <a:pt x="1217" y="417"/>
                    </a:cubicBezTo>
                    <a:cubicBezTo>
                      <a:pt x="1217" y="413"/>
                      <a:pt x="1217" y="413"/>
                      <a:pt x="1217" y="413"/>
                    </a:cubicBezTo>
                    <a:cubicBezTo>
                      <a:pt x="1217" y="411"/>
                      <a:pt x="1217" y="411"/>
                      <a:pt x="1217" y="411"/>
                    </a:cubicBezTo>
                    <a:cubicBezTo>
                      <a:pt x="1217" y="408"/>
                      <a:pt x="1217" y="408"/>
                      <a:pt x="1217" y="408"/>
                    </a:cubicBezTo>
                    <a:cubicBezTo>
                      <a:pt x="1217" y="406"/>
                      <a:pt x="1217" y="406"/>
                      <a:pt x="1217" y="406"/>
                    </a:cubicBezTo>
                    <a:cubicBezTo>
                      <a:pt x="1216" y="402"/>
                      <a:pt x="1216" y="402"/>
                      <a:pt x="1216" y="402"/>
                    </a:cubicBezTo>
                    <a:cubicBezTo>
                      <a:pt x="1216" y="400"/>
                      <a:pt x="1216" y="400"/>
                      <a:pt x="1216" y="400"/>
                    </a:cubicBezTo>
                    <a:cubicBezTo>
                      <a:pt x="1216" y="396"/>
                      <a:pt x="1216" y="396"/>
                      <a:pt x="1216" y="396"/>
                    </a:cubicBezTo>
                    <a:cubicBezTo>
                      <a:pt x="1216" y="394"/>
                      <a:pt x="1216" y="394"/>
                      <a:pt x="1216" y="394"/>
                    </a:cubicBezTo>
                    <a:cubicBezTo>
                      <a:pt x="1216" y="391"/>
                      <a:pt x="1216" y="391"/>
                      <a:pt x="1216" y="391"/>
                    </a:cubicBezTo>
                    <a:cubicBezTo>
                      <a:pt x="1215" y="388"/>
                      <a:pt x="1215" y="388"/>
                      <a:pt x="1215" y="388"/>
                    </a:cubicBezTo>
                    <a:cubicBezTo>
                      <a:pt x="1215" y="385"/>
                      <a:pt x="1215" y="385"/>
                      <a:pt x="1215" y="385"/>
                    </a:cubicBezTo>
                    <a:cubicBezTo>
                      <a:pt x="1215" y="383"/>
                      <a:pt x="1215" y="383"/>
                      <a:pt x="1215" y="383"/>
                    </a:cubicBezTo>
                    <a:cubicBezTo>
                      <a:pt x="1215" y="380"/>
                      <a:pt x="1215" y="380"/>
                      <a:pt x="1215" y="380"/>
                    </a:cubicBezTo>
                    <a:cubicBezTo>
                      <a:pt x="1214" y="377"/>
                      <a:pt x="1214" y="377"/>
                      <a:pt x="1214" y="377"/>
                    </a:cubicBezTo>
                    <a:cubicBezTo>
                      <a:pt x="1214" y="374"/>
                      <a:pt x="1214" y="374"/>
                      <a:pt x="1214" y="374"/>
                    </a:cubicBezTo>
                    <a:cubicBezTo>
                      <a:pt x="1214" y="371"/>
                      <a:pt x="1214" y="371"/>
                      <a:pt x="1214" y="371"/>
                    </a:cubicBezTo>
                    <a:cubicBezTo>
                      <a:pt x="1214" y="369"/>
                      <a:pt x="1214" y="369"/>
                      <a:pt x="1214" y="369"/>
                    </a:cubicBezTo>
                    <a:cubicBezTo>
                      <a:pt x="1213" y="359"/>
                      <a:pt x="1213" y="359"/>
                      <a:pt x="1213" y="359"/>
                    </a:cubicBezTo>
                    <a:cubicBezTo>
                      <a:pt x="1212" y="358"/>
                      <a:pt x="1212" y="358"/>
                      <a:pt x="1212" y="358"/>
                    </a:cubicBezTo>
                    <a:cubicBezTo>
                      <a:pt x="1212" y="355"/>
                      <a:pt x="1212" y="355"/>
                      <a:pt x="1212" y="355"/>
                    </a:cubicBezTo>
                    <a:cubicBezTo>
                      <a:pt x="1212" y="353"/>
                      <a:pt x="1212" y="353"/>
                      <a:pt x="1212" y="353"/>
                    </a:cubicBezTo>
                    <a:cubicBezTo>
                      <a:pt x="1211" y="348"/>
                      <a:pt x="1211" y="348"/>
                      <a:pt x="1211" y="348"/>
                    </a:cubicBezTo>
                    <a:cubicBezTo>
                      <a:pt x="1211" y="346"/>
                      <a:pt x="1211" y="346"/>
                      <a:pt x="1211" y="346"/>
                    </a:cubicBezTo>
                    <a:cubicBezTo>
                      <a:pt x="1211" y="343"/>
                      <a:pt x="1211" y="343"/>
                      <a:pt x="1211" y="343"/>
                    </a:cubicBezTo>
                    <a:cubicBezTo>
                      <a:pt x="1210" y="342"/>
                      <a:pt x="1210" y="342"/>
                      <a:pt x="1210" y="342"/>
                    </a:cubicBezTo>
                    <a:cubicBezTo>
                      <a:pt x="1210" y="336"/>
                      <a:pt x="1210" y="336"/>
                      <a:pt x="1210" y="336"/>
                    </a:cubicBezTo>
                    <a:cubicBezTo>
                      <a:pt x="1209" y="335"/>
                      <a:pt x="1209" y="335"/>
                      <a:pt x="1209" y="335"/>
                    </a:cubicBezTo>
                    <a:cubicBezTo>
                      <a:pt x="1209" y="332"/>
                      <a:pt x="1209" y="332"/>
                      <a:pt x="1209" y="332"/>
                    </a:cubicBezTo>
                    <a:cubicBezTo>
                      <a:pt x="1209" y="331"/>
                      <a:pt x="1209" y="331"/>
                      <a:pt x="1209" y="331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5" y="309"/>
                      <a:pt x="1205" y="309"/>
                      <a:pt x="1205" y="309"/>
                    </a:cubicBezTo>
                    <a:cubicBezTo>
                      <a:pt x="1205" y="308"/>
                      <a:pt x="1205" y="308"/>
                      <a:pt x="1205" y="308"/>
                    </a:cubicBezTo>
                    <a:cubicBezTo>
                      <a:pt x="1202" y="288"/>
                      <a:pt x="1198" y="269"/>
                      <a:pt x="1193" y="249"/>
                    </a:cubicBezTo>
                    <a:cubicBezTo>
                      <a:pt x="1193" y="248"/>
                      <a:pt x="1193" y="248"/>
                      <a:pt x="1193" y="248"/>
                    </a:cubicBezTo>
                    <a:cubicBezTo>
                      <a:pt x="1190" y="238"/>
                      <a:pt x="1190" y="238"/>
                      <a:pt x="1190" y="238"/>
                    </a:cubicBezTo>
                    <a:cubicBezTo>
                      <a:pt x="1190" y="237"/>
                      <a:pt x="1190" y="237"/>
                      <a:pt x="1190" y="237"/>
                    </a:cubicBezTo>
                    <a:cubicBezTo>
                      <a:pt x="1187" y="228"/>
                      <a:pt x="1187" y="228"/>
                      <a:pt x="1187" y="228"/>
                    </a:cubicBezTo>
                    <a:cubicBezTo>
                      <a:pt x="1187" y="226"/>
                      <a:pt x="1187" y="226"/>
                      <a:pt x="1187" y="226"/>
                    </a:cubicBezTo>
                    <a:cubicBezTo>
                      <a:pt x="1186" y="223"/>
                      <a:pt x="1186" y="223"/>
                      <a:pt x="1186" y="223"/>
                    </a:cubicBezTo>
                    <a:cubicBezTo>
                      <a:pt x="1186" y="221"/>
                      <a:pt x="1186" y="221"/>
                      <a:pt x="1186" y="221"/>
                    </a:cubicBezTo>
                    <a:cubicBezTo>
                      <a:pt x="1184" y="217"/>
                      <a:pt x="1184" y="217"/>
                      <a:pt x="1184" y="217"/>
                    </a:cubicBezTo>
                    <a:cubicBezTo>
                      <a:pt x="1184" y="215"/>
                      <a:pt x="1184" y="215"/>
                      <a:pt x="1184" y="215"/>
                    </a:cubicBezTo>
                    <a:cubicBezTo>
                      <a:pt x="1183" y="213"/>
                      <a:pt x="1183" y="213"/>
                      <a:pt x="1183" y="213"/>
                    </a:cubicBezTo>
                    <a:cubicBezTo>
                      <a:pt x="1182" y="210"/>
                      <a:pt x="1182" y="210"/>
                      <a:pt x="1182" y="210"/>
                    </a:cubicBezTo>
                    <a:cubicBezTo>
                      <a:pt x="1181" y="207"/>
                      <a:pt x="1181" y="207"/>
                      <a:pt x="1181" y="207"/>
                    </a:cubicBezTo>
                    <a:cubicBezTo>
                      <a:pt x="1181" y="204"/>
                      <a:pt x="1181" y="204"/>
                      <a:pt x="1181" y="204"/>
                    </a:cubicBezTo>
                    <a:cubicBezTo>
                      <a:pt x="1180" y="202"/>
                      <a:pt x="1180" y="202"/>
                      <a:pt x="1180" y="202"/>
                    </a:cubicBezTo>
                    <a:cubicBezTo>
                      <a:pt x="1179" y="199"/>
                      <a:pt x="1179" y="199"/>
                      <a:pt x="1179" y="199"/>
                    </a:cubicBezTo>
                    <a:cubicBezTo>
                      <a:pt x="1179" y="198"/>
                      <a:pt x="1179" y="198"/>
                      <a:pt x="1179" y="198"/>
                    </a:cubicBezTo>
                    <a:cubicBezTo>
                      <a:pt x="1177" y="193"/>
                      <a:pt x="1177" y="193"/>
                      <a:pt x="1177" y="193"/>
                    </a:cubicBezTo>
                    <a:cubicBezTo>
                      <a:pt x="1177" y="192"/>
                      <a:pt x="1177" y="192"/>
                      <a:pt x="1177" y="192"/>
                    </a:cubicBezTo>
                    <a:cubicBezTo>
                      <a:pt x="1176" y="188"/>
                      <a:pt x="1176" y="188"/>
                      <a:pt x="1176" y="188"/>
                    </a:cubicBezTo>
                    <a:cubicBezTo>
                      <a:pt x="1175" y="187"/>
                      <a:pt x="1175" y="187"/>
                      <a:pt x="1175" y="187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66" y="160"/>
                      <a:pt x="1158" y="137"/>
                      <a:pt x="1149" y="116"/>
                    </a:cubicBezTo>
                    <a:cubicBezTo>
                      <a:pt x="1144" y="103"/>
                      <a:pt x="1138" y="91"/>
                      <a:pt x="1132" y="79"/>
                    </a:cubicBezTo>
                    <a:cubicBezTo>
                      <a:pt x="1120" y="52"/>
                      <a:pt x="1106" y="26"/>
                      <a:pt x="1090" y="0"/>
                    </a:cubicBezTo>
                    <a:cubicBezTo>
                      <a:pt x="1115" y="67"/>
                      <a:pt x="1126" y="137"/>
                      <a:pt x="1126" y="206"/>
                    </a:cubicBezTo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baseline="-25000" dirty="0"/>
              </a:p>
            </p:txBody>
          </p:sp>
          <p:sp>
            <p:nvSpPr>
              <p:cNvPr id="20" name="Freeform 9"/>
              <p:cNvSpPr>
                <a:spLocks noSelect="1"/>
              </p:cNvSpPr>
              <p:nvPr userDrawn="1"/>
            </p:nvSpPr>
            <p:spPr bwMode="gray">
              <a:xfrm>
                <a:off x="1118870" y="583565"/>
                <a:ext cx="114935" cy="149860"/>
              </a:xfrm>
              <a:custGeom>
                <a:avLst/>
                <a:gdLst>
                  <a:gd name="T0" fmla="*/ 0 w 362"/>
                  <a:gd name="T1" fmla="*/ 106 h 472"/>
                  <a:gd name="T2" fmla="*/ 219 w 362"/>
                  <a:gd name="T3" fmla="*/ 445 h 472"/>
                  <a:gd name="T4" fmla="*/ 268 w 362"/>
                  <a:gd name="T5" fmla="*/ 472 h 472"/>
                  <a:gd name="T6" fmla="*/ 362 w 362"/>
                  <a:gd name="T7" fmla="*/ 472 h 472"/>
                  <a:gd name="T8" fmla="*/ 319 w 362"/>
                  <a:gd name="T9" fmla="*/ 448 h 472"/>
                  <a:gd name="T10" fmla="*/ 22 w 362"/>
                  <a:gd name="T11" fmla="*/ 0 h 472"/>
                  <a:gd name="T12" fmla="*/ 0 w 362"/>
                  <a:gd name="T13" fmla="*/ 106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2" h="472">
                    <a:moveTo>
                      <a:pt x="0" y="106"/>
                    </a:moveTo>
                    <a:cubicBezTo>
                      <a:pt x="219" y="445"/>
                      <a:pt x="219" y="445"/>
                      <a:pt x="219" y="445"/>
                    </a:cubicBezTo>
                    <a:cubicBezTo>
                      <a:pt x="228" y="460"/>
                      <a:pt x="250" y="472"/>
                      <a:pt x="268" y="472"/>
                    </a:cubicBezTo>
                    <a:cubicBezTo>
                      <a:pt x="362" y="472"/>
                      <a:pt x="362" y="472"/>
                      <a:pt x="362" y="472"/>
                    </a:cubicBezTo>
                    <a:cubicBezTo>
                      <a:pt x="347" y="472"/>
                      <a:pt x="327" y="461"/>
                      <a:pt x="319" y="448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0" y="106"/>
                    </a:lnTo>
                    <a:close/>
                  </a:path>
                </a:pathLst>
              </a:cu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baseline="-25000" dirty="0"/>
              </a:p>
            </p:txBody>
          </p:sp>
          <p:sp>
            <p:nvSpPr>
              <p:cNvPr id="21" name="Freeform 10"/>
              <p:cNvSpPr>
                <a:spLocks noSelect="1"/>
              </p:cNvSpPr>
              <p:nvPr userDrawn="1"/>
            </p:nvSpPr>
            <p:spPr bwMode="gray">
              <a:xfrm>
                <a:off x="949325" y="290830"/>
                <a:ext cx="277495" cy="120015"/>
              </a:xfrm>
              <a:custGeom>
                <a:avLst/>
                <a:gdLst>
                  <a:gd name="T0" fmla="*/ 27 w 874"/>
                  <a:gd name="T1" fmla="*/ 323 h 378"/>
                  <a:gd name="T2" fmla="*/ 1 w 874"/>
                  <a:gd name="T3" fmla="*/ 366 h 378"/>
                  <a:gd name="T4" fmla="*/ 1 w 874"/>
                  <a:gd name="T5" fmla="*/ 367 h 378"/>
                  <a:gd name="T6" fmla="*/ 1 w 874"/>
                  <a:gd name="T7" fmla="*/ 367 h 378"/>
                  <a:gd name="T8" fmla="*/ 30 w 874"/>
                  <a:gd name="T9" fmla="*/ 378 h 378"/>
                  <a:gd name="T10" fmla="*/ 410 w 874"/>
                  <a:gd name="T11" fmla="*/ 378 h 378"/>
                  <a:gd name="T12" fmla="*/ 400 w 874"/>
                  <a:gd name="T13" fmla="*/ 293 h 378"/>
                  <a:gd name="T14" fmla="*/ 439 w 874"/>
                  <a:gd name="T15" fmla="*/ 165 h 378"/>
                  <a:gd name="T16" fmla="*/ 471 w 874"/>
                  <a:gd name="T17" fmla="*/ 129 h 378"/>
                  <a:gd name="T18" fmla="*/ 820 w 874"/>
                  <a:gd name="T19" fmla="*/ 11 h 378"/>
                  <a:gd name="T20" fmla="*/ 838 w 874"/>
                  <a:gd name="T21" fmla="*/ 12 h 378"/>
                  <a:gd name="T22" fmla="*/ 874 w 874"/>
                  <a:gd name="T23" fmla="*/ 13 h 378"/>
                  <a:gd name="T24" fmla="*/ 728 w 874"/>
                  <a:gd name="T25" fmla="*/ 0 h 378"/>
                  <a:gd name="T26" fmla="*/ 719 w 874"/>
                  <a:gd name="T27" fmla="*/ 0 h 378"/>
                  <a:gd name="T28" fmla="*/ 27 w 874"/>
                  <a:gd name="T29" fmla="*/ 323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4" h="378">
                    <a:moveTo>
                      <a:pt x="27" y="323"/>
                    </a:moveTo>
                    <a:cubicBezTo>
                      <a:pt x="10" y="343"/>
                      <a:pt x="0" y="357"/>
                      <a:pt x="1" y="366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2" y="375"/>
                      <a:pt x="11" y="378"/>
                      <a:pt x="30" y="378"/>
                    </a:cubicBezTo>
                    <a:cubicBezTo>
                      <a:pt x="410" y="378"/>
                      <a:pt x="410" y="378"/>
                      <a:pt x="410" y="378"/>
                    </a:cubicBezTo>
                    <a:cubicBezTo>
                      <a:pt x="404" y="349"/>
                      <a:pt x="400" y="320"/>
                      <a:pt x="400" y="293"/>
                    </a:cubicBezTo>
                    <a:cubicBezTo>
                      <a:pt x="400" y="244"/>
                      <a:pt x="412" y="200"/>
                      <a:pt x="439" y="165"/>
                    </a:cubicBezTo>
                    <a:cubicBezTo>
                      <a:pt x="449" y="152"/>
                      <a:pt x="460" y="140"/>
                      <a:pt x="471" y="129"/>
                    </a:cubicBezTo>
                    <a:cubicBezTo>
                      <a:pt x="555" y="49"/>
                      <a:pt x="683" y="11"/>
                      <a:pt x="820" y="11"/>
                    </a:cubicBezTo>
                    <a:cubicBezTo>
                      <a:pt x="826" y="11"/>
                      <a:pt x="832" y="11"/>
                      <a:pt x="838" y="12"/>
                    </a:cubicBezTo>
                    <a:cubicBezTo>
                      <a:pt x="850" y="12"/>
                      <a:pt x="862" y="12"/>
                      <a:pt x="874" y="13"/>
                    </a:cubicBezTo>
                    <a:cubicBezTo>
                      <a:pt x="827" y="5"/>
                      <a:pt x="778" y="0"/>
                      <a:pt x="728" y="0"/>
                    </a:cubicBezTo>
                    <a:cubicBezTo>
                      <a:pt x="719" y="0"/>
                      <a:pt x="719" y="0"/>
                      <a:pt x="719" y="0"/>
                    </a:cubicBezTo>
                    <a:cubicBezTo>
                      <a:pt x="441" y="0"/>
                      <a:pt x="192" y="125"/>
                      <a:pt x="27" y="323"/>
                    </a:cubicBezTo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baseline="-25000" dirty="0"/>
              </a:p>
            </p:txBody>
          </p:sp>
          <p:sp>
            <p:nvSpPr>
              <p:cNvPr id="22" name="Freeform 11"/>
              <p:cNvSpPr>
                <a:spLocks noSelect="1"/>
              </p:cNvSpPr>
              <p:nvPr userDrawn="1"/>
            </p:nvSpPr>
            <p:spPr bwMode="gray">
              <a:xfrm>
                <a:off x="1076325" y="294005"/>
                <a:ext cx="358775" cy="353695"/>
              </a:xfrm>
              <a:custGeom>
                <a:avLst/>
                <a:gdLst>
                  <a:gd name="T0" fmla="*/ 0 w 1130"/>
                  <a:gd name="T1" fmla="*/ 282 h 1113"/>
                  <a:gd name="T2" fmla="*/ 738 w 1130"/>
                  <a:gd name="T3" fmla="*/ 375 h 1113"/>
                  <a:gd name="T4" fmla="*/ 910 w 1130"/>
                  <a:gd name="T5" fmla="*/ 637 h 1113"/>
                  <a:gd name="T6" fmla="*/ 913 w 1130"/>
                  <a:gd name="T7" fmla="*/ 645 h 1113"/>
                  <a:gd name="T8" fmla="*/ 824 w 1130"/>
                  <a:gd name="T9" fmla="*/ 1113 h 1113"/>
                  <a:gd name="T10" fmla="*/ 1094 w 1130"/>
                  <a:gd name="T11" fmla="*/ 428 h 1113"/>
                  <a:gd name="T12" fmla="*/ 1044 w 1130"/>
                  <a:gd name="T13" fmla="*/ 353 h 1113"/>
                  <a:gd name="T14" fmla="*/ 1040 w 1130"/>
                  <a:gd name="T15" fmla="*/ 348 h 1113"/>
                  <a:gd name="T16" fmla="*/ 1034 w 1130"/>
                  <a:gd name="T17" fmla="*/ 339 h 1113"/>
                  <a:gd name="T18" fmla="*/ 1030 w 1130"/>
                  <a:gd name="T19" fmla="*/ 334 h 1113"/>
                  <a:gd name="T20" fmla="*/ 1007 w 1130"/>
                  <a:gd name="T21" fmla="*/ 306 h 1113"/>
                  <a:gd name="T22" fmla="*/ 1003 w 1130"/>
                  <a:gd name="T23" fmla="*/ 301 h 1113"/>
                  <a:gd name="T24" fmla="*/ 995 w 1130"/>
                  <a:gd name="T25" fmla="*/ 293 h 1113"/>
                  <a:gd name="T26" fmla="*/ 974 w 1130"/>
                  <a:gd name="T27" fmla="*/ 270 h 1113"/>
                  <a:gd name="T28" fmla="*/ 967 w 1130"/>
                  <a:gd name="T29" fmla="*/ 262 h 1113"/>
                  <a:gd name="T30" fmla="*/ 962 w 1130"/>
                  <a:gd name="T31" fmla="*/ 257 h 1113"/>
                  <a:gd name="T32" fmla="*/ 937 w 1130"/>
                  <a:gd name="T33" fmla="*/ 233 h 1113"/>
                  <a:gd name="T34" fmla="*/ 932 w 1130"/>
                  <a:gd name="T35" fmla="*/ 228 h 1113"/>
                  <a:gd name="T36" fmla="*/ 924 w 1130"/>
                  <a:gd name="T37" fmla="*/ 221 h 1113"/>
                  <a:gd name="T38" fmla="*/ 919 w 1130"/>
                  <a:gd name="T39" fmla="*/ 216 h 1113"/>
                  <a:gd name="T40" fmla="*/ 901 w 1130"/>
                  <a:gd name="T41" fmla="*/ 201 h 1113"/>
                  <a:gd name="T42" fmla="*/ 895 w 1130"/>
                  <a:gd name="T43" fmla="*/ 196 h 1113"/>
                  <a:gd name="T44" fmla="*/ 887 w 1130"/>
                  <a:gd name="T45" fmla="*/ 190 h 1113"/>
                  <a:gd name="T46" fmla="*/ 882 w 1130"/>
                  <a:gd name="T47" fmla="*/ 185 h 1113"/>
                  <a:gd name="T48" fmla="*/ 873 w 1130"/>
                  <a:gd name="T49" fmla="*/ 178 h 1113"/>
                  <a:gd name="T50" fmla="*/ 858 w 1130"/>
                  <a:gd name="T51" fmla="*/ 167 h 1113"/>
                  <a:gd name="T52" fmla="*/ 849 w 1130"/>
                  <a:gd name="T53" fmla="*/ 160 h 1113"/>
                  <a:gd name="T54" fmla="*/ 843 w 1130"/>
                  <a:gd name="T55" fmla="*/ 156 h 1113"/>
                  <a:gd name="T56" fmla="*/ 835 w 1130"/>
                  <a:gd name="T57" fmla="*/ 150 h 1113"/>
                  <a:gd name="T58" fmla="*/ 829 w 1130"/>
                  <a:gd name="T59" fmla="*/ 146 h 1113"/>
                  <a:gd name="T60" fmla="*/ 809 w 1130"/>
                  <a:gd name="T61" fmla="*/ 133 h 1113"/>
                  <a:gd name="T62" fmla="*/ 803 w 1130"/>
                  <a:gd name="T63" fmla="*/ 129 h 1113"/>
                  <a:gd name="T64" fmla="*/ 794 w 1130"/>
                  <a:gd name="T65" fmla="*/ 124 h 1113"/>
                  <a:gd name="T66" fmla="*/ 788 w 1130"/>
                  <a:gd name="T67" fmla="*/ 120 h 1113"/>
                  <a:gd name="T68" fmla="*/ 768 w 1130"/>
                  <a:gd name="T69" fmla="*/ 108 h 1113"/>
                  <a:gd name="T70" fmla="*/ 762 w 1130"/>
                  <a:gd name="T71" fmla="*/ 104 h 1113"/>
                  <a:gd name="T72" fmla="*/ 753 w 1130"/>
                  <a:gd name="T73" fmla="*/ 99 h 1113"/>
                  <a:gd name="T74" fmla="*/ 746 w 1130"/>
                  <a:gd name="T75" fmla="*/ 96 h 1113"/>
                  <a:gd name="T76" fmla="*/ 720 w 1130"/>
                  <a:gd name="T77" fmla="*/ 82 h 1113"/>
                  <a:gd name="T78" fmla="*/ 713 w 1130"/>
                  <a:gd name="T79" fmla="*/ 79 h 1113"/>
                  <a:gd name="T80" fmla="*/ 704 w 1130"/>
                  <a:gd name="T81" fmla="*/ 75 h 1113"/>
                  <a:gd name="T82" fmla="*/ 697 w 1130"/>
                  <a:gd name="T83" fmla="*/ 72 h 1113"/>
                  <a:gd name="T84" fmla="*/ 675 w 1130"/>
                  <a:gd name="T85" fmla="*/ 62 h 1113"/>
                  <a:gd name="T86" fmla="*/ 669 w 1130"/>
                  <a:gd name="T87" fmla="*/ 59 h 1113"/>
                  <a:gd name="T88" fmla="*/ 659 w 1130"/>
                  <a:gd name="T89" fmla="*/ 55 h 1113"/>
                  <a:gd name="T90" fmla="*/ 653 w 1130"/>
                  <a:gd name="T91" fmla="*/ 52 h 1113"/>
                  <a:gd name="T92" fmla="*/ 619 w 1130"/>
                  <a:gd name="T93" fmla="*/ 40 h 1113"/>
                  <a:gd name="T94" fmla="*/ 612 w 1130"/>
                  <a:gd name="T95" fmla="*/ 38 h 1113"/>
                  <a:gd name="T96" fmla="*/ 602 w 1130"/>
                  <a:gd name="T97" fmla="*/ 34 h 1113"/>
                  <a:gd name="T98" fmla="*/ 595 w 1130"/>
                  <a:gd name="T99" fmla="*/ 32 h 1113"/>
                  <a:gd name="T100" fmla="*/ 566 w 1130"/>
                  <a:gd name="T101" fmla="*/ 23 h 1113"/>
                  <a:gd name="T102" fmla="*/ 559 w 1130"/>
                  <a:gd name="T103" fmla="*/ 21 h 1113"/>
                  <a:gd name="T104" fmla="*/ 549 w 1130"/>
                  <a:gd name="T105" fmla="*/ 18 h 1113"/>
                  <a:gd name="T106" fmla="*/ 542 w 1130"/>
                  <a:gd name="T107" fmla="*/ 17 h 1113"/>
                  <a:gd name="T108" fmla="*/ 518 w 1130"/>
                  <a:gd name="T109" fmla="*/ 11 h 1113"/>
                  <a:gd name="T110" fmla="*/ 511 w 1130"/>
                  <a:gd name="T111" fmla="*/ 9 h 1113"/>
                  <a:gd name="T112" fmla="*/ 501 w 1130"/>
                  <a:gd name="T113" fmla="*/ 7 h 1113"/>
                  <a:gd name="T114" fmla="*/ 493 w 1130"/>
                  <a:gd name="T115" fmla="*/ 6 h 1113"/>
                  <a:gd name="T116" fmla="*/ 482 w 1130"/>
                  <a:gd name="T117" fmla="*/ 4 h 1113"/>
                  <a:gd name="T118" fmla="*/ 474 w 1130"/>
                  <a:gd name="T119" fmla="*/ 2 h 1113"/>
                  <a:gd name="T120" fmla="*/ 71 w 1130"/>
                  <a:gd name="T121" fmla="*/ 118 h 1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30" h="1113">
                    <a:moveTo>
                      <a:pt x="71" y="118"/>
                    </a:moveTo>
                    <a:cubicBezTo>
                      <a:pt x="60" y="129"/>
                      <a:pt x="49" y="141"/>
                      <a:pt x="39" y="154"/>
                    </a:cubicBezTo>
                    <a:cubicBezTo>
                      <a:pt x="12" y="189"/>
                      <a:pt x="0" y="233"/>
                      <a:pt x="0" y="282"/>
                    </a:cubicBezTo>
                    <a:cubicBezTo>
                      <a:pt x="0" y="309"/>
                      <a:pt x="4" y="338"/>
                      <a:pt x="10" y="367"/>
                    </a:cubicBezTo>
                    <a:cubicBezTo>
                      <a:pt x="712" y="367"/>
                      <a:pt x="712" y="367"/>
                      <a:pt x="712" y="367"/>
                    </a:cubicBezTo>
                    <a:cubicBezTo>
                      <a:pt x="720" y="367"/>
                      <a:pt x="730" y="370"/>
                      <a:pt x="738" y="375"/>
                    </a:cubicBezTo>
                    <a:cubicBezTo>
                      <a:pt x="745" y="380"/>
                      <a:pt x="752" y="385"/>
                      <a:pt x="756" y="391"/>
                    </a:cubicBezTo>
                    <a:cubicBezTo>
                      <a:pt x="904" y="622"/>
                      <a:pt x="904" y="622"/>
                      <a:pt x="904" y="622"/>
                    </a:cubicBezTo>
                    <a:cubicBezTo>
                      <a:pt x="907" y="626"/>
                      <a:pt x="909" y="632"/>
                      <a:pt x="910" y="637"/>
                    </a:cubicBezTo>
                    <a:cubicBezTo>
                      <a:pt x="912" y="644"/>
                      <a:pt x="912" y="644"/>
                      <a:pt x="912" y="644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4" y="652"/>
                      <a:pt x="915" y="660"/>
                      <a:pt x="914" y="666"/>
                    </a:cubicBezTo>
                    <a:cubicBezTo>
                      <a:pt x="914" y="674"/>
                      <a:pt x="914" y="674"/>
                      <a:pt x="914" y="674"/>
                    </a:cubicBezTo>
                    <a:cubicBezTo>
                      <a:pt x="824" y="1113"/>
                      <a:pt x="824" y="1113"/>
                      <a:pt x="824" y="1113"/>
                    </a:cubicBezTo>
                    <a:cubicBezTo>
                      <a:pt x="906" y="1074"/>
                      <a:pt x="976" y="1020"/>
                      <a:pt x="1020" y="965"/>
                    </a:cubicBezTo>
                    <a:cubicBezTo>
                      <a:pt x="1093" y="875"/>
                      <a:pt x="1130" y="757"/>
                      <a:pt x="1130" y="634"/>
                    </a:cubicBezTo>
                    <a:cubicBezTo>
                      <a:pt x="1130" y="565"/>
                      <a:pt x="1119" y="495"/>
                      <a:pt x="1094" y="428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77" y="399"/>
                      <a:pt x="1061" y="376"/>
                      <a:pt x="1044" y="353"/>
                    </a:cubicBezTo>
                    <a:cubicBezTo>
                      <a:pt x="1044" y="353"/>
                      <a:pt x="1044" y="353"/>
                      <a:pt x="1044" y="353"/>
                    </a:cubicBezTo>
                    <a:cubicBezTo>
                      <a:pt x="1041" y="349"/>
                      <a:pt x="1041" y="349"/>
                      <a:pt x="1041" y="349"/>
                    </a:cubicBezTo>
                    <a:cubicBezTo>
                      <a:pt x="1040" y="348"/>
                      <a:pt x="1040" y="348"/>
                      <a:pt x="1040" y="348"/>
                    </a:cubicBezTo>
                    <a:cubicBezTo>
                      <a:pt x="1037" y="344"/>
                      <a:pt x="1037" y="344"/>
                      <a:pt x="1037" y="344"/>
                    </a:cubicBezTo>
                    <a:cubicBezTo>
                      <a:pt x="1037" y="343"/>
                      <a:pt x="1037" y="343"/>
                      <a:pt x="1037" y="343"/>
                    </a:cubicBezTo>
                    <a:cubicBezTo>
                      <a:pt x="1034" y="339"/>
                      <a:pt x="1034" y="339"/>
                      <a:pt x="1034" y="339"/>
                    </a:cubicBezTo>
                    <a:cubicBezTo>
                      <a:pt x="1033" y="338"/>
                      <a:pt x="1033" y="338"/>
                      <a:pt x="1033" y="338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23" y="326"/>
                      <a:pt x="1017" y="318"/>
                      <a:pt x="1011" y="311"/>
                    </a:cubicBezTo>
                    <a:cubicBezTo>
                      <a:pt x="1011" y="311"/>
                      <a:pt x="1011" y="311"/>
                      <a:pt x="1011" y="311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3" y="302"/>
                      <a:pt x="1003" y="302"/>
                      <a:pt x="1003" y="302"/>
                    </a:cubicBezTo>
                    <a:cubicBezTo>
                      <a:pt x="1003" y="301"/>
                      <a:pt x="1003" y="301"/>
                      <a:pt x="1003" y="301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88" y="285"/>
                      <a:pt x="982" y="278"/>
                      <a:pt x="975" y="271"/>
                    </a:cubicBezTo>
                    <a:cubicBezTo>
                      <a:pt x="974" y="270"/>
                      <a:pt x="974" y="270"/>
                      <a:pt x="974" y="270"/>
                    </a:cubicBezTo>
                    <a:cubicBezTo>
                      <a:pt x="971" y="266"/>
                      <a:pt x="971" y="266"/>
                      <a:pt x="971" y="266"/>
                    </a:cubicBezTo>
                    <a:cubicBezTo>
                      <a:pt x="970" y="266"/>
                      <a:pt x="970" y="266"/>
                      <a:pt x="970" y="266"/>
                    </a:cubicBezTo>
                    <a:cubicBezTo>
                      <a:pt x="967" y="262"/>
                      <a:pt x="967" y="262"/>
                      <a:pt x="967" y="262"/>
                    </a:cubicBezTo>
                    <a:cubicBezTo>
                      <a:pt x="966" y="262"/>
                      <a:pt x="966" y="262"/>
                      <a:pt x="966" y="262"/>
                    </a:cubicBezTo>
                    <a:cubicBezTo>
                      <a:pt x="963" y="258"/>
                      <a:pt x="963" y="258"/>
                      <a:pt x="963" y="258"/>
                    </a:cubicBezTo>
                    <a:cubicBezTo>
                      <a:pt x="962" y="257"/>
                      <a:pt x="962" y="257"/>
                      <a:pt x="962" y="257"/>
                    </a:cubicBezTo>
                    <a:cubicBezTo>
                      <a:pt x="958" y="254"/>
                      <a:pt x="958" y="254"/>
                      <a:pt x="958" y="254"/>
                    </a:cubicBezTo>
                    <a:cubicBezTo>
                      <a:pt x="958" y="253"/>
                      <a:pt x="958" y="253"/>
                      <a:pt x="958" y="253"/>
                    </a:cubicBezTo>
                    <a:cubicBezTo>
                      <a:pt x="951" y="246"/>
                      <a:pt x="944" y="239"/>
                      <a:pt x="937" y="233"/>
                    </a:cubicBezTo>
                    <a:cubicBezTo>
                      <a:pt x="936" y="232"/>
                      <a:pt x="936" y="232"/>
                      <a:pt x="936" y="232"/>
                    </a:cubicBezTo>
                    <a:cubicBezTo>
                      <a:pt x="932" y="229"/>
                      <a:pt x="932" y="229"/>
                      <a:pt x="932" y="229"/>
                    </a:cubicBezTo>
                    <a:cubicBezTo>
                      <a:pt x="932" y="228"/>
                      <a:pt x="932" y="228"/>
                      <a:pt x="932" y="228"/>
                    </a:cubicBezTo>
                    <a:cubicBezTo>
                      <a:pt x="928" y="225"/>
                      <a:pt x="928" y="225"/>
                      <a:pt x="928" y="225"/>
                    </a:cubicBezTo>
                    <a:cubicBezTo>
                      <a:pt x="927" y="224"/>
                      <a:pt x="927" y="224"/>
                      <a:pt x="927" y="224"/>
                    </a:cubicBezTo>
                    <a:cubicBezTo>
                      <a:pt x="924" y="221"/>
                      <a:pt x="924" y="221"/>
                      <a:pt x="924" y="221"/>
                    </a:cubicBezTo>
                    <a:cubicBezTo>
                      <a:pt x="923" y="220"/>
                      <a:pt x="923" y="220"/>
                      <a:pt x="923" y="220"/>
                    </a:cubicBezTo>
                    <a:cubicBezTo>
                      <a:pt x="919" y="217"/>
                      <a:pt x="919" y="217"/>
                      <a:pt x="919" y="217"/>
                    </a:cubicBezTo>
                    <a:cubicBezTo>
                      <a:pt x="919" y="216"/>
                      <a:pt x="919" y="216"/>
                      <a:pt x="919" y="216"/>
                    </a:cubicBezTo>
                    <a:cubicBezTo>
                      <a:pt x="914" y="213"/>
                      <a:pt x="914" y="213"/>
                      <a:pt x="914" y="213"/>
                    </a:cubicBezTo>
                    <a:cubicBezTo>
                      <a:pt x="914" y="212"/>
                      <a:pt x="914" y="212"/>
                      <a:pt x="914" y="212"/>
                    </a:cubicBezTo>
                    <a:cubicBezTo>
                      <a:pt x="901" y="201"/>
                      <a:pt x="901" y="201"/>
                      <a:pt x="901" y="201"/>
                    </a:cubicBezTo>
                    <a:cubicBezTo>
                      <a:pt x="900" y="200"/>
                      <a:pt x="900" y="200"/>
                      <a:pt x="900" y="200"/>
                    </a:cubicBezTo>
                    <a:cubicBezTo>
                      <a:pt x="896" y="197"/>
                      <a:pt x="896" y="197"/>
                      <a:pt x="896" y="197"/>
                    </a:cubicBezTo>
                    <a:cubicBezTo>
                      <a:pt x="895" y="196"/>
                      <a:pt x="895" y="196"/>
                      <a:pt x="895" y="196"/>
                    </a:cubicBezTo>
                    <a:cubicBezTo>
                      <a:pt x="892" y="193"/>
                      <a:pt x="892" y="193"/>
                      <a:pt x="892" y="193"/>
                    </a:cubicBezTo>
                    <a:cubicBezTo>
                      <a:pt x="891" y="193"/>
                      <a:pt x="891" y="193"/>
                      <a:pt x="891" y="193"/>
                    </a:cubicBezTo>
                    <a:cubicBezTo>
                      <a:pt x="887" y="190"/>
                      <a:pt x="887" y="190"/>
                      <a:pt x="887" y="190"/>
                    </a:cubicBezTo>
                    <a:cubicBezTo>
                      <a:pt x="886" y="189"/>
                      <a:pt x="886" y="189"/>
                      <a:pt x="886" y="189"/>
                    </a:cubicBezTo>
                    <a:cubicBezTo>
                      <a:pt x="883" y="186"/>
                      <a:pt x="883" y="186"/>
                      <a:pt x="883" y="186"/>
                    </a:cubicBezTo>
                    <a:cubicBezTo>
                      <a:pt x="882" y="185"/>
                      <a:pt x="882" y="185"/>
                      <a:pt x="882" y="185"/>
                    </a:cubicBezTo>
                    <a:cubicBezTo>
                      <a:pt x="878" y="182"/>
                      <a:pt x="878" y="182"/>
                      <a:pt x="878" y="182"/>
                    </a:cubicBezTo>
                    <a:cubicBezTo>
                      <a:pt x="877" y="182"/>
                      <a:pt x="877" y="182"/>
                      <a:pt x="877" y="182"/>
                    </a:cubicBezTo>
                    <a:cubicBezTo>
                      <a:pt x="873" y="178"/>
                      <a:pt x="873" y="178"/>
                      <a:pt x="873" y="178"/>
                    </a:cubicBezTo>
                    <a:cubicBezTo>
                      <a:pt x="872" y="178"/>
                      <a:pt x="872" y="178"/>
                      <a:pt x="872" y="178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4" y="164"/>
                      <a:pt x="854" y="164"/>
                      <a:pt x="854" y="164"/>
                    </a:cubicBezTo>
                    <a:cubicBezTo>
                      <a:pt x="853" y="163"/>
                      <a:pt x="853" y="163"/>
                      <a:pt x="853" y="163"/>
                    </a:cubicBezTo>
                    <a:cubicBezTo>
                      <a:pt x="849" y="160"/>
                      <a:pt x="849" y="160"/>
                      <a:pt x="849" y="160"/>
                    </a:cubicBezTo>
                    <a:cubicBezTo>
                      <a:pt x="848" y="160"/>
                      <a:pt x="848" y="160"/>
                      <a:pt x="848" y="160"/>
                    </a:cubicBezTo>
                    <a:cubicBezTo>
                      <a:pt x="844" y="157"/>
                      <a:pt x="844" y="157"/>
                      <a:pt x="844" y="157"/>
                    </a:cubicBezTo>
                    <a:cubicBezTo>
                      <a:pt x="843" y="156"/>
                      <a:pt x="843" y="156"/>
                      <a:pt x="843" y="156"/>
                    </a:cubicBezTo>
                    <a:cubicBezTo>
                      <a:pt x="839" y="154"/>
                      <a:pt x="839" y="154"/>
                      <a:pt x="839" y="154"/>
                    </a:cubicBezTo>
                    <a:cubicBezTo>
                      <a:pt x="838" y="153"/>
                      <a:pt x="838" y="153"/>
                      <a:pt x="838" y="153"/>
                    </a:cubicBezTo>
                    <a:cubicBezTo>
                      <a:pt x="835" y="150"/>
                      <a:pt x="835" y="150"/>
                      <a:pt x="835" y="150"/>
                    </a:cubicBezTo>
                    <a:cubicBezTo>
                      <a:pt x="833" y="149"/>
                      <a:pt x="833" y="149"/>
                      <a:pt x="833" y="149"/>
                    </a:cubicBezTo>
                    <a:cubicBezTo>
                      <a:pt x="829" y="147"/>
                      <a:pt x="829" y="147"/>
                      <a:pt x="829" y="147"/>
                    </a:cubicBezTo>
                    <a:cubicBezTo>
                      <a:pt x="829" y="146"/>
                      <a:pt x="829" y="146"/>
                      <a:pt x="829" y="146"/>
                    </a:cubicBezTo>
                    <a:cubicBezTo>
                      <a:pt x="814" y="136"/>
                      <a:pt x="814" y="136"/>
                      <a:pt x="814" y="136"/>
                    </a:cubicBezTo>
                    <a:cubicBezTo>
                      <a:pt x="813" y="136"/>
                      <a:pt x="813" y="136"/>
                      <a:pt x="813" y="136"/>
                    </a:cubicBezTo>
                    <a:cubicBezTo>
                      <a:pt x="809" y="133"/>
                      <a:pt x="809" y="133"/>
                      <a:pt x="809" y="133"/>
                    </a:cubicBezTo>
                    <a:cubicBezTo>
                      <a:pt x="808" y="132"/>
                      <a:pt x="808" y="132"/>
                      <a:pt x="808" y="132"/>
                    </a:cubicBezTo>
                    <a:cubicBezTo>
                      <a:pt x="804" y="130"/>
                      <a:pt x="804" y="130"/>
                      <a:pt x="804" y="130"/>
                    </a:cubicBezTo>
                    <a:cubicBezTo>
                      <a:pt x="803" y="129"/>
                      <a:pt x="803" y="129"/>
                      <a:pt x="803" y="129"/>
                    </a:cubicBezTo>
                    <a:cubicBezTo>
                      <a:pt x="799" y="127"/>
                      <a:pt x="799" y="127"/>
                      <a:pt x="799" y="127"/>
                    </a:cubicBezTo>
                    <a:cubicBezTo>
                      <a:pt x="798" y="126"/>
                      <a:pt x="798" y="126"/>
                      <a:pt x="798" y="126"/>
                    </a:cubicBezTo>
                    <a:cubicBezTo>
                      <a:pt x="794" y="124"/>
                      <a:pt x="794" y="124"/>
                      <a:pt x="794" y="124"/>
                    </a:cubicBezTo>
                    <a:cubicBezTo>
                      <a:pt x="793" y="123"/>
                      <a:pt x="793" y="123"/>
                      <a:pt x="793" y="123"/>
                    </a:cubicBezTo>
                    <a:cubicBezTo>
                      <a:pt x="789" y="121"/>
                      <a:pt x="789" y="121"/>
                      <a:pt x="789" y="121"/>
                    </a:cubicBezTo>
                    <a:cubicBezTo>
                      <a:pt x="788" y="120"/>
                      <a:pt x="788" y="120"/>
                      <a:pt x="788" y="120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68" y="108"/>
                      <a:pt x="768" y="108"/>
                      <a:pt x="768" y="108"/>
                    </a:cubicBezTo>
                    <a:cubicBezTo>
                      <a:pt x="767" y="108"/>
                      <a:pt x="767" y="108"/>
                      <a:pt x="767" y="108"/>
                    </a:cubicBezTo>
                    <a:cubicBezTo>
                      <a:pt x="763" y="105"/>
                      <a:pt x="763" y="105"/>
                      <a:pt x="763" y="105"/>
                    </a:cubicBezTo>
                    <a:cubicBezTo>
                      <a:pt x="762" y="104"/>
                      <a:pt x="762" y="104"/>
                      <a:pt x="762" y="104"/>
                    </a:cubicBezTo>
                    <a:cubicBezTo>
                      <a:pt x="758" y="102"/>
                      <a:pt x="758" y="102"/>
                      <a:pt x="758" y="102"/>
                    </a:cubicBezTo>
                    <a:cubicBezTo>
                      <a:pt x="756" y="102"/>
                      <a:pt x="756" y="102"/>
                      <a:pt x="756" y="102"/>
                    </a:cubicBezTo>
                    <a:cubicBezTo>
                      <a:pt x="753" y="99"/>
                      <a:pt x="753" y="99"/>
                      <a:pt x="753" y="99"/>
                    </a:cubicBezTo>
                    <a:cubicBezTo>
                      <a:pt x="751" y="99"/>
                      <a:pt x="751" y="99"/>
                      <a:pt x="751" y="99"/>
                    </a:cubicBezTo>
                    <a:cubicBezTo>
                      <a:pt x="747" y="97"/>
                      <a:pt x="747" y="97"/>
                      <a:pt x="747" y="97"/>
                    </a:cubicBezTo>
                    <a:cubicBezTo>
                      <a:pt x="746" y="96"/>
                      <a:pt x="746" y="96"/>
                      <a:pt x="746" y="96"/>
                    </a:cubicBezTo>
                    <a:cubicBezTo>
                      <a:pt x="742" y="94"/>
                      <a:pt x="742" y="94"/>
                      <a:pt x="742" y="94"/>
                    </a:cubicBezTo>
                    <a:cubicBezTo>
                      <a:pt x="741" y="93"/>
                      <a:pt x="741" y="93"/>
                      <a:pt x="741" y="93"/>
                    </a:cubicBezTo>
                    <a:cubicBezTo>
                      <a:pt x="734" y="90"/>
                      <a:pt x="727" y="86"/>
                      <a:pt x="720" y="82"/>
                    </a:cubicBezTo>
                    <a:cubicBezTo>
                      <a:pt x="719" y="82"/>
                      <a:pt x="719" y="82"/>
                      <a:pt x="719" y="82"/>
                    </a:cubicBezTo>
                    <a:cubicBezTo>
                      <a:pt x="714" y="80"/>
                      <a:pt x="714" y="80"/>
                      <a:pt x="714" y="80"/>
                    </a:cubicBezTo>
                    <a:cubicBezTo>
                      <a:pt x="713" y="79"/>
                      <a:pt x="713" y="79"/>
                      <a:pt x="713" y="79"/>
                    </a:cubicBezTo>
                    <a:cubicBezTo>
                      <a:pt x="709" y="77"/>
                      <a:pt x="709" y="77"/>
                      <a:pt x="709" y="77"/>
                    </a:cubicBezTo>
                    <a:cubicBezTo>
                      <a:pt x="708" y="77"/>
                      <a:pt x="708" y="77"/>
                      <a:pt x="708" y="77"/>
                    </a:cubicBezTo>
                    <a:cubicBezTo>
                      <a:pt x="704" y="75"/>
                      <a:pt x="704" y="75"/>
                      <a:pt x="704" y="75"/>
                    </a:cubicBezTo>
                    <a:cubicBezTo>
                      <a:pt x="703" y="74"/>
                      <a:pt x="703" y="74"/>
                      <a:pt x="703" y="74"/>
                    </a:cubicBezTo>
                    <a:cubicBezTo>
                      <a:pt x="698" y="72"/>
                      <a:pt x="698" y="72"/>
                      <a:pt x="698" y="72"/>
                    </a:cubicBezTo>
                    <a:cubicBezTo>
                      <a:pt x="697" y="72"/>
                      <a:pt x="697" y="72"/>
                      <a:pt x="697" y="72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87" y="67"/>
                      <a:pt x="681" y="64"/>
                      <a:pt x="675" y="62"/>
                    </a:cubicBezTo>
                    <a:cubicBezTo>
                      <a:pt x="675" y="62"/>
                      <a:pt x="675" y="62"/>
                      <a:pt x="675" y="62"/>
                    </a:cubicBezTo>
                    <a:cubicBezTo>
                      <a:pt x="670" y="60"/>
                      <a:pt x="670" y="60"/>
                      <a:pt x="670" y="60"/>
                    </a:cubicBezTo>
                    <a:cubicBezTo>
                      <a:pt x="669" y="59"/>
                      <a:pt x="669" y="59"/>
                      <a:pt x="669" y="59"/>
                    </a:cubicBezTo>
                    <a:cubicBezTo>
                      <a:pt x="665" y="57"/>
                      <a:pt x="665" y="57"/>
                      <a:pt x="665" y="57"/>
                    </a:cubicBezTo>
                    <a:cubicBezTo>
                      <a:pt x="664" y="57"/>
                      <a:pt x="664" y="57"/>
                      <a:pt x="664" y="57"/>
                    </a:cubicBezTo>
                    <a:cubicBezTo>
                      <a:pt x="659" y="55"/>
                      <a:pt x="659" y="55"/>
                      <a:pt x="659" y="55"/>
                    </a:cubicBezTo>
                    <a:cubicBezTo>
                      <a:pt x="658" y="55"/>
                      <a:pt x="658" y="55"/>
                      <a:pt x="658" y="55"/>
                    </a:cubicBezTo>
                    <a:cubicBezTo>
                      <a:pt x="654" y="53"/>
                      <a:pt x="654" y="53"/>
                      <a:pt x="654" y="53"/>
                    </a:cubicBezTo>
                    <a:cubicBezTo>
                      <a:pt x="653" y="52"/>
                      <a:pt x="653" y="52"/>
                      <a:pt x="653" y="52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38" y="47"/>
                      <a:pt x="628" y="43"/>
                      <a:pt x="619" y="40"/>
                    </a:cubicBezTo>
                    <a:cubicBezTo>
                      <a:pt x="618" y="40"/>
                      <a:pt x="618" y="40"/>
                      <a:pt x="618" y="40"/>
                    </a:cubicBezTo>
                    <a:cubicBezTo>
                      <a:pt x="613" y="38"/>
                      <a:pt x="613" y="38"/>
                      <a:pt x="613" y="38"/>
                    </a:cubicBezTo>
                    <a:cubicBezTo>
                      <a:pt x="612" y="38"/>
                      <a:pt x="612" y="38"/>
                      <a:pt x="612" y="38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2" y="34"/>
                      <a:pt x="602" y="34"/>
                      <a:pt x="602" y="34"/>
                    </a:cubicBezTo>
                    <a:cubicBezTo>
                      <a:pt x="601" y="34"/>
                      <a:pt x="601" y="34"/>
                      <a:pt x="601" y="34"/>
                    </a:cubicBezTo>
                    <a:cubicBezTo>
                      <a:pt x="596" y="32"/>
                      <a:pt x="596" y="32"/>
                      <a:pt x="596" y="32"/>
                    </a:cubicBezTo>
                    <a:cubicBezTo>
                      <a:pt x="595" y="32"/>
                      <a:pt x="595" y="32"/>
                      <a:pt x="595" y="32"/>
                    </a:cubicBezTo>
                    <a:cubicBezTo>
                      <a:pt x="587" y="29"/>
                      <a:pt x="580" y="27"/>
                      <a:pt x="572" y="25"/>
                    </a:cubicBezTo>
                    <a:cubicBezTo>
                      <a:pt x="571" y="25"/>
                      <a:pt x="571" y="25"/>
                      <a:pt x="571" y="25"/>
                    </a:cubicBezTo>
                    <a:cubicBezTo>
                      <a:pt x="566" y="23"/>
                      <a:pt x="566" y="23"/>
                      <a:pt x="566" y="23"/>
                    </a:cubicBezTo>
                    <a:cubicBezTo>
                      <a:pt x="565" y="23"/>
                      <a:pt x="565" y="23"/>
                      <a:pt x="565" y="23"/>
                    </a:cubicBezTo>
                    <a:cubicBezTo>
                      <a:pt x="560" y="22"/>
                      <a:pt x="560" y="22"/>
                      <a:pt x="560" y="22"/>
                    </a:cubicBezTo>
                    <a:cubicBezTo>
                      <a:pt x="559" y="21"/>
                      <a:pt x="559" y="21"/>
                      <a:pt x="559" y="21"/>
                    </a:cubicBezTo>
                    <a:cubicBezTo>
                      <a:pt x="555" y="20"/>
                      <a:pt x="555" y="20"/>
                      <a:pt x="555" y="20"/>
                    </a:cubicBezTo>
                    <a:cubicBezTo>
                      <a:pt x="553" y="20"/>
                      <a:pt x="553" y="20"/>
                      <a:pt x="553" y="20"/>
                    </a:cubicBezTo>
                    <a:cubicBezTo>
                      <a:pt x="549" y="18"/>
                      <a:pt x="549" y="18"/>
                      <a:pt x="549" y="18"/>
                    </a:cubicBezTo>
                    <a:cubicBezTo>
                      <a:pt x="548" y="18"/>
                      <a:pt x="548" y="18"/>
                      <a:pt x="548" y="18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0" y="14"/>
                      <a:pt x="524" y="12"/>
                      <a:pt x="518" y="11"/>
                    </a:cubicBezTo>
                    <a:cubicBezTo>
                      <a:pt x="517" y="11"/>
                      <a:pt x="517" y="11"/>
                      <a:pt x="517" y="11"/>
                    </a:cubicBezTo>
                    <a:cubicBezTo>
                      <a:pt x="512" y="10"/>
                      <a:pt x="512" y="10"/>
                      <a:pt x="512" y="10"/>
                    </a:cubicBezTo>
                    <a:cubicBezTo>
                      <a:pt x="511" y="9"/>
                      <a:pt x="511" y="9"/>
                      <a:pt x="511" y="9"/>
                    </a:cubicBezTo>
                    <a:cubicBezTo>
                      <a:pt x="506" y="8"/>
                      <a:pt x="506" y="8"/>
                      <a:pt x="506" y="8"/>
                    </a:cubicBezTo>
                    <a:cubicBezTo>
                      <a:pt x="505" y="8"/>
                      <a:pt x="505" y="8"/>
                      <a:pt x="505" y="8"/>
                    </a:cubicBezTo>
                    <a:cubicBezTo>
                      <a:pt x="501" y="7"/>
                      <a:pt x="501" y="7"/>
                      <a:pt x="501" y="7"/>
                    </a:cubicBezTo>
                    <a:cubicBezTo>
                      <a:pt x="499" y="7"/>
                      <a:pt x="499" y="7"/>
                      <a:pt x="499" y="7"/>
                    </a:cubicBezTo>
                    <a:cubicBezTo>
                      <a:pt x="495" y="6"/>
                      <a:pt x="495" y="6"/>
                      <a:pt x="495" y="6"/>
                    </a:cubicBezTo>
                    <a:cubicBezTo>
                      <a:pt x="493" y="6"/>
                      <a:pt x="493" y="6"/>
                      <a:pt x="493" y="6"/>
                    </a:cubicBezTo>
                    <a:cubicBezTo>
                      <a:pt x="489" y="5"/>
                      <a:pt x="489" y="5"/>
                      <a:pt x="489" y="5"/>
                    </a:cubicBezTo>
                    <a:cubicBezTo>
                      <a:pt x="487" y="4"/>
                      <a:pt x="487" y="4"/>
                      <a:pt x="487" y="4"/>
                    </a:cubicBezTo>
                    <a:cubicBezTo>
                      <a:pt x="482" y="4"/>
                      <a:pt x="482" y="4"/>
                      <a:pt x="482" y="4"/>
                    </a:cubicBezTo>
                    <a:cubicBezTo>
                      <a:pt x="481" y="3"/>
                      <a:pt x="481" y="3"/>
                      <a:pt x="481" y="3"/>
                    </a:cubicBezTo>
                    <a:cubicBezTo>
                      <a:pt x="475" y="2"/>
                      <a:pt x="475" y="2"/>
                      <a:pt x="475" y="2"/>
                    </a:cubicBezTo>
                    <a:cubicBezTo>
                      <a:pt x="474" y="2"/>
                      <a:pt x="474" y="2"/>
                      <a:pt x="474" y="2"/>
                    </a:cubicBezTo>
                    <a:cubicBezTo>
                      <a:pt x="462" y="1"/>
                      <a:pt x="450" y="1"/>
                      <a:pt x="438" y="1"/>
                    </a:cubicBezTo>
                    <a:cubicBezTo>
                      <a:pt x="432" y="0"/>
                      <a:pt x="426" y="0"/>
                      <a:pt x="420" y="0"/>
                    </a:cubicBezTo>
                    <a:cubicBezTo>
                      <a:pt x="283" y="0"/>
                      <a:pt x="155" y="38"/>
                      <a:pt x="71" y="118"/>
                    </a:cubicBezTo>
                  </a:path>
                </a:pathLst>
              </a:cu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baseline="-250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807643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dianummer 6"/>
          <p:cNvSpPr>
            <a:spLocks noGrp="1" noSelect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1336C48C-F87C-4E4B-81EF-5027B17D1F61}" type="slidenum">
              <a:rPr lang="en-GB" noProof="1" smtClean="0"/>
              <a:pPr/>
              <a:t>‹Nº›</a:t>
            </a:fld>
            <a:endParaRPr lang="en-GB" noProof="1"/>
          </a:p>
        </p:txBody>
      </p:sp>
      <p:sp>
        <p:nvSpPr>
          <p:cNvPr id="3" name="Titel 2"/>
          <p:cNvSpPr>
            <a:spLocks noGrp="1" noSelect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dianummer 5"/>
          <p:cNvSpPr>
            <a:spLocks noGrp="1" noSelect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1336C48C-F87C-4E4B-81EF-5027B17D1F61}" type="slidenum">
              <a:rPr lang="en-GB" noProof="1" smtClean="0"/>
              <a:pPr/>
              <a:t>‹Nº›</a:t>
            </a:fld>
            <a:endParaRPr lang="en-GB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3"/>
          <p:cNvSpPr>
            <a:spLocks noGrp="1" noSelect="1" noChangeAspect="1"/>
          </p:cNvSpPr>
          <p:nvPr>
            <p:ph type="pic" sz="quarter" idx="17" hasCustomPrompt="1"/>
          </p:nvPr>
        </p:nvSpPr>
        <p:spPr bwMode="gray">
          <a:xfrm>
            <a:off x="367201" y="367202"/>
            <a:ext cx="12384000" cy="5960209"/>
          </a:xfrm>
          <a:custGeom>
            <a:avLst/>
            <a:gdLst>
              <a:gd name="connsiteX0" fmla="*/ 12378520 w 12384000"/>
              <a:gd name="connsiteY0" fmla="*/ 5946973 h 5960209"/>
              <a:gd name="connsiteX1" fmla="*/ 12384000 w 12384000"/>
              <a:gd name="connsiteY1" fmla="*/ 5946973 h 5960209"/>
              <a:gd name="connsiteX2" fmla="*/ 12384000 w 12384000"/>
              <a:gd name="connsiteY2" fmla="*/ 5960209 h 5960209"/>
              <a:gd name="connsiteX3" fmla="*/ 12378520 w 12384000"/>
              <a:gd name="connsiteY3" fmla="*/ 5960209 h 5960209"/>
              <a:gd name="connsiteX4" fmla="*/ 0 w 12384000"/>
              <a:gd name="connsiteY4" fmla="*/ 0 h 5960209"/>
              <a:gd name="connsiteX5" fmla="*/ 11495200 w 12384000"/>
              <a:gd name="connsiteY5" fmla="*/ 0 h 5960209"/>
              <a:gd name="connsiteX6" fmla="*/ 11495200 w 12384000"/>
              <a:gd name="connsiteY6" fmla="*/ 5960209 h 5960209"/>
              <a:gd name="connsiteX7" fmla="*/ 0 w 12384000"/>
              <a:gd name="connsiteY7" fmla="*/ 5960209 h 5960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384000" h="5960209">
                <a:moveTo>
                  <a:pt x="12378520" y="5946973"/>
                </a:moveTo>
                <a:lnTo>
                  <a:pt x="12384000" y="5946973"/>
                </a:lnTo>
                <a:lnTo>
                  <a:pt x="12384000" y="5960209"/>
                </a:lnTo>
                <a:lnTo>
                  <a:pt x="12378520" y="5960209"/>
                </a:lnTo>
                <a:close/>
                <a:moveTo>
                  <a:pt x="0" y="0"/>
                </a:moveTo>
                <a:lnTo>
                  <a:pt x="11495200" y="0"/>
                </a:lnTo>
                <a:lnTo>
                  <a:pt x="11495200" y="5960209"/>
                </a:lnTo>
                <a:lnTo>
                  <a:pt x="0" y="596020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2" name="Titel 1"/>
          <p:cNvSpPr>
            <a:spLocks noGrp="1" noSelect="1"/>
          </p:cNvSpPr>
          <p:nvPr>
            <p:ph type="ctrTitle" hasCustomPrompt="1"/>
          </p:nvPr>
        </p:nvSpPr>
        <p:spPr bwMode="gray">
          <a:xfrm>
            <a:off x="479938" y="1051433"/>
            <a:ext cx="5759250" cy="1944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3600"/>
            </a:lvl1pPr>
          </a:lstStyle>
          <a:p>
            <a:r>
              <a:rPr lang="en-GB" noProof="1"/>
              <a:t>Title</a:t>
            </a:r>
          </a:p>
        </p:txBody>
      </p:sp>
      <p:sp>
        <p:nvSpPr>
          <p:cNvPr id="3" name="Ondertitel 2"/>
          <p:cNvSpPr>
            <a:spLocks noGrp="1" noSelect="1"/>
          </p:cNvSpPr>
          <p:nvPr>
            <p:ph type="subTitle" idx="1" hasCustomPrompt="1"/>
          </p:nvPr>
        </p:nvSpPr>
        <p:spPr bwMode="gray">
          <a:xfrm>
            <a:off x="479938" y="3136392"/>
            <a:ext cx="5759250" cy="566928"/>
          </a:xfrm>
        </p:spPr>
        <p:txBody>
          <a:bodyPr/>
          <a:lstStyle>
            <a:lvl1pPr marL="0" indent="0" algn="l">
              <a:buNone/>
              <a:defRPr b="1">
                <a:solidFill>
                  <a:schemeClr val="tx1"/>
                </a:solidFill>
              </a:defRPr>
            </a:lvl1pPr>
            <a:lvl2pPr marL="3429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8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7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1"/>
              <a:t>Subtitle and extra presentation information</a:t>
            </a:r>
          </a:p>
        </p:txBody>
      </p:sp>
      <p:sp>
        <p:nvSpPr>
          <p:cNvPr id="9" name="Tijdelijke aanduiding voor tekst 8"/>
          <p:cNvSpPr>
            <a:spLocks noGrp="1" noSelect="1"/>
          </p:cNvSpPr>
          <p:nvPr>
            <p:ph type="body" sz="quarter" idx="18" hasCustomPrompt="1"/>
          </p:nvPr>
        </p:nvSpPr>
        <p:spPr bwMode="gray">
          <a:xfrm>
            <a:off x="6092825" y="6253200"/>
            <a:ext cx="5724000" cy="284400"/>
          </a:xfrm>
        </p:spPr>
        <p:txBody>
          <a:bodyPr/>
          <a:lstStyle>
            <a:lvl1pPr marL="0" indent="0" algn="r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[tag line]</a:t>
            </a:r>
          </a:p>
        </p:txBody>
      </p:sp>
    </p:spTree>
    <p:extLst>
      <p:ext uri="{BB962C8B-B14F-4D97-AF65-F5344CB8AC3E}">
        <p14:creationId xmlns:p14="http://schemas.microsoft.com/office/powerpoint/2010/main" val="13400864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afbeelding 4"/>
          <p:cNvSpPr>
            <a:spLocks noGrp="1" noSelect="1"/>
          </p:cNvSpPr>
          <p:nvPr>
            <p:ph type="pic" sz="quarter" idx="17" hasCustomPrompt="1"/>
          </p:nvPr>
        </p:nvSpPr>
        <p:spPr bwMode="gray">
          <a:xfrm>
            <a:off x="367201" y="367200"/>
            <a:ext cx="11444399" cy="3070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  Picture</a:t>
            </a:r>
          </a:p>
        </p:txBody>
      </p:sp>
      <p:sp>
        <p:nvSpPr>
          <p:cNvPr id="2" name="Titel 1"/>
          <p:cNvSpPr>
            <a:spLocks noGrp="1" noSelect="1"/>
          </p:cNvSpPr>
          <p:nvPr>
            <p:ph type="ctrTitle" hasCustomPrompt="1"/>
          </p:nvPr>
        </p:nvSpPr>
        <p:spPr bwMode="gray">
          <a:xfrm>
            <a:off x="443366" y="3736800"/>
            <a:ext cx="11304000" cy="1332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3600"/>
            </a:lvl1pPr>
          </a:lstStyle>
          <a:p>
            <a:r>
              <a:rPr lang="en-GB" noProof="1"/>
              <a:t>Title</a:t>
            </a:r>
          </a:p>
        </p:txBody>
      </p:sp>
      <p:sp>
        <p:nvSpPr>
          <p:cNvPr id="3" name="Ondertitel 2"/>
          <p:cNvSpPr>
            <a:spLocks noGrp="1" noSelect="1"/>
          </p:cNvSpPr>
          <p:nvPr>
            <p:ph type="subTitle" idx="1" hasCustomPrompt="1"/>
          </p:nvPr>
        </p:nvSpPr>
        <p:spPr bwMode="gray">
          <a:xfrm>
            <a:off x="443366" y="5193792"/>
            <a:ext cx="11304000" cy="667512"/>
          </a:xfrm>
        </p:spPr>
        <p:txBody>
          <a:bodyPr/>
          <a:lstStyle>
            <a:lvl1pPr marL="0" indent="0" algn="l">
              <a:buNone/>
              <a:defRPr b="1">
                <a:solidFill>
                  <a:schemeClr val="tx1"/>
                </a:solidFill>
              </a:defRPr>
            </a:lvl1pPr>
            <a:lvl2pPr marL="3429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8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7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1"/>
              <a:t>Subtitle and extra presentation information</a:t>
            </a:r>
          </a:p>
        </p:txBody>
      </p:sp>
      <p:sp>
        <p:nvSpPr>
          <p:cNvPr id="9" name="Tijdelijke aanduiding voor tekst 8"/>
          <p:cNvSpPr>
            <a:spLocks noGrp="1" noSelect="1"/>
          </p:cNvSpPr>
          <p:nvPr>
            <p:ph type="body" sz="quarter" idx="18" hasCustomPrompt="1"/>
          </p:nvPr>
        </p:nvSpPr>
        <p:spPr bwMode="gray">
          <a:xfrm>
            <a:off x="6092825" y="6253200"/>
            <a:ext cx="5724000" cy="284400"/>
          </a:xfrm>
        </p:spPr>
        <p:txBody>
          <a:bodyPr/>
          <a:lstStyle>
            <a:lvl1pPr marL="0" indent="0" algn="r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[tag line]</a:t>
            </a:r>
          </a:p>
        </p:txBody>
      </p:sp>
    </p:spTree>
    <p:extLst>
      <p:ext uri="{BB962C8B-B14F-4D97-AF65-F5344CB8AC3E}">
        <p14:creationId xmlns:p14="http://schemas.microsoft.com/office/powerpoint/2010/main" val="12699719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Select="1"/>
          </p:cNvSpPr>
          <p:nvPr>
            <p:ph type="ctrTitle" hasCustomPrompt="1"/>
          </p:nvPr>
        </p:nvSpPr>
        <p:spPr bwMode="gray">
          <a:xfrm>
            <a:off x="455557" y="292482"/>
            <a:ext cx="11230538" cy="2322703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4051"/>
            </a:lvl1pPr>
          </a:lstStyle>
          <a:p>
            <a:r>
              <a:rPr lang="en-GB" noProof="1"/>
              <a:t>Title</a:t>
            </a:r>
          </a:p>
        </p:txBody>
      </p:sp>
      <p:sp>
        <p:nvSpPr>
          <p:cNvPr id="3" name="Ondertitel 2"/>
          <p:cNvSpPr>
            <a:spLocks noGrp="1" noSelect="1"/>
          </p:cNvSpPr>
          <p:nvPr>
            <p:ph type="subTitle" idx="1" hasCustomPrompt="1"/>
          </p:nvPr>
        </p:nvSpPr>
        <p:spPr bwMode="gray">
          <a:xfrm>
            <a:off x="455557" y="2843784"/>
            <a:ext cx="11230538" cy="2404872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1"/>
                </a:solidFill>
              </a:defRPr>
            </a:lvl1pPr>
            <a:lvl2pPr marL="3429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8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7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1"/>
              <a:t>Subtitle and extra presentation information</a:t>
            </a:r>
          </a:p>
        </p:txBody>
      </p:sp>
      <p:grpSp>
        <p:nvGrpSpPr>
          <p:cNvPr id="32" name="Group 4"/>
          <p:cNvGrpSpPr>
            <a:grpSpLocks noSelect="1" noChangeAspect="1"/>
          </p:cNvGrpSpPr>
          <p:nvPr userDrawn="1"/>
        </p:nvGrpSpPr>
        <p:grpSpPr bwMode="gray">
          <a:xfrm>
            <a:off x="380953" y="5843382"/>
            <a:ext cx="11424279" cy="12703"/>
            <a:chOff x="180" y="2760"/>
            <a:chExt cx="5398" cy="6"/>
          </a:xfrm>
        </p:grpSpPr>
        <p:sp>
          <p:nvSpPr>
            <p:cNvPr id="34" name="Freeform 6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  <p:sp>
          <p:nvSpPr>
            <p:cNvPr id="35" name="Rectangle 9"/>
            <p:cNvSpPr>
              <a:spLocks noSelect="1" noChangeArrowheads="1"/>
            </p:cNvSpPr>
            <p:nvPr/>
          </p:nvSpPr>
          <p:spPr bwMode="gray">
            <a:xfrm>
              <a:off x="180" y="2760"/>
              <a:ext cx="5398" cy="6"/>
            </a:xfrm>
            <a:prstGeom prst="rect">
              <a:avLst/>
            </a:prstGeom>
            <a:solidFill>
              <a:srgbClr val="EA650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  <p:sp>
          <p:nvSpPr>
            <p:cNvPr id="36" name="Freeform 10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</p:grpSp>
      <p:sp>
        <p:nvSpPr>
          <p:cNvPr id="18" name="Tijdelijke aanduiding voor tekst 8"/>
          <p:cNvSpPr>
            <a:spLocks noGrp="1" noSelect="1"/>
          </p:cNvSpPr>
          <p:nvPr>
            <p:ph type="body" sz="quarter" idx="18" hasCustomPrompt="1"/>
          </p:nvPr>
        </p:nvSpPr>
        <p:spPr bwMode="gray">
          <a:xfrm>
            <a:off x="6092825" y="6253200"/>
            <a:ext cx="5724000" cy="284400"/>
          </a:xfrm>
        </p:spPr>
        <p:txBody>
          <a:bodyPr/>
          <a:lstStyle>
            <a:lvl1pPr marL="0" indent="0" algn="r"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[tag line]</a:t>
            </a:r>
          </a:p>
        </p:txBody>
      </p:sp>
      <p:grpSp>
        <p:nvGrpSpPr>
          <p:cNvPr id="19" name="Group 4"/>
          <p:cNvGrpSpPr>
            <a:grpSpLocks noSelect="1" noChangeAspect="1"/>
          </p:cNvGrpSpPr>
          <p:nvPr userDrawn="1"/>
        </p:nvGrpSpPr>
        <p:grpSpPr bwMode="gray">
          <a:xfrm>
            <a:off x="985839" y="6148408"/>
            <a:ext cx="1103312" cy="336551"/>
            <a:chOff x="621" y="3873"/>
            <a:chExt cx="695" cy="212"/>
          </a:xfrm>
        </p:grpSpPr>
        <p:sp>
          <p:nvSpPr>
            <p:cNvPr id="20" name="Freeform 5"/>
            <p:cNvSpPr>
              <a:spLocks noSelect="1"/>
            </p:cNvSpPr>
            <p:nvPr userDrawn="1"/>
          </p:nvSpPr>
          <p:spPr bwMode="gray">
            <a:xfrm>
              <a:off x="621" y="3873"/>
              <a:ext cx="515" cy="93"/>
            </a:xfrm>
            <a:custGeom>
              <a:avLst/>
              <a:gdLst/>
              <a:ahLst/>
              <a:cxnLst>
                <a:cxn ang="0">
                  <a:pos x="1955" y="422"/>
                </a:cxn>
                <a:cxn ang="0">
                  <a:pos x="1849" y="422"/>
                </a:cxn>
                <a:cxn ang="0">
                  <a:pos x="1738" y="576"/>
                </a:cxn>
                <a:cxn ang="0">
                  <a:pos x="103" y="639"/>
                </a:cxn>
                <a:cxn ang="0">
                  <a:pos x="287" y="374"/>
                </a:cxn>
                <a:cxn ang="0">
                  <a:pos x="377" y="653"/>
                </a:cxn>
                <a:cxn ang="0">
                  <a:pos x="234" y="182"/>
                </a:cxn>
                <a:cxn ang="0">
                  <a:pos x="79" y="193"/>
                </a:cxn>
                <a:cxn ang="0">
                  <a:pos x="0" y="639"/>
                </a:cxn>
                <a:cxn ang="0">
                  <a:pos x="2133" y="653"/>
                </a:cxn>
                <a:cxn ang="0">
                  <a:pos x="2249" y="276"/>
                </a:cxn>
                <a:cxn ang="0">
                  <a:pos x="2344" y="653"/>
                </a:cxn>
                <a:cxn ang="0">
                  <a:pos x="2434" y="359"/>
                </a:cxn>
                <a:cxn ang="0">
                  <a:pos x="2136" y="206"/>
                </a:cxn>
                <a:cxn ang="0">
                  <a:pos x="2044" y="206"/>
                </a:cxn>
                <a:cxn ang="0">
                  <a:pos x="2133" y="653"/>
                </a:cxn>
                <a:cxn ang="0">
                  <a:pos x="786" y="427"/>
                </a:cxn>
                <a:cxn ang="0">
                  <a:pos x="688" y="269"/>
                </a:cxn>
                <a:cxn ang="0">
                  <a:pos x="668" y="664"/>
                </a:cxn>
                <a:cxn ang="0">
                  <a:pos x="812" y="652"/>
                </a:cxn>
                <a:cxn ang="0">
                  <a:pos x="889" y="206"/>
                </a:cxn>
                <a:cxn ang="0">
                  <a:pos x="803" y="206"/>
                </a:cxn>
                <a:cxn ang="0">
                  <a:pos x="2733" y="269"/>
                </a:cxn>
                <a:cxn ang="0">
                  <a:pos x="2734" y="576"/>
                </a:cxn>
                <a:cxn ang="0">
                  <a:pos x="2713" y="182"/>
                </a:cxn>
                <a:cxn ang="0">
                  <a:pos x="2836" y="593"/>
                </a:cxn>
                <a:cxn ang="0">
                  <a:pos x="2921" y="652"/>
                </a:cxn>
                <a:cxn ang="0">
                  <a:pos x="2921" y="193"/>
                </a:cxn>
                <a:cxn ang="0">
                  <a:pos x="2842" y="247"/>
                </a:cxn>
                <a:cxn ang="0">
                  <a:pos x="1324" y="214"/>
                </a:cxn>
                <a:cxn ang="0">
                  <a:pos x="1414" y="653"/>
                </a:cxn>
                <a:cxn ang="0">
                  <a:pos x="1414" y="193"/>
                </a:cxn>
                <a:cxn ang="0">
                  <a:pos x="3045" y="22"/>
                </a:cxn>
                <a:cxn ang="0">
                  <a:pos x="3135" y="653"/>
                </a:cxn>
                <a:cxn ang="0">
                  <a:pos x="3135" y="2"/>
                </a:cxn>
                <a:cxn ang="0">
                  <a:pos x="1375" y="12"/>
                </a:cxn>
                <a:cxn ang="0">
                  <a:pos x="1436" y="73"/>
                </a:cxn>
                <a:cxn ang="0">
                  <a:pos x="1154" y="578"/>
                </a:cxn>
                <a:cxn ang="0">
                  <a:pos x="1207" y="276"/>
                </a:cxn>
                <a:cxn ang="0">
                  <a:pos x="1207" y="193"/>
                </a:cxn>
                <a:cxn ang="0">
                  <a:pos x="1097" y="57"/>
                </a:cxn>
                <a:cxn ang="0">
                  <a:pos x="1007" y="535"/>
                </a:cxn>
                <a:cxn ang="0">
                  <a:pos x="1227" y="635"/>
                </a:cxn>
                <a:cxn ang="0">
                  <a:pos x="3450" y="267"/>
                </a:cxn>
                <a:cxn ang="0">
                  <a:pos x="3458" y="664"/>
                </a:cxn>
                <a:cxn ang="0">
                  <a:pos x="3603" y="555"/>
                </a:cxn>
                <a:cxn ang="0">
                  <a:pos x="3346" y="460"/>
                </a:cxn>
                <a:cxn ang="0">
                  <a:pos x="3657" y="420"/>
                </a:cxn>
                <a:cxn ang="0">
                  <a:pos x="3458" y="664"/>
                </a:cxn>
              </a:cxnLst>
              <a:rect l="0" t="0" r="r" b="b"/>
              <a:pathLst>
                <a:path w="3657" h="664">
                  <a:moveTo>
                    <a:pt x="1517" y="422"/>
                  </a:moveTo>
                  <a:cubicBezTo>
                    <a:pt x="1517" y="287"/>
                    <a:pt x="1600" y="182"/>
                    <a:pt x="1736" y="182"/>
                  </a:cubicBezTo>
                  <a:cubicBezTo>
                    <a:pt x="1874" y="182"/>
                    <a:pt x="1955" y="286"/>
                    <a:pt x="1955" y="422"/>
                  </a:cubicBezTo>
                  <a:cubicBezTo>
                    <a:pt x="1955" y="564"/>
                    <a:pt x="1867" y="664"/>
                    <a:pt x="1735" y="664"/>
                  </a:cubicBezTo>
                  <a:cubicBezTo>
                    <a:pt x="1603" y="664"/>
                    <a:pt x="1517" y="564"/>
                    <a:pt x="1517" y="422"/>
                  </a:cubicBezTo>
                  <a:moveTo>
                    <a:pt x="1849" y="422"/>
                  </a:moveTo>
                  <a:cubicBezTo>
                    <a:pt x="1849" y="331"/>
                    <a:pt x="1804" y="270"/>
                    <a:pt x="1736" y="269"/>
                  </a:cubicBezTo>
                  <a:cubicBezTo>
                    <a:pt x="1666" y="270"/>
                    <a:pt x="1624" y="333"/>
                    <a:pt x="1624" y="422"/>
                  </a:cubicBezTo>
                  <a:cubicBezTo>
                    <a:pt x="1624" y="503"/>
                    <a:pt x="1661" y="576"/>
                    <a:pt x="1738" y="576"/>
                  </a:cubicBezTo>
                  <a:cubicBezTo>
                    <a:pt x="1806" y="576"/>
                    <a:pt x="1849" y="513"/>
                    <a:pt x="1849" y="422"/>
                  </a:cubicBezTo>
                  <a:moveTo>
                    <a:pt x="90" y="653"/>
                  </a:moveTo>
                  <a:cubicBezTo>
                    <a:pt x="97" y="653"/>
                    <a:pt x="103" y="647"/>
                    <a:pt x="103" y="639"/>
                  </a:cubicBezTo>
                  <a:cubicBezTo>
                    <a:pt x="103" y="410"/>
                    <a:pt x="103" y="410"/>
                    <a:pt x="103" y="410"/>
                  </a:cubicBezTo>
                  <a:cubicBezTo>
                    <a:pt x="103" y="322"/>
                    <a:pt x="152" y="276"/>
                    <a:pt x="206" y="276"/>
                  </a:cubicBezTo>
                  <a:cubicBezTo>
                    <a:pt x="247" y="276"/>
                    <a:pt x="287" y="299"/>
                    <a:pt x="287" y="374"/>
                  </a:cubicBezTo>
                  <a:cubicBezTo>
                    <a:pt x="287" y="639"/>
                    <a:pt x="287" y="639"/>
                    <a:pt x="287" y="639"/>
                  </a:cubicBezTo>
                  <a:cubicBezTo>
                    <a:pt x="287" y="647"/>
                    <a:pt x="293" y="653"/>
                    <a:pt x="300" y="653"/>
                  </a:cubicBezTo>
                  <a:cubicBezTo>
                    <a:pt x="377" y="653"/>
                    <a:pt x="377" y="653"/>
                    <a:pt x="377" y="653"/>
                  </a:cubicBezTo>
                  <a:cubicBezTo>
                    <a:pt x="384" y="653"/>
                    <a:pt x="390" y="647"/>
                    <a:pt x="390" y="639"/>
                  </a:cubicBezTo>
                  <a:cubicBezTo>
                    <a:pt x="390" y="359"/>
                    <a:pt x="390" y="359"/>
                    <a:pt x="390" y="359"/>
                  </a:cubicBezTo>
                  <a:cubicBezTo>
                    <a:pt x="390" y="234"/>
                    <a:pt x="321" y="182"/>
                    <a:pt x="234" y="182"/>
                  </a:cubicBezTo>
                  <a:cubicBezTo>
                    <a:pt x="178" y="182"/>
                    <a:pt x="127" y="215"/>
                    <a:pt x="96" y="252"/>
                  </a:cubicBezTo>
                  <a:cubicBezTo>
                    <a:pt x="92" y="206"/>
                    <a:pt x="92" y="206"/>
                    <a:pt x="92" y="206"/>
                  </a:cubicBezTo>
                  <a:cubicBezTo>
                    <a:pt x="91" y="199"/>
                    <a:pt x="85" y="193"/>
                    <a:pt x="79" y="193"/>
                  </a:cubicBezTo>
                  <a:cubicBezTo>
                    <a:pt x="13" y="193"/>
                    <a:pt x="13" y="193"/>
                    <a:pt x="13" y="193"/>
                  </a:cubicBezTo>
                  <a:cubicBezTo>
                    <a:pt x="6" y="193"/>
                    <a:pt x="0" y="199"/>
                    <a:pt x="0" y="206"/>
                  </a:cubicBezTo>
                  <a:cubicBezTo>
                    <a:pt x="0" y="639"/>
                    <a:pt x="0" y="639"/>
                    <a:pt x="0" y="639"/>
                  </a:cubicBezTo>
                  <a:cubicBezTo>
                    <a:pt x="0" y="647"/>
                    <a:pt x="6" y="653"/>
                    <a:pt x="13" y="653"/>
                  </a:cubicBezTo>
                  <a:lnTo>
                    <a:pt x="90" y="653"/>
                  </a:lnTo>
                  <a:close/>
                  <a:moveTo>
                    <a:pt x="2133" y="653"/>
                  </a:moveTo>
                  <a:cubicBezTo>
                    <a:pt x="2141" y="653"/>
                    <a:pt x="2147" y="647"/>
                    <a:pt x="2147" y="639"/>
                  </a:cubicBezTo>
                  <a:cubicBezTo>
                    <a:pt x="2147" y="410"/>
                    <a:pt x="2147" y="410"/>
                    <a:pt x="2147" y="410"/>
                  </a:cubicBezTo>
                  <a:cubicBezTo>
                    <a:pt x="2147" y="322"/>
                    <a:pt x="2196" y="276"/>
                    <a:pt x="2249" y="276"/>
                  </a:cubicBezTo>
                  <a:cubicBezTo>
                    <a:pt x="2291" y="276"/>
                    <a:pt x="2331" y="299"/>
                    <a:pt x="2331" y="374"/>
                  </a:cubicBezTo>
                  <a:cubicBezTo>
                    <a:pt x="2331" y="639"/>
                    <a:pt x="2331" y="639"/>
                    <a:pt x="2331" y="639"/>
                  </a:cubicBezTo>
                  <a:cubicBezTo>
                    <a:pt x="2331" y="647"/>
                    <a:pt x="2337" y="653"/>
                    <a:pt x="2344" y="653"/>
                  </a:cubicBezTo>
                  <a:cubicBezTo>
                    <a:pt x="2420" y="653"/>
                    <a:pt x="2420" y="653"/>
                    <a:pt x="2420" y="653"/>
                  </a:cubicBezTo>
                  <a:cubicBezTo>
                    <a:pt x="2428" y="653"/>
                    <a:pt x="2434" y="647"/>
                    <a:pt x="2434" y="639"/>
                  </a:cubicBezTo>
                  <a:cubicBezTo>
                    <a:pt x="2434" y="359"/>
                    <a:pt x="2434" y="359"/>
                    <a:pt x="2434" y="359"/>
                  </a:cubicBezTo>
                  <a:cubicBezTo>
                    <a:pt x="2434" y="234"/>
                    <a:pt x="2365" y="182"/>
                    <a:pt x="2278" y="182"/>
                  </a:cubicBezTo>
                  <a:cubicBezTo>
                    <a:pt x="2222" y="182"/>
                    <a:pt x="2170" y="215"/>
                    <a:pt x="2140" y="252"/>
                  </a:cubicBezTo>
                  <a:cubicBezTo>
                    <a:pt x="2136" y="206"/>
                    <a:pt x="2136" y="206"/>
                    <a:pt x="2136" y="206"/>
                  </a:cubicBezTo>
                  <a:cubicBezTo>
                    <a:pt x="2135" y="199"/>
                    <a:pt x="2129" y="193"/>
                    <a:pt x="2123" y="193"/>
                  </a:cubicBezTo>
                  <a:cubicBezTo>
                    <a:pt x="2057" y="193"/>
                    <a:pt x="2057" y="193"/>
                    <a:pt x="2057" y="193"/>
                  </a:cubicBezTo>
                  <a:cubicBezTo>
                    <a:pt x="2050" y="193"/>
                    <a:pt x="2044" y="199"/>
                    <a:pt x="2044" y="206"/>
                  </a:cubicBezTo>
                  <a:cubicBezTo>
                    <a:pt x="2044" y="639"/>
                    <a:pt x="2044" y="639"/>
                    <a:pt x="2044" y="639"/>
                  </a:cubicBezTo>
                  <a:cubicBezTo>
                    <a:pt x="2044" y="647"/>
                    <a:pt x="2050" y="653"/>
                    <a:pt x="2057" y="653"/>
                  </a:cubicBezTo>
                  <a:lnTo>
                    <a:pt x="2133" y="653"/>
                  </a:lnTo>
                  <a:close/>
                  <a:moveTo>
                    <a:pt x="688" y="269"/>
                  </a:moveTo>
                  <a:cubicBezTo>
                    <a:pt x="736" y="269"/>
                    <a:pt x="786" y="304"/>
                    <a:pt x="786" y="406"/>
                  </a:cubicBezTo>
                  <a:cubicBezTo>
                    <a:pt x="786" y="427"/>
                    <a:pt x="786" y="427"/>
                    <a:pt x="786" y="427"/>
                  </a:cubicBezTo>
                  <a:cubicBezTo>
                    <a:pt x="786" y="547"/>
                    <a:pt x="729" y="576"/>
                    <a:pt x="690" y="576"/>
                  </a:cubicBezTo>
                  <a:cubicBezTo>
                    <a:pt x="621" y="576"/>
                    <a:pt x="582" y="502"/>
                    <a:pt x="582" y="421"/>
                  </a:cubicBezTo>
                  <a:cubicBezTo>
                    <a:pt x="582" y="329"/>
                    <a:pt x="626" y="269"/>
                    <a:pt x="688" y="269"/>
                  </a:cubicBezTo>
                  <a:moveTo>
                    <a:pt x="669" y="182"/>
                  </a:moveTo>
                  <a:cubicBezTo>
                    <a:pt x="570" y="182"/>
                    <a:pt x="476" y="261"/>
                    <a:pt x="476" y="422"/>
                  </a:cubicBezTo>
                  <a:cubicBezTo>
                    <a:pt x="476" y="554"/>
                    <a:pt x="547" y="664"/>
                    <a:pt x="668" y="664"/>
                  </a:cubicBezTo>
                  <a:cubicBezTo>
                    <a:pt x="722" y="664"/>
                    <a:pt x="768" y="631"/>
                    <a:pt x="791" y="593"/>
                  </a:cubicBezTo>
                  <a:cubicBezTo>
                    <a:pt x="798" y="639"/>
                    <a:pt x="798" y="639"/>
                    <a:pt x="798" y="639"/>
                  </a:cubicBezTo>
                  <a:cubicBezTo>
                    <a:pt x="799" y="646"/>
                    <a:pt x="805" y="652"/>
                    <a:pt x="812" y="652"/>
                  </a:cubicBezTo>
                  <a:cubicBezTo>
                    <a:pt x="876" y="652"/>
                    <a:pt x="876" y="652"/>
                    <a:pt x="876" y="652"/>
                  </a:cubicBezTo>
                  <a:cubicBezTo>
                    <a:pt x="883" y="652"/>
                    <a:pt x="889" y="647"/>
                    <a:pt x="889" y="639"/>
                  </a:cubicBezTo>
                  <a:cubicBezTo>
                    <a:pt x="889" y="206"/>
                    <a:pt x="889" y="206"/>
                    <a:pt x="889" y="206"/>
                  </a:cubicBezTo>
                  <a:cubicBezTo>
                    <a:pt x="889" y="199"/>
                    <a:pt x="883" y="193"/>
                    <a:pt x="876" y="193"/>
                  </a:cubicBezTo>
                  <a:cubicBezTo>
                    <a:pt x="817" y="193"/>
                    <a:pt x="817" y="193"/>
                    <a:pt x="817" y="193"/>
                  </a:cubicBezTo>
                  <a:cubicBezTo>
                    <a:pt x="810" y="193"/>
                    <a:pt x="804" y="199"/>
                    <a:pt x="803" y="206"/>
                  </a:cubicBezTo>
                  <a:cubicBezTo>
                    <a:pt x="798" y="247"/>
                    <a:pt x="798" y="247"/>
                    <a:pt x="798" y="247"/>
                  </a:cubicBezTo>
                  <a:cubicBezTo>
                    <a:pt x="768" y="210"/>
                    <a:pt x="727" y="182"/>
                    <a:pt x="669" y="182"/>
                  </a:cubicBezTo>
                  <a:moveTo>
                    <a:pt x="2733" y="269"/>
                  </a:moveTo>
                  <a:cubicBezTo>
                    <a:pt x="2780" y="269"/>
                    <a:pt x="2830" y="304"/>
                    <a:pt x="2830" y="406"/>
                  </a:cubicBezTo>
                  <a:cubicBezTo>
                    <a:pt x="2830" y="427"/>
                    <a:pt x="2830" y="427"/>
                    <a:pt x="2830" y="427"/>
                  </a:cubicBezTo>
                  <a:cubicBezTo>
                    <a:pt x="2830" y="547"/>
                    <a:pt x="2773" y="576"/>
                    <a:pt x="2734" y="576"/>
                  </a:cubicBezTo>
                  <a:cubicBezTo>
                    <a:pt x="2665" y="576"/>
                    <a:pt x="2627" y="502"/>
                    <a:pt x="2627" y="421"/>
                  </a:cubicBezTo>
                  <a:cubicBezTo>
                    <a:pt x="2627" y="329"/>
                    <a:pt x="2670" y="269"/>
                    <a:pt x="2733" y="269"/>
                  </a:cubicBezTo>
                  <a:moveTo>
                    <a:pt x="2713" y="182"/>
                  </a:moveTo>
                  <a:cubicBezTo>
                    <a:pt x="2614" y="182"/>
                    <a:pt x="2520" y="261"/>
                    <a:pt x="2520" y="422"/>
                  </a:cubicBezTo>
                  <a:cubicBezTo>
                    <a:pt x="2520" y="554"/>
                    <a:pt x="2591" y="664"/>
                    <a:pt x="2713" y="664"/>
                  </a:cubicBezTo>
                  <a:cubicBezTo>
                    <a:pt x="2766" y="664"/>
                    <a:pt x="2813" y="631"/>
                    <a:pt x="2836" y="593"/>
                  </a:cubicBezTo>
                  <a:cubicBezTo>
                    <a:pt x="2843" y="639"/>
                    <a:pt x="2843" y="639"/>
                    <a:pt x="2843" y="639"/>
                  </a:cubicBezTo>
                  <a:cubicBezTo>
                    <a:pt x="2844" y="646"/>
                    <a:pt x="2850" y="652"/>
                    <a:pt x="2856" y="652"/>
                  </a:cubicBezTo>
                  <a:cubicBezTo>
                    <a:pt x="2921" y="652"/>
                    <a:pt x="2921" y="652"/>
                    <a:pt x="2921" y="652"/>
                  </a:cubicBezTo>
                  <a:cubicBezTo>
                    <a:pt x="2928" y="652"/>
                    <a:pt x="2934" y="647"/>
                    <a:pt x="2934" y="639"/>
                  </a:cubicBezTo>
                  <a:cubicBezTo>
                    <a:pt x="2934" y="206"/>
                    <a:pt x="2934" y="206"/>
                    <a:pt x="2934" y="206"/>
                  </a:cubicBezTo>
                  <a:cubicBezTo>
                    <a:pt x="2934" y="199"/>
                    <a:pt x="2928" y="193"/>
                    <a:pt x="2921" y="193"/>
                  </a:cubicBezTo>
                  <a:cubicBezTo>
                    <a:pt x="2861" y="193"/>
                    <a:pt x="2861" y="193"/>
                    <a:pt x="2861" y="193"/>
                  </a:cubicBezTo>
                  <a:cubicBezTo>
                    <a:pt x="2855" y="193"/>
                    <a:pt x="2849" y="199"/>
                    <a:pt x="2848" y="206"/>
                  </a:cubicBezTo>
                  <a:cubicBezTo>
                    <a:pt x="2842" y="247"/>
                    <a:pt x="2842" y="247"/>
                    <a:pt x="2842" y="247"/>
                  </a:cubicBezTo>
                  <a:cubicBezTo>
                    <a:pt x="2813" y="210"/>
                    <a:pt x="2771" y="182"/>
                    <a:pt x="2713" y="182"/>
                  </a:cubicBezTo>
                  <a:moveTo>
                    <a:pt x="1337" y="200"/>
                  </a:moveTo>
                  <a:cubicBezTo>
                    <a:pt x="1330" y="201"/>
                    <a:pt x="1324" y="206"/>
                    <a:pt x="1324" y="214"/>
                  </a:cubicBezTo>
                  <a:cubicBezTo>
                    <a:pt x="1324" y="639"/>
                    <a:pt x="1324" y="639"/>
                    <a:pt x="1324" y="639"/>
                  </a:cubicBezTo>
                  <a:cubicBezTo>
                    <a:pt x="1324" y="647"/>
                    <a:pt x="1330" y="653"/>
                    <a:pt x="1337" y="653"/>
                  </a:cubicBezTo>
                  <a:cubicBezTo>
                    <a:pt x="1414" y="653"/>
                    <a:pt x="1414" y="653"/>
                    <a:pt x="1414" y="653"/>
                  </a:cubicBezTo>
                  <a:cubicBezTo>
                    <a:pt x="1421" y="653"/>
                    <a:pt x="1427" y="647"/>
                    <a:pt x="1427" y="639"/>
                  </a:cubicBezTo>
                  <a:cubicBezTo>
                    <a:pt x="1427" y="206"/>
                    <a:pt x="1427" y="206"/>
                    <a:pt x="1427" y="206"/>
                  </a:cubicBezTo>
                  <a:cubicBezTo>
                    <a:pt x="1427" y="199"/>
                    <a:pt x="1421" y="192"/>
                    <a:pt x="1414" y="193"/>
                  </a:cubicBezTo>
                  <a:lnTo>
                    <a:pt x="1337" y="200"/>
                  </a:lnTo>
                  <a:close/>
                  <a:moveTo>
                    <a:pt x="3058" y="9"/>
                  </a:moveTo>
                  <a:cubicBezTo>
                    <a:pt x="3051" y="10"/>
                    <a:pt x="3045" y="15"/>
                    <a:pt x="3045" y="22"/>
                  </a:cubicBezTo>
                  <a:cubicBezTo>
                    <a:pt x="3045" y="639"/>
                    <a:pt x="3045" y="639"/>
                    <a:pt x="3045" y="639"/>
                  </a:cubicBezTo>
                  <a:cubicBezTo>
                    <a:pt x="3045" y="647"/>
                    <a:pt x="3051" y="653"/>
                    <a:pt x="3058" y="653"/>
                  </a:cubicBezTo>
                  <a:cubicBezTo>
                    <a:pt x="3135" y="653"/>
                    <a:pt x="3135" y="653"/>
                    <a:pt x="3135" y="653"/>
                  </a:cubicBezTo>
                  <a:cubicBezTo>
                    <a:pt x="3142" y="653"/>
                    <a:pt x="3148" y="647"/>
                    <a:pt x="3148" y="639"/>
                  </a:cubicBezTo>
                  <a:cubicBezTo>
                    <a:pt x="3148" y="15"/>
                    <a:pt x="3148" y="15"/>
                    <a:pt x="3148" y="15"/>
                  </a:cubicBezTo>
                  <a:cubicBezTo>
                    <a:pt x="3148" y="7"/>
                    <a:pt x="3142" y="0"/>
                    <a:pt x="3135" y="2"/>
                  </a:cubicBezTo>
                  <a:lnTo>
                    <a:pt x="3058" y="9"/>
                  </a:lnTo>
                  <a:close/>
                  <a:moveTo>
                    <a:pt x="1436" y="73"/>
                  </a:moveTo>
                  <a:cubicBezTo>
                    <a:pt x="1436" y="39"/>
                    <a:pt x="1409" y="12"/>
                    <a:pt x="1375" y="12"/>
                  </a:cubicBezTo>
                  <a:cubicBezTo>
                    <a:pt x="1342" y="12"/>
                    <a:pt x="1315" y="39"/>
                    <a:pt x="1315" y="73"/>
                  </a:cubicBezTo>
                  <a:cubicBezTo>
                    <a:pt x="1315" y="106"/>
                    <a:pt x="1342" y="133"/>
                    <a:pt x="1375" y="133"/>
                  </a:cubicBezTo>
                  <a:cubicBezTo>
                    <a:pt x="1409" y="133"/>
                    <a:pt x="1436" y="106"/>
                    <a:pt x="1436" y="73"/>
                  </a:cubicBezTo>
                  <a:moveTo>
                    <a:pt x="1219" y="578"/>
                  </a:moveTo>
                  <a:cubicBezTo>
                    <a:pt x="1217" y="568"/>
                    <a:pt x="1211" y="565"/>
                    <a:pt x="1199" y="570"/>
                  </a:cubicBezTo>
                  <a:cubicBezTo>
                    <a:pt x="1192" y="572"/>
                    <a:pt x="1169" y="578"/>
                    <a:pt x="1154" y="578"/>
                  </a:cubicBezTo>
                  <a:cubicBezTo>
                    <a:pt x="1124" y="578"/>
                    <a:pt x="1111" y="567"/>
                    <a:pt x="1110" y="524"/>
                  </a:cubicBezTo>
                  <a:cubicBezTo>
                    <a:pt x="1110" y="276"/>
                    <a:pt x="1110" y="276"/>
                    <a:pt x="1110" y="276"/>
                  </a:cubicBezTo>
                  <a:cubicBezTo>
                    <a:pt x="1207" y="276"/>
                    <a:pt x="1207" y="276"/>
                    <a:pt x="1207" y="276"/>
                  </a:cubicBezTo>
                  <a:cubicBezTo>
                    <a:pt x="1214" y="276"/>
                    <a:pt x="1220" y="270"/>
                    <a:pt x="1220" y="263"/>
                  </a:cubicBezTo>
                  <a:cubicBezTo>
                    <a:pt x="1220" y="206"/>
                    <a:pt x="1220" y="206"/>
                    <a:pt x="1220" y="206"/>
                  </a:cubicBezTo>
                  <a:cubicBezTo>
                    <a:pt x="1220" y="199"/>
                    <a:pt x="1214" y="193"/>
                    <a:pt x="1207" y="193"/>
                  </a:cubicBezTo>
                  <a:cubicBezTo>
                    <a:pt x="1110" y="193"/>
                    <a:pt x="1110" y="193"/>
                    <a:pt x="1110" y="193"/>
                  </a:cubicBezTo>
                  <a:cubicBezTo>
                    <a:pt x="1110" y="70"/>
                    <a:pt x="1110" y="70"/>
                    <a:pt x="1110" y="70"/>
                  </a:cubicBezTo>
                  <a:cubicBezTo>
                    <a:pt x="1110" y="62"/>
                    <a:pt x="1104" y="56"/>
                    <a:pt x="1097" y="57"/>
                  </a:cubicBezTo>
                  <a:cubicBezTo>
                    <a:pt x="1021" y="64"/>
                    <a:pt x="1021" y="64"/>
                    <a:pt x="1021" y="64"/>
                  </a:cubicBezTo>
                  <a:cubicBezTo>
                    <a:pt x="1013" y="65"/>
                    <a:pt x="1007" y="70"/>
                    <a:pt x="1007" y="77"/>
                  </a:cubicBezTo>
                  <a:cubicBezTo>
                    <a:pt x="1007" y="535"/>
                    <a:pt x="1007" y="535"/>
                    <a:pt x="1007" y="535"/>
                  </a:cubicBezTo>
                  <a:cubicBezTo>
                    <a:pt x="1007" y="610"/>
                    <a:pt x="1041" y="664"/>
                    <a:pt x="1132" y="664"/>
                  </a:cubicBezTo>
                  <a:cubicBezTo>
                    <a:pt x="1159" y="664"/>
                    <a:pt x="1193" y="659"/>
                    <a:pt x="1219" y="647"/>
                  </a:cubicBezTo>
                  <a:cubicBezTo>
                    <a:pt x="1224" y="645"/>
                    <a:pt x="1228" y="643"/>
                    <a:pt x="1227" y="635"/>
                  </a:cubicBezTo>
                  <a:lnTo>
                    <a:pt x="1219" y="578"/>
                  </a:lnTo>
                  <a:close/>
                  <a:moveTo>
                    <a:pt x="3346" y="384"/>
                  </a:moveTo>
                  <a:cubicBezTo>
                    <a:pt x="3354" y="331"/>
                    <a:pt x="3379" y="267"/>
                    <a:pt x="3450" y="267"/>
                  </a:cubicBezTo>
                  <a:cubicBezTo>
                    <a:pt x="3524" y="267"/>
                    <a:pt x="3549" y="326"/>
                    <a:pt x="3552" y="384"/>
                  </a:cubicBezTo>
                  <a:lnTo>
                    <a:pt x="3346" y="384"/>
                  </a:lnTo>
                  <a:close/>
                  <a:moveTo>
                    <a:pt x="3458" y="664"/>
                  </a:moveTo>
                  <a:cubicBezTo>
                    <a:pt x="3524" y="664"/>
                    <a:pt x="3577" y="647"/>
                    <a:pt x="3617" y="625"/>
                  </a:cubicBezTo>
                  <a:cubicBezTo>
                    <a:pt x="3624" y="621"/>
                    <a:pt x="3627" y="614"/>
                    <a:pt x="3624" y="607"/>
                  </a:cubicBezTo>
                  <a:cubicBezTo>
                    <a:pt x="3603" y="555"/>
                    <a:pt x="3603" y="555"/>
                    <a:pt x="3603" y="555"/>
                  </a:cubicBezTo>
                  <a:cubicBezTo>
                    <a:pt x="3600" y="548"/>
                    <a:pt x="3592" y="545"/>
                    <a:pt x="3585" y="548"/>
                  </a:cubicBezTo>
                  <a:cubicBezTo>
                    <a:pt x="3548" y="566"/>
                    <a:pt x="3509" y="576"/>
                    <a:pt x="3464" y="576"/>
                  </a:cubicBezTo>
                  <a:cubicBezTo>
                    <a:pt x="3388" y="576"/>
                    <a:pt x="3352" y="521"/>
                    <a:pt x="3346" y="460"/>
                  </a:cubicBezTo>
                  <a:cubicBezTo>
                    <a:pt x="3644" y="460"/>
                    <a:pt x="3644" y="460"/>
                    <a:pt x="3644" y="460"/>
                  </a:cubicBezTo>
                  <a:cubicBezTo>
                    <a:pt x="3651" y="460"/>
                    <a:pt x="3656" y="454"/>
                    <a:pt x="3657" y="446"/>
                  </a:cubicBezTo>
                  <a:cubicBezTo>
                    <a:pt x="3657" y="436"/>
                    <a:pt x="3657" y="429"/>
                    <a:pt x="3657" y="420"/>
                  </a:cubicBezTo>
                  <a:cubicBezTo>
                    <a:pt x="3657" y="306"/>
                    <a:pt x="3599" y="182"/>
                    <a:pt x="3451" y="182"/>
                  </a:cubicBezTo>
                  <a:cubicBezTo>
                    <a:pt x="3318" y="182"/>
                    <a:pt x="3238" y="285"/>
                    <a:pt x="3238" y="425"/>
                  </a:cubicBezTo>
                  <a:cubicBezTo>
                    <a:pt x="3238" y="569"/>
                    <a:pt x="3324" y="664"/>
                    <a:pt x="3458" y="664"/>
                  </a:cubicBezTo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  <p:sp>
          <p:nvSpPr>
            <p:cNvPr id="21" name="Freeform 6"/>
            <p:cNvSpPr>
              <a:spLocks noSelect="1"/>
            </p:cNvSpPr>
            <p:nvPr/>
          </p:nvSpPr>
          <p:spPr bwMode="gray">
            <a:xfrm>
              <a:off x="621" y="3992"/>
              <a:ext cx="695" cy="93"/>
            </a:xfrm>
            <a:custGeom>
              <a:avLst/>
              <a:gdLst/>
              <a:ahLst/>
              <a:cxnLst>
                <a:cxn ang="0">
                  <a:pos x="13" y="193"/>
                </a:cxn>
                <a:cxn ang="0">
                  <a:pos x="234" y="182"/>
                </a:cxn>
                <a:cxn ang="0">
                  <a:pos x="300" y="653"/>
                </a:cxn>
                <a:cxn ang="0">
                  <a:pos x="103" y="410"/>
                </a:cxn>
                <a:cxn ang="0">
                  <a:pos x="2735" y="269"/>
                </a:cxn>
                <a:cxn ang="0">
                  <a:pos x="2832" y="406"/>
                </a:cxn>
                <a:cxn ang="0">
                  <a:pos x="2849" y="206"/>
                </a:cxn>
                <a:cxn ang="0">
                  <a:pos x="2935" y="640"/>
                </a:cxn>
                <a:cxn ang="0">
                  <a:pos x="2837" y="593"/>
                </a:cxn>
                <a:cxn ang="0">
                  <a:pos x="4643" y="653"/>
                </a:cxn>
                <a:cxn ang="0">
                  <a:pos x="4840" y="374"/>
                </a:cxn>
                <a:cxn ang="0">
                  <a:pos x="4943" y="640"/>
                </a:cxn>
                <a:cxn ang="0">
                  <a:pos x="4645" y="206"/>
                </a:cxn>
                <a:cxn ang="0">
                  <a:pos x="4553" y="640"/>
                </a:cxn>
                <a:cxn ang="0">
                  <a:pos x="3156" y="640"/>
                </a:cxn>
                <a:cxn ang="0">
                  <a:pos x="3341" y="640"/>
                </a:cxn>
                <a:cxn ang="0">
                  <a:pos x="3443" y="359"/>
                </a:cxn>
                <a:cxn ang="0">
                  <a:pos x="3132" y="193"/>
                </a:cxn>
                <a:cxn ang="0">
                  <a:pos x="3067" y="653"/>
                </a:cxn>
                <a:cxn ang="0">
                  <a:pos x="2331" y="640"/>
                </a:cxn>
                <a:cxn ang="0">
                  <a:pos x="2434" y="15"/>
                </a:cxn>
                <a:cxn ang="0">
                  <a:pos x="691" y="267"/>
                </a:cxn>
                <a:cxn ang="0">
                  <a:pos x="479" y="425"/>
                </a:cxn>
                <a:cxn ang="0">
                  <a:pos x="884" y="460"/>
                </a:cxn>
                <a:cxn ang="0">
                  <a:pos x="843" y="555"/>
                </a:cxn>
                <a:cxn ang="0">
                  <a:pos x="1803" y="384"/>
                </a:cxn>
                <a:cxn ang="0">
                  <a:pos x="1709" y="664"/>
                </a:cxn>
                <a:cxn ang="0">
                  <a:pos x="1907" y="447"/>
                </a:cxn>
                <a:cxn ang="0">
                  <a:pos x="1836" y="548"/>
                </a:cxn>
                <a:cxn ang="0">
                  <a:pos x="1709" y="664"/>
                </a:cxn>
                <a:cxn ang="0">
                  <a:pos x="1380" y="653"/>
                </a:cxn>
                <a:cxn ang="0">
                  <a:pos x="1164" y="664"/>
                </a:cxn>
                <a:cxn ang="0">
                  <a:pos x="1291" y="23"/>
                </a:cxn>
                <a:cxn ang="0">
                  <a:pos x="1184" y="269"/>
                </a:cxn>
                <a:cxn ang="0">
                  <a:pos x="1291" y="406"/>
                </a:cxn>
                <a:cxn ang="0">
                  <a:pos x="4359" y="384"/>
                </a:cxn>
                <a:cxn ang="0">
                  <a:pos x="4464" y="420"/>
                </a:cxn>
                <a:cxn ang="0">
                  <a:pos x="4271" y="576"/>
                </a:cxn>
                <a:cxn ang="0">
                  <a:pos x="4425" y="625"/>
                </a:cxn>
                <a:cxn ang="0">
                  <a:pos x="3955" y="640"/>
                </a:cxn>
                <a:cxn ang="0">
                  <a:pos x="3858" y="593"/>
                </a:cxn>
                <a:cxn ang="0">
                  <a:pos x="3852" y="233"/>
                </a:cxn>
                <a:cxn ang="0">
                  <a:pos x="3853" y="406"/>
                </a:cxn>
                <a:cxn ang="0">
                  <a:pos x="3853" y="427"/>
                </a:cxn>
                <a:cxn ang="0">
                  <a:pos x="2094" y="252"/>
                </a:cxn>
                <a:cxn ang="0">
                  <a:pos x="1998" y="206"/>
                </a:cxn>
                <a:cxn ang="0">
                  <a:pos x="2101" y="640"/>
                </a:cxn>
                <a:cxn ang="0">
                  <a:pos x="2248" y="276"/>
                </a:cxn>
              </a:cxnLst>
              <a:rect l="0" t="0" r="r" b="b"/>
              <a:pathLst>
                <a:path w="4943" h="664">
                  <a:moveTo>
                    <a:pt x="13" y="653"/>
                  </a:moveTo>
                  <a:cubicBezTo>
                    <a:pt x="6" y="653"/>
                    <a:pt x="0" y="647"/>
                    <a:pt x="0" y="64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0" y="199"/>
                    <a:pt x="6" y="193"/>
                    <a:pt x="13" y="193"/>
                  </a:cubicBezTo>
                  <a:cubicBezTo>
                    <a:pt x="79" y="193"/>
                    <a:pt x="79" y="193"/>
                    <a:pt x="79" y="193"/>
                  </a:cubicBezTo>
                  <a:cubicBezTo>
                    <a:pt x="85" y="193"/>
                    <a:pt x="91" y="199"/>
                    <a:pt x="92" y="206"/>
                  </a:cubicBezTo>
                  <a:cubicBezTo>
                    <a:pt x="96" y="252"/>
                    <a:pt x="96" y="252"/>
                    <a:pt x="96" y="252"/>
                  </a:cubicBezTo>
                  <a:cubicBezTo>
                    <a:pt x="127" y="215"/>
                    <a:pt x="178" y="182"/>
                    <a:pt x="234" y="182"/>
                  </a:cubicBezTo>
                  <a:cubicBezTo>
                    <a:pt x="321" y="182"/>
                    <a:pt x="390" y="234"/>
                    <a:pt x="390" y="359"/>
                  </a:cubicBezTo>
                  <a:cubicBezTo>
                    <a:pt x="390" y="640"/>
                    <a:pt x="390" y="640"/>
                    <a:pt x="390" y="640"/>
                  </a:cubicBezTo>
                  <a:cubicBezTo>
                    <a:pt x="390" y="647"/>
                    <a:pt x="384" y="653"/>
                    <a:pt x="377" y="653"/>
                  </a:cubicBezTo>
                  <a:cubicBezTo>
                    <a:pt x="300" y="653"/>
                    <a:pt x="300" y="653"/>
                    <a:pt x="300" y="653"/>
                  </a:cubicBezTo>
                  <a:cubicBezTo>
                    <a:pt x="293" y="653"/>
                    <a:pt x="287" y="647"/>
                    <a:pt x="287" y="640"/>
                  </a:cubicBezTo>
                  <a:cubicBezTo>
                    <a:pt x="287" y="374"/>
                    <a:pt x="287" y="374"/>
                    <a:pt x="287" y="374"/>
                  </a:cubicBezTo>
                  <a:cubicBezTo>
                    <a:pt x="287" y="299"/>
                    <a:pt x="247" y="276"/>
                    <a:pt x="206" y="276"/>
                  </a:cubicBezTo>
                  <a:cubicBezTo>
                    <a:pt x="152" y="276"/>
                    <a:pt x="103" y="323"/>
                    <a:pt x="103" y="410"/>
                  </a:cubicBezTo>
                  <a:cubicBezTo>
                    <a:pt x="103" y="640"/>
                    <a:pt x="103" y="640"/>
                    <a:pt x="103" y="640"/>
                  </a:cubicBezTo>
                  <a:cubicBezTo>
                    <a:pt x="103" y="647"/>
                    <a:pt x="97" y="653"/>
                    <a:pt x="90" y="653"/>
                  </a:cubicBezTo>
                  <a:lnTo>
                    <a:pt x="13" y="653"/>
                  </a:lnTo>
                  <a:close/>
                  <a:moveTo>
                    <a:pt x="2735" y="269"/>
                  </a:moveTo>
                  <a:cubicBezTo>
                    <a:pt x="2672" y="269"/>
                    <a:pt x="2629" y="330"/>
                    <a:pt x="2629" y="421"/>
                  </a:cubicBezTo>
                  <a:cubicBezTo>
                    <a:pt x="2629" y="503"/>
                    <a:pt x="2667" y="576"/>
                    <a:pt x="2736" y="576"/>
                  </a:cubicBezTo>
                  <a:cubicBezTo>
                    <a:pt x="2775" y="576"/>
                    <a:pt x="2832" y="547"/>
                    <a:pt x="2832" y="428"/>
                  </a:cubicBezTo>
                  <a:cubicBezTo>
                    <a:pt x="2832" y="406"/>
                    <a:pt x="2832" y="406"/>
                    <a:pt x="2832" y="406"/>
                  </a:cubicBezTo>
                  <a:cubicBezTo>
                    <a:pt x="2832" y="304"/>
                    <a:pt x="2782" y="269"/>
                    <a:pt x="2735" y="269"/>
                  </a:cubicBezTo>
                  <a:moveTo>
                    <a:pt x="2715" y="182"/>
                  </a:moveTo>
                  <a:cubicBezTo>
                    <a:pt x="2773" y="182"/>
                    <a:pt x="2815" y="210"/>
                    <a:pt x="2844" y="247"/>
                  </a:cubicBezTo>
                  <a:cubicBezTo>
                    <a:pt x="2849" y="206"/>
                    <a:pt x="2849" y="206"/>
                    <a:pt x="2849" y="206"/>
                  </a:cubicBezTo>
                  <a:cubicBezTo>
                    <a:pt x="2850" y="200"/>
                    <a:pt x="2856" y="193"/>
                    <a:pt x="2863" y="193"/>
                  </a:cubicBezTo>
                  <a:cubicBezTo>
                    <a:pt x="2922" y="193"/>
                    <a:pt x="2922" y="193"/>
                    <a:pt x="2922" y="193"/>
                  </a:cubicBezTo>
                  <a:cubicBezTo>
                    <a:pt x="2930" y="193"/>
                    <a:pt x="2935" y="199"/>
                    <a:pt x="2935" y="206"/>
                  </a:cubicBezTo>
                  <a:cubicBezTo>
                    <a:pt x="2935" y="640"/>
                    <a:pt x="2935" y="640"/>
                    <a:pt x="2935" y="640"/>
                  </a:cubicBezTo>
                  <a:cubicBezTo>
                    <a:pt x="2935" y="647"/>
                    <a:pt x="2930" y="653"/>
                    <a:pt x="2922" y="653"/>
                  </a:cubicBezTo>
                  <a:cubicBezTo>
                    <a:pt x="2858" y="653"/>
                    <a:pt x="2858" y="653"/>
                    <a:pt x="2858" y="653"/>
                  </a:cubicBezTo>
                  <a:cubicBezTo>
                    <a:pt x="2851" y="653"/>
                    <a:pt x="2845" y="646"/>
                    <a:pt x="2844" y="640"/>
                  </a:cubicBezTo>
                  <a:cubicBezTo>
                    <a:pt x="2837" y="593"/>
                    <a:pt x="2837" y="593"/>
                    <a:pt x="2837" y="593"/>
                  </a:cubicBezTo>
                  <a:cubicBezTo>
                    <a:pt x="2815" y="631"/>
                    <a:pt x="2768" y="664"/>
                    <a:pt x="2714" y="664"/>
                  </a:cubicBezTo>
                  <a:cubicBezTo>
                    <a:pt x="2593" y="664"/>
                    <a:pt x="2522" y="555"/>
                    <a:pt x="2522" y="422"/>
                  </a:cubicBezTo>
                  <a:cubicBezTo>
                    <a:pt x="2522" y="261"/>
                    <a:pt x="2616" y="182"/>
                    <a:pt x="2715" y="182"/>
                  </a:cubicBezTo>
                  <a:moveTo>
                    <a:pt x="4643" y="653"/>
                  </a:moveTo>
                  <a:cubicBezTo>
                    <a:pt x="4650" y="653"/>
                    <a:pt x="4656" y="647"/>
                    <a:pt x="4656" y="640"/>
                  </a:cubicBezTo>
                  <a:cubicBezTo>
                    <a:pt x="4656" y="410"/>
                    <a:pt x="4656" y="410"/>
                    <a:pt x="4656" y="410"/>
                  </a:cubicBezTo>
                  <a:cubicBezTo>
                    <a:pt x="4656" y="323"/>
                    <a:pt x="4705" y="276"/>
                    <a:pt x="4759" y="276"/>
                  </a:cubicBezTo>
                  <a:cubicBezTo>
                    <a:pt x="4800" y="276"/>
                    <a:pt x="4840" y="299"/>
                    <a:pt x="4840" y="374"/>
                  </a:cubicBezTo>
                  <a:cubicBezTo>
                    <a:pt x="4840" y="640"/>
                    <a:pt x="4840" y="640"/>
                    <a:pt x="4840" y="640"/>
                  </a:cubicBezTo>
                  <a:cubicBezTo>
                    <a:pt x="4840" y="647"/>
                    <a:pt x="4846" y="653"/>
                    <a:pt x="4853" y="653"/>
                  </a:cubicBezTo>
                  <a:cubicBezTo>
                    <a:pt x="4930" y="653"/>
                    <a:pt x="4930" y="653"/>
                    <a:pt x="4930" y="653"/>
                  </a:cubicBezTo>
                  <a:cubicBezTo>
                    <a:pt x="4937" y="653"/>
                    <a:pt x="4943" y="647"/>
                    <a:pt x="4943" y="640"/>
                  </a:cubicBezTo>
                  <a:cubicBezTo>
                    <a:pt x="4943" y="359"/>
                    <a:pt x="4943" y="359"/>
                    <a:pt x="4943" y="359"/>
                  </a:cubicBezTo>
                  <a:cubicBezTo>
                    <a:pt x="4943" y="234"/>
                    <a:pt x="4874" y="182"/>
                    <a:pt x="4787" y="182"/>
                  </a:cubicBezTo>
                  <a:cubicBezTo>
                    <a:pt x="4731" y="182"/>
                    <a:pt x="4680" y="215"/>
                    <a:pt x="4649" y="252"/>
                  </a:cubicBezTo>
                  <a:cubicBezTo>
                    <a:pt x="4645" y="206"/>
                    <a:pt x="4645" y="206"/>
                    <a:pt x="4645" y="206"/>
                  </a:cubicBezTo>
                  <a:cubicBezTo>
                    <a:pt x="4644" y="199"/>
                    <a:pt x="4638" y="193"/>
                    <a:pt x="4632" y="193"/>
                  </a:cubicBezTo>
                  <a:cubicBezTo>
                    <a:pt x="4566" y="193"/>
                    <a:pt x="4566" y="193"/>
                    <a:pt x="4566" y="193"/>
                  </a:cubicBezTo>
                  <a:cubicBezTo>
                    <a:pt x="4559" y="193"/>
                    <a:pt x="4553" y="199"/>
                    <a:pt x="4553" y="206"/>
                  </a:cubicBezTo>
                  <a:cubicBezTo>
                    <a:pt x="4553" y="640"/>
                    <a:pt x="4553" y="640"/>
                    <a:pt x="4553" y="640"/>
                  </a:cubicBezTo>
                  <a:cubicBezTo>
                    <a:pt x="4553" y="647"/>
                    <a:pt x="4559" y="653"/>
                    <a:pt x="4566" y="653"/>
                  </a:cubicBezTo>
                  <a:lnTo>
                    <a:pt x="4643" y="653"/>
                  </a:lnTo>
                  <a:close/>
                  <a:moveTo>
                    <a:pt x="3143" y="653"/>
                  </a:moveTo>
                  <a:cubicBezTo>
                    <a:pt x="3151" y="653"/>
                    <a:pt x="3156" y="647"/>
                    <a:pt x="3156" y="640"/>
                  </a:cubicBezTo>
                  <a:cubicBezTo>
                    <a:pt x="3156" y="410"/>
                    <a:pt x="3156" y="410"/>
                    <a:pt x="3156" y="410"/>
                  </a:cubicBezTo>
                  <a:cubicBezTo>
                    <a:pt x="3156" y="323"/>
                    <a:pt x="3206" y="276"/>
                    <a:pt x="3259" y="276"/>
                  </a:cubicBezTo>
                  <a:cubicBezTo>
                    <a:pt x="3301" y="276"/>
                    <a:pt x="3340" y="299"/>
                    <a:pt x="3341" y="374"/>
                  </a:cubicBezTo>
                  <a:cubicBezTo>
                    <a:pt x="3341" y="640"/>
                    <a:pt x="3341" y="640"/>
                    <a:pt x="3341" y="640"/>
                  </a:cubicBezTo>
                  <a:cubicBezTo>
                    <a:pt x="3341" y="647"/>
                    <a:pt x="3346" y="653"/>
                    <a:pt x="3354" y="653"/>
                  </a:cubicBezTo>
                  <a:cubicBezTo>
                    <a:pt x="3430" y="653"/>
                    <a:pt x="3430" y="653"/>
                    <a:pt x="3430" y="653"/>
                  </a:cubicBezTo>
                  <a:cubicBezTo>
                    <a:pt x="3437" y="653"/>
                    <a:pt x="3443" y="647"/>
                    <a:pt x="3443" y="640"/>
                  </a:cubicBezTo>
                  <a:cubicBezTo>
                    <a:pt x="3443" y="359"/>
                    <a:pt x="3443" y="359"/>
                    <a:pt x="3443" y="359"/>
                  </a:cubicBezTo>
                  <a:cubicBezTo>
                    <a:pt x="3443" y="234"/>
                    <a:pt x="3375" y="182"/>
                    <a:pt x="3287" y="182"/>
                  </a:cubicBezTo>
                  <a:cubicBezTo>
                    <a:pt x="3231" y="182"/>
                    <a:pt x="3180" y="215"/>
                    <a:pt x="3150" y="252"/>
                  </a:cubicBezTo>
                  <a:cubicBezTo>
                    <a:pt x="3146" y="206"/>
                    <a:pt x="3146" y="206"/>
                    <a:pt x="3146" y="206"/>
                  </a:cubicBezTo>
                  <a:cubicBezTo>
                    <a:pt x="3145" y="199"/>
                    <a:pt x="3139" y="193"/>
                    <a:pt x="3132" y="193"/>
                  </a:cubicBezTo>
                  <a:cubicBezTo>
                    <a:pt x="3067" y="193"/>
                    <a:pt x="3067" y="193"/>
                    <a:pt x="3067" y="193"/>
                  </a:cubicBezTo>
                  <a:cubicBezTo>
                    <a:pt x="3059" y="193"/>
                    <a:pt x="3054" y="199"/>
                    <a:pt x="3054" y="206"/>
                  </a:cubicBezTo>
                  <a:cubicBezTo>
                    <a:pt x="3054" y="640"/>
                    <a:pt x="3054" y="640"/>
                    <a:pt x="3054" y="640"/>
                  </a:cubicBezTo>
                  <a:cubicBezTo>
                    <a:pt x="3054" y="647"/>
                    <a:pt x="3059" y="653"/>
                    <a:pt x="3067" y="653"/>
                  </a:cubicBezTo>
                  <a:lnTo>
                    <a:pt x="3143" y="653"/>
                  </a:lnTo>
                  <a:close/>
                  <a:moveTo>
                    <a:pt x="2344" y="9"/>
                  </a:moveTo>
                  <a:cubicBezTo>
                    <a:pt x="2336" y="10"/>
                    <a:pt x="2331" y="15"/>
                    <a:pt x="2331" y="22"/>
                  </a:cubicBezTo>
                  <a:cubicBezTo>
                    <a:pt x="2331" y="640"/>
                    <a:pt x="2331" y="640"/>
                    <a:pt x="2331" y="640"/>
                  </a:cubicBezTo>
                  <a:cubicBezTo>
                    <a:pt x="2331" y="647"/>
                    <a:pt x="2337" y="653"/>
                    <a:pt x="2344" y="653"/>
                  </a:cubicBezTo>
                  <a:cubicBezTo>
                    <a:pt x="2421" y="653"/>
                    <a:pt x="2421" y="653"/>
                    <a:pt x="2421" y="653"/>
                  </a:cubicBezTo>
                  <a:cubicBezTo>
                    <a:pt x="2428" y="653"/>
                    <a:pt x="2434" y="647"/>
                    <a:pt x="2434" y="640"/>
                  </a:cubicBezTo>
                  <a:cubicBezTo>
                    <a:pt x="2434" y="15"/>
                    <a:pt x="2434" y="15"/>
                    <a:pt x="2434" y="15"/>
                  </a:cubicBezTo>
                  <a:cubicBezTo>
                    <a:pt x="2434" y="8"/>
                    <a:pt x="2428" y="0"/>
                    <a:pt x="2421" y="2"/>
                  </a:cubicBezTo>
                  <a:lnTo>
                    <a:pt x="2344" y="9"/>
                  </a:lnTo>
                  <a:close/>
                  <a:moveTo>
                    <a:pt x="793" y="384"/>
                  </a:moveTo>
                  <a:cubicBezTo>
                    <a:pt x="789" y="326"/>
                    <a:pt x="764" y="267"/>
                    <a:pt x="691" y="267"/>
                  </a:cubicBezTo>
                  <a:cubicBezTo>
                    <a:pt x="619" y="267"/>
                    <a:pt x="594" y="331"/>
                    <a:pt x="587" y="384"/>
                  </a:cubicBezTo>
                  <a:lnTo>
                    <a:pt x="793" y="384"/>
                  </a:lnTo>
                  <a:close/>
                  <a:moveTo>
                    <a:pt x="698" y="664"/>
                  </a:moveTo>
                  <a:cubicBezTo>
                    <a:pt x="565" y="664"/>
                    <a:pt x="479" y="569"/>
                    <a:pt x="479" y="425"/>
                  </a:cubicBezTo>
                  <a:cubicBezTo>
                    <a:pt x="479" y="286"/>
                    <a:pt x="558" y="182"/>
                    <a:pt x="692" y="182"/>
                  </a:cubicBezTo>
                  <a:cubicBezTo>
                    <a:pt x="840" y="182"/>
                    <a:pt x="897" y="307"/>
                    <a:pt x="897" y="420"/>
                  </a:cubicBezTo>
                  <a:cubicBezTo>
                    <a:pt x="897" y="429"/>
                    <a:pt x="898" y="436"/>
                    <a:pt x="897" y="447"/>
                  </a:cubicBezTo>
                  <a:cubicBezTo>
                    <a:pt x="897" y="454"/>
                    <a:pt x="891" y="460"/>
                    <a:pt x="884" y="460"/>
                  </a:cubicBezTo>
                  <a:cubicBezTo>
                    <a:pt x="587" y="460"/>
                    <a:pt x="587" y="460"/>
                    <a:pt x="587" y="460"/>
                  </a:cubicBezTo>
                  <a:cubicBezTo>
                    <a:pt x="593" y="522"/>
                    <a:pt x="628" y="576"/>
                    <a:pt x="704" y="576"/>
                  </a:cubicBezTo>
                  <a:cubicBezTo>
                    <a:pt x="750" y="576"/>
                    <a:pt x="788" y="566"/>
                    <a:pt x="826" y="548"/>
                  </a:cubicBezTo>
                  <a:cubicBezTo>
                    <a:pt x="833" y="545"/>
                    <a:pt x="840" y="548"/>
                    <a:pt x="843" y="555"/>
                  </a:cubicBezTo>
                  <a:cubicBezTo>
                    <a:pt x="865" y="607"/>
                    <a:pt x="865" y="607"/>
                    <a:pt x="865" y="607"/>
                  </a:cubicBezTo>
                  <a:cubicBezTo>
                    <a:pt x="868" y="614"/>
                    <a:pt x="864" y="621"/>
                    <a:pt x="858" y="625"/>
                  </a:cubicBezTo>
                  <a:cubicBezTo>
                    <a:pt x="817" y="647"/>
                    <a:pt x="765" y="664"/>
                    <a:pt x="698" y="664"/>
                  </a:cubicBezTo>
                  <a:moveTo>
                    <a:pt x="1803" y="384"/>
                  </a:moveTo>
                  <a:cubicBezTo>
                    <a:pt x="1800" y="326"/>
                    <a:pt x="1775" y="267"/>
                    <a:pt x="1701" y="267"/>
                  </a:cubicBezTo>
                  <a:cubicBezTo>
                    <a:pt x="1629" y="267"/>
                    <a:pt x="1604" y="331"/>
                    <a:pt x="1597" y="384"/>
                  </a:cubicBezTo>
                  <a:lnTo>
                    <a:pt x="1803" y="384"/>
                  </a:lnTo>
                  <a:close/>
                  <a:moveTo>
                    <a:pt x="1709" y="664"/>
                  </a:moveTo>
                  <a:cubicBezTo>
                    <a:pt x="1575" y="664"/>
                    <a:pt x="1489" y="569"/>
                    <a:pt x="1489" y="425"/>
                  </a:cubicBezTo>
                  <a:cubicBezTo>
                    <a:pt x="1489" y="286"/>
                    <a:pt x="1569" y="182"/>
                    <a:pt x="1702" y="182"/>
                  </a:cubicBezTo>
                  <a:cubicBezTo>
                    <a:pt x="1850" y="182"/>
                    <a:pt x="1907" y="307"/>
                    <a:pt x="1907" y="420"/>
                  </a:cubicBezTo>
                  <a:cubicBezTo>
                    <a:pt x="1907" y="429"/>
                    <a:pt x="1908" y="436"/>
                    <a:pt x="1907" y="447"/>
                  </a:cubicBezTo>
                  <a:cubicBezTo>
                    <a:pt x="1907" y="454"/>
                    <a:pt x="1902" y="460"/>
                    <a:pt x="1894" y="460"/>
                  </a:cubicBezTo>
                  <a:cubicBezTo>
                    <a:pt x="1597" y="460"/>
                    <a:pt x="1597" y="460"/>
                    <a:pt x="1597" y="460"/>
                  </a:cubicBezTo>
                  <a:cubicBezTo>
                    <a:pt x="1603" y="522"/>
                    <a:pt x="1638" y="576"/>
                    <a:pt x="1714" y="576"/>
                  </a:cubicBezTo>
                  <a:cubicBezTo>
                    <a:pt x="1760" y="576"/>
                    <a:pt x="1798" y="566"/>
                    <a:pt x="1836" y="548"/>
                  </a:cubicBezTo>
                  <a:cubicBezTo>
                    <a:pt x="1843" y="545"/>
                    <a:pt x="1851" y="548"/>
                    <a:pt x="1854" y="555"/>
                  </a:cubicBezTo>
                  <a:cubicBezTo>
                    <a:pt x="1875" y="607"/>
                    <a:pt x="1875" y="607"/>
                    <a:pt x="1875" y="607"/>
                  </a:cubicBezTo>
                  <a:cubicBezTo>
                    <a:pt x="1878" y="614"/>
                    <a:pt x="1875" y="621"/>
                    <a:pt x="1868" y="625"/>
                  </a:cubicBezTo>
                  <a:cubicBezTo>
                    <a:pt x="1828" y="647"/>
                    <a:pt x="1775" y="664"/>
                    <a:pt x="1709" y="664"/>
                  </a:cubicBezTo>
                  <a:moveTo>
                    <a:pt x="1380" y="2"/>
                  </a:moveTo>
                  <a:cubicBezTo>
                    <a:pt x="1388" y="0"/>
                    <a:pt x="1393" y="8"/>
                    <a:pt x="1393" y="15"/>
                  </a:cubicBezTo>
                  <a:cubicBezTo>
                    <a:pt x="1393" y="640"/>
                    <a:pt x="1393" y="640"/>
                    <a:pt x="1393" y="640"/>
                  </a:cubicBezTo>
                  <a:cubicBezTo>
                    <a:pt x="1393" y="647"/>
                    <a:pt x="1388" y="653"/>
                    <a:pt x="1380" y="653"/>
                  </a:cubicBezTo>
                  <a:cubicBezTo>
                    <a:pt x="1317" y="653"/>
                    <a:pt x="1317" y="653"/>
                    <a:pt x="1317" y="653"/>
                  </a:cubicBezTo>
                  <a:cubicBezTo>
                    <a:pt x="1310" y="653"/>
                    <a:pt x="1305" y="646"/>
                    <a:pt x="1304" y="640"/>
                  </a:cubicBezTo>
                  <a:cubicBezTo>
                    <a:pt x="1297" y="593"/>
                    <a:pt x="1297" y="593"/>
                    <a:pt x="1297" y="593"/>
                  </a:cubicBezTo>
                  <a:cubicBezTo>
                    <a:pt x="1274" y="631"/>
                    <a:pt x="1217" y="664"/>
                    <a:pt x="1164" y="664"/>
                  </a:cubicBezTo>
                  <a:cubicBezTo>
                    <a:pt x="1042" y="664"/>
                    <a:pt x="971" y="555"/>
                    <a:pt x="971" y="422"/>
                  </a:cubicBezTo>
                  <a:cubicBezTo>
                    <a:pt x="971" y="261"/>
                    <a:pt x="1065" y="182"/>
                    <a:pt x="1164" y="182"/>
                  </a:cubicBezTo>
                  <a:cubicBezTo>
                    <a:pt x="1215" y="182"/>
                    <a:pt x="1260" y="203"/>
                    <a:pt x="1291" y="233"/>
                  </a:cubicBezTo>
                  <a:cubicBezTo>
                    <a:pt x="1291" y="23"/>
                    <a:pt x="1291" y="23"/>
                    <a:pt x="1291" y="23"/>
                  </a:cubicBezTo>
                  <a:cubicBezTo>
                    <a:pt x="1291" y="15"/>
                    <a:pt x="1296" y="10"/>
                    <a:pt x="1304" y="9"/>
                  </a:cubicBezTo>
                  <a:cubicBezTo>
                    <a:pt x="1380" y="2"/>
                    <a:pt x="1380" y="2"/>
                    <a:pt x="1380" y="2"/>
                  </a:cubicBezTo>
                  <a:moveTo>
                    <a:pt x="1291" y="406"/>
                  </a:moveTo>
                  <a:cubicBezTo>
                    <a:pt x="1291" y="304"/>
                    <a:pt x="1231" y="269"/>
                    <a:pt x="1184" y="269"/>
                  </a:cubicBezTo>
                  <a:cubicBezTo>
                    <a:pt x="1122" y="269"/>
                    <a:pt x="1078" y="330"/>
                    <a:pt x="1078" y="421"/>
                  </a:cubicBezTo>
                  <a:cubicBezTo>
                    <a:pt x="1078" y="503"/>
                    <a:pt x="1116" y="576"/>
                    <a:pt x="1186" y="576"/>
                  </a:cubicBezTo>
                  <a:cubicBezTo>
                    <a:pt x="1224" y="576"/>
                    <a:pt x="1291" y="547"/>
                    <a:pt x="1291" y="427"/>
                  </a:cubicBezTo>
                  <a:lnTo>
                    <a:pt x="1291" y="406"/>
                  </a:lnTo>
                  <a:close/>
                  <a:moveTo>
                    <a:pt x="4359" y="384"/>
                  </a:moveTo>
                  <a:cubicBezTo>
                    <a:pt x="4356" y="326"/>
                    <a:pt x="4331" y="267"/>
                    <a:pt x="4258" y="267"/>
                  </a:cubicBezTo>
                  <a:cubicBezTo>
                    <a:pt x="4186" y="267"/>
                    <a:pt x="4161" y="331"/>
                    <a:pt x="4154" y="384"/>
                  </a:cubicBezTo>
                  <a:lnTo>
                    <a:pt x="4359" y="384"/>
                  </a:lnTo>
                  <a:close/>
                  <a:moveTo>
                    <a:pt x="4265" y="664"/>
                  </a:moveTo>
                  <a:cubicBezTo>
                    <a:pt x="4131" y="664"/>
                    <a:pt x="4045" y="569"/>
                    <a:pt x="4045" y="425"/>
                  </a:cubicBezTo>
                  <a:cubicBezTo>
                    <a:pt x="4045" y="286"/>
                    <a:pt x="4125" y="182"/>
                    <a:pt x="4259" y="182"/>
                  </a:cubicBezTo>
                  <a:cubicBezTo>
                    <a:pt x="4406" y="182"/>
                    <a:pt x="4464" y="307"/>
                    <a:pt x="4464" y="420"/>
                  </a:cubicBezTo>
                  <a:cubicBezTo>
                    <a:pt x="4464" y="429"/>
                    <a:pt x="4464" y="436"/>
                    <a:pt x="4464" y="447"/>
                  </a:cubicBezTo>
                  <a:cubicBezTo>
                    <a:pt x="4464" y="454"/>
                    <a:pt x="4458" y="460"/>
                    <a:pt x="4451" y="460"/>
                  </a:cubicBezTo>
                  <a:cubicBezTo>
                    <a:pt x="4154" y="460"/>
                    <a:pt x="4154" y="460"/>
                    <a:pt x="4154" y="460"/>
                  </a:cubicBezTo>
                  <a:cubicBezTo>
                    <a:pt x="4159" y="522"/>
                    <a:pt x="4195" y="576"/>
                    <a:pt x="4271" y="576"/>
                  </a:cubicBezTo>
                  <a:cubicBezTo>
                    <a:pt x="4317" y="576"/>
                    <a:pt x="4355" y="566"/>
                    <a:pt x="4393" y="548"/>
                  </a:cubicBezTo>
                  <a:cubicBezTo>
                    <a:pt x="4399" y="545"/>
                    <a:pt x="4407" y="548"/>
                    <a:pt x="4410" y="555"/>
                  </a:cubicBezTo>
                  <a:cubicBezTo>
                    <a:pt x="4432" y="607"/>
                    <a:pt x="4432" y="607"/>
                    <a:pt x="4432" y="607"/>
                  </a:cubicBezTo>
                  <a:cubicBezTo>
                    <a:pt x="4434" y="614"/>
                    <a:pt x="4431" y="621"/>
                    <a:pt x="4425" y="625"/>
                  </a:cubicBezTo>
                  <a:cubicBezTo>
                    <a:pt x="4384" y="647"/>
                    <a:pt x="4332" y="664"/>
                    <a:pt x="4265" y="664"/>
                  </a:cubicBezTo>
                  <a:moveTo>
                    <a:pt x="3942" y="2"/>
                  </a:moveTo>
                  <a:cubicBezTo>
                    <a:pt x="3949" y="0"/>
                    <a:pt x="3955" y="8"/>
                    <a:pt x="3955" y="15"/>
                  </a:cubicBezTo>
                  <a:cubicBezTo>
                    <a:pt x="3955" y="640"/>
                    <a:pt x="3955" y="640"/>
                    <a:pt x="3955" y="640"/>
                  </a:cubicBezTo>
                  <a:cubicBezTo>
                    <a:pt x="3955" y="647"/>
                    <a:pt x="3949" y="653"/>
                    <a:pt x="3942" y="653"/>
                  </a:cubicBezTo>
                  <a:cubicBezTo>
                    <a:pt x="3879" y="653"/>
                    <a:pt x="3879" y="653"/>
                    <a:pt x="3879" y="653"/>
                  </a:cubicBezTo>
                  <a:cubicBezTo>
                    <a:pt x="3872" y="653"/>
                    <a:pt x="3866" y="646"/>
                    <a:pt x="3865" y="640"/>
                  </a:cubicBezTo>
                  <a:cubicBezTo>
                    <a:pt x="3858" y="593"/>
                    <a:pt x="3858" y="593"/>
                    <a:pt x="3858" y="593"/>
                  </a:cubicBezTo>
                  <a:cubicBezTo>
                    <a:pt x="3835" y="631"/>
                    <a:pt x="3779" y="664"/>
                    <a:pt x="3726" y="664"/>
                  </a:cubicBezTo>
                  <a:cubicBezTo>
                    <a:pt x="3604" y="664"/>
                    <a:pt x="3533" y="555"/>
                    <a:pt x="3533" y="422"/>
                  </a:cubicBezTo>
                  <a:cubicBezTo>
                    <a:pt x="3533" y="261"/>
                    <a:pt x="3627" y="182"/>
                    <a:pt x="3726" y="182"/>
                  </a:cubicBezTo>
                  <a:cubicBezTo>
                    <a:pt x="3777" y="182"/>
                    <a:pt x="3822" y="203"/>
                    <a:pt x="3852" y="233"/>
                  </a:cubicBezTo>
                  <a:cubicBezTo>
                    <a:pt x="3852" y="23"/>
                    <a:pt x="3852" y="23"/>
                    <a:pt x="3852" y="23"/>
                  </a:cubicBezTo>
                  <a:cubicBezTo>
                    <a:pt x="3852" y="15"/>
                    <a:pt x="3858" y="10"/>
                    <a:pt x="3866" y="9"/>
                  </a:cubicBezTo>
                  <a:cubicBezTo>
                    <a:pt x="3942" y="2"/>
                    <a:pt x="3942" y="2"/>
                    <a:pt x="3942" y="2"/>
                  </a:cubicBezTo>
                  <a:moveTo>
                    <a:pt x="3853" y="406"/>
                  </a:moveTo>
                  <a:cubicBezTo>
                    <a:pt x="3853" y="304"/>
                    <a:pt x="3793" y="269"/>
                    <a:pt x="3746" y="269"/>
                  </a:cubicBezTo>
                  <a:cubicBezTo>
                    <a:pt x="3683" y="269"/>
                    <a:pt x="3640" y="330"/>
                    <a:pt x="3640" y="421"/>
                  </a:cubicBezTo>
                  <a:cubicBezTo>
                    <a:pt x="3640" y="503"/>
                    <a:pt x="3677" y="576"/>
                    <a:pt x="3747" y="576"/>
                  </a:cubicBezTo>
                  <a:cubicBezTo>
                    <a:pt x="3786" y="576"/>
                    <a:pt x="3853" y="547"/>
                    <a:pt x="3853" y="427"/>
                  </a:cubicBezTo>
                  <a:lnTo>
                    <a:pt x="3853" y="406"/>
                  </a:lnTo>
                  <a:close/>
                  <a:moveTo>
                    <a:pt x="2248" y="195"/>
                  </a:moveTo>
                  <a:cubicBezTo>
                    <a:pt x="2248" y="188"/>
                    <a:pt x="2242" y="182"/>
                    <a:pt x="2235" y="182"/>
                  </a:cubicBezTo>
                  <a:cubicBezTo>
                    <a:pt x="2179" y="182"/>
                    <a:pt x="2125" y="215"/>
                    <a:pt x="2094" y="252"/>
                  </a:cubicBezTo>
                  <a:cubicBezTo>
                    <a:pt x="2090" y="206"/>
                    <a:pt x="2090" y="206"/>
                    <a:pt x="2090" y="206"/>
                  </a:cubicBezTo>
                  <a:cubicBezTo>
                    <a:pt x="2089" y="199"/>
                    <a:pt x="2083" y="193"/>
                    <a:pt x="2077" y="193"/>
                  </a:cubicBezTo>
                  <a:cubicBezTo>
                    <a:pt x="2011" y="193"/>
                    <a:pt x="2011" y="193"/>
                    <a:pt x="2011" y="193"/>
                  </a:cubicBezTo>
                  <a:cubicBezTo>
                    <a:pt x="2004" y="193"/>
                    <a:pt x="1998" y="199"/>
                    <a:pt x="1998" y="206"/>
                  </a:cubicBezTo>
                  <a:cubicBezTo>
                    <a:pt x="1998" y="640"/>
                    <a:pt x="1998" y="640"/>
                    <a:pt x="1998" y="640"/>
                  </a:cubicBezTo>
                  <a:cubicBezTo>
                    <a:pt x="1998" y="647"/>
                    <a:pt x="2004" y="653"/>
                    <a:pt x="2011" y="653"/>
                  </a:cubicBezTo>
                  <a:cubicBezTo>
                    <a:pt x="2088" y="653"/>
                    <a:pt x="2088" y="653"/>
                    <a:pt x="2088" y="653"/>
                  </a:cubicBezTo>
                  <a:cubicBezTo>
                    <a:pt x="2095" y="653"/>
                    <a:pt x="2101" y="647"/>
                    <a:pt x="2101" y="640"/>
                  </a:cubicBezTo>
                  <a:cubicBezTo>
                    <a:pt x="2101" y="415"/>
                    <a:pt x="2101" y="415"/>
                    <a:pt x="2101" y="415"/>
                  </a:cubicBezTo>
                  <a:cubicBezTo>
                    <a:pt x="2101" y="322"/>
                    <a:pt x="2158" y="286"/>
                    <a:pt x="2210" y="286"/>
                  </a:cubicBezTo>
                  <a:cubicBezTo>
                    <a:pt x="2218" y="286"/>
                    <a:pt x="2225" y="288"/>
                    <a:pt x="2230" y="288"/>
                  </a:cubicBezTo>
                  <a:cubicBezTo>
                    <a:pt x="2241" y="290"/>
                    <a:pt x="2248" y="284"/>
                    <a:pt x="2248" y="276"/>
                  </a:cubicBezTo>
                  <a:lnTo>
                    <a:pt x="2248" y="19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</p:grpSp>
      <p:grpSp>
        <p:nvGrpSpPr>
          <p:cNvPr id="22" name="HR logo"/>
          <p:cNvGrpSpPr>
            <a:grpSpLocks noSelect="1"/>
          </p:cNvGrpSpPr>
          <p:nvPr userDrawn="1"/>
        </p:nvGrpSpPr>
        <p:grpSpPr bwMode="gray">
          <a:xfrm>
            <a:off x="374401" y="6076800"/>
            <a:ext cx="504000" cy="514800"/>
            <a:chOff x="0" y="0"/>
            <a:chExt cx="562610" cy="574675"/>
          </a:xfrm>
        </p:grpSpPr>
        <p:sp>
          <p:nvSpPr>
            <p:cNvPr id="23" name="Freeform 35"/>
            <p:cNvSpPr>
              <a:spLocks noSelect="1"/>
            </p:cNvSpPr>
            <p:nvPr userDrawn="1"/>
          </p:nvSpPr>
          <p:spPr bwMode="gray">
            <a:xfrm>
              <a:off x="0" y="0"/>
              <a:ext cx="562610" cy="574675"/>
            </a:xfrm>
            <a:custGeom>
              <a:avLst/>
              <a:gdLst>
                <a:gd name="T0" fmla="*/ 1771 w 1771"/>
                <a:gd name="T1" fmla="*/ 874 h 1807"/>
                <a:gd name="T2" fmla="*/ 1770 w 1771"/>
                <a:gd name="T3" fmla="*/ 851 h 1807"/>
                <a:gd name="T4" fmla="*/ 1768 w 1771"/>
                <a:gd name="T5" fmla="*/ 828 h 1807"/>
                <a:gd name="T6" fmla="*/ 1765 w 1771"/>
                <a:gd name="T7" fmla="*/ 799 h 1807"/>
                <a:gd name="T8" fmla="*/ 1762 w 1771"/>
                <a:gd name="T9" fmla="*/ 775 h 1807"/>
                <a:gd name="T10" fmla="*/ 1758 w 1771"/>
                <a:gd name="T11" fmla="*/ 748 h 1807"/>
                <a:gd name="T12" fmla="*/ 1739 w 1771"/>
                <a:gd name="T13" fmla="*/ 663 h 1807"/>
                <a:gd name="T14" fmla="*/ 1732 w 1771"/>
                <a:gd name="T15" fmla="*/ 642 h 1807"/>
                <a:gd name="T16" fmla="*/ 1726 w 1771"/>
                <a:gd name="T17" fmla="*/ 622 h 1807"/>
                <a:gd name="T18" fmla="*/ 1589 w 1771"/>
                <a:gd name="T19" fmla="*/ 360 h 1807"/>
                <a:gd name="T20" fmla="*/ 1559 w 1771"/>
                <a:gd name="T21" fmla="*/ 322 h 1807"/>
                <a:gd name="T22" fmla="*/ 1544 w 1771"/>
                <a:gd name="T23" fmla="*/ 304 h 1807"/>
                <a:gd name="T24" fmla="*/ 1511 w 1771"/>
                <a:gd name="T25" fmla="*/ 269 h 1807"/>
                <a:gd name="T26" fmla="*/ 1477 w 1771"/>
                <a:gd name="T27" fmla="*/ 236 h 1807"/>
                <a:gd name="T28" fmla="*/ 1449 w 1771"/>
                <a:gd name="T29" fmla="*/ 212 h 1807"/>
                <a:gd name="T30" fmla="*/ 1431 w 1771"/>
                <a:gd name="T31" fmla="*/ 197 h 1807"/>
                <a:gd name="T32" fmla="*/ 1402 w 1771"/>
                <a:gd name="T33" fmla="*/ 175 h 1807"/>
                <a:gd name="T34" fmla="*/ 1383 w 1771"/>
                <a:gd name="T35" fmla="*/ 162 h 1807"/>
                <a:gd name="T36" fmla="*/ 1353 w 1771"/>
                <a:gd name="T37" fmla="*/ 141 h 1807"/>
                <a:gd name="T38" fmla="*/ 1321 w 1771"/>
                <a:gd name="T39" fmla="*/ 122 h 1807"/>
                <a:gd name="T40" fmla="*/ 1301 w 1771"/>
                <a:gd name="T41" fmla="*/ 111 h 1807"/>
                <a:gd name="T42" fmla="*/ 1263 w 1771"/>
                <a:gd name="T43" fmla="*/ 91 h 1807"/>
                <a:gd name="T44" fmla="*/ 1241 w 1771"/>
                <a:gd name="T45" fmla="*/ 81 h 1807"/>
                <a:gd name="T46" fmla="*/ 1208 w 1771"/>
                <a:gd name="T47" fmla="*/ 66 h 1807"/>
                <a:gd name="T48" fmla="*/ 1162 w 1771"/>
                <a:gd name="T49" fmla="*/ 49 h 1807"/>
                <a:gd name="T50" fmla="*/ 1120 w 1771"/>
                <a:gd name="T51" fmla="*/ 36 h 1807"/>
                <a:gd name="T52" fmla="*/ 1097 w 1771"/>
                <a:gd name="T53" fmla="*/ 30 h 1807"/>
                <a:gd name="T54" fmla="*/ 1061 w 1771"/>
                <a:gd name="T55" fmla="*/ 21 h 1807"/>
                <a:gd name="T56" fmla="*/ 1037 w 1771"/>
                <a:gd name="T57" fmla="*/ 16 h 1807"/>
                <a:gd name="T58" fmla="*/ 175 w 1771"/>
                <a:gd name="T59" fmla="*/ 323 h 1807"/>
                <a:gd name="T60" fmla="*/ 1304 w 1771"/>
                <a:gd name="T61" fmla="*/ 402 h 1807"/>
                <a:gd name="T62" fmla="*/ 1372 w 1771"/>
                <a:gd name="T63" fmla="*/ 1125 h 1807"/>
                <a:gd name="T64" fmla="*/ 590 w 1771"/>
                <a:gd name="T65" fmla="*/ 1394 h 1807"/>
                <a:gd name="T66" fmla="*/ 403 w 1771"/>
                <a:gd name="T67" fmla="*/ 1396 h 1807"/>
                <a:gd name="T68" fmla="*/ 400 w 1771"/>
                <a:gd name="T69" fmla="*/ 1396 h 1807"/>
                <a:gd name="T70" fmla="*/ 381 w 1771"/>
                <a:gd name="T71" fmla="*/ 1380 h 1807"/>
                <a:gd name="T72" fmla="*/ 380 w 1771"/>
                <a:gd name="T73" fmla="*/ 1371 h 1807"/>
                <a:gd name="T74" fmla="*/ 510 w 1771"/>
                <a:gd name="T75" fmla="*/ 732 h 1807"/>
                <a:gd name="T76" fmla="*/ 519 w 1771"/>
                <a:gd name="T77" fmla="*/ 716 h 1807"/>
                <a:gd name="T78" fmla="*/ 786 w 1771"/>
                <a:gd name="T79" fmla="*/ 705 h 1807"/>
                <a:gd name="T80" fmla="*/ 0 w 1771"/>
                <a:gd name="T81" fmla="*/ 1037 h 1807"/>
                <a:gd name="T82" fmla="*/ 1292 w 1771"/>
                <a:gd name="T83" fmla="*/ 1701 h 1807"/>
                <a:gd name="T84" fmla="*/ 1313 w 1771"/>
                <a:gd name="T85" fmla="*/ 1689 h 1807"/>
                <a:gd name="T86" fmla="*/ 1333 w 1771"/>
                <a:gd name="T87" fmla="*/ 1677 h 1807"/>
                <a:gd name="T88" fmla="*/ 1354 w 1771"/>
                <a:gd name="T89" fmla="*/ 1665 h 1807"/>
                <a:gd name="T90" fmla="*/ 1374 w 1771"/>
                <a:gd name="T91" fmla="*/ 1651 h 1807"/>
                <a:gd name="T92" fmla="*/ 1394 w 1771"/>
                <a:gd name="T93" fmla="*/ 1638 h 1807"/>
                <a:gd name="T94" fmla="*/ 1418 w 1771"/>
                <a:gd name="T95" fmla="*/ 1620 h 1807"/>
                <a:gd name="T96" fmla="*/ 1441 w 1771"/>
                <a:gd name="T97" fmla="*/ 1601 h 1807"/>
                <a:gd name="T98" fmla="*/ 1504 w 1771"/>
                <a:gd name="T99" fmla="*/ 1545 h 1807"/>
                <a:gd name="T100" fmla="*/ 1520 w 1771"/>
                <a:gd name="T101" fmla="*/ 1528 h 1807"/>
                <a:gd name="T102" fmla="*/ 1538 w 1771"/>
                <a:gd name="T103" fmla="*/ 1509 h 1807"/>
                <a:gd name="T104" fmla="*/ 1759 w 1771"/>
                <a:gd name="T105" fmla="*/ 1052 h 1807"/>
                <a:gd name="T106" fmla="*/ 1762 w 1771"/>
                <a:gd name="T107" fmla="*/ 1029 h 1807"/>
                <a:gd name="T108" fmla="*/ 1765 w 1771"/>
                <a:gd name="T109" fmla="*/ 1005 h 1807"/>
                <a:gd name="T110" fmla="*/ 1767 w 1771"/>
                <a:gd name="T111" fmla="*/ 986 h 1807"/>
                <a:gd name="T112" fmla="*/ 1769 w 1771"/>
                <a:gd name="T113" fmla="*/ 966 h 1807"/>
                <a:gd name="T114" fmla="*/ 1770 w 1771"/>
                <a:gd name="T115" fmla="*/ 947 h 1807"/>
                <a:gd name="T116" fmla="*/ 1771 w 1771"/>
                <a:gd name="T117" fmla="*/ 928 h 1807"/>
                <a:gd name="T118" fmla="*/ 1771 w 1771"/>
                <a:gd name="T119" fmla="*/ 908 h 1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71" h="1807">
                  <a:moveTo>
                    <a:pt x="1771" y="893"/>
                  </a:moveTo>
                  <a:cubicBezTo>
                    <a:pt x="1771" y="892"/>
                    <a:pt x="1771" y="892"/>
                    <a:pt x="1771" y="892"/>
                  </a:cubicBezTo>
                  <a:cubicBezTo>
                    <a:pt x="1771" y="887"/>
                    <a:pt x="1771" y="887"/>
                    <a:pt x="1771" y="887"/>
                  </a:cubicBezTo>
                  <a:cubicBezTo>
                    <a:pt x="1771" y="885"/>
                    <a:pt x="1771" y="885"/>
                    <a:pt x="1771" y="885"/>
                  </a:cubicBezTo>
                  <a:cubicBezTo>
                    <a:pt x="1771" y="881"/>
                    <a:pt x="1771" y="881"/>
                    <a:pt x="1771" y="881"/>
                  </a:cubicBezTo>
                  <a:cubicBezTo>
                    <a:pt x="1771" y="880"/>
                    <a:pt x="1771" y="880"/>
                    <a:pt x="1771" y="880"/>
                  </a:cubicBezTo>
                  <a:cubicBezTo>
                    <a:pt x="1771" y="875"/>
                    <a:pt x="1771" y="875"/>
                    <a:pt x="1771" y="875"/>
                  </a:cubicBezTo>
                  <a:cubicBezTo>
                    <a:pt x="1771" y="874"/>
                    <a:pt x="1771" y="874"/>
                    <a:pt x="1771" y="874"/>
                  </a:cubicBezTo>
                  <a:cubicBezTo>
                    <a:pt x="1771" y="870"/>
                    <a:pt x="1771" y="870"/>
                    <a:pt x="1771" y="870"/>
                  </a:cubicBezTo>
                  <a:cubicBezTo>
                    <a:pt x="1770" y="868"/>
                    <a:pt x="1770" y="868"/>
                    <a:pt x="1770" y="868"/>
                  </a:cubicBezTo>
                  <a:cubicBezTo>
                    <a:pt x="1770" y="864"/>
                    <a:pt x="1770" y="864"/>
                    <a:pt x="1770" y="864"/>
                  </a:cubicBezTo>
                  <a:cubicBezTo>
                    <a:pt x="1770" y="862"/>
                    <a:pt x="1770" y="862"/>
                    <a:pt x="1770" y="862"/>
                  </a:cubicBezTo>
                  <a:cubicBezTo>
                    <a:pt x="1770" y="859"/>
                    <a:pt x="1770" y="859"/>
                    <a:pt x="1770" y="859"/>
                  </a:cubicBezTo>
                  <a:cubicBezTo>
                    <a:pt x="1770" y="857"/>
                    <a:pt x="1770" y="857"/>
                    <a:pt x="1770" y="857"/>
                  </a:cubicBezTo>
                  <a:cubicBezTo>
                    <a:pt x="1770" y="852"/>
                    <a:pt x="1770" y="852"/>
                    <a:pt x="1770" y="852"/>
                  </a:cubicBezTo>
                  <a:cubicBezTo>
                    <a:pt x="1770" y="851"/>
                    <a:pt x="1770" y="851"/>
                    <a:pt x="1770" y="851"/>
                  </a:cubicBezTo>
                  <a:cubicBezTo>
                    <a:pt x="1769" y="847"/>
                    <a:pt x="1769" y="847"/>
                    <a:pt x="1769" y="847"/>
                  </a:cubicBezTo>
                  <a:cubicBezTo>
                    <a:pt x="1769" y="845"/>
                    <a:pt x="1769" y="845"/>
                    <a:pt x="1769" y="845"/>
                  </a:cubicBezTo>
                  <a:cubicBezTo>
                    <a:pt x="1769" y="841"/>
                    <a:pt x="1769" y="841"/>
                    <a:pt x="1769" y="841"/>
                  </a:cubicBezTo>
                  <a:cubicBezTo>
                    <a:pt x="1769" y="839"/>
                    <a:pt x="1769" y="839"/>
                    <a:pt x="1769" y="839"/>
                  </a:cubicBezTo>
                  <a:cubicBezTo>
                    <a:pt x="1769" y="836"/>
                    <a:pt x="1769" y="836"/>
                    <a:pt x="1769" y="836"/>
                  </a:cubicBezTo>
                  <a:cubicBezTo>
                    <a:pt x="1768" y="834"/>
                    <a:pt x="1768" y="834"/>
                    <a:pt x="1768" y="834"/>
                  </a:cubicBezTo>
                  <a:cubicBezTo>
                    <a:pt x="1768" y="830"/>
                    <a:pt x="1768" y="830"/>
                    <a:pt x="1768" y="830"/>
                  </a:cubicBezTo>
                  <a:cubicBezTo>
                    <a:pt x="1768" y="828"/>
                    <a:pt x="1768" y="828"/>
                    <a:pt x="1768" y="828"/>
                  </a:cubicBezTo>
                  <a:cubicBezTo>
                    <a:pt x="1768" y="824"/>
                    <a:pt x="1768" y="824"/>
                    <a:pt x="1768" y="824"/>
                  </a:cubicBezTo>
                  <a:cubicBezTo>
                    <a:pt x="1768" y="822"/>
                    <a:pt x="1768" y="822"/>
                    <a:pt x="1768" y="822"/>
                  </a:cubicBezTo>
                  <a:cubicBezTo>
                    <a:pt x="1767" y="819"/>
                    <a:pt x="1767" y="819"/>
                    <a:pt x="1767" y="819"/>
                  </a:cubicBezTo>
                  <a:cubicBezTo>
                    <a:pt x="1767" y="816"/>
                    <a:pt x="1767" y="816"/>
                    <a:pt x="1767" y="816"/>
                  </a:cubicBezTo>
                  <a:cubicBezTo>
                    <a:pt x="1767" y="813"/>
                    <a:pt x="1767" y="813"/>
                    <a:pt x="1767" y="813"/>
                  </a:cubicBezTo>
                  <a:cubicBezTo>
                    <a:pt x="1766" y="810"/>
                    <a:pt x="1766" y="810"/>
                    <a:pt x="1766" y="810"/>
                  </a:cubicBezTo>
                  <a:cubicBezTo>
                    <a:pt x="1766" y="808"/>
                    <a:pt x="1766" y="808"/>
                    <a:pt x="1766" y="808"/>
                  </a:cubicBezTo>
                  <a:cubicBezTo>
                    <a:pt x="1765" y="799"/>
                    <a:pt x="1765" y="799"/>
                    <a:pt x="1765" y="799"/>
                  </a:cubicBezTo>
                  <a:cubicBezTo>
                    <a:pt x="1765" y="797"/>
                    <a:pt x="1765" y="797"/>
                    <a:pt x="1765" y="797"/>
                  </a:cubicBezTo>
                  <a:cubicBezTo>
                    <a:pt x="1765" y="794"/>
                    <a:pt x="1765" y="794"/>
                    <a:pt x="1765" y="794"/>
                  </a:cubicBezTo>
                  <a:cubicBezTo>
                    <a:pt x="1764" y="793"/>
                    <a:pt x="1764" y="793"/>
                    <a:pt x="1764" y="793"/>
                  </a:cubicBezTo>
                  <a:cubicBezTo>
                    <a:pt x="1764" y="787"/>
                    <a:pt x="1764" y="787"/>
                    <a:pt x="1764" y="787"/>
                  </a:cubicBezTo>
                  <a:cubicBezTo>
                    <a:pt x="1763" y="786"/>
                    <a:pt x="1763" y="786"/>
                    <a:pt x="1763" y="786"/>
                  </a:cubicBezTo>
                  <a:cubicBezTo>
                    <a:pt x="1763" y="783"/>
                    <a:pt x="1763" y="783"/>
                    <a:pt x="1763" y="783"/>
                  </a:cubicBezTo>
                  <a:cubicBezTo>
                    <a:pt x="1763" y="782"/>
                    <a:pt x="1763" y="782"/>
                    <a:pt x="1763" y="782"/>
                  </a:cubicBezTo>
                  <a:cubicBezTo>
                    <a:pt x="1762" y="775"/>
                    <a:pt x="1762" y="775"/>
                    <a:pt x="1762" y="775"/>
                  </a:cubicBezTo>
                  <a:cubicBezTo>
                    <a:pt x="1762" y="774"/>
                    <a:pt x="1762" y="774"/>
                    <a:pt x="1762" y="774"/>
                  </a:cubicBezTo>
                  <a:cubicBezTo>
                    <a:pt x="1761" y="771"/>
                    <a:pt x="1761" y="771"/>
                    <a:pt x="1761" y="771"/>
                  </a:cubicBezTo>
                  <a:cubicBezTo>
                    <a:pt x="1761" y="770"/>
                    <a:pt x="1761" y="770"/>
                    <a:pt x="1761" y="770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0"/>
                    <a:pt x="1760" y="760"/>
                    <a:pt x="1760" y="760"/>
                  </a:cubicBezTo>
                  <a:cubicBezTo>
                    <a:pt x="1760" y="759"/>
                    <a:pt x="1760" y="759"/>
                    <a:pt x="1760" y="759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4" y="728"/>
                    <a:pt x="1750" y="708"/>
                    <a:pt x="1745" y="688"/>
                  </a:cubicBezTo>
                  <a:cubicBezTo>
                    <a:pt x="1745" y="688"/>
                    <a:pt x="1745" y="688"/>
                    <a:pt x="1745" y="688"/>
                  </a:cubicBezTo>
                  <a:cubicBezTo>
                    <a:pt x="1743" y="677"/>
                    <a:pt x="1743" y="677"/>
                    <a:pt x="1743" y="677"/>
                  </a:cubicBezTo>
                  <a:cubicBezTo>
                    <a:pt x="1742" y="677"/>
                    <a:pt x="1742" y="677"/>
                    <a:pt x="1742" y="677"/>
                  </a:cubicBezTo>
                  <a:cubicBezTo>
                    <a:pt x="1740" y="667"/>
                    <a:pt x="1740" y="667"/>
                    <a:pt x="1740" y="667"/>
                  </a:cubicBezTo>
                  <a:cubicBezTo>
                    <a:pt x="1739" y="665"/>
                    <a:pt x="1739" y="665"/>
                    <a:pt x="1739" y="665"/>
                  </a:cubicBezTo>
                  <a:cubicBezTo>
                    <a:pt x="1739" y="663"/>
                    <a:pt x="1739" y="663"/>
                    <a:pt x="1739" y="663"/>
                  </a:cubicBezTo>
                  <a:cubicBezTo>
                    <a:pt x="1738" y="661"/>
                    <a:pt x="1738" y="661"/>
                    <a:pt x="1738" y="661"/>
                  </a:cubicBezTo>
                  <a:cubicBezTo>
                    <a:pt x="1737" y="657"/>
                    <a:pt x="1737" y="657"/>
                    <a:pt x="1737" y="657"/>
                  </a:cubicBezTo>
                  <a:cubicBezTo>
                    <a:pt x="1736" y="654"/>
                    <a:pt x="1736" y="654"/>
                    <a:pt x="1736" y="654"/>
                  </a:cubicBezTo>
                  <a:cubicBezTo>
                    <a:pt x="1736" y="652"/>
                    <a:pt x="1736" y="652"/>
                    <a:pt x="1736" y="652"/>
                  </a:cubicBezTo>
                  <a:cubicBezTo>
                    <a:pt x="1735" y="650"/>
                    <a:pt x="1735" y="650"/>
                    <a:pt x="1735" y="650"/>
                  </a:cubicBezTo>
                  <a:cubicBezTo>
                    <a:pt x="1734" y="646"/>
                    <a:pt x="1734" y="646"/>
                    <a:pt x="1734" y="646"/>
                  </a:cubicBezTo>
                  <a:cubicBezTo>
                    <a:pt x="1733" y="643"/>
                    <a:pt x="1733" y="643"/>
                    <a:pt x="1733" y="643"/>
                  </a:cubicBezTo>
                  <a:cubicBezTo>
                    <a:pt x="1732" y="642"/>
                    <a:pt x="1732" y="642"/>
                    <a:pt x="1732" y="642"/>
                  </a:cubicBezTo>
                  <a:cubicBezTo>
                    <a:pt x="1732" y="638"/>
                    <a:pt x="1732" y="638"/>
                    <a:pt x="1732" y="638"/>
                  </a:cubicBezTo>
                  <a:cubicBezTo>
                    <a:pt x="1731" y="637"/>
                    <a:pt x="1731" y="637"/>
                    <a:pt x="1731" y="637"/>
                  </a:cubicBezTo>
                  <a:cubicBezTo>
                    <a:pt x="1730" y="633"/>
                    <a:pt x="1730" y="633"/>
                    <a:pt x="1730" y="633"/>
                  </a:cubicBezTo>
                  <a:cubicBezTo>
                    <a:pt x="1729" y="631"/>
                    <a:pt x="1729" y="631"/>
                    <a:pt x="1729" y="631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19" y="599"/>
                    <a:pt x="1710" y="577"/>
                    <a:pt x="1701" y="555"/>
                  </a:cubicBezTo>
                  <a:cubicBezTo>
                    <a:pt x="1696" y="543"/>
                    <a:pt x="1691" y="530"/>
                    <a:pt x="1685" y="518"/>
                  </a:cubicBezTo>
                  <a:cubicBezTo>
                    <a:pt x="1672" y="491"/>
                    <a:pt x="1658" y="465"/>
                    <a:pt x="1643" y="440"/>
                  </a:cubicBezTo>
                  <a:cubicBezTo>
                    <a:pt x="1640" y="435"/>
                    <a:pt x="1640" y="435"/>
                    <a:pt x="1640" y="435"/>
                  </a:cubicBezTo>
                  <a:cubicBezTo>
                    <a:pt x="1640" y="434"/>
                    <a:pt x="1640" y="434"/>
                    <a:pt x="1640" y="434"/>
                  </a:cubicBezTo>
                  <a:cubicBezTo>
                    <a:pt x="1625" y="410"/>
                    <a:pt x="1609" y="387"/>
                    <a:pt x="1593" y="365"/>
                  </a:cubicBezTo>
                  <a:cubicBezTo>
                    <a:pt x="1593" y="364"/>
                    <a:pt x="1593" y="364"/>
                    <a:pt x="1593" y="364"/>
                  </a:cubicBezTo>
                  <a:cubicBezTo>
                    <a:pt x="1589" y="360"/>
                    <a:pt x="1589" y="360"/>
                    <a:pt x="1589" y="360"/>
                  </a:cubicBezTo>
                  <a:cubicBezTo>
                    <a:pt x="1589" y="359"/>
                    <a:pt x="1589" y="359"/>
                    <a:pt x="1589" y="359"/>
                  </a:cubicBezTo>
                  <a:cubicBezTo>
                    <a:pt x="1586" y="355"/>
                    <a:pt x="1586" y="355"/>
                    <a:pt x="1586" y="355"/>
                  </a:cubicBezTo>
                  <a:cubicBezTo>
                    <a:pt x="1585" y="355"/>
                    <a:pt x="1585" y="355"/>
                    <a:pt x="1585" y="355"/>
                  </a:cubicBezTo>
                  <a:cubicBezTo>
                    <a:pt x="1582" y="351"/>
                    <a:pt x="1582" y="351"/>
                    <a:pt x="1582" y="351"/>
                  </a:cubicBezTo>
                  <a:cubicBezTo>
                    <a:pt x="1582" y="350"/>
                    <a:pt x="1582" y="350"/>
                    <a:pt x="1582" y="350"/>
                  </a:cubicBezTo>
                  <a:cubicBezTo>
                    <a:pt x="1578" y="346"/>
                    <a:pt x="1578" y="346"/>
                    <a:pt x="1578" y="346"/>
                  </a:cubicBezTo>
                  <a:cubicBezTo>
                    <a:pt x="1578" y="345"/>
                    <a:pt x="1578" y="345"/>
                    <a:pt x="1578" y="345"/>
                  </a:cubicBezTo>
                  <a:cubicBezTo>
                    <a:pt x="1572" y="338"/>
                    <a:pt x="1566" y="330"/>
                    <a:pt x="1559" y="322"/>
                  </a:cubicBezTo>
                  <a:cubicBezTo>
                    <a:pt x="1559" y="322"/>
                    <a:pt x="1559" y="322"/>
                    <a:pt x="1559" y="322"/>
                  </a:cubicBezTo>
                  <a:cubicBezTo>
                    <a:pt x="1555" y="318"/>
                    <a:pt x="1555" y="318"/>
                    <a:pt x="1555" y="318"/>
                  </a:cubicBezTo>
                  <a:cubicBezTo>
                    <a:pt x="1555" y="317"/>
                    <a:pt x="1555" y="317"/>
                    <a:pt x="1555" y="317"/>
                  </a:cubicBezTo>
                  <a:cubicBezTo>
                    <a:pt x="1552" y="313"/>
                    <a:pt x="1552" y="313"/>
                    <a:pt x="1552" y="313"/>
                  </a:cubicBezTo>
                  <a:cubicBezTo>
                    <a:pt x="1551" y="313"/>
                    <a:pt x="1551" y="313"/>
                    <a:pt x="1551" y="313"/>
                  </a:cubicBezTo>
                  <a:cubicBezTo>
                    <a:pt x="1548" y="309"/>
                    <a:pt x="1548" y="309"/>
                    <a:pt x="1548" y="309"/>
                  </a:cubicBezTo>
                  <a:cubicBezTo>
                    <a:pt x="1547" y="308"/>
                    <a:pt x="1547" y="308"/>
                    <a:pt x="1547" y="308"/>
                  </a:cubicBezTo>
                  <a:cubicBezTo>
                    <a:pt x="1544" y="304"/>
                    <a:pt x="1544" y="304"/>
                    <a:pt x="1544" y="304"/>
                  </a:cubicBezTo>
                  <a:cubicBezTo>
                    <a:pt x="1543" y="304"/>
                    <a:pt x="1543" y="304"/>
                    <a:pt x="1543" y="304"/>
                  </a:cubicBezTo>
                  <a:cubicBezTo>
                    <a:pt x="1537" y="297"/>
                    <a:pt x="1530" y="289"/>
                    <a:pt x="1523" y="282"/>
                  </a:cubicBezTo>
                  <a:cubicBezTo>
                    <a:pt x="1523" y="282"/>
                    <a:pt x="1523" y="282"/>
                    <a:pt x="1523" y="282"/>
                  </a:cubicBezTo>
                  <a:cubicBezTo>
                    <a:pt x="1519" y="278"/>
                    <a:pt x="1519" y="278"/>
                    <a:pt x="1519" y="278"/>
                  </a:cubicBezTo>
                  <a:cubicBezTo>
                    <a:pt x="1519" y="277"/>
                    <a:pt x="1519" y="277"/>
                    <a:pt x="1519" y="277"/>
                  </a:cubicBezTo>
                  <a:cubicBezTo>
                    <a:pt x="1515" y="274"/>
                    <a:pt x="1515" y="274"/>
                    <a:pt x="1515" y="274"/>
                  </a:cubicBezTo>
                  <a:cubicBezTo>
                    <a:pt x="1515" y="273"/>
                    <a:pt x="1515" y="273"/>
                    <a:pt x="1515" y="273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510" y="269"/>
                    <a:pt x="1510" y="269"/>
                    <a:pt x="1510" y="269"/>
                  </a:cubicBezTo>
                  <a:cubicBezTo>
                    <a:pt x="1507" y="265"/>
                    <a:pt x="1507" y="265"/>
                    <a:pt x="1507" y="265"/>
                  </a:cubicBezTo>
                  <a:cubicBezTo>
                    <a:pt x="1506" y="265"/>
                    <a:pt x="1506" y="265"/>
                    <a:pt x="1506" y="265"/>
                  </a:cubicBezTo>
                  <a:cubicBezTo>
                    <a:pt x="1499" y="258"/>
                    <a:pt x="1492" y="251"/>
                    <a:pt x="1485" y="244"/>
                  </a:cubicBezTo>
                  <a:cubicBezTo>
                    <a:pt x="1485" y="244"/>
                    <a:pt x="1485" y="244"/>
                    <a:pt x="1485" y="244"/>
                  </a:cubicBezTo>
                  <a:cubicBezTo>
                    <a:pt x="1481" y="240"/>
                    <a:pt x="1481" y="240"/>
                    <a:pt x="1481" y="240"/>
                  </a:cubicBezTo>
                  <a:cubicBezTo>
                    <a:pt x="1480" y="239"/>
                    <a:pt x="1480" y="239"/>
                    <a:pt x="1480" y="239"/>
                  </a:cubicBezTo>
                  <a:cubicBezTo>
                    <a:pt x="1477" y="236"/>
                    <a:pt x="1477" y="236"/>
                    <a:pt x="1477" y="236"/>
                  </a:cubicBezTo>
                  <a:cubicBezTo>
                    <a:pt x="1476" y="235"/>
                    <a:pt x="1476" y="235"/>
                    <a:pt x="1476" y="235"/>
                  </a:cubicBezTo>
                  <a:cubicBezTo>
                    <a:pt x="1472" y="232"/>
                    <a:pt x="1472" y="232"/>
                    <a:pt x="1472" y="232"/>
                  </a:cubicBezTo>
                  <a:cubicBezTo>
                    <a:pt x="1471" y="232"/>
                    <a:pt x="1471" y="232"/>
                    <a:pt x="1471" y="232"/>
                  </a:cubicBezTo>
                  <a:cubicBezTo>
                    <a:pt x="1468" y="228"/>
                    <a:pt x="1468" y="228"/>
                    <a:pt x="1468" y="228"/>
                  </a:cubicBezTo>
                  <a:cubicBezTo>
                    <a:pt x="1467" y="228"/>
                    <a:pt x="1467" y="228"/>
                    <a:pt x="1467" y="228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5" y="209"/>
                    <a:pt x="1445" y="209"/>
                    <a:pt x="1445" y="209"/>
                  </a:cubicBezTo>
                  <a:cubicBezTo>
                    <a:pt x="1444" y="208"/>
                    <a:pt x="1444" y="208"/>
                    <a:pt x="1444" y="208"/>
                  </a:cubicBezTo>
                  <a:cubicBezTo>
                    <a:pt x="1440" y="205"/>
                    <a:pt x="1440" y="205"/>
                    <a:pt x="1440" y="205"/>
                  </a:cubicBezTo>
                  <a:cubicBezTo>
                    <a:pt x="1439" y="204"/>
                    <a:pt x="1439" y="204"/>
                    <a:pt x="1439" y="204"/>
                  </a:cubicBezTo>
                  <a:cubicBezTo>
                    <a:pt x="1436" y="201"/>
                    <a:pt x="1436" y="201"/>
                    <a:pt x="1436" y="201"/>
                  </a:cubicBezTo>
                  <a:cubicBezTo>
                    <a:pt x="1435" y="200"/>
                    <a:pt x="1435" y="200"/>
                    <a:pt x="1435" y="200"/>
                  </a:cubicBezTo>
                  <a:cubicBezTo>
                    <a:pt x="1431" y="197"/>
                    <a:pt x="1431" y="197"/>
                    <a:pt x="1431" y="197"/>
                  </a:cubicBezTo>
                  <a:cubicBezTo>
                    <a:pt x="1430" y="197"/>
                    <a:pt x="1430" y="197"/>
                    <a:pt x="1430" y="197"/>
                  </a:cubicBezTo>
                  <a:cubicBezTo>
                    <a:pt x="1426" y="194"/>
                    <a:pt x="1426" y="194"/>
                    <a:pt x="1426" y="194"/>
                  </a:cubicBezTo>
                  <a:cubicBezTo>
                    <a:pt x="1425" y="193"/>
                    <a:pt x="1425" y="193"/>
                    <a:pt x="1425" y="193"/>
                  </a:cubicBezTo>
                  <a:cubicBezTo>
                    <a:pt x="1421" y="190"/>
                    <a:pt x="1421" y="190"/>
                    <a:pt x="1421" y="190"/>
                  </a:cubicBezTo>
                  <a:cubicBezTo>
                    <a:pt x="1421" y="189"/>
                    <a:pt x="1421" y="189"/>
                    <a:pt x="1421" y="189"/>
                  </a:cubicBezTo>
                  <a:cubicBezTo>
                    <a:pt x="1407" y="179"/>
                    <a:pt x="1407" y="179"/>
                    <a:pt x="1407" y="179"/>
                  </a:cubicBezTo>
                  <a:cubicBezTo>
                    <a:pt x="1406" y="178"/>
                    <a:pt x="1406" y="178"/>
                    <a:pt x="1406" y="178"/>
                  </a:cubicBezTo>
                  <a:cubicBezTo>
                    <a:pt x="1402" y="175"/>
                    <a:pt x="1402" y="175"/>
                    <a:pt x="1402" y="175"/>
                  </a:cubicBezTo>
                  <a:cubicBezTo>
                    <a:pt x="1401" y="174"/>
                    <a:pt x="1401" y="174"/>
                    <a:pt x="1401" y="174"/>
                  </a:cubicBezTo>
                  <a:cubicBezTo>
                    <a:pt x="1398" y="172"/>
                    <a:pt x="1398" y="172"/>
                    <a:pt x="1398" y="172"/>
                  </a:cubicBezTo>
                  <a:cubicBezTo>
                    <a:pt x="1396" y="171"/>
                    <a:pt x="1396" y="171"/>
                    <a:pt x="1396" y="171"/>
                  </a:cubicBezTo>
                  <a:cubicBezTo>
                    <a:pt x="1393" y="169"/>
                    <a:pt x="1393" y="169"/>
                    <a:pt x="1393" y="169"/>
                  </a:cubicBezTo>
                  <a:cubicBezTo>
                    <a:pt x="1391" y="167"/>
                    <a:pt x="1391" y="167"/>
                    <a:pt x="1391" y="167"/>
                  </a:cubicBezTo>
                  <a:cubicBezTo>
                    <a:pt x="1388" y="165"/>
                    <a:pt x="1388" y="165"/>
                    <a:pt x="1388" y="165"/>
                  </a:cubicBezTo>
                  <a:cubicBezTo>
                    <a:pt x="1387" y="164"/>
                    <a:pt x="1387" y="164"/>
                    <a:pt x="1387" y="164"/>
                  </a:cubicBezTo>
                  <a:cubicBezTo>
                    <a:pt x="1383" y="162"/>
                    <a:pt x="1383" y="162"/>
                    <a:pt x="1383" y="162"/>
                  </a:cubicBezTo>
                  <a:cubicBezTo>
                    <a:pt x="1382" y="161"/>
                    <a:pt x="1382" y="161"/>
                    <a:pt x="1382" y="161"/>
                  </a:cubicBezTo>
                  <a:cubicBezTo>
                    <a:pt x="1378" y="158"/>
                    <a:pt x="1378" y="158"/>
                    <a:pt x="1378" y="158"/>
                  </a:cubicBezTo>
                  <a:cubicBezTo>
                    <a:pt x="1377" y="158"/>
                    <a:pt x="1377" y="158"/>
                    <a:pt x="1377" y="158"/>
                  </a:cubicBezTo>
                  <a:cubicBezTo>
                    <a:pt x="1363" y="148"/>
                    <a:pt x="1363" y="148"/>
                    <a:pt x="1363" y="148"/>
                  </a:cubicBezTo>
                  <a:cubicBezTo>
                    <a:pt x="1362" y="147"/>
                    <a:pt x="1362" y="147"/>
                    <a:pt x="1362" y="147"/>
                  </a:cubicBezTo>
                  <a:cubicBezTo>
                    <a:pt x="1358" y="145"/>
                    <a:pt x="1358" y="145"/>
                    <a:pt x="1358" y="145"/>
                  </a:cubicBezTo>
                  <a:cubicBezTo>
                    <a:pt x="1356" y="144"/>
                    <a:pt x="1356" y="144"/>
                    <a:pt x="1356" y="144"/>
                  </a:cubicBezTo>
                  <a:cubicBezTo>
                    <a:pt x="1353" y="141"/>
                    <a:pt x="1353" y="141"/>
                    <a:pt x="1353" y="141"/>
                  </a:cubicBezTo>
                  <a:cubicBezTo>
                    <a:pt x="1352" y="141"/>
                    <a:pt x="1352" y="141"/>
                    <a:pt x="1352" y="141"/>
                  </a:cubicBezTo>
                  <a:cubicBezTo>
                    <a:pt x="1348" y="138"/>
                    <a:pt x="1348" y="138"/>
                    <a:pt x="1348" y="138"/>
                  </a:cubicBezTo>
                  <a:cubicBezTo>
                    <a:pt x="1347" y="138"/>
                    <a:pt x="1347" y="138"/>
                    <a:pt x="1347" y="138"/>
                  </a:cubicBezTo>
                  <a:cubicBezTo>
                    <a:pt x="1343" y="135"/>
                    <a:pt x="1343" y="135"/>
                    <a:pt x="1343" y="135"/>
                  </a:cubicBezTo>
                  <a:cubicBezTo>
                    <a:pt x="1342" y="134"/>
                    <a:pt x="1342" y="134"/>
                    <a:pt x="1342" y="134"/>
                  </a:cubicBezTo>
                  <a:cubicBezTo>
                    <a:pt x="1338" y="132"/>
                    <a:pt x="1338" y="132"/>
                    <a:pt x="1338" y="132"/>
                  </a:cubicBezTo>
                  <a:cubicBezTo>
                    <a:pt x="1337" y="131"/>
                    <a:pt x="1337" y="131"/>
                    <a:pt x="1337" y="131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16" y="119"/>
                    <a:pt x="1316" y="119"/>
                    <a:pt x="1316" y="119"/>
                  </a:cubicBezTo>
                  <a:cubicBezTo>
                    <a:pt x="1315" y="119"/>
                    <a:pt x="1315" y="119"/>
                    <a:pt x="1315" y="119"/>
                  </a:cubicBezTo>
                  <a:cubicBezTo>
                    <a:pt x="1311" y="116"/>
                    <a:pt x="1311" y="116"/>
                    <a:pt x="1311" y="116"/>
                  </a:cubicBezTo>
                  <a:cubicBezTo>
                    <a:pt x="1310" y="116"/>
                    <a:pt x="1310" y="116"/>
                    <a:pt x="1310" y="116"/>
                  </a:cubicBezTo>
                  <a:cubicBezTo>
                    <a:pt x="1306" y="114"/>
                    <a:pt x="1306" y="114"/>
                    <a:pt x="1306" y="114"/>
                  </a:cubicBezTo>
                  <a:cubicBezTo>
                    <a:pt x="1305" y="113"/>
                    <a:pt x="1305" y="113"/>
                    <a:pt x="1305" y="113"/>
                  </a:cubicBezTo>
                  <a:cubicBezTo>
                    <a:pt x="1301" y="111"/>
                    <a:pt x="1301" y="111"/>
                    <a:pt x="1301" y="111"/>
                  </a:cubicBezTo>
                  <a:cubicBezTo>
                    <a:pt x="1300" y="110"/>
                    <a:pt x="1300" y="110"/>
                    <a:pt x="1300" y="110"/>
                  </a:cubicBezTo>
                  <a:cubicBezTo>
                    <a:pt x="1296" y="108"/>
                    <a:pt x="1296" y="108"/>
                    <a:pt x="1296" y="108"/>
                  </a:cubicBezTo>
                  <a:cubicBezTo>
                    <a:pt x="1295" y="107"/>
                    <a:pt x="1295" y="107"/>
                    <a:pt x="1295" y="107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89" y="105"/>
                    <a:pt x="1289" y="105"/>
                    <a:pt x="1289" y="105"/>
                  </a:cubicBezTo>
                  <a:cubicBezTo>
                    <a:pt x="1282" y="101"/>
                    <a:pt x="1275" y="97"/>
                    <a:pt x="1268" y="94"/>
                  </a:cubicBezTo>
                  <a:cubicBezTo>
                    <a:pt x="1267" y="93"/>
                    <a:pt x="1267" y="93"/>
                    <a:pt x="1267" y="93"/>
                  </a:cubicBezTo>
                  <a:cubicBezTo>
                    <a:pt x="1263" y="91"/>
                    <a:pt x="1263" y="91"/>
                    <a:pt x="1263" y="91"/>
                  </a:cubicBezTo>
                  <a:cubicBezTo>
                    <a:pt x="1262" y="91"/>
                    <a:pt x="1262" y="91"/>
                    <a:pt x="1262" y="91"/>
                  </a:cubicBezTo>
                  <a:cubicBezTo>
                    <a:pt x="1258" y="89"/>
                    <a:pt x="1258" y="89"/>
                    <a:pt x="1258" y="89"/>
                  </a:cubicBezTo>
                  <a:cubicBezTo>
                    <a:pt x="1256" y="88"/>
                    <a:pt x="1256" y="88"/>
                    <a:pt x="1256" y="88"/>
                  </a:cubicBezTo>
                  <a:cubicBezTo>
                    <a:pt x="1252" y="86"/>
                    <a:pt x="1252" y="86"/>
                    <a:pt x="1252" y="86"/>
                  </a:cubicBezTo>
                  <a:cubicBezTo>
                    <a:pt x="1251" y="86"/>
                    <a:pt x="1251" y="86"/>
                    <a:pt x="1251" y="86"/>
                  </a:cubicBezTo>
                  <a:cubicBezTo>
                    <a:pt x="1247" y="83"/>
                    <a:pt x="1247" y="83"/>
                    <a:pt x="1247" y="83"/>
                  </a:cubicBezTo>
                  <a:cubicBezTo>
                    <a:pt x="1246" y="83"/>
                    <a:pt x="1246" y="83"/>
                    <a:pt x="1246" y="83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35" y="78"/>
                    <a:pt x="1229" y="76"/>
                    <a:pt x="1224" y="73"/>
                  </a:cubicBezTo>
                  <a:cubicBezTo>
                    <a:pt x="1224" y="73"/>
                    <a:pt x="1224" y="73"/>
                    <a:pt x="1224" y="73"/>
                  </a:cubicBezTo>
                  <a:cubicBezTo>
                    <a:pt x="1219" y="71"/>
                    <a:pt x="1219" y="71"/>
                    <a:pt x="1219" y="71"/>
                  </a:cubicBezTo>
                  <a:cubicBezTo>
                    <a:pt x="1218" y="71"/>
                    <a:pt x="1218" y="71"/>
                    <a:pt x="1218" y="71"/>
                  </a:cubicBezTo>
                  <a:cubicBezTo>
                    <a:pt x="1213" y="69"/>
                    <a:pt x="1213" y="69"/>
                    <a:pt x="1213" y="69"/>
                  </a:cubicBezTo>
                  <a:cubicBezTo>
                    <a:pt x="1212" y="68"/>
                    <a:pt x="1212" y="68"/>
                    <a:pt x="1212" y="68"/>
                  </a:cubicBezTo>
                  <a:cubicBezTo>
                    <a:pt x="1208" y="66"/>
                    <a:pt x="1208" y="66"/>
                    <a:pt x="1208" y="66"/>
                  </a:cubicBezTo>
                  <a:cubicBezTo>
                    <a:pt x="1207" y="66"/>
                    <a:pt x="1207" y="66"/>
                    <a:pt x="1207" y="66"/>
                  </a:cubicBezTo>
                  <a:cubicBezTo>
                    <a:pt x="1202" y="64"/>
                    <a:pt x="1202" y="64"/>
                    <a:pt x="1202" y="64"/>
                  </a:cubicBezTo>
                  <a:cubicBezTo>
                    <a:pt x="1201" y="64"/>
                    <a:pt x="1201" y="64"/>
                    <a:pt x="1201" y="64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86" y="58"/>
                    <a:pt x="1177" y="55"/>
                    <a:pt x="1167" y="51"/>
                  </a:cubicBezTo>
                  <a:cubicBezTo>
                    <a:pt x="1166" y="51"/>
                    <a:pt x="1166" y="51"/>
                    <a:pt x="1166" y="51"/>
                  </a:cubicBezTo>
                  <a:cubicBezTo>
                    <a:pt x="1162" y="49"/>
                    <a:pt x="1162" y="49"/>
                    <a:pt x="1162" y="49"/>
                  </a:cubicBezTo>
                  <a:cubicBezTo>
                    <a:pt x="1161" y="49"/>
                    <a:pt x="1161" y="49"/>
                    <a:pt x="1161" y="49"/>
                  </a:cubicBezTo>
                  <a:cubicBezTo>
                    <a:pt x="1156" y="47"/>
                    <a:pt x="1156" y="47"/>
                    <a:pt x="1156" y="47"/>
                  </a:cubicBezTo>
                  <a:cubicBezTo>
                    <a:pt x="1155" y="47"/>
                    <a:pt x="1155" y="47"/>
                    <a:pt x="1155" y="47"/>
                  </a:cubicBezTo>
                  <a:cubicBezTo>
                    <a:pt x="1150" y="45"/>
                    <a:pt x="1150" y="45"/>
                    <a:pt x="1150" y="45"/>
                  </a:cubicBezTo>
                  <a:cubicBezTo>
                    <a:pt x="1149" y="45"/>
                    <a:pt x="1149" y="45"/>
                    <a:pt x="1149" y="45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36" y="41"/>
                    <a:pt x="1128" y="38"/>
                    <a:pt x="1120" y="36"/>
                  </a:cubicBezTo>
                  <a:cubicBezTo>
                    <a:pt x="1120" y="36"/>
                    <a:pt x="1120" y="36"/>
                    <a:pt x="1120" y="36"/>
                  </a:cubicBezTo>
                  <a:cubicBezTo>
                    <a:pt x="1115" y="35"/>
                    <a:pt x="1115" y="35"/>
                    <a:pt x="1115" y="35"/>
                  </a:cubicBezTo>
                  <a:cubicBezTo>
                    <a:pt x="1114" y="34"/>
                    <a:pt x="1114" y="34"/>
                    <a:pt x="1114" y="34"/>
                  </a:cubicBezTo>
                  <a:cubicBezTo>
                    <a:pt x="1109" y="33"/>
                    <a:pt x="1109" y="33"/>
                    <a:pt x="1109" y="33"/>
                  </a:cubicBezTo>
                  <a:cubicBezTo>
                    <a:pt x="1108" y="33"/>
                    <a:pt x="1108" y="33"/>
                    <a:pt x="1108" y="33"/>
                  </a:cubicBezTo>
                  <a:cubicBezTo>
                    <a:pt x="1103" y="31"/>
                    <a:pt x="1103" y="31"/>
                    <a:pt x="1103" y="31"/>
                  </a:cubicBezTo>
                  <a:cubicBezTo>
                    <a:pt x="1102" y="31"/>
                    <a:pt x="1102" y="31"/>
                    <a:pt x="1102" y="31"/>
                  </a:cubicBezTo>
                  <a:cubicBezTo>
                    <a:pt x="1097" y="30"/>
                    <a:pt x="1097" y="30"/>
                    <a:pt x="1097" y="30"/>
                  </a:cubicBezTo>
                  <a:cubicBezTo>
                    <a:pt x="1096" y="29"/>
                    <a:pt x="1096" y="29"/>
                    <a:pt x="1096" y="29"/>
                  </a:cubicBezTo>
                  <a:cubicBezTo>
                    <a:pt x="1091" y="28"/>
                    <a:pt x="1091" y="28"/>
                    <a:pt x="1091" y="28"/>
                  </a:cubicBezTo>
                  <a:cubicBezTo>
                    <a:pt x="1090" y="28"/>
                    <a:pt x="1090" y="28"/>
                    <a:pt x="1090" y="28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79" y="25"/>
                    <a:pt x="1073" y="24"/>
                    <a:pt x="1067" y="22"/>
                  </a:cubicBezTo>
                  <a:cubicBezTo>
                    <a:pt x="1066" y="22"/>
                    <a:pt x="1066" y="22"/>
                    <a:pt x="1066" y="22"/>
                  </a:cubicBezTo>
                  <a:cubicBezTo>
                    <a:pt x="1061" y="21"/>
                    <a:pt x="1061" y="21"/>
                    <a:pt x="1061" y="21"/>
                  </a:cubicBezTo>
                  <a:cubicBezTo>
                    <a:pt x="1059" y="21"/>
                    <a:pt x="1059" y="21"/>
                    <a:pt x="1059" y="21"/>
                  </a:cubicBezTo>
                  <a:cubicBezTo>
                    <a:pt x="1055" y="20"/>
                    <a:pt x="1055" y="20"/>
                    <a:pt x="1055" y="20"/>
                  </a:cubicBezTo>
                  <a:cubicBezTo>
                    <a:pt x="1053" y="19"/>
                    <a:pt x="1053" y="19"/>
                    <a:pt x="1053" y="19"/>
                  </a:cubicBezTo>
                  <a:cubicBezTo>
                    <a:pt x="1049" y="19"/>
                    <a:pt x="1049" y="19"/>
                    <a:pt x="1049" y="19"/>
                  </a:cubicBezTo>
                  <a:cubicBezTo>
                    <a:pt x="1047" y="18"/>
                    <a:pt x="1047" y="18"/>
                    <a:pt x="1047" y="18"/>
                  </a:cubicBezTo>
                  <a:cubicBezTo>
                    <a:pt x="1043" y="17"/>
                    <a:pt x="1043" y="17"/>
                    <a:pt x="1043" y="17"/>
                  </a:cubicBezTo>
                  <a:cubicBezTo>
                    <a:pt x="1041" y="17"/>
                    <a:pt x="1041" y="17"/>
                    <a:pt x="1041" y="17"/>
                  </a:cubicBezTo>
                  <a:cubicBezTo>
                    <a:pt x="1037" y="16"/>
                    <a:pt x="1037" y="16"/>
                    <a:pt x="1037" y="16"/>
                  </a:cubicBezTo>
                  <a:cubicBezTo>
                    <a:pt x="1035" y="16"/>
                    <a:pt x="1035" y="16"/>
                    <a:pt x="1035" y="16"/>
                  </a:cubicBezTo>
                  <a:cubicBezTo>
                    <a:pt x="1031" y="15"/>
                    <a:pt x="1031" y="15"/>
                    <a:pt x="1031" y="15"/>
                  </a:cubicBezTo>
                  <a:cubicBezTo>
                    <a:pt x="1030" y="15"/>
                    <a:pt x="1030" y="15"/>
                    <a:pt x="1030" y="15"/>
                  </a:cubicBezTo>
                  <a:cubicBezTo>
                    <a:pt x="1024" y="14"/>
                    <a:pt x="1024" y="14"/>
                    <a:pt x="1024" y="14"/>
                  </a:cubicBezTo>
                  <a:cubicBezTo>
                    <a:pt x="1023" y="14"/>
                    <a:pt x="1023" y="14"/>
                    <a:pt x="1023" y="14"/>
                  </a:cubicBezTo>
                  <a:cubicBezTo>
                    <a:pt x="975" y="5"/>
                    <a:pt x="926" y="1"/>
                    <a:pt x="876" y="0"/>
                  </a:cubicBezTo>
                  <a:cubicBezTo>
                    <a:pt x="868" y="0"/>
                    <a:pt x="868" y="0"/>
                    <a:pt x="868" y="0"/>
                  </a:cubicBezTo>
                  <a:cubicBezTo>
                    <a:pt x="590" y="0"/>
                    <a:pt x="341" y="126"/>
                    <a:pt x="175" y="323"/>
                  </a:cubicBezTo>
                  <a:cubicBezTo>
                    <a:pt x="158" y="344"/>
                    <a:pt x="149" y="358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50" y="375"/>
                    <a:pt x="159" y="379"/>
                    <a:pt x="178" y="379"/>
                  </a:cubicBezTo>
                  <a:cubicBezTo>
                    <a:pt x="559" y="379"/>
                    <a:pt x="559" y="379"/>
                    <a:pt x="559" y="379"/>
                  </a:cubicBezTo>
                  <a:cubicBezTo>
                    <a:pt x="1261" y="379"/>
                    <a:pt x="1261" y="379"/>
                    <a:pt x="1261" y="379"/>
                  </a:cubicBezTo>
                  <a:cubicBezTo>
                    <a:pt x="1269" y="379"/>
                    <a:pt x="1278" y="382"/>
                    <a:pt x="1287" y="387"/>
                  </a:cubicBezTo>
                  <a:cubicBezTo>
                    <a:pt x="1294" y="391"/>
                    <a:pt x="1300" y="396"/>
                    <a:pt x="1304" y="402"/>
                  </a:cubicBezTo>
                  <a:cubicBezTo>
                    <a:pt x="1452" y="634"/>
                    <a:pt x="1452" y="634"/>
                    <a:pt x="1452" y="634"/>
                  </a:cubicBezTo>
                  <a:cubicBezTo>
                    <a:pt x="1455" y="638"/>
                    <a:pt x="1457" y="643"/>
                    <a:pt x="1459" y="648"/>
                  </a:cubicBezTo>
                  <a:cubicBezTo>
                    <a:pt x="1461" y="655"/>
                    <a:pt x="1461" y="655"/>
                    <a:pt x="1461" y="655"/>
                  </a:cubicBezTo>
                  <a:cubicBezTo>
                    <a:pt x="1461" y="656"/>
                    <a:pt x="1461" y="656"/>
                    <a:pt x="1461" y="656"/>
                  </a:cubicBezTo>
                  <a:cubicBezTo>
                    <a:pt x="1461" y="657"/>
                    <a:pt x="1461" y="657"/>
                    <a:pt x="1461" y="657"/>
                  </a:cubicBezTo>
                  <a:cubicBezTo>
                    <a:pt x="1463" y="664"/>
                    <a:pt x="1463" y="671"/>
                    <a:pt x="1463" y="677"/>
                  </a:cubicBezTo>
                  <a:cubicBezTo>
                    <a:pt x="1462" y="685"/>
                    <a:pt x="1462" y="685"/>
                    <a:pt x="1462" y="685"/>
                  </a:cubicBezTo>
                  <a:cubicBezTo>
                    <a:pt x="1372" y="1125"/>
                    <a:pt x="1372" y="1125"/>
                    <a:pt x="1372" y="1125"/>
                  </a:cubicBezTo>
                  <a:cubicBezTo>
                    <a:pt x="1322" y="1367"/>
                    <a:pt x="1322" y="1367"/>
                    <a:pt x="1322" y="1367"/>
                  </a:cubicBezTo>
                  <a:cubicBezTo>
                    <a:pt x="1319" y="1383"/>
                    <a:pt x="1304" y="1395"/>
                    <a:pt x="1289" y="1395"/>
                  </a:cubicBezTo>
                  <a:cubicBezTo>
                    <a:pt x="1046" y="1395"/>
                    <a:pt x="1046" y="1395"/>
                    <a:pt x="1046" y="1395"/>
                  </a:cubicBezTo>
                  <a:cubicBezTo>
                    <a:pt x="1030" y="1395"/>
                    <a:pt x="1011" y="1384"/>
                    <a:pt x="1002" y="1371"/>
                  </a:cubicBezTo>
                  <a:cubicBezTo>
                    <a:pt x="705" y="923"/>
                    <a:pt x="705" y="923"/>
                    <a:pt x="705" y="923"/>
                  </a:cubicBezTo>
                  <a:cubicBezTo>
                    <a:pt x="684" y="1030"/>
                    <a:pt x="684" y="1030"/>
                    <a:pt x="684" y="1030"/>
                  </a:cubicBezTo>
                  <a:cubicBezTo>
                    <a:pt x="615" y="1368"/>
                    <a:pt x="615" y="1368"/>
                    <a:pt x="615" y="1368"/>
                  </a:cubicBezTo>
                  <a:cubicBezTo>
                    <a:pt x="613" y="1380"/>
                    <a:pt x="602" y="1391"/>
                    <a:pt x="590" y="1394"/>
                  </a:cubicBezTo>
                  <a:cubicBezTo>
                    <a:pt x="590" y="1394"/>
                    <a:pt x="590" y="1394"/>
                    <a:pt x="590" y="1394"/>
                  </a:cubicBezTo>
                  <a:cubicBezTo>
                    <a:pt x="590" y="1395"/>
                    <a:pt x="590" y="1395"/>
                    <a:pt x="590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2" y="1396"/>
                    <a:pt x="582" y="1396"/>
                    <a:pt x="582" y="1396"/>
                  </a:cubicBezTo>
                  <a:cubicBezTo>
                    <a:pt x="581" y="1396"/>
                    <a:pt x="581" y="1396"/>
                    <a:pt x="581" y="1396"/>
                  </a:cubicBezTo>
                  <a:cubicBezTo>
                    <a:pt x="553" y="1396"/>
                    <a:pt x="553" y="1396"/>
                    <a:pt x="553" y="1396"/>
                  </a:cubicBezTo>
                  <a:cubicBezTo>
                    <a:pt x="403" y="1396"/>
                    <a:pt x="403" y="1396"/>
                    <a:pt x="403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1" y="1394"/>
                    <a:pt x="384" y="1389"/>
                    <a:pt x="382" y="1382"/>
                  </a:cubicBezTo>
                  <a:cubicBezTo>
                    <a:pt x="382" y="1382"/>
                    <a:pt x="382" y="1382"/>
                    <a:pt x="382" y="1382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1" y="1368"/>
                    <a:pt x="381" y="1368"/>
                    <a:pt x="381" y="1368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10" y="733"/>
                    <a:pt x="510" y="733"/>
                    <a:pt x="510" y="733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6" y="720"/>
                    <a:pt x="516" y="720"/>
                    <a:pt x="516" y="720"/>
                  </a:cubicBezTo>
                  <a:cubicBezTo>
                    <a:pt x="517" y="719"/>
                    <a:pt x="517" y="719"/>
                    <a:pt x="517" y="719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43" y="705"/>
                    <a:pt x="543" y="705"/>
                    <a:pt x="543" y="705"/>
                  </a:cubicBezTo>
                  <a:cubicBezTo>
                    <a:pt x="544" y="705"/>
                    <a:pt x="544" y="705"/>
                    <a:pt x="544" y="705"/>
                  </a:cubicBezTo>
                  <a:cubicBezTo>
                    <a:pt x="555" y="705"/>
                    <a:pt x="555" y="705"/>
                    <a:pt x="555" y="705"/>
                  </a:cubicBezTo>
                  <a:cubicBezTo>
                    <a:pt x="557" y="705"/>
                    <a:pt x="557" y="705"/>
                    <a:pt x="557" y="705"/>
                  </a:cubicBezTo>
                  <a:cubicBezTo>
                    <a:pt x="786" y="705"/>
                    <a:pt x="786" y="705"/>
                    <a:pt x="786" y="705"/>
                  </a:cubicBezTo>
                  <a:cubicBezTo>
                    <a:pt x="802" y="705"/>
                    <a:pt x="821" y="716"/>
                    <a:pt x="829" y="729"/>
                  </a:cubicBezTo>
                  <a:cubicBezTo>
                    <a:pt x="1127" y="1178"/>
                    <a:pt x="1127" y="1178"/>
                    <a:pt x="1127" y="1178"/>
                  </a:cubicBezTo>
                  <a:cubicBezTo>
                    <a:pt x="1244" y="590"/>
                    <a:pt x="1244" y="590"/>
                    <a:pt x="1244" y="590"/>
                  </a:cubicBezTo>
                  <a:cubicBezTo>
                    <a:pt x="557" y="590"/>
                    <a:pt x="557" y="590"/>
                    <a:pt x="557" y="590"/>
                  </a:cubicBezTo>
                  <a:cubicBezTo>
                    <a:pt x="555" y="590"/>
                    <a:pt x="555" y="590"/>
                    <a:pt x="555" y="590"/>
                  </a:cubicBezTo>
                  <a:cubicBezTo>
                    <a:pt x="475" y="590"/>
                    <a:pt x="475" y="590"/>
                    <a:pt x="475" y="590"/>
                  </a:cubicBezTo>
                  <a:cubicBezTo>
                    <a:pt x="435" y="590"/>
                    <a:pt x="395" y="593"/>
                    <a:pt x="357" y="600"/>
                  </a:cubicBezTo>
                  <a:cubicBezTo>
                    <a:pt x="162" y="632"/>
                    <a:pt x="0" y="756"/>
                    <a:pt x="0" y="1037"/>
                  </a:cubicBezTo>
                  <a:cubicBezTo>
                    <a:pt x="0" y="1321"/>
                    <a:pt x="239" y="1662"/>
                    <a:pt x="616" y="1772"/>
                  </a:cubicBezTo>
                  <a:cubicBezTo>
                    <a:pt x="694" y="1794"/>
                    <a:pt x="779" y="1807"/>
                    <a:pt x="868" y="1807"/>
                  </a:cubicBezTo>
                  <a:cubicBezTo>
                    <a:pt x="873" y="1807"/>
                    <a:pt x="873" y="1807"/>
                    <a:pt x="873" y="1807"/>
                  </a:cubicBezTo>
                  <a:cubicBezTo>
                    <a:pt x="1020" y="1806"/>
                    <a:pt x="1158" y="1770"/>
                    <a:pt x="1280" y="1707"/>
                  </a:cubicBezTo>
                  <a:cubicBezTo>
                    <a:pt x="1285" y="1705"/>
                    <a:pt x="1285" y="1705"/>
                    <a:pt x="1285" y="1705"/>
                  </a:cubicBezTo>
                  <a:cubicBezTo>
                    <a:pt x="1286" y="1704"/>
                    <a:pt x="1286" y="1704"/>
                    <a:pt x="1286" y="1704"/>
                  </a:cubicBezTo>
                  <a:cubicBezTo>
                    <a:pt x="1291" y="1702"/>
                    <a:pt x="1291" y="1702"/>
                    <a:pt x="1291" y="1702"/>
                  </a:cubicBezTo>
                  <a:cubicBezTo>
                    <a:pt x="1292" y="1701"/>
                    <a:pt x="1292" y="1701"/>
                    <a:pt x="1292" y="1701"/>
                  </a:cubicBezTo>
                  <a:cubicBezTo>
                    <a:pt x="1295" y="1699"/>
                    <a:pt x="1295" y="1699"/>
                    <a:pt x="1295" y="1699"/>
                  </a:cubicBezTo>
                  <a:cubicBezTo>
                    <a:pt x="1297" y="1698"/>
                    <a:pt x="1297" y="1698"/>
                    <a:pt x="1297" y="1698"/>
                  </a:cubicBezTo>
                  <a:cubicBezTo>
                    <a:pt x="1301" y="1696"/>
                    <a:pt x="1301" y="1696"/>
                    <a:pt x="1301" y="1696"/>
                  </a:cubicBezTo>
                  <a:cubicBezTo>
                    <a:pt x="1302" y="1695"/>
                    <a:pt x="1302" y="1695"/>
                    <a:pt x="1302" y="1695"/>
                  </a:cubicBezTo>
                  <a:cubicBezTo>
                    <a:pt x="1306" y="1693"/>
                    <a:pt x="1306" y="1693"/>
                    <a:pt x="1306" y="1693"/>
                  </a:cubicBezTo>
                  <a:cubicBezTo>
                    <a:pt x="1307" y="1693"/>
                    <a:pt x="1307" y="1693"/>
                    <a:pt x="1307" y="1693"/>
                  </a:cubicBezTo>
                  <a:cubicBezTo>
                    <a:pt x="1311" y="1690"/>
                    <a:pt x="1311" y="1690"/>
                    <a:pt x="1311" y="1690"/>
                  </a:cubicBezTo>
                  <a:cubicBezTo>
                    <a:pt x="1313" y="1689"/>
                    <a:pt x="1313" y="1689"/>
                    <a:pt x="1313" y="1689"/>
                  </a:cubicBezTo>
                  <a:cubicBezTo>
                    <a:pt x="1317" y="1687"/>
                    <a:pt x="1317" y="1687"/>
                    <a:pt x="1317" y="1687"/>
                  </a:cubicBezTo>
                  <a:cubicBezTo>
                    <a:pt x="1318" y="1687"/>
                    <a:pt x="1318" y="1687"/>
                    <a:pt x="1318" y="1687"/>
                  </a:cubicBezTo>
                  <a:cubicBezTo>
                    <a:pt x="1322" y="1684"/>
                    <a:pt x="1322" y="1684"/>
                    <a:pt x="1322" y="1684"/>
                  </a:cubicBezTo>
                  <a:cubicBezTo>
                    <a:pt x="1323" y="1684"/>
                    <a:pt x="1323" y="1684"/>
                    <a:pt x="1323" y="1684"/>
                  </a:cubicBezTo>
                  <a:cubicBezTo>
                    <a:pt x="1327" y="1681"/>
                    <a:pt x="1327" y="1681"/>
                    <a:pt x="1327" y="1681"/>
                  </a:cubicBezTo>
                  <a:cubicBezTo>
                    <a:pt x="1329" y="1680"/>
                    <a:pt x="1329" y="1680"/>
                    <a:pt x="1329" y="1680"/>
                  </a:cubicBezTo>
                  <a:cubicBezTo>
                    <a:pt x="1332" y="1678"/>
                    <a:pt x="1332" y="1678"/>
                    <a:pt x="1332" y="1678"/>
                  </a:cubicBezTo>
                  <a:cubicBezTo>
                    <a:pt x="1333" y="1677"/>
                    <a:pt x="1333" y="1677"/>
                    <a:pt x="1333" y="1677"/>
                  </a:cubicBezTo>
                  <a:cubicBezTo>
                    <a:pt x="1338" y="1675"/>
                    <a:pt x="1338" y="1675"/>
                    <a:pt x="1338" y="1675"/>
                  </a:cubicBezTo>
                  <a:cubicBezTo>
                    <a:pt x="1339" y="1674"/>
                    <a:pt x="1339" y="1674"/>
                    <a:pt x="1339" y="1674"/>
                  </a:cubicBezTo>
                  <a:cubicBezTo>
                    <a:pt x="1343" y="1672"/>
                    <a:pt x="1343" y="1672"/>
                    <a:pt x="1343" y="1672"/>
                  </a:cubicBezTo>
                  <a:cubicBezTo>
                    <a:pt x="1343" y="1671"/>
                    <a:pt x="1343" y="1671"/>
                    <a:pt x="1343" y="1671"/>
                  </a:cubicBezTo>
                  <a:cubicBezTo>
                    <a:pt x="1348" y="1669"/>
                    <a:pt x="1348" y="1669"/>
                    <a:pt x="1348" y="1669"/>
                  </a:cubicBezTo>
                  <a:cubicBezTo>
                    <a:pt x="1349" y="1668"/>
                    <a:pt x="1349" y="1668"/>
                    <a:pt x="1349" y="1668"/>
                  </a:cubicBezTo>
                  <a:cubicBezTo>
                    <a:pt x="1353" y="1665"/>
                    <a:pt x="1353" y="1665"/>
                    <a:pt x="1353" y="1665"/>
                  </a:cubicBezTo>
                  <a:cubicBezTo>
                    <a:pt x="1354" y="1665"/>
                    <a:pt x="1354" y="1665"/>
                    <a:pt x="1354" y="1665"/>
                  </a:cubicBezTo>
                  <a:cubicBezTo>
                    <a:pt x="1358" y="1662"/>
                    <a:pt x="1358" y="1662"/>
                    <a:pt x="1358" y="1662"/>
                  </a:cubicBezTo>
                  <a:cubicBezTo>
                    <a:pt x="1359" y="1661"/>
                    <a:pt x="1359" y="1661"/>
                    <a:pt x="1359" y="1661"/>
                  </a:cubicBezTo>
                  <a:cubicBezTo>
                    <a:pt x="1363" y="1659"/>
                    <a:pt x="1363" y="1659"/>
                    <a:pt x="1363" y="1659"/>
                  </a:cubicBezTo>
                  <a:cubicBezTo>
                    <a:pt x="1364" y="1658"/>
                    <a:pt x="1364" y="1658"/>
                    <a:pt x="1364" y="1658"/>
                  </a:cubicBezTo>
                  <a:cubicBezTo>
                    <a:pt x="1368" y="1655"/>
                    <a:pt x="1368" y="1655"/>
                    <a:pt x="1368" y="1655"/>
                  </a:cubicBezTo>
                  <a:cubicBezTo>
                    <a:pt x="1369" y="1655"/>
                    <a:pt x="1369" y="1655"/>
                    <a:pt x="1369" y="1655"/>
                  </a:cubicBezTo>
                  <a:cubicBezTo>
                    <a:pt x="1373" y="1652"/>
                    <a:pt x="1373" y="1652"/>
                    <a:pt x="1373" y="1652"/>
                  </a:cubicBezTo>
                  <a:cubicBezTo>
                    <a:pt x="1374" y="1651"/>
                    <a:pt x="1374" y="1651"/>
                    <a:pt x="1374" y="1651"/>
                  </a:cubicBezTo>
                  <a:cubicBezTo>
                    <a:pt x="1378" y="1648"/>
                    <a:pt x="1378" y="1648"/>
                    <a:pt x="1378" y="1648"/>
                  </a:cubicBezTo>
                  <a:cubicBezTo>
                    <a:pt x="1379" y="1648"/>
                    <a:pt x="1379" y="1648"/>
                    <a:pt x="1379" y="1648"/>
                  </a:cubicBezTo>
                  <a:cubicBezTo>
                    <a:pt x="1383" y="1645"/>
                    <a:pt x="1383" y="1645"/>
                    <a:pt x="1383" y="1645"/>
                  </a:cubicBezTo>
                  <a:cubicBezTo>
                    <a:pt x="1384" y="1645"/>
                    <a:pt x="1384" y="1645"/>
                    <a:pt x="1384" y="1645"/>
                  </a:cubicBezTo>
                  <a:cubicBezTo>
                    <a:pt x="1388" y="1642"/>
                    <a:pt x="1388" y="1642"/>
                    <a:pt x="1388" y="1642"/>
                  </a:cubicBezTo>
                  <a:cubicBezTo>
                    <a:pt x="1389" y="1641"/>
                    <a:pt x="1389" y="1641"/>
                    <a:pt x="1389" y="1641"/>
                  </a:cubicBezTo>
                  <a:cubicBezTo>
                    <a:pt x="1393" y="1638"/>
                    <a:pt x="1393" y="1638"/>
                    <a:pt x="1393" y="1638"/>
                  </a:cubicBezTo>
                  <a:cubicBezTo>
                    <a:pt x="1394" y="1638"/>
                    <a:pt x="1394" y="1638"/>
                    <a:pt x="1394" y="1638"/>
                  </a:cubicBezTo>
                  <a:cubicBezTo>
                    <a:pt x="1398" y="1635"/>
                    <a:pt x="1398" y="1635"/>
                    <a:pt x="1398" y="1635"/>
                  </a:cubicBezTo>
                  <a:cubicBezTo>
                    <a:pt x="1399" y="1634"/>
                    <a:pt x="1399" y="1634"/>
                    <a:pt x="1399" y="1634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8" y="1628"/>
                    <a:pt x="1408" y="1628"/>
                    <a:pt x="1408" y="1628"/>
                  </a:cubicBezTo>
                  <a:cubicBezTo>
                    <a:pt x="1408" y="1627"/>
                    <a:pt x="1408" y="1627"/>
                    <a:pt x="1408" y="1627"/>
                  </a:cubicBezTo>
                  <a:cubicBezTo>
                    <a:pt x="1417" y="1620"/>
                    <a:pt x="1417" y="1620"/>
                    <a:pt x="1417" y="1620"/>
                  </a:cubicBezTo>
                  <a:cubicBezTo>
                    <a:pt x="1418" y="1620"/>
                    <a:pt x="1418" y="1620"/>
                    <a:pt x="1418" y="1620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74" y="1573"/>
                    <a:pt x="1485" y="1563"/>
                    <a:pt x="1495" y="1554"/>
                  </a:cubicBezTo>
                  <a:cubicBezTo>
                    <a:pt x="1495" y="1553"/>
                    <a:pt x="1495" y="1553"/>
                    <a:pt x="1495" y="1553"/>
                  </a:cubicBezTo>
                  <a:cubicBezTo>
                    <a:pt x="1503" y="1545"/>
                    <a:pt x="1503" y="1545"/>
                    <a:pt x="1503" y="1545"/>
                  </a:cubicBezTo>
                  <a:cubicBezTo>
                    <a:pt x="1504" y="1545"/>
                    <a:pt x="1504" y="1545"/>
                    <a:pt x="1504" y="1545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12" y="1537"/>
                    <a:pt x="1512" y="1537"/>
                    <a:pt x="1512" y="1537"/>
                  </a:cubicBezTo>
                  <a:cubicBezTo>
                    <a:pt x="1512" y="1536"/>
                    <a:pt x="1512" y="1536"/>
                    <a:pt x="1512" y="1536"/>
                  </a:cubicBezTo>
                  <a:cubicBezTo>
                    <a:pt x="1516" y="1533"/>
                    <a:pt x="1516" y="1533"/>
                    <a:pt x="1516" y="1533"/>
                  </a:cubicBezTo>
                  <a:cubicBezTo>
                    <a:pt x="1516" y="1532"/>
                    <a:pt x="1516" y="1532"/>
                    <a:pt x="1516" y="1532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4" y="1524"/>
                    <a:pt x="1524" y="1524"/>
                    <a:pt x="1524" y="1524"/>
                  </a:cubicBezTo>
                  <a:cubicBezTo>
                    <a:pt x="1525" y="1523"/>
                    <a:pt x="1525" y="1523"/>
                    <a:pt x="1525" y="1523"/>
                  </a:cubicBezTo>
                  <a:cubicBezTo>
                    <a:pt x="1528" y="1519"/>
                    <a:pt x="1528" y="1519"/>
                    <a:pt x="1528" y="1519"/>
                  </a:cubicBezTo>
                  <a:cubicBezTo>
                    <a:pt x="1529" y="1519"/>
                    <a:pt x="1529" y="1519"/>
                    <a:pt x="1529" y="1519"/>
                  </a:cubicBezTo>
                  <a:cubicBezTo>
                    <a:pt x="1532" y="1516"/>
                    <a:pt x="1532" y="1516"/>
                    <a:pt x="1532" y="1516"/>
                  </a:cubicBezTo>
                  <a:cubicBezTo>
                    <a:pt x="1533" y="1514"/>
                    <a:pt x="1533" y="1514"/>
                    <a:pt x="1533" y="1514"/>
                  </a:cubicBezTo>
                  <a:cubicBezTo>
                    <a:pt x="1536" y="1511"/>
                    <a:pt x="1536" y="1511"/>
                    <a:pt x="1536" y="1511"/>
                  </a:cubicBezTo>
                  <a:cubicBezTo>
                    <a:pt x="1538" y="1509"/>
                    <a:pt x="1538" y="1509"/>
                    <a:pt x="1538" y="1509"/>
                  </a:cubicBezTo>
                  <a:cubicBezTo>
                    <a:pt x="1539" y="1507"/>
                    <a:pt x="1539" y="1507"/>
                    <a:pt x="1539" y="1507"/>
                  </a:cubicBezTo>
                  <a:cubicBezTo>
                    <a:pt x="1543" y="1504"/>
                    <a:pt x="1543" y="1504"/>
                    <a:pt x="1543" y="1504"/>
                  </a:cubicBezTo>
                  <a:cubicBezTo>
                    <a:pt x="1544" y="1502"/>
                    <a:pt x="1544" y="1502"/>
                    <a:pt x="1544" y="1502"/>
                  </a:cubicBezTo>
                  <a:cubicBezTo>
                    <a:pt x="1546" y="1500"/>
                    <a:pt x="1546" y="1500"/>
                    <a:pt x="1546" y="1500"/>
                  </a:cubicBezTo>
                  <a:cubicBezTo>
                    <a:pt x="1547" y="1499"/>
                    <a:pt x="1547" y="1499"/>
                    <a:pt x="1547" y="1499"/>
                  </a:cubicBezTo>
                  <a:cubicBezTo>
                    <a:pt x="1655" y="1376"/>
                    <a:pt x="1730" y="1224"/>
                    <a:pt x="1758" y="1056"/>
                  </a:cubicBezTo>
                  <a:cubicBezTo>
                    <a:pt x="1758" y="1056"/>
                    <a:pt x="1758" y="1056"/>
                    <a:pt x="1758" y="1056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1" y="1037"/>
                    <a:pt x="1761" y="1037"/>
                    <a:pt x="1761" y="1037"/>
                  </a:cubicBezTo>
                  <a:cubicBezTo>
                    <a:pt x="1761" y="1036"/>
                    <a:pt x="1761" y="1036"/>
                    <a:pt x="1761" y="1036"/>
                  </a:cubicBezTo>
                  <a:cubicBezTo>
                    <a:pt x="1762" y="1033"/>
                    <a:pt x="1762" y="1033"/>
                    <a:pt x="1762" y="1033"/>
                  </a:cubicBezTo>
                  <a:cubicBezTo>
                    <a:pt x="1762" y="1032"/>
                    <a:pt x="1762" y="1032"/>
                    <a:pt x="1762" y="1032"/>
                  </a:cubicBezTo>
                  <a:cubicBezTo>
                    <a:pt x="1762" y="1029"/>
                    <a:pt x="1762" y="1029"/>
                    <a:pt x="1762" y="1029"/>
                  </a:cubicBezTo>
                  <a:cubicBezTo>
                    <a:pt x="1763" y="1028"/>
                    <a:pt x="1763" y="1028"/>
                    <a:pt x="1763" y="1028"/>
                  </a:cubicBezTo>
                  <a:cubicBezTo>
                    <a:pt x="1763" y="1025"/>
                    <a:pt x="1763" y="1025"/>
                    <a:pt x="1763" y="1025"/>
                  </a:cubicBezTo>
                  <a:cubicBezTo>
                    <a:pt x="1763" y="1024"/>
                    <a:pt x="1763" y="1024"/>
                    <a:pt x="1763" y="1024"/>
                  </a:cubicBezTo>
                  <a:cubicBezTo>
                    <a:pt x="1764" y="1014"/>
                    <a:pt x="1764" y="1014"/>
                    <a:pt x="1764" y="1014"/>
                  </a:cubicBezTo>
                  <a:cubicBezTo>
                    <a:pt x="1765" y="1012"/>
                    <a:pt x="1765" y="1012"/>
                    <a:pt x="1765" y="1012"/>
                  </a:cubicBezTo>
                  <a:cubicBezTo>
                    <a:pt x="1765" y="1010"/>
                    <a:pt x="1765" y="1010"/>
                    <a:pt x="1765" y="1010"/>
                  </a:cubicBezTo>
                  <a:cubicBezTo>
                    <a:pt x="1765" y="1008"/>
                    <a:pt x="1765" y="1008"/>
                    <a:pt x="1765" y="1008"/>
                  </a:cubicBezTo>
                  <a:cubicBezTo>
                    <a:pt x="1765" y="1005"/>
                    <a:pt x="1765" y="1005"/>
                    <a:pt x="1765" y="1005"/>
                  </a:cubicBezTo>
                  <a:cubicBezTo>
                    <a:pt x="1766" y="1004"/>
                    <a:pt x="1766" y="1004"/>
                    <a:pt x="1766" y="1004"/>
                  </a:cubicBezTo>
                  <a:cubicBezTo>
                    <a:pt x="1766" y="1001"/>
                    <a:pt x="1766" y="1001"/>
                    <a:pt x="1766" y="1001"/>
                  </a:cubicBezTo>
                  <a:cubicBezTo>
                    <a:pt x="1766" y="999"/>
                    <a:pt x="1766" y="999"/>
                    <a:pt x="1766" y="999"/>
                  </a:cubicBezTo>
                  <a:cubicBezTo>
                    <a:pt x="1767" y="994"/>
                    <a:pt x="1767" y="994"/>
                    <a:pt x="1767" y="994"/>
                  </a:cubicBezTo>
                  <a:cubicBezTo>
                    <a:pt x="1767" y="993"/>
                    <a:pt x="1767" y="993"/>
                    <a:pt x="1767" y="993"/>
                  </a:cubicBezTo>
                  <a:cubicBezTo>
                    <a:pt x="1767" y="990"/>
                    <a:pt x="1767" y="990"/>
                    <a:pt x="1767" y="990"/>
                  </a:cubicBezTo>
                  <a:cubicBezTo>
                    <a:pt x="1767" y="988"/>
                    <a:pt x="1767" y="988"/>
                    <a:pt x="1767" y="988"/>
                  </a:cubicBezTo>
                  <a:cubicBezTo>
                    <a:pt x="1767" y="986"/>
                    <a:pt x="1767" y="986"/>
                    <a:pt x="1767" y="986"/>
                  </a:cubicBezTo>
                  <a:cubicBezTo>
                    <a:pt x="1768" y="984"/>
                    <a:pt x="1768" y="984"/>
                    <a:pt x="1768" y="984"/>
                  </a:cubicBezTo>
                  <a:cubicBezTo>
                    <a:pt x="1768" y="981"/>
                    <a:pt x="1768" y="981"/>
                    <a:pt x="1768" y="981"/>
                  </a:cubicBezTo>
                  <a:cubicBezTo>
                    <a:pt x="1768" y="979"/>
                    <a:pt x="1768" y="979"/>
                    <a:pt x="1768" y="979"/>
                  </a:cubicBezTo>
                  <a:cubicBezTo>
                    <a:pt x="1768" y="977"/>
                    <a:pt x="1768" y="977"/>
                    <a:pt x="1768" y="977"/>
                  </a:cubicBezTo>
                  <a:cubicBezTo>
                    <a:pt x="1768" y="974"/>
                    <a:pt x="1768" y="974"/>
                    <a:pt x="1768" y="974"/>
                  </a:cubicBezTo>
                  <a:cubicBezTo>
                    <a:pt x="1769" y="971"/>
                    <a:pt x="1769" y="971"/>
                    <a:pt x="1769" y="971"/>
                  </a:cubicBezTo>
                  <a:cubicBezTo>
                    <a:pt x="1769" y="968"/>
                    <a:pt x="1769" y="968"/>
                    <a:pt x="1769" y="968"/>
                  </a:cubicBezTo>
                  <a:cubicBezTo>
                    <a:pt x="1769" y="966"/>
                    <a:pt x="1769" y="966"/>
                    <a:pt x="1769" y="966"/>
                  </a:cubicBezTo>
                  <a:cubicBezTo>
                    <a:pt x="1769" y="964"/>
                    <a:pt x="1769" y="964"/>
                    <a:pt x="1769" y="964"/>
                  </a:cubicBezTo>
                  <a:cubicBezTo>
                    <a:pt x="1769" y="962"/>
                    <a:pt x="1769" y="962"/>
                    <a:pt x="1769" y="962"/>
                  </a:cubicBezTo>
                  <a:cubicBezTo>
                    <a:pt x="1769" y="959"/>
                    <a:pt x="1769" y="959"/>
                    <a:pt x="1769" y="959"/>
                  </a:cubicBezTo>
                  <a:cubicBezTo>
                    <a:pt x="1769" y="957"/>
                    <a:pt x="1769" y="957"/>
                    <a:pt x="1769" y="957"/>
                  </a:cubicBezTo>
                  <a:cubicBezTo>
                    <a:pt x="1770" y="954"/>
                    <a:pt x="1770" y="954"/>
                    <a:pt x="1770" y="954"/>
                  </a:cubicBezTo>
                  <a:cubicBezTo>
                    <a:pt x="1770" y="953"/>
                    <a:pt x="1770" y="953"/>
                    <a:pt x="1770" y="953"/>
                  </a:cubicBezTo>
                  <a:cubicBezTo>
                    <a:pt x="1770" y="948"/>
                    <a:pt x="1770" y="948"/>
                    <a:pt x="1770" y="948"/>
                  </a:cubicBezTo>
                  <a:cubicBezTo>
                    <a:pt x="1770" y="947"/>
                    <a:pt x="1770" y="947"/>
                    <a:pt x="1770" y="947"/>
                  </a:cubicBezTo>
                  <a:cubicBezTo>
                    <a:pt x="1770" y="944"/>
                    <a:pt x="1770" y="944"/>
                    <a:pt x="1770" y="944"/>
                  </a:cubicBezTo>
                  <a:cubicBezTo>
                    <a:pt x="1770" y="942"/>
                    <a:pt x="1770" y="942"/>
                    <a:pt x="1770" y="942"/>
                  </a:cubicBezTo>
                  <a:cubicBezTo>
                    <a:pt x="1770" y="939"/>
                    <a:pt x="1770" y="939"/>
                    <a:pt x="1770" y="939"/>
                  </a:cubicBezTo>
                  <a:cubicBezTo>
                    <a:pt x="1771" y="937"/>
                    <a:pt x="1771" y="937"/>
                    <a:pt x="1771" y="937"/>
                  </a:cubicBezTo>
                  <a:cubicBezTo>
                    <a:pt x="1771" y="934"/>
                    <a:pt x="1771" y="934"/>
                    <a:pt x="1771" y="934"/>
                  </a:cubicBezTo>
                  <a:cubicBezTo>
                    <a:pt x="1771" y="933"/>
                    <a:pt x="1771" y="933"/>
                    <a:pt x="1771" y="933"/>
                  </a:cubicBezTo>
                  <a:cubicBezTo>
                    <a:pt x="1771" y="929"/>
                    <a:pt x="1771" y="929"/>
                    <a:pt x="1771" y="929"/>
                  </a:cubicBezTo>
                  <a:cubicBezTo>
                    <a:pt x="1771" y="928"/>
                    <a:pt x="1771" y="928"/>
                    <a:pt x="1771" y="928"/>
                  </a:cubicBezTo>
                  <a:cubicBezTo>
                    <a:pt x="1771" y="924"/>
                    <a:pt x="1771" y="924"/>
                    <a:pt x="1771" y="924"/>
                  </a:cubicBezTo>
                  <a:cubicBezTo>
                    <a:pt x="1771" y="922"/>
                    <a:pt x="1771" y="922"/>
                    <a:pt x="1771" y="922"/>
                  </a:cubicBezTo>
                  <a:cubicBezTo>
                    <a:pt x="1771" y="919"/>
                    <a:pt x="1771" y="919"/>
                    <a:pt x="1771" y="919"/>
                  </a:cubicBezTo>
                  <a:cubicBezTo>
                    <a:pt x="1771" y="917"/>
                    <a:pt x="1771" y="917"/>
                    <a:pt x="1771" y="917"/>
                  </a:cubicBezTo>
                  <a:cubicBezTo>
                    <a:pt x="1771" y="914"/>
                    <a:pt x="1771" y="914"/>
                    <a:pt x="1771" y="914"/>
                  </a:cubicBezTo>
                  <a:cubicBezTo>
                    <a:pt x="1771" y="913"/>
                    <a:pt x="1771" y="913"/>
                    <a:pt x="1771" y="913"/>
                  </a:cubicBezTo>
                  <a:cubicBezTo>
                    <a:pt x="1771" y="910"/>
                    <a:pt x="1771" y="910"/>
                    <a:pt x="1771" y="910"/>
                  </a:cubicBezTo>
                  <a:cubicBezTo>
                    <a:pt x="1771" y="908"/>
                    <a:pt x="1771" y="908"/>
                    <a:pt x="1771" y="908"/>
                  </a:cubicBezTo>
                  <a:cubicBezTo>
                    <a:pt x="1771" y="898"/>
                    <a:pt x="1771" y="898"/>
                    <a:pt x="1771" y="898"/>
                  </a:cubicBezTo>
                  <a:cubicBezTo>
                    <a:pt x="1771" y="897"/>
                    <a:pt x="1771" y="897"/>
                    <a:pt x="1771" y="897"/>
                  </a:cubicBezTo>
                  <a:lnTo>
                    <a:pt x="1771" y="893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 sz="1350" dirty="0"/>
            </a:p>
          </p:txBody>
        </p:sp>
        <p:grpSp>
          <p:nvGrpSpPr>
            <p:cNvPr id="24" name="Groep 23"/>
            <p:cNvGrpSpPr>
              <a:grpSpLocks noSelect="1"/>
            </p:cNvGrpSpPr>
            <p:nvPr userDrawn="1"/>
          </p:nvGrpSpPr>
          <p:grpSpPr bwMode="gray">
            <a:xfrm>
              <a:off x="0" y="0"/>
              <a:ext cx="561975" cy="572770"/>
              <a:chOff x="902335" y="290830"/>
              <a:chExt cx="561975" cy="572770"/>
            </a:xfrm>
          </p:grpSpPr>
          <p:sp>
            <p:nvSpPr>
              <p:cNvPr id="25" name="Freeform 5"/>
              <p:cNvSpPr>
                <a:spLocks noSelect="1"/>
              </p:cNvSpPr>
              <p:nvPr userDrawn="1"/>
            </p:nvSpPr>
            <p:spPr bwMode="gray">
              <a:xfrm>
                <a:off x="984250" y="534035"/>
                <a:ext cx="77470" cy="199390"/>
              </a:xfrm>
              <a:custGeom>
                <a:avLst/>
                <a:gdLst>
                  <a:gd name="T0" fmla="*/ 155 w 244"/>
                  <a:gd name="T1" fmla="*/ 0 h 629"/>
                  <a:gd name="T2" fmla="*/ 120 w 244"/>
                  <a:gd name="T3" fmla="*/ 28 h 629"/>
                  <a:gd name="T4" fmla="*/ 0 w 244"/>
                  <a:gd name="T5" fmla="*/ 601 h 629"/>
                  <a:gd name="T6" fmla="*/ 0 w 244"/>
                  <a:gd name="T7" fmla="*/ 606 h 629"/>
                  <a:gd name="T8" fmla="*/ 0 w 244"/>
                  <a:gd name="T9" fmla="*/ 607 h 629"/>
                  <a:gd name="T10" fmla="*/ 23 w 244"/>
                  <a:gd name="T11" fmla="*/ 629 h 629"/>
                  <a:gd name="T12" fmla="*/ 145 w 244"/>
                  <a:gd name="T13" fmla="*/ 629 h 629"/>
                  <a:gd name="T14" fmla="*/ 144 w 244"/>
                  <a:gd name="T15" fmla="*/ 629 h 629"/>
                  <a:gd name="T16" fmla="*/ 144 w 244"/>
                  <a:gd name="T17" fmla="*/ 629 h 629"/>
                  <a:gd name="T18" fmla="*/ 143 w 244"/>
                  <a:gd name="T19" fmla="*/ 629 h 629"/>
                  <a:gd name="T20" fmla="*/ 143 w 244"/>
                  <a:gd name="T21" fmla="*/ 629 h 629"/>
                  <a:gd name="T22" fmla="*/ 143 w 244"/>
                  <a:gd name="T23" fmla="*/ 629 h 629"/>
                  <a:gd name="T24" fmla="*/ 142 w 244"/>
                  <a:gd name="T25" fmla="*/ 629 h 629"/>
                  <a:gd name="T26" fmla="*/ 142 w 244"/>
                  <a:gd name="T27" fmla="*/ 629 h 629"/>
                  <a:gd name="T28" fmla="*/ 142 w 244"/>
                  <a:gd name="T29" fmla="*/ 629 h 629"/>
                  <a:gd name="T30" fmla="*/ 141 w 244"/>
                  <a:gd name="T31" fmla="*/ 629 h 629"/>
                  <a:gd name="T32" fmla="*/ 141 w 244"/>
                  <a:gd name="T33" fmla="*/ 629 h 629"/>
                  <a:gd name="T34" fmla="*/ 141 w 244"/>
                  <a:gd name="T35" fmla="*/ 629 h 629"/>
                  <a:gd name="T36" fmla="*/ 141 w 244"/>
                  <a:gd name="T37" fmla="*/ 629 h 629"/>
                  <a:gd name="T38" fmla="*/ 123 w 244"/>
                  <a:gd name="T39" fmla="*/ 615 h 629"/>
                  <a:gd name="T40" fmla="*/ 123 w 244"/>
                  <a:gd name="T41" fmla="*/ 615 h 629"/>
                  <a:gd name="T42" fmla="*/ 123 w 244"/>
                  <a:gd name="T43" fmla="*/ 614 h 629"/>
                  <a:gd name="T44" fmla="*/ 123 w 244"/>
                  <a:gd name="T45" fmla="*/ 614 h 629"/>
                  <a:gd name="T46" fmla="*/ 122 w 244"/>
                  <a:gd name="T47" fmla="*/ 613 h 629"/>
                  <a:gd name="T48" fmla="*/ 122 w 244"/>
                  <a:gd name="T49" fmla="*/ 613 h 629"/>
                  <a:gd name="T50" fmla="*/ 122 w 244"/>
                  <a:gd name="T51" fmla="*/ 613 h 629"/>
                  <a:gd name="T52" fmla="*/ 122 w 244"/>
                  <a:gd name="T53" fmla="*/ 612 h 629"/>
                  <a:gd name="T54" fmla="*/ 122 w 244"/>
                  <a:gd name="T55" fmla="*/ 612 h 629"/>
                  <a:gd name="T56" fmla="*/ 122 w 244"/>
                  <a:gd name="T57" fmla="*/ 612 h 629"/>
                  <a:gd name="T58" fmla="*/ 122 w 244"/>
                  <a:gd name="T59" fmla="*/ 612 h 629"/>
                  <a:gd name="T60" fmla="*/ 122 w 244"/>
                  <a:gd name="T61" fmla="*/ 605 h 629"/>
                  <a:gd name="T62" fmla="*/ 122 w 244"/>
                  <a:gd name="T63" fmla="*/ 605 h 629"/>
                  <a:gd name="T64" fmla="*/ 122 w 244"/>
                  <a:gd name="T65" fmla="*/ 605 h 629"/>
                  <a:gd name="T66" fmla="*/ 122 w 244"/>
                  <a:gd name="T67" fmla="*/ 602 h 629"/>
                  <a:gd name="T68" fmla="*/ 244 w 244"/>
                  <a:gd name="T69" fmla="*/ 0 h 629"/>
                  <a:gd name="T70" fmla="*/ 155 w 244"/>
                  <a:gd name="T71" fmla="*/ 0 h 6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4" h="629">
                    <a:moveTo>
                      <a:pt x="155" y="0"/>
                    </a:moveTo>
                    <a:cubicBezTo>
                      <a:pt x="139" y="0"/>
                      <a:pt x="123" y="13"/>
                      <a:pt x="120" y="28"/>
                    </a:cubicBezTo>
                    <a:cubicBezTo>
                      <a:pt x="0" y="601"/>
                      <a:pt x="0" y="601"/>
                      <a:pt x="0" y="601"/>
                    </a:cubicBezTo>
                    <a:cubicBezTo>
                      <a:pt x="0" y="606"/>
                      <a:pt x="0" y="606"/>
                      <a:pt x="0" y="606"/>
                    </a:cubicBezTo>
                    <a:cubicBezTo>
                      <a:pt x="0" y="607"/>
                      <a:pt x="0" y="607"/>
                      <a:pt x="0" y="607"/>
                    </a:cubicBezTo>
                    <a:cubicBezTo>
                      <a:pt x="0" y="620"/>
                      <a:pt x="10" y="629"/>
                      <a:pt x="23" y="629"/>
                    </a:cubicBezTo>
                    <a:cubicBezTo>
                      <a:pt x="145" y="629"/>
                      <a:pt x="145" y="629"/>
                      <a:pt x="145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32" y="628"/>
                      <a:pt x="126" y="623"/>
                      <a:pt x="123" y="615"/>
                    </a:cubicBezTo>
                    <a:cubicBezTo>
                      <a:pt x="123" y="615"/>
                      <a:pt x="123" y="615"/>
                      <a:pt x="123" y="615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2"/>
                      <a:pt x="122" y="602"/>
                      <a:pt x="122" y="602"/>
                    </a:cubicBezTo>
                    <a:cubicBezTo>
                      <a:pt x="244" y="0"/>
                      <a:pt x="244" y="0"/>
                      <a:pt x="244" y="0"/>
                    </a:cubicBezTo>
                    <a:lnTo>
                      <a:pt x="155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26" name="Freeform 6"/>
              <p:cNvSpPr>
                <a:spLocks noSelect="1"/>
              </p:cNvSpPr>
              <p:nvPr userDrawn="1"/>
            </p:nvSpPr>
            <p:spPr bwMode="gray">
              <a:xfrm>
                <a:off x="1078865" y="478155"/>
                <a:ext cx="218440" cy="186055"/>
              </a:xfrm>
              <a:custGeom>
                <a:avLst/>
                <a:gdLst>
                  <a:gd name="T0" fmla="*/ 0 w 687"/>
                  <a:gd name="T1" fmla="*/ 0 h 587"/>
                  <a:gd name="T2" fmla="*/ 0 w 687"/>
                  <a:gd name="T3" fmla="*/ 115 h 587"/>
                  <a:gd name="T4" fmla="*/ 229 w 687"/>
                  <a:gd name="T5" fmla="*/ 115 h 587"/>
                  <a:gd name="T6" fmla="*/ 272 w 687"/>
                  <a:gd name="T7" fmla="*/ 139 h 587"/>
                  <a:gd name="T8" fmla="*/ 569 w 687"/>
                  <a:gd name="T9" fmla="*/ 587 h 587"/>
                  <a:gd name="T10" fmla="*/ 687 w 687"/>
                  <a:gd name="T11" fmla="*/ 0 h 587"/>
                  <a:gd name="T12" fmla="*/ 0 w 687"/>
                  <a:gd name="T13" fmla="*/ 0 h 5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7" h="587">
                    <a:moveTo>
                      <a:pt x="0" y="0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229" y="115"/>
                      <a:pt x="229" y="115"/>
                      <a:pt x="229" y="115"/>
                    </a:cubicBezTo>
                    <a:cubicBezTo>
                      <a:pt x="244" y="115"/>
                      <a:pt x="264" y="126"/>
                      <a:pt x="272" y="139"/>
                    </a:cubicBezTo>
                    <a:cubicBezTo>
                      <a:pt x="569" y="587"/>
                      <a:pt x="569" y="587"/>
                      <a:pt x="569" y="587"/>
                    </a:cubicBezTo>
                    <a:cubicBezTo>
                      <a:pt x="687" y="0"/>
                      <a:pt x="687" y="0"/>
                      <a:pt x="68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28" name="Freeform 7"/>
              <p:cNvSpPr>
                <a:spLocks noSelect="1"/>
              </p:cNvSpPr>
              <p:nvPr userDrawn="1"/>
            </p:nvSpPr>
            <p:spPr bwMode="gray">
              <a:xfrm>
                <a:off x="902335" y="478155"/>
                <a:ext cx="406400" cy="385445"/>
              </a:xfrm>
              <a:custGeom>
                <a:avLst/>
                <a:gdLst>
                  <a:gd name="T0" fmla="*/ 555 w 1280"/>
                  <a:gd name="T1" fmla="*/ 0 h 1216"/>
                  <a:gd name="T2" fmla="*/ 475 w 1280"/>
                  <a:gd name="T3" fmla="*/ 0 h 1216"/>
                  <a:gd name="T4" fmla="*/ 357 w 1280"/>
                  <a:gd name="T5" fmla="*/ 9 h 1216"/>
                  <a:gd name="T6" fmla="*/ 0 w 1280"/>
                  <a:gd name="T7" fmla="*/ 447 h 1216"/>
                  <a:gd name="T8" fmla="*/ 616 w 1280"/>
                  <a:gd name="T9" fmla="*/ 1181 h 1216"/>
                  <a:gd name="T10" fmla="*/ 867 w 1280"/>
                  <a:gd name="T11" fmla="*/ 1216 h 1216"/>
                  <a:gd name="T12" fmla="*/ 872 w 1280"/>
                  <a:gd name="T13" fmla="*/ 1216 h 1216"/>
                  <a:gd name="T14" fmla="*/ 1280 w 1280"/>
                  <a:gd name="T15" fmla="*/ 1117 h 1216"/>
                  <a:gd name="T16" fmla="*/ 1033 w 1280"/>
                  <a:gd name="T17" fmla="*/ 1153 h 1216"/>
                  <a:gd name="T18" fmla="*/ 1033 w 1280"/>
                  <a:gd name="T19" fmla="*/ 1153 h 1216"/>
                  <a:gd name="T20" fmla="*/ 1033 w 1280"/>
                  <a:gd name="T21" fmla="*/ 1153 h 1216"/>
                  <a:gd name="T22" fmla="*/ 552 w 1280"/>
                  <a:gd name="T23" fmla="*/ 805 h 1216"/>
                  <a:gd name="T24" fmla="*/ 403 w 1280"/>
                  <a:gd name="T25" fmla="*/ 805 h 1216"/>
                  <a:gd name="T26" fmla="*/ 281 w 1280"/>
                  <a:gd name="T27" fmla="*/ 805 h 1216"/>
                  <a:gd name="T28" fmla="*/ 258 w 1280"/>
                  <a:gd name="T29" fmla="*/ 783 h 1216"/>
                  <a:gd name="T30" fmla="*/ 258 w 1280"/>
                  <a:gd name="T31" fmla="*/ 782 h 1216"/>
                  <a:gd name="T32" fmla="*/ 258 w 1280"/>
                  <a:gd name="T33" fmla="*/ 777 h 1216"/>
                  <a:gd name="T34" fmla="*/ 378 w 1280"/>
                  <a:gd name="T35" fmla="*/ 204 h 1216"/>
                  <a:gd name="T36" fmla="*/ 413 w 1280"/>
                  <a:gd name="T37" fmla="*/ 176 h 1216"/>
                  <a:gd name="T38" fmla="*/ 502 w 1280"/>
                  <a:gd name="T39" fmla="*/ 176 h 1216"/>
                  <a:gd name="T40" fmla="*/ 502 w 1280"/>
                  <a:gd name="T41" fmla="*/ 176 h 1216"/>
                  <a:gd name="T42" fmla="*/ 509 w 1280"/>
                  <a:gd name="T43" fmla="*/ 143 h 1216"/>
                  <a:gd name="T44" fmla="*/ 509 w 1280"/>
                  <a:gd name="T45" fmla="*/ 141 h 1216"/>
                  <a:gd name="T46" fmla="*/ 509 w 1280"/>
                  <a:gd name="T47" fmla="*/ 141 h 1216"/>
                  <a:gd name="T48" fmla="*/ 515 w 1280"/>
                  <a:gd name="T49" fmla="*/ 130 h 1216"/>
                  <a:gd name="T50" fmla="*/ 516 w 1280"/>
                  <a:gd name="T51" fmla="*/ 128 h 1216"/>
                  <a:gd name="T52" fmla="*/ 517 w 1280"/>
                  <a:gd name="T53" fmla="*/ 128 h 1216"/>
                  <a:gd name="T54" fmla="*/ 517 w 1280"/>
                  <a:gd name="T55" fmla="*/ 127 h 1216"/>
                  <a:gd name="T56" fmla="*/ 518 w 1280"/>
                  <a:gd name="T57" fmla="*/ 127 h 1216"/>
                  <a:gd name="T58" fmla="*/ 518 w 1280"/>
                  <a:gd name="T59" fmla="*/ 127 h 1216"/>
                  <a:gd name="T60" fmla="*/ 518 w 1280"/>
                  <a:gd name="T61" fmla="*/ 126 h 1216"/>
                  <a:gd name="T62" fmla="*/ 518 w 1280"/>
                  <a:gd name="T63" fmla="*/ 126 h 1216"/>
                  <a:gd name="T64" fmla="*/ 532 w 1280"/>
                  <a:gd name="T65" fmla="*/ 117 h 1216"/>
                  <a:gd name="T66" fmla="*/ 532 w 1280"/>
                  <a:gd name="T67" fmla="*/ 117 h 1216"/>
                  <a:gd name="T68" fmla="*/ 532 w 1280"/>
                  <a:gd name="T69" fmla="*/ 117 h 1216"/>
                  <a:gd name="T70" fmla="*/ 543 w 1280"/>
                  <a:gd name="T71" fmla="*/ 115 h 1216"/>
                  <a:gd name="T72" fmla="*/ 543 w 1280"/>
                  <a:gd name="T73" fmla="*/ 115 h 1216"/>
                  <a:gd name="T74" fmla="*/ 555 w 1280"/>
                  <a:gd name="T75" fmla="*/ 115 h 1216"/>
                  <a:gd name="T76" fmla="*/ 557 w 1280"/>
                  <a:gd name="T77" fmla="*/ 115 h 1216"/>
                  <a:gd name="T78" fmla="*/ 557 w 1280"/>
                  <a:gd name="T79" fmla="*/ 0 h 1216"/>
                  <a:gd name="T80" fmla="*/ 555 w 1280"/>
                  <a:gd name="T81" fmla="*/ 0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280" h="1216">
                    <a:moveTo>
                      <a:pt x="555" y="0"/>
                    </a:moveTo>
                    <a:cubicBezTo>
                      <a:pt x="475" y="0"/>
                      <a:pt x="475" y="0"/>
                      <a:pt x="475" y="0"/>
                    </a:cubicBezTo>
                    <a:cubicBezTo>
                      <a:pt x="435" y="0"/>
                      <a:pt x="395" y="3"/>
                      <a:pt x="357" y="9"/>
                    </a:cubicBezTo>
                    <a:cubicBezTo>
                      <a:pt x="161" y="42"/>
                      <a:pt x="0" y="165"/>
                      <a:pt x="0" y="447"/>
                    </a:cubicBezTo>
                    <a:cubicBezTo>
                      <a:pt x="0" y="730"/>
                      <a:pt x="239" y="1072"/>
                      <a:pt x="616" y="1181"/>
                    </a:cubicBezTo>
                    <a:cubicBezTo>
                      <a:pt x="694" y="1204"/>
                      <a:pt x="778" y="1216"/>
                      <a:pt x="867" y="1216"/>
                    </a:cubicBezTo>
                    <a:cubicBezTo>
                      <a:pt x="872" y="1216"/>
                      <a:pt x="872" y="1216"/>
                      <a:pt x="872" y="1216"/>
                    </a:cubicBezTo>
                    <a:cubicBezTo>
                      <a:pt x="1019" y="1216"/>
                      <a:pt x="1157" y="1180"/>
                      <a:pt x="1280" y="1117"/>
                    </a:cubicBezTo>
                    <a:cubicBezTo>
                      <a:pt x="1190" y="1142"/>
                      <a:pt x="1108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728" y="1153"/>
                      <a:pt x="552" y="970"/>
                      <a:pt x="552" y="805"/>
                    </a:cubicBezTo>
                    <a:cubicBezTo>
                      <a:pt x="403" y="805"/>
                      <a:pt x="403" y="805"/>
                      <a:pt x="403" y="805"/>
                    </a:cubicBezTo>
                    <a:cubicBezTo>
                      <a:pt x="281" y="805"/>
                      <a:pt x="281" y="805"/>
                      <a:pt x="281" y="805"/>
                    </a:cubicBezTo>
                    <a:cubicBezTo>
                      <a:pt x="268" y="805"/>
                      <a:pt x="258" y="796"/>
                      <a:pt x="258" y="783"/>
                    </a:cubicBezTo>
                    <a:cubicBezTo>
                      <a:pt x="258" y="782"/>
                      <a:pt x="258" y="782"/>
                      <a:pt x="258" y="782"/>
                    </a:cubicBezTo>
                    <a:cubicBezTo>
                      <a:pt x="258" y="777"/>
                      <a:pt x="258" y="777"/>
                      <a:pt x="258" y="777"/>
                    </a:cubicBezTo>
                    <a:cubicBezTo>
                      <a:pt x="378" y="204"/>
                      <a:pt x="378" y="204"/>
                      <a:pt x="378" y="204"/>
                    </a:cubicBezTo>
                    <a:cubicBezTo>
                      <a:pt x="381" y="189"/>
                      <a:pt x="397" y="176"/>
                      <a:pt x="413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9" y="143"/>
                      <a:pt x="509" y="143"/>
                      <a:pt x="509" y="143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15" y="130"/>
                      <a:pt x="515" y="130"/>
                      <a:pt x="515" y="130"/>
                    </a:cubicBezTo>
                    <a:cubicBezTo>
                      <a:pt x="516" y="128"/>
                      <a:pt x="516" y="128"/>
                      <a:pt x="516" y="128"/>
                    </a:cubicBezTo>
                    <a:cubicBezTo>
                      <a:pt x="517" y="128"/>
                      <a:pt x="517" y="128"/>
                      <a:pt x="517" y="128"/>
                    </a:cubicBezTo>
                    <a:cubicBezTo>
                      <a:pt x="517" y="127"/>
                      <a:pt x="517" y="127"/>
                      <a:pt x="517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55" y="115"/>
                      <a:pt x="555" y="115"/>
                      <a:pt x="555" y="115"/>
                    </a:cubicBezTo>
                    <a:cubicBezTo>
                      <a:pt x="557" y="115"/>
                      <a:pt x="557" y="115"/>
                      <a:pt x="557" y="115"/>
                    </a:cubicBezTo>
                    <a:cubicBezTo>
                      <a:pt x="557" y="0"/>
                      <a:pt x="557" y="0"/>
                      <a:pt x="557" y="0"/>
                    </a:cubicBezTo>
                    <a:lnTo>
                      <a:pt x="555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29" name="Freeform 8"/>
              <p:cNvSpPr>
                <a:spLocks noSelect="1"/>
              </p:cNvSpPr>
              <p:nvPr userDrawn="1"/>
            </p:nvSpPr>
            <p:spPr bwMode="gray">
              <a:xfrm>
                <a:off x="1077595" y="429895"/>
                <a:ext cx="386715" cy="414020"/>
              </a:xfrm>
              <a:custGeom>
                <a:avLst/>
                <a:gdLst>
                  <a:gd name="T0" fmla="*/ 770 w 1219"/>
                  <a:gd name="T1" fmla="*/ 928 h 1304"/>
                  <a:gd name="T2" fmla="*/ 350 w 1219"/>
                  <a:gd name="T3" fmla="*/ 929 h 1304"/>
                  <a:gd name="T4" fmla="*/ 38 w 1219"/>
                  <a:gd name="T5" fmla="*/ 955 h 1304"/>
                  <a:gd name="T6" fmla="*/ 30 w 1219"/>
                  <a:gd name="T7" fmla="*/ 956 h 1304"/>
                  <a:gd name="T8" fmla="*/ 481 w 1219"/>
                  <a:gd name="T9" fmla="*/ 1304 h 1304"/>
                  <a:gd name="T10" fmla="*/ 734 w 1219"/>
                  <a:gd name="T11" fmla="*/ 1265 h 1304"/>
                  <a:gd name="T12" fmla="*/ 744 w 1219"/>
                  <a:gd name="T13" fmla="*/ 1259 h 1304"/>
                  <a:gd name="T14" fmla="*/ 755 w 1219"/>
                  <a:gd name="T15" fmla="*/ 1253 h 1304"/>
                  <a:gd name="T16" fmla="*/ 765 w 1219"/>
                  <a:gd name="T17" fmla="*/ 1247 h 1304"/>
                  <a:gd name="T18" fmla="*/ 776 w 1219"/>
                  <a:gd name="T19" fmla="*/ 1241 h 1304"/>
                  <a:gd name="T20" fmla="*/ 786 w 1219"/>
                  <a:gd name="T21" fmla="*/ 1235 h 1304"/>
                  <a:gd name="T22" fmla="*/ 797 w 1219"/>
                  <a:gd name="T23" fmla="*/ 1228 h 1304"/>
                  <a:gd name="T24" fmla="*/ 806 w 1219"/>
                  <a:gd name="T25" fmla="*/ 1222 h 1304"/>
                  <a:gd name="T26" fmla="*/ 816 w 1219"/>
                  <a:gd name="T27" fmla="*/ 1215 h 1304"/>
                  <a:gd name="T28" fmla="*/ 826 w 1219"/>
                  <a:gd name="T29" fmla="*/ 1209 h 1304"/>
                  <a:gd name="T30" fmla="*/ 836 w 1219"/>
                  <a:gd name="T31" fmla="*/ 1202 h 1304"/>
                  <a:gd name="T32" fmla="*/ 846 w 1219"/>
                  <a:gd name="T33" fmla="*/ 1195 h 1304"/>
                  <a:gd name="T34" fmla="*/ 856 w 1219"/>
                  <a:gd name="T35" fmla="*/ 1188 h 1304"/>
                  <a:gd name="T36" fmla="*/ 870 w 1219"/>
                  <a:gd name="T37" fmla="*/ 1177 h 1304"/>
                  <a:gd name="T38" fmla="*/ 879 w 1219"/>
                  <a:gd name="T39" fmla="*/ 1169 h 1304"/>
                  <a:gd name="T40" fmla="*/ 898 w 1219"/>
                  <a:gd name="T41" fmla="*/ 1154 h 1304"/>
                  <a:gd name="T42" fmla="*/ 942 w 1219"/>
                  <a:gd name="T43" fmla="*/ 1114 h 1304"/>
                  <a:gd name="T44" fmla="*/ 955 w 1219"/>
                  <a:gd name="T45" fmla="*/ 1101 h 1304"/>
                  <a:gd name="T46" fmla="*/ 964 w 1219"/>
                  <a:gd name="T47" fmla="*/ 1092 h 1304"/>
                  <a:gd name="T48" fmla="*/ 972 w 1219"/>
                  <a:gd name="T49" fmla="*/ 1084 h 1304"/>
                  <a:gd name="T50" fmla="*/ 981 w 1219"/>
                  <a:gd name="T51" fmla="*/ 1075 h 1304"/>
                  <a:gd name="T52" fmla="*/ 990 w 1219"/>
                  <a:gd name="T53" fmla="*/ 1064 h 1304"/>
                  <a:gd name="T54" fmla="*/ 1206 w 1219"/>
                  <a:gd name="T55" fmla="*/ 617 h 1304"/>
                  <a:gd name="T56" fmla="*/ 1207 w 1219"/>
                  <a:gd name="T57" fmla="*/ 609 h 1304"/>
                  <a:gd name="T58" fmla="*/ 1209 w 1219"/>
                  <a:gd name="T59" fmla="*/ 594 h 1304"/>
                  <a:gd name="T60" fmla="*/ 1211 w 1219"/>
                  <a:gd name="T61" fmla="*/ 585 h 1304"/>
                  <a:gd name="T62" fmla="*/ 1212 w 1219"/>
                  <a:gd name="T63" fmla="*/ 570 h 1304"/>
                  <a:gd name="T64" fmla="*/ 1213 w 1219"/>
                  <a:gd name="T65" fmla="*/ 561 h 1304"/>
                  <a:gd name="T66" fmla="*/ 1215 w 1219"/>
                  <a:gd name="T67" fmla="*/ 551 h 1304"/>
                  <a:gd name="T68" fmla="*/ 1215 w 1219"/>
                  <a:gd name="T69" fmla="*/ 542 h 1304"/>
                  <a:gd name="T70" fmla="*/ 1216 w 1219"/>
                  <a:gd name="T71" fmla="*/ 532 h 1304"/>
                  <a:gd name="T72" fmla="*/ 1217 w 1219"/>
                  <a:gd name="T73" fmla="*/ 522 h 1304"/>
                  <a:gd name="T74" fmla="*/ 1217 w 1219"/>
                  <a:gd name="T75" fmla="*/ 513 h 1304"/>
                  <a:gd name="T76" fmla="*/ 1218 w 1219"/>
                  <a:gd name="T77" fmla="*/ 502 h 1304"/>
                  <a:gd name="T78" fmla="*/ 1218 w 1219"/>
                  <a:gd name="T79" fmla="*/ 493 h 1304"/>
                  <a:gd name="T80" fmla="*/ 1218 w 1219"/>
                  <a:gd name="T81" fmla="*/ 483 h 1304"/>
                  <a:gd name="T82" fmla="*/ 1219 w 1219"/>
                  <a:gd name="T83" fmla="*/ 473 h 1304"/>
                  <a:gd name="T84" fmla="*/ 1219 w 1219"/>
                  <a:gd name="T85" fmla="*/ 459 h 1304"/>
                  <a:gd name="T86" fmla="*/ 1218 w 1219"/>
                  <a:gd name="T87" fmla="*/ 447 h 1304"/>
                  <a:gd name="T88" fmla="*/ 1218 w 1219"/>
                  <a:gd name="T89" fmla="*/ 436 h 1304"/>
                  <a:gd name="T90" fmla="*/ 1218 w 1219"/>
                  <a:gd name="T91" fmla="*/ 424 h 1304"/>
                  <a:gd name="T92" fmla="*/ 1217 w 1219"/>
                  <a:gd name="T93" fmla="*/ 413 h 1304"/>
                  <a:gd name="T94" fmla="*/ 1216 w 1219"/>
                  <a:gd name="T95" fmla="*/ 402 h 1304"/>
                  <a:gd name="T96" fmla="*/ 1216 w 1219"/>
                  <a:gd name="T97" fmla="*/ 391 h 1304"/>
                  <a:gd name="T98" fmla="*/ 1215 w 1219"/>
                  <a:gd name="T99" fmla="*/ 380 h 1304"/>
                  <a:gd name="T100" fmla="*/ 1214 w 1219"/>
                  <a:gd name="T101" fmla="*/ 369 h 1304"/>
                  <a:gd name="T102" fmla="*/ 1212 w 1219"/>
                  <a:gd name="T103" fmla="*/ 353 h 1304"/>
                  <a:gd name="T104" fmla="*/ 1210 w 1219"/>
                  <a:gd name="T105" fmla="*/ 342 h 1304"/>
                  <a:gd name="T106" fmla="*/ 1209 w 1219"/>
                  <a:gd name="T107" fmla="*/ 331 h 1304"/>
                  <a:gd name="T108" fmla="*/ 1207 w 1219"/>
                  <a:gd name="T109" fmla="*/ 320 h 1304"/>
                  <a:gd name="T110" fmla="*/ 1193 w 1219"/>
                  <a:gd name="T111" fmla="*/ 248 h 1304"/>
                  <a:gd name="T112" fmla="*/ 1187 w 1219"/>
                  <a:gd name="T113" fmla="*/ 226 h 1304"/>
                  <a:gd name="T114" fmla="*/ 1184 w 1219"/>
                  <a:gd name="T115" fmla="*/ 215 h 1304"/>
                  <a:gd name="T116" fmla="*/ 1181 w 1219"/>
                  <a:gd name="T117" fmla="*/ 204 h 1304"/>
                  <a:gd name="T118" fmla="*/ 1177 w 1219"/>
                  <a:gd name="T119" fmla="*/ 193 h 1304"/>
                  <a:gd name="T120" fmla="*/ 1174 w 1219"/>
                  <a:gd name="T121" fmla="*/ 182 h 1304"/>
                  <a:gd name="T122" fmla="*/ 1090 w 1219"/>
                  <a:gd name="T123" fmla="*/ 0 h 1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219" h="1304">
                    <a:moveTo>
                      <a:pt x="1126" y="206"/>
                    </a:moveTo>
                    <a:cubicBezTo>
                      <a:pt x="1126" y="329"/>
                      <a:pt x="1089" y="447"/>
                      <a:pt x="1016" y="537"/>
                    </a:cubicBezTo>
                    <a:cubicBezTo>
                      <a:pt x="972" y="592"/>
                      <a:pt x="902" y="646"/>
                      <a:pt x="820" y="685"/>
                    </a:cubicBezTo>
                    <a:cubicBezTo>
                      <a:pt x="770" y="928"/>
                      <a:pt x="770" y="928"/>
                      <a:pt x="770" y="928"/>
                    </a:cubicBezTo>
                    <a:cubicBezTo>
                      <a:pt x="767" y="943"/>
                      <a:pt x="751" y="956"/>
                      <a:pt x="736" y="956"/>
                    </a:cubicBezTo>
                    <a:cubicBezTo>
                      <a:pt x="493" y="956"/>
                      <a:pt x="493" y="956"/>
                      <a:pt x="493" y="956"/>
                    </a:cubicBezTo>
                    <a:cubicBezTo>
                      <a:pt x="399" y="956"/>
                      <a:pt x="399" y="956"/>
                      <a:pt x="399" y="956"/>
                    </a:cubicBezTo>
                    <a:cubicBezTo>
                      <a:pt x="381" y="956"/>
                      <a:pt x="359" y="944"/>
                      <a:pt x="350" y="929"/>
                    </a:cubicBezTo>
                    <a:cubicBezTo>
                      <a:pt x="131" y="590"/>
                      <a:pt x="131" y="590"/>
                      <a:pt x="131" y="590"/>
                    </a:cubicBezTo>
                    <a:cubicBezTo>
                      <a:pt x="63" y="929"/>
                      <a:pt x="63" y="929"/>
                      <a:pt x="63" y="929"/>
                    </a:cubicBezTo>
                    <a:cubicBezTo>
                      <a:pt x="60" y="941"/>
                      <a:pt x="50" y="951"/>
                      <a:pt x="38" y="955"/>
                    </a:cubicBezTo>
                    <a:cubicBezTo>
                      <a:pt x="38" y="955"/>
                      <a:pt x="38" y="955"/>
                      <a:pt x="38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0" y="956"/>
                      <a:pt x="30" y="956"/>
                      <a:pt x="30" y="956"/>
                    </a:cubicBezTo>
                    <a:cubicBezTo>
                      <a:pt x="29" y="956"/>
                      <a:pt x="29" y="956"/>
                      <a:pt x="29" y="956"/>
                    </a:cubicBezTo>
                    <a:cubicBezTo>
                      <a:pt x="0" y="956"/>
                      <a:pt x="0" y="956"/>
                      <a:pt x="0" y="956"/>
                    </a:cubicBezTo>
                    <a:cubicBezTo>
                      <a:pt x="0" y="1121"/>
                      <a:pt x="176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556" y="1304"/>
                      <a:pt x="638" y="1293"/>
                      <a:pt x="728" y="1268"/>
                    </a:cubicBezTo>
                    <a:cubicBezTo>
                      <a:pt x="732" y="1265"/>
                      <a:pt x="732" y="1265"/>
                      <a:pt x="732" y="1265"/>
                    </a:cubicBezTo>
                    <a:cubicBezTo>
                      <a:pt x="734" y="1265"/>
                      <a:pt x="734" y="1265"/>
                      <a:pt x="734" y="1265"/>
                    </a:cubicBezTo>
                    <a:cubicBezTo>
                      <a:pt x="738" y="1262"/>
                      <a:pt x="738" y="1262"/>
                      <a:pt x="738" y="1262"/>
                    </a:cubicBezTo>
                    <a:cubicBezTo>
                      <a:pt x="739" y="1262"/>
                      <a:pt x="739" y="1262"/>
                      <a:pt x="739" y="1262"/>
                    </a:cubicBezTo>
                    <a:cubicBezTo>
                      <a:pt x="743" y="1260"/>
                      <a:pt x="743" y="1260"/>
                      <a:pt x="743" y="1260"/>
                    </a:cubicBezTo>
                    <a:cubicBezTo>
                      <a:pt x="744" y="1259"/>
                      <a:pt x="744" y="1259"/>
                      <a:pt x="744" y="1259"/>
                    </a:cubicBezTo>
                    <a:cubicBezTo>
                      <a:pt x="749" y="1257"/>
                      <a:pt x="749" y="1257"/>
                      <a:pt x="749" y="1257"/>
                    </a:cubicBezTo>
                    <a:cubicBezTo>
                      <a:pt x="750" y="1256"/>
                      <a:pt x="750" y="1256"/>
                      <a:pt x="750" y="1256"/>
                    </a:cubicBezTo>
                    <a:cubicBezTo>
                      <a:pt x="754" y="1254"/>
                      <a:pt x="754" y="1254"/>
                      <a:pt x="754" y="1254"/>
                    </a:cubicBezTo>
                    <a:cubicBezTo>
                      <a:pt x="755" y="1253"/>
                      <a:pt x="755" y="1253"/>
                      <a:pt x="755" y="1253"/>
                    </a:cubicBezTo>
                    <a:cubicBezTo>
                      <a:pt x="759" y="1251"/>
                      <a:pt x="759" y="1251"/>
                      <a:pt x="759" y="1251"/>
                    </a:cubicBezTo>
                    <a:cubicBezTo>
                      <a:pt x="760" y="1250"/>
                      <a:pt x="760" y="1250"/>
                      <a:pt x="760" y="1250"/>
                    </a:cubicBezTo>
                    <a:cubicBezTo>
                      <a:pt x="765" y="1248"/>
                      <a:pt x="765" y="1248"/>
                      <a:pt x="765" y="1248"/>
                    </a:cubicBezTo>
                    <a:cubicBezTo>
                      <a:pt x="765" y="1247"/>
                      <a:pt x="765" y="1247"/>
                      <a:pt x="765" y="1247"/>
                    </a:cubicBezTo>
                    <a:cubicBezTo>
                      <a:pt x="769" y="1245"/>
                      <a:pt x="769" y="1245"/>
                      <a:pt x="769" y="1245"/>
                    </a:cubicBezTo>
                    <a:cubicBezTo>
                      <a:pt x="771" y="1244"/>
                      <a:pt x="771" y="1244"/>
                      <a:pt x="771" y="1244"/>
                    </a:cubicBezTo>
                    <a:cubicBezTo>
                      <a:pt x="775" y="1242"/>
                      <a:pt x="775" y="1242"/>
                      <a:pt x="775" y="1242"/>
                    </a:cubicBezTo>
                    <a:cubicBezTo>
                      <a:pt x="776" y="1241"/>
                      <a:pt x="776" y="1241"/>
                      <a:pt x="776" y="1241"/>
                    </a:cubicBezTo>
                    <a:cubicBezTo>
                      <a:pt x="780" y="1239"/>
                      <a:pt x="780" y="1239"/>
                      <a:pt x="780" y="1239"/>
                    </a:cubicBezTo>
                    <a:cubicBezTo>
                      <a:pt x="781" y="1238"/>
                      <a:pt x="781" y="1238"/>
                      <a:pt x="781" y="1238"/>
                    </a:cubicBezTo>
                    <a:cubicBezTo>
                      <a:pt x="785" y="1236"/>
                      <a:pt x="785" y="1236"/>
                      <a:pt x="785" y="1236"/>
                    </a:cubicBezTo>
                    <a:cubicBezTo>
                      <a:pt x="786" y="1235"/>
                      <a:pt x="786" y="1235"/>
                      <a:pt x="786" y="1235"/>
                    </a:cubicBezTo>
                    <a:cubicBezTo>
                      <a:pt x="790" y="1232"/>
                      <a:pt x="790" y="1232"/>
                      <a:pt x="790" y="1232"/>
                    </a:cubicBezTo>
                    <a:cubicBezTo>
                      <a:pt x="791" y="1232"/>
                      <a:pt x="791" y="1232"/>
                      <a:pt x="791" y="1232"/>
                    </a:cubicBezTo>
                    <a:cubicBezTo>
                      <a:pt x="795" y="1229"/>
                      <a:pt x="795" y="1229"/>
                      <a:pt x="795" y="1229"/>
                    </a:cubicBezTo>
                    <a:cubicBezTo>
                      <a:pt x="797" y="1228"/>
                      <a:pt x="797" y="1228"/>
                      <a:pt x="797" y="1228"/>
                    </a:cubicBezTo>
                    <a:cubicBezTo>
                      <a:pt x="801" y="1226"/>
                      <a:pt x="801" y="1226"/>
                      <a:pt x="801" y="1226"/>
                    </a:cubicBezTo>
                    <a:cubicBezTo>
                      <a:pt x="802" y="1225"/>
                      <a:pt x="802" y="1225"/>
                      <a:pt x="802" y="1225"/>
                    </a:cubicBezTo>
                    <a:cubicBezTo>
                      <a:pt x="805" y="1223"/>
                      <a:pt x="805" y="1223"/>
                      <a:pt x="805" y="1223"/>
                    </a:cubicBezTo>
                    <a:cubicBezTo>
                      <a:pt x="806" y="1222"/>
                      <a:pt x="806" y="1222"/>
                      <a:pt x="806" y="1222"/>
                    </a:cubicBezTo>
                    <a:cubicBezTo>
                      <a:pt x="811" y="1219"/>
                      <a:pt x="811" y="1219"/>
                      <a:pt x="811" y="1219"/>
                    </a:cubicBezTo>
                    <a:cubicBezTo>
                      <a:pt x="812" y="1219"/>
                      <a:pt x="812" y="1219"/>
                      <a:pt x="812" y="1219"/>
                    </a:cubicBezTo>
                    <a:cubicBezTo>
                      <a:pt x="815" y="1216"/>
                      <a:pt x="815" y="1216"/>
                      <a:pt x="815" y="1216"/>
                    </a:cubicBezTo>
                    <a:cubicBezTo>
                      <a:pt x="816" y="1215"/>
                      <a:pt x="816" y="1215"/>
                      <a:pt x="816" y="1215"/>
                    </a:cubicBezTo>
                    <a:cubicBezTo>
                      <a:pt x="821" y="1213"/>
                      <a:pt x="821" y="1213"/>
                      <a:pt x="821" y="1213"/>
                    </a:cubicBezTo>
                    <a:cubicBezTo>
                      <a:pt x="822" y="1212"/>
                      <a:pt x="822" y="1212"/>
                      <a:pt x="822" y="1212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31" y="1206"/>
                      <a:pt x="831" y="1206"/>
                      <a:pt x="831" y="1206"/>
                    </a:cubicBezTo>
                    <a:cubicBezTo>
                      <a:pt x="831" y="1205"/>
                      <a:pt x="831" y="1205"/>
                      <a:pt x="831" y="1205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40" y="1199"/>
                      <a:pt x="840" y="1199"/>
                      <a:pt x="840" y="1199"/>
                    </a:cubicBezTo>
                    <a:cubicBezTo>
                      <a:pt x="841" y="1198"/>
                      <a:pt x="841" y="1198"/>
                      <a:pt x="841" y="1198"/>
                    </a:cubicBezTo>
                    <a:cubicBezTo>
                      <a:pt x="845" y="1195"/>
                      <a:pt x="845" y="1195"/>
                      <a:pt x="845" y="1195"/>
                    </a:cubicBezTo>
                    <a:cubicBezTo>
                      <a:pt x="846" y="1195"/>
                      <a:pt x="846" y="1195"/>
                      <a:pt x="846" y="1195"/>
                    </a:cubicBezTo>
                    <a:cubicBezTo>
                      <a:pt x="850" y="1192"/>
                      <a:pt x="850" y="1192"/>
                      <a:pt x="850" y="1192"/>
                    </a:cubicBezTo>
                    <a:cubicBezTo>
                      <a:pt x="851" y="1191"/>
                      <a:pt x="851" y="1191"/>
                      <a:pt x="851" y="1191"/>
                    </a:cubicBezTo>
                    <a:cubicBezTo>
                      <a:pt x="855" y="1188"/>
                      <a:pt x="855" y="1188"/>
                      <a:pt x="855" y="1188"/>
                    </a:cubicBezTo>
                    <a:cubicBezTo>
                      <a:pt x="856" y="1188"/>
                      <a:pt x="856" y="1188"/>
                      <a:pt x="856" y="1188"/>
                    </a:cubicBezTo>
                    <a:cubicBezTo>
                      <a:pt x="865" y="1181"/>
                      <a:pt x="865" y="1181"/>
                      <a:pt x="865" y="1181"/>
                    </a:cubicBezTo>
                    <a:cubicBezTo>
                      <a:pt x="865" y="1180"/>
                      <a:pt x="865" y="1180"/>
                      <a:pt x="865" y="1180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4" y="1173"/>
                      <a:pt x="874" y="1173"/>
                      <a:pt x="874" y="1173"/>
                    </a:cubicBezTo>
                    <a:cubicBezTo>
                      <a:pt x="875" y="1173"/>
                      <a:pt x="875" y="1173"/>
                      <a:pt x="875" y="1173"/>
                    </a:cubicBezTo>
                    <a:cubicBezTo>
                      <a:pt x="879" y="1170"/>
                      <a:pt x="879" y="1170"/>
                      <a:pt x="879" y="1170"/>
                    </a:cubicBezTo>
                    <a:cubicBezTo>
                      <a:pt x="879" y="1169"/>
                      <a:pt x="879" y="1169"/>
                      <a:pt x="879" y="1169"/>
                    </a:cubicBezTo>
                    <a:cubicBezTo>
                      <a:pt x="888" y="1162"/>
                      <a:pt x="888" y="1162"/>
                      <a:pt x="888" y="1162"/>
                    </a:cubicBezTo>
                    <a:cubicBezTo>
                      <a:pt x="889" y="1162"/>
                      <a:pt x="889" y="1162"/>
                      <a:pt x="889" y="1162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911" y="1143"/>
                      <a:pt x="911" y="1143"/>
                      <a:pt x="911" y="1143"/>
                    </a:cubicBezTo>
                    <a:cubicBezTo>
                      <a:pt x="911" y="1142"/>
                      <a:pt x="911" y="1142"/>
                      <a:pt x="911" y="1142"/>
                    </a:cubicBezTo>
                    <a:cubicBezTo>
                      <a:pt x="922" y="1133"/>
                      <a:pt x="932" y="1124"/>
                      <a:pt x="942" y="1114"/>
                    </a:cubicBezTo>
                    <a:cubicBezTo>
                      <a:pt x="942" y="1114"/>
                      <a:pt x="942" y="1114"/>
                      <a:pt x="942" y="1114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9" y="1097"/>
                      <a:pt x="959" y="1097"/>
                      <a:pt x="959" y="1097"/>
                    </a:cubicBezTo>
                    <a:cubicBezTo>
                      <a:pt x="960" y="1097"/>
                      <a:pt x="960" y="1097"/>
                      <a:pt x="960" y="1097"/>
                    </a:cubicBezTo>
                    <a:cubicBezTo>
                      <a:pt x="963" y="1093"/>
                      <a:pt x="963" y="1093"/>
                      <a:pt x="963" y="1093"/>
                    </a:cubicBezTo>
                    <a:cubicBezTo>
                      <a:pt x="964" y="1092"/>
                      <a:pt x="964" y="1092"/>
                      <a:pt x="964" y="1092"/>
                    </a:cubicBezTo>
                    <a:cubicBezTo>
                      <a:pt x="967" y="1089"/>
                      <a:pt x="967" y="1089"/>
                      <a:pt x="967" y="1089"/>
                    </a:cubicBezTo>
                    <a:cubicBezTo>
                      <a:pt x="968" y="1088"/>
                      <a:pt x="968" y="1088"/>
                      <a:pt x="968" y="1088"/>
                    </a:cubicBezTo>
                    <a:cubicBezTo>
                      <a:pt x="971" y="1085"/>
                      <a:pt x="971" y="1085"/>
                      <a:pt x="971" y="1085"/>
                    </a:cubicBezTo>
                    <a:cubicBezTo>
                      <a:pt x="972" y="1084"/>
                      <a:pt x="972" y="1084"/>
                      <a:pt x="972" y="1084"/>
                    </a:cubicBezTo>
                    <a:cubicBezTo>
                      <a:pt x="976" y="1080"/>
                      <a:pt x="976" y="1080"/>
                      <a:pt x="976" y="1080"/>
                    </a:cubicBezTo>
                    <a:cubicBezTo>
                      <a:pt x="977" y="1079"/>
                      <a:pt x="977" y="1079"/>
                      <a:pt x="977" y="1079"/>
                    </a:cubicBezTo>
                    <a:cubicBezTo>
                      <a:pt x="979" y="1076"/>
                      <a:pt x="979" y="1076"/>
                      <a:pt x="979" y="1076"/>
                    </a:cubicBezTo>
                    <a:cubicBezTo>
                      <a:pt x="981" y="1075"/>
                      <a:pt x="981" y="1075"/>
                      <a:pt x="981" y="1075"/>
                    </a:cubicBezTo>
                    <a:cubicBezTo>
                      <a:pt x="984" y="1072"/>
                      <a:pt x="984" y="1072"/>
                      <a:pt x="984" y="1072"/>
                    </a:cubicBezTo>
                    <a:cubicBezTo>
                      <a:pt x="985" y="1070"/>
                      <a:pt x="985" y="1070"/>
                      <a:pt x="985" y="1070"/>
                    </a:cubicBezTo>
                    <a:cubicBezTo>
                      <a:pt x="987" y="1068"/>
                      <a:pt x="987" y="1068"/>
                      <a:pt x="987" y="1068"/>
                    </a:cubicBezTo>
                    <a:cubicBezTo>
                      <a:pt x="990" y="1064"/>
                      <a:pt x="990" y="1064"/>
                      <a:pt x="990" y="1064"/>
                    </a:cubicBezTo>
                    <a:cubicBezTo>
                      <a:pt x="991" y="1063"/>
                      <a:pt x="991" y="1063"/>
                      <a:pt x="991" y="1063"/>
                    </a:cubicBezTo>
                    <a:cubicBezTo>
                      <a:pt x="994" y="1061"/>
                      <a:pt x="994" y="1061"/>
                      <a:pt x="994" y="1061"/>
                    </a:cubicBezTo>
                    <a:cubicBezTo>
                      <a:pt x="994" y="1060"/>
                      <a:pt x="994" y="1060"/>
                      <a:pt x="994" y="1060"/>
                    </a:cubicBezTo>
                    <a:cubicBezTo>
                      <a:pt x="1102" y="937"/>
                      <a:pt x="1177" y="785"/>
                      <a:pt x="1206" y="617"/>
                    </a:cubicBezTo>
                    <a:cubicBezTo>
                      <a:pt x="1206" y="617"/>
                      <a:pt x="1206" y="617"/>
                      <a:pt x="1206" y="617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4"/>
                      <a:pt x="1209" y="594"/>
                      <a:pt x="1209" y="594"/>
                    </a:cubicBezTo>
                    <a:cubicBezTo>
                      <a:pt x="1210" y="593"/>
                      <a:pt x="1210" y="593"/>
                      <a:pt x="1210" y="593"/>
                    </a:cubicBezTo>
                    <a:cubicBezTo>
                      <a:pt x="1210" y="589"/>
                      <a:pt x="1210" y="589"/>
                      <a:pt x="1210" y="589"/>
                    </a:cubicBezTo>
                    <a:cubicBezTo>
                      <a:pt x="1210" y="588"/>
                      <a:pt x="1210" y="588"/>
                      <a:pt x="1210" y="588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2" y="574"/>
                      <a:pt x="1212" y="574"/>
                      <a:pt x="1212" y="574"/>
                    </a:cubicBezTo>
                    <a:cubicBezTo>
                      <a:pt x="1212" y="573"/>
                      <a:pt x="1212" y="573"/>
                      <a:pt x="1212" y="573"/>
                    </a:cubicBezTo>
                    <a:cubicBezTo>
                      <a:pt x="1212" y="570"/>
                      <a:pt x="1212" y="570"/>
                      <a:pt x="1212" y="570"/>
                    </a:cubicBezTo>
                    <a:cubicBezTo>
                      <a:pt x="1213" y="568"/>
                      <a:pt x="1213" y="568"/>
                      <a:pt x="1213" y="568"/>
                    </a:cubicBezTo>
                    <a:cubicBezTo>
                      <a:pt x="1213" y="566"/>
                      <a:pt x="1213" y="566"/>
                      <a:pt x="1213" y="566"/>
                    </a:cubicBezTo>
                    <a:cubicBezTo>
                      <a:pt x="1213" y="564"/>
                      <a:pt x="1213" y="564"/>
                      <a:pt x="1213" y="564"/>
                    </a:cubicBezTo>
                    <a:cubicBezTo>
                      <a:pt x="1213" y="561"/>
                      <a:pt x="1213" y="561"/>
                      <a:pt x="1213" y="561"/>
                    </a:cubicBezTo>
                    <a:cubicBezTo>
                      <a:pt x="1214" y="560"/>
                      <a:pt x="1214" y="560"/>
                      <a:pt x="1214" y="560"/>
                    </a:cubicBezTo>
                    <a:cubicBezTo>
                      <a:pt x="1214" y="555"/>
                      <a:pt x="1214" y="555"/>
                      <a:pt x="1214" y="555"/>
                    </a:cubicBezTo>
                    <a:cubicBezTo>
                      <a:pt x="1214" y="553"/>
                      <a:pt x="1214" y="553"/>
                      <a:pt x="1214" y="553"/>
                    </a:cubicBezTo>
                    <a:cubicBezTo>
                      <a:pt x="1215" y="551"/>
                      <a:pt x="1215" y="551"/>
                      <a:pt x="1215" y="551"/>
                    </a:cubicBezTo>
                    <a:cubicBezTo>
                      <a:pt x="1215" y="549"/>
                      <a:pt x="1215" y="549"/>
                      <a:pt x="1215" y="549"/>
                    </a:cubicBezTo>
                    <a:cubicBezTo>
                      <a:pt x="1215" y="546"/>
                      <a:pt x="1215" y="546"/>
                      <a:pt x="1215" y="546"/>
                    </a:cubicBezTo>
                    <a:cubicBezTo>
                      <a:pt x="1215" y="544"/>
                      <a:pt x="1215" y="544"/>
                      <a:pt x="1215" y="544"/>
                    </a:cubicBezTo>
                    <a:cubicBezTo>
                      <a:pt x="1215" y="542"/>
                      <a:pt x="1215" y="542"/>
                      <a:pt x="1215" y="542"/>
                    </a:cubicBezTo>
                    <a:cubicBezTo>
                      <a:pt x="1215" y="540"/>
                      <a:pt x="1215" y="540"/>
                      <a:pt x="1215" y="540"/>
                    </a:cubicBezTo>
                    <a:cubicBezTo>
                      <a:pt x="1216" y="537"/>
                      <a:pt x="1216" y="537"/>
                      <a:pt x="1216" y="537"/>
                    </a:cubicBezTo>
                    <a:cubicBezTo>
                      <a:pt x="1216" y="534"/>
                      <a:pt x="1216" y="534"/>
                      <a:pt x="1216" y="534"/>
                    </a:cubicBezTo>
                    <a:cubicBezTo>
                      <a:pt x="1216" y="532"/>
                      <a:pt x="1216" y="532"/>
                      <a:pt x="1216" y="532"/>
                    </a:cubicBezTo>
                    <a:cubicBezTo>
                      <a:pt x="1216" y="529"/>
                      <a:pt x="1216" y="529"/>
                      <a:pt x="1216" y="529"/>
                    </a:cubicBezTo>
                    <a:cubicBezTo>
                      <a:pt x="1216" y="527"/>
                      <a:pt x="1216" y="527"/>
                      <a:pt x="1216" y="527"/>
                    </a:cubicBezTo>
                    <a:cubicBezTo>
                      <a:pt x="1217" y="524"/>
                      <a:pt x="1217" y="524"/>
                      <a:pt x="1217" y="524"/>
                    </a:cubicBezTo>
                    <a:cubicBezTo>
                      <a:pt x="1217" y="522"/>
                      <a:pt x="1217" y="522"/>
                      <a:pt x="1217" y="522"/>
                    </a:cubicBezTo>
                    <a:cubicBezTo>
                      <a:pt x="1217" y="520"/>
                      <a:pt x="1217" y="520"/>
                      <a:pt x="1217" y="520"/>
                    </a:cubicBezTo>
                    <a:cubicBezTo>
                      <a:pt x="1217" y="518"/>
                      <a:pt x="1217" y="518"/>
                      <a:pt x="1217" y="518"/>
                    </a:cubicBezTo>
                    <a:cubicBezTo>
                      <a:pt x="1217" y="515"/>
                      <a:pt x="1217" y="515"/>
                      <a:pt x="1217" y="515"/>
                    </a:cubicBezTo>
                    <a:cubicBezTo>
                      <a:pt x="1217" y="513"/>
                      <a:pt x="1217" y="513"/>
                      <a:pt x="1217" y="513"/>
                    </a:cubicBezTo>
                    <a:cubicBezTo>
                      <a:pt x="1218" y="509"/>
                      <a:pt x="1218" y="509"/>
                      <a:pt x="1218" y="509"/>
                    </a:cubicBezTo>
                    <a:cubicBezTo>
                      <a:pt x="1218" y="507"/>
                      <a:pt x="1218" y="507"/>
                      <a:pt x="1218" y="507"/>
                    </a:cubicBezTo>
                    <a:cubicBezTo>
                      <a:pt x="1218" y="504"/>
                      <a:pt x="1218" y="504"/>
                      <a:pt x="1218" y="504"/>
                    </a:cubicBezTo>
                    <a:cubicBezTo>
                      <a:pt x="1218" y="502"/>
                      <a:pt x="1218" y="502"/>
                      <a:pt x="1218" y="502"/>
                    </a:cubicBezTo>
                    <a:cubicBezTo>
                      <a:pt x="1218" y="500"/>
                      <a:pt x="1218" y="500"/>
                      <a:pt x="1218" y="500"/>
                    </a:cubicBezTo>
                    <a:cubicBezTo>
                      <a:pt x="1218" y="498"/>
                      <a:pt x="1218" y="498"/>
                      <a:pt x="1218" y="498"/>
                    </a:cubicBezTo>
                    <a:cubicBezTo>
                      <a:pt x="1218" y="495"/>
                      <a:pt x="1218" y="495"/>
                      <a:pt x="1218" y="495"/>
                    </a:cubicBezTo>
                    <a:cubicBezTo>
                      <a:pt x="1218" y="493"/>
                      <a:pt x="1218" y="493"/>
                      <a:pt x="1218" y="493"/>
                    </a:cubicBezTo>
                    <a:cubicBezTo>
                      <a:pt x="1218" y="490"/>
                      <a:pt x="1218" y="490"/>
                      <a:pt x="1218" y="490"/>
                    </a:cubicBezTo>
                    <a:cubicBezTo>
                      <a:pt x="1218" y="489"/>
                      <a:pt x="1218" y="489"/>
                      <a:pt x="1218" y="489"/>
                    </a:cubicBezTo>
                    <a:cubicBezTo>
                      <a:pt x="1218" y="484"/>
                      <a:pt x="1218" y="484"/>
                      <a:pt x="1218" y="484"/>
                    </a:cubicBezTo>
                    <a:cubicBezTo>
                      <a:pt x="1218" y="483"/>
                      <a:pt x="1218" y="483"/>
                      <a:pt x="1218" y="483"/>
                    </a:cubicBezTo>
                    <a:cubicBezTo>
                      <a:pt x="1218" y="480"/>
                      <a:pt x="1218" y="480"/>
                      <a:pt x="1218" y="480"/>
                    </a:cubicBezTo>
                    <a:cubicBezTo>
                      <a:pt x="1219" y="478"/>
                      <a:pt x="1219" y="478"/>
                      <a:pt x="1219" y="478"/>
                    </a:cubicBezTo>
                    <a:cubicBezTo>
                      <a:pt x="1219" y="475"/>
                      <a:pt x="1219" y="475"/>
                      <a:pt x="1219" y="475"/>
                    </a:cubicBezTo>
                    <a:cubicBezTo>
                      <a:pt x="1219" y="473"/>
                      <a:pt x="1219" y="473"/>
                      <a:pt x="1219" y="473"/>
                    </a:cubicBezTo>
                    <a:cubicBezTo>
                      <a:pt x="1219" y="470"/>
                      <a:pt x="1219" y="470"/>
                      <a:pt x="1219" y="470"/>
                    </a:cubicBezTo>
                    <a:cubicBezTo>
                      <a:pt x="1219" y="469"/>
                      <a:pt x="1219" y="469"/>
                      <a:pt x="1219" y="469"/>
                    </a:cubicBezTo>
                    <a:cubicBezTo>
                      <a:pt x="1219" y="464"/>
                      <a:pt x="1219" y="464"/>
                      <a:pt x="1219" y="464"/>
                    </a:cubicBezTo>
                    <a:cubicBezTo>
                      <a:pt x="1219" y="459"/>
                      <a:pt x="1219" y="459"/>
                      <a:pt x="1219" y="459"/>
                    </a:cubicBezTo>
                    <a:cubicBezTo>
                      <a:pt x="1219" y="458"/>
                      <a:pt x="1219" y="458"/>
                      <a:pt x="1219" y="458"/>
                    </a:cubicBezTo>
                    <a:cubicBezTo>
                      <a:pt x="1219" y="453"/>
                      <a:pt x="1219" y="453"/>
                      <a:pt x="1219" y="453"/>
                    </a:cubicBezTo>
                    <a:cubicBezTo>
                      <a:pt x="1219" y="452"/>
                      <a:pt x="1219" y="452"/>
                      <a:pt x="1219" y="452"/>
                    </a:cubicBezTo>
                    <a:cubicBezTo>
                      <a:pt x="1218" y="447"/>
                      <a:pt x="1218" y="447"/>
                      <a:pt x="1218" y="447"/>
                    </a:cubicBezTo>
                    <a:cubicBezTo>
                      <a:pt x="1218" y="446"/>
                      <a:pt x="1218" y="446"/>
                      <a:pt x="1218" y="446"/>
                    </a:cubicBezTo>
                    <a:cubicBezTo>
                      <a:pt x="1218" y="442"/>
                      <a:pt x="1218" y="442"/>
                      <a:pt x="1218" y="442"/>
                    </a:cubicBezTo>
                    <a:cubicBezTo>
                      <a:pt x="1218" y="441"/>
                      <a:pt x="1218" y="441"/>
                      <a:pt x="1218" y="441"/>
                    </a:cubicBezTo>
                    <a:cubicBezTo>
                      <a:pt x="1218" y="436"/>
                      <a:pt x="1218" y="436"/>
                      <a:pt x="1218" y="436"/>
                    </a:cubicBezTo>
                    <a:cubicBezTo>
                      <a:pt x="1218" y="434"/>
                      <a:pt x="1218" y="434"/>
                      <a:pt x="1218" y="434"/>
                    </a:cubicBezTo>
                    <a:cubicBezTo>
                      <a:pt x="1218" y="430"/>
                      <a:pt x="1218" y="430"/>
                      <a:pt x="1218" y="430"/>
                    </a:cubicBezTo>
                    <a:cubicBezTo>
                      <a:pt x="1218" y="429"/>
                      <a:pt x="1218" y="429"/>
                      <a:pt x="1218" y="429"/>
                    </a:cubicBezTo>
                    <a:cubicBezTo>
                      <a:pt x="1218" y="424"/>
                      <a:pt x="1218" y="424"/>
                      <a:pt x="1218" y="424"/>
                    </a:cubicBezTo>
                    <a:cubicBezTo>
                      <a:pt x="1218" y="423"/>
                      <a:pt x="1218" y="423"/>
                      <a:pt x="1218" y="423"/>
                    </a:cubicBezTo>
                    <a:cubicBezTo>
                      <a:pt x="1217" y="419"/>
                      <a:pt x="1217" y="419"/>
                      <a:pt x="1217" y="419"/>
                    </a:cubicBezTo>
                    <a:cubicBezTo>
                      <a:pt x="1217" y="417"/>
                      <a:pt x="1217" y="417"/>
                      <a:pt x="1217" y="417"/>
                    </a:cubicBezTo>
                    <a:cubicBezTo>
                      <a:pt x="1217" y="413"/>
                      <a:pt x="1217" y="413"/>
                      <a:pt x="1217" y="413"/>
                    </a:cubicBezTo>
                    <a:cubicBezTo>
                      <a:pt x="1217" y="411"/>
                      <a:pt x="1217" y="411"/>
                      <a:pt x="1217" y="411"/>
                    </a:cubicBezTo>
                    <a:cubicBezTo>
                      <a:pt x="1217" y="408"/>
                      <a:pt x="1217" y="408"/>
                      <a:pt x="1217" y="408"/>
                    </a:cubicBezTo>
                    <a:cubicBezTo>
                      <a:pt x="1217" y="406"/>
                      <a:pt x="1217" y="406"/>
                      <a:pt x="1217" y="406"/>
                    </a:cubicBezTo>
                    <a:cubicBezTo>
                      <a:pt x="1216" y="402"/>
                      <a:pt x="1216" y="402"/>
                      <a:pt x="1216" y="402"/>
                    </a:cubicBezTo>
                    <a:cubicBezTo>
                      <a:pt x="1216" y="400"/>
                      <a:pt x="1216" y="400"/>
                      <a:pt x="1216" y="400"/>
                    </a:cubicBezTo>
                    <a:cubicBezTo>
                      <a:pt x="1216" y="396"/>
                      <a:pt x="1216" y="396"/>
                      <a:pt x="1216" y="396"/>
                    </a:cubicBezTo>
                    <a:cubicBezTo>
                      <a:pt x="1216" y="394"/>
                      <a:pt x="1216" y="394"/>
                      <a:pt x="1216" y="394"/>
                    </a:cubicBezTo>
                    <a:cubicBezTo>
                      <a:pt x="1216" y="391"/>
                      <a:pt x="1216" y="391"/>
                      <a:pt x="1216" y="391"/>
                    </a:cubicBezTo>
                    <a:cubicBezTo>
                      <a:pt x="1215" y="388"/>
                      <a:pt x="1215" y="388"/>
                      <a:pt x="1215" y="388"/>
                    </a:cubicBezTo>
                    <a:cubicBezTo>
                      <a:pt x="1215" y="385"/>
                      <a:pt x="1215" y="385"/>
                      <a:pt x="1215" y="385"/>
                    </a:cubicBezTo>
                    <a:cubicBezTo>
                      <a:pt x="1215" y="383"/>
                      <a:pt x="1215" y="383"/>
                      <a:pt x="1215" y="383"/>
                    </a:cubicBezTo>
                    <a:cubicBezTo>
                      <a:pt x="1215" y="380"/>
                      <a:pt x="1215" y="380"/>
                      <a:pt x="1215" y="380"/>
                    </a:cubicBezTo>
                    <a:cubicBezTo>
                      <a:pt x="1214" y="377"/>
                      <a:pt x="1214" y="377"/>
                      <a:pt x="1214" y="377"/>
                    </a:cubicBezTo>
                    <a:cubicBezTo>
                      <a:pt x="1214" y="374"/>
                      <a:pt x="1214" y="374"/>
                      <a:pt x="1214" y="374"/>
                    </a:cubicBezTo>
                    <a:cubicBezTo>
                      <a:pt x="1214" y="371"/>
                      <a:pt x="1214" y="371"/>
                      <a:pt x="1214" y="371"/>
                    </a:cubicBezTo>
                    <a:cubicBezTo>
                      <a:pt x="1214" y="369"/>
                      <a:pt x="1214" y="369"/>
                      <a:pt x="1214" y="369"/>
                    </a:cubicBezTo>
                    <a:cubicBezTo>
                      <a:pt x="1213" y="359"/>
                      <a:pt x="1213" y="359"/>
                      <a:pt x="1213" y="359"/>
                    </a:cubicBezTo>
                    <a:cubicBezTo>
                      <a:pt x="1212" y="358"/>
                      <a:pt x="1212" y="358"/>
                      <a:pt x="1212" y="358"/>
                    </a:cubicBezTo>
                    <a:cubicBezTo>
                      <a:pt x="1212" y="355"/>
                      <a:pt x="1212" y="355"/>
                      <a:pt x="1212" y="355"/>
                    </a:cubicBezTo>
                    <a:cubicBezTo>
                      <a:pt x="1212" y="353"/>
                      <a:pt x="1212" y="353"/>
                      <a:pt x="1212" y="353"/>
                    </a:cubicBezTo>
                    <a:cubicBezTo>
                      <a:pt x="1211" y="348"/>
                      <a:pt x="1211" y="348"/>
                      <a:pt x="1211" y="348"/>
                    </a:cubicBezTo>
                    <a:cubicBezTo>
                      <a:pt x="1211" y="346"/>
                      <a:pt x="1211" y="346"/>
                      <a:pt x="1211" y="346"/>
                    </a:cubicBezTo>
                    <a:cubicBezTo>
                      <a:pt x="1211" y="343"/>
                      <a:pt x="1211" y="343"/>
                      <a:pt x="1211" y="343"/>
                    </a:cubicBezTo>
                    <a:cubicBezTo>
                      <a:pt x="1210" y="342"/>
                      <a:pt x="1210" y="342"/>
                      <a:pt x="1210" y="342"/>
                    </a:cubicBezTo>
                    <a:cubicBezTo>
                      <a:pt x="1210" y="336"/>
                      <a:pt x="1210" y="336"/>
                      <a:pt x="1210" y="336"/>
                    </a:cubicBezTo>
                    <a:cubicBezTo>
                      <a:pt x="1209" y="335"/>
                      <a:pt x="1209" y="335"/>
                      <a:pt x="1209" y="335"/>
                    </a:cubicBezTo>
                    <a:cubicBezTo>
                      <a:pt x="1209" y="332"/>
                      <a:pt x="1209" y="332"/>
                      <a:pt x="1209" y="332"/>
                    </a:cubicBezTo>
                    <a:cubicBezTo>
                      <a:pt x="1209" y="331"/>
                      <a:pt x="1209" y="331"/>
                      <a:pt x="1209" y="331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5" y="309"/>
                      <a:pt x="1205" y="309"/>
                      <a:pt x="1205" y="309"/>
                    </a:cubicBezTo>
                    <a:cubicBezTo>
                      <a:pt x="1205" y="308"/>
                      <a:pt x="1205" y="308"/>
                      <a:pt x="1205" y="308"/>
                    </a:cubicBezTo>
                    <a:cubicBezTo>
                      <a:pt x="1202" y="288"/>
                      <a:pt x="1198" y="269"/>
                      <a:pt x="1193" y="249"/>
                    </a:cubicBezTo>
                    <a:cubicBezTo>
                      <a:pt x="1193" y="248"/>
                      <a:pt x="1193" y="248"/>
                      <a:pt x="1193" y="248"/>
                    </a:cubicBezTo>
                    <a:cubicBezTo>
                      <a:pt x="1190" y="238"/>
                      <a:pt x="1190" y="238"/>
                      <a:pt x="1190" y="238"/>
                    </a:cubicBezTo>
                    <a:cubicBezTo>
                      <a:pt x="1190" y="237"/>
                      <a:pt x="1190" y="237"/>
                      <a:pt x="1190" y="237"/>
                    </a:cubicBezTo>
                    <a:cubicBezTo>
                      <a:pt x="1187" y="228"/>
                      <a:pt x="1187" y="228"/>
                      <a:pt x="1187" y="228"/>
                    </a:cubicBezTo>
                    <a:cubicBezTo>
                      <a:pt x="1187" y="226"/>
                      <a:pt x="1187" y="226"/>
                      <a:pt x="1187" y="226"/>
                    </a:cubicBezTo>
                    <a:cubicBezTo>
                      <a:pt x="1186" y="223"/>
                      <a:pt x="1186" y="223"/>
                      <a:pt x="1186" y="223"/>
                    </a:cubicBezTo>
                    <a:cubicBezTo>
                      <a:pt x="1186" y="221"/>
                      <a:pt x="1186" y="221"/>
                      <a:pt x="1186" y="221"/>
                    </a:cubicBezTo>
                    <a:cubicBezTo>
                      <a:pt x="1184" y="217"/>
                      <a:pt x="1184" y="217"/>
                      <a:pt x="1184" y="217"/>
                    </a:cubicBezTo>
                    <a:cubicBezTo>
                      <a:pt x="1184" y="215"/>
                      <a:pt x="1184" y="215"/>
                      <a:pt x="1184" y="215"/>
                    </a:cubicBezTo>
                    <a:cubicBezTo>
                      <a:pt x="1183" y="213"/>
                      <a:pt x="1183" y="213"/>
                      <a:pt x="1183" y="213"/>
                    </a:cubicBezTo>
                    <a:cubicBezTo>
                      <a:pt x="1182" y="210"/>
                      <a:pt x="1182" y="210"/>
                      <a:pt x="1182" y="210"/>
                    </a:cubicBezTo>
                    <a:cubicBezTo>
                      <a:pt x="1181" y="207"/>
                      <a:pt x="1181" y="207"/>
                      <a:pt x="1181" y="207"/>
                    </a:cubicBezTo>
                    <a:cubicBezTo>
                      <a:pt x="1181" y="204"/>
                      <a:pt x="1181" y="204"/>
                      <a:pt x="1181" y="204"/>
                    </a:cubicBezTo>
                    <a:cubicBezTo>
                      <a:pt x="1180" y="202"/>
                      <a:pt x="1180" y="202"/>
                      <a:pt x="1180" y="202"/>
                    </a:cubicBezTo>
                    <a:cubicBezTo>
                      <a:pt x="1179" y="199"/>
                      <a:pt x="1179" y="199"/>
                      <a:pt x="1179" y="199"/>
                    </a:cubicBezTo>
                    <a:cubicBezTo>
                      <a:pt x="1179" y="198"/>
                      <a:pt x="1179" y="198"/>
                      <a:pt x="1179" y="198"/>
                    </a:cubicBezTo>
                    <a:cubicBezTo>
                      <a:pt x="1177" y="193"/>
                      <a:pt x="1177" y="193"/>
                      <a:pt x="1177" y="193"/>
                    </a:cubicBezTo>
                    <a:cubicBezTo>
                      <a:pt x="1177" y="192"/>
                      <a:pt x="1177" y="192"/>
                      <a:pt x="1177" y="192"/>
                    </a:cubicBezTo>
                    <a:cubicBezTo>
                      <a:pt x="1176" y="188"/>
                      <a:pt x="1176" y="188"/>
                      <a:pt x="1176" y="188"/>
                    </a:cubicBezTo>
                    <a:cubicBezTo>
                      <a:pt x="1175" y="187"/>
                      <a:pt x="1175" y="187"/>
                      <a:pt x="1175" y="187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66" y="160"/>
                      <a:pt x="1158" y="137"/>
                      <a:pt x="1149" y="116"/>
                    </a:cubicBezTo>
                    <a:cubicBezTo>
                      <a:pt x="1144" y="103"/>
                      <a:pt x="1138" y="91"/>
                      <a:pt x="1132" y="79"/>
                    </a:cubicBezTo>
                    <a:cubicBezTo>
                      <a:pt x="1120" y="52"/>
                      <a:pt x="1106" y="26"/>
                      <a:pt x="1090" y="0"/>
                    </a:cubicBezTo>
                    <a:cubicBezTo>
                      <a:pt x="1115" y="67"/>
                      <a:pt x="1126" y="137"/>
                      <a:pt x="1126" y="206"/>
                    </a:cubicBezTo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0" name="Freeform 9"/>
              <p:cNvSpPr>
                <a:spLocks noSelect="1"/>
              </p:cNvSpPr>
              <p:nvPr userDrawn="1"/>
            </p:nvSpPr>
            <p:spPr bwMode="gray">
              <a:xfrm>
                <a:off x="1118870" y="583565"/>
                <a:ext cx="114935" cy="149860"/>
              </a:xfrm>
              <a:custGeom>
                <a:avLst/>
                <a:gdLst>
                  <a:gd name="T0" fmla="*/ 0 w 362"/>
                  <a:gd name="T1" fmla="*/ 106 h 472"/>
                  <a:gd name="T2" fmla="*/ 219 w 362"/>
                  <a:gd name="T3" fmla="*/ 445 h 472"/>
                  <a:gd name="T4" fmla="*/ 268 w 362"/>
                  <a:gd name="T5" fmla="*/ 472 h 472"/>
                  <a:gd name="T6" fmla="*/ 362 w 362"/>
                  <a:gd name="T7" fmla="*/ 472 h 472"/>
                  <a:gd name="T8" fmla="*/ 319 w 362"/>
                  <a:gd name="T9" fmla="*/ 448 h 472"/>
                  <a:gd name="T10" fmla="*/ 22 w 362"/>
                  <a:gd name="T11" fmla="*/ 0 h 472"/>
                  <a:gd name="T12" fmla="*/ 0 w 362"/>
                  <a:gd name="T13" fmla="*/ 106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2" h="472">
                    <a:moveTo>
                      <a:pt x="0" y="106"/>
                    </a:moveTo>
                    <a:cubicBezTo>
                      <a:pt x="219" y="445"/>
                      <a:pt x="219" y="445"/>
                      <a:pt x="219" y="445"/>
                    </a:cubicBezTo>
                    <a:cubicBezTo>
                      <a:pt x="228" y="460"/>
                      <a:pt x="250" y="472"/>
                      <a:pt x="268" y="472"/>
                    </a:cubicBezTo>
                    <a:cubicBezTo>
                      <a:pt x="362" y="472"/>
                      <a:pt x="362" y="472"/>
                      <a:pt x="362" y="472"/>
                    </a:cubicBezTo>
                    <a:cubicBezTo>
                      <a:pt x="347" y="472"/>
                      <a:pt x="327" y="461"/>
                      <a:pt x="319" y="448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0" y="106"/>
                    </a:lnTo>
                    <a:close/>
                  </a:path>
                </a:pathLst>
              </a:cu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1" name="Freeform 10"/>
              <p:cNvSpPr>
                <a:spLocks noSelect="1"/>
              </p:cNvSpPr>
              <p:nvPr userDrawn="1"/>
            </p:nvSpPr>
            <p:spPr bwMode="gray">
              <a:xfrm>
                <a:off x="949325" y="290830"/>
                <a:ext cx="277495" cy="120015"/>
              </a:xfrm>
              <a:custGeom>
                <a:avLst/>
                <a:gdLst>
                  <a:gd name="T0" fmla="*/ 27 w 874"/>
                  <a:gd name="T1" fmla="*/ 323 h 378"/>
                  <a:gd name="T2" fmla="*/ 1 w 874"/>
                  <a:gd name="T3" fmla="*/ 366 h 378"/>
                  <a:gd name="T4" fmla="*/ 1 w 874"/>
                  <a:gd name="T5" fmla="*/ 367 h 378"/>
                  <a:gd name="T6" fmla="*/ 1 w 874"/>
                  <a:gd name="T7" fmla="*/ 367 h 378"/>
                  <a:gd name="T8" fmla="*/ 30 w 874"/>
                  <a:gd name="T9" fmla="*/ 378 h 378"/>
                  <a:gd name="T10" fmla="*/ 410 w 874"/>
                  <a:gd name="T11" fmla="*/ 378 h 378"/>
                  <a:gd name="T12" fmla="*/ 400 w 874"/>
                  <a:gd name="T13" fmla="*/ 293 h 378"/>
                  <a:gd name="T14" fmla="*/ 439 w 874"/>
                  <a:gd name="T15" fmla="*/ 165 h 378"/>
                  <a:gd name="T16" fmla="*/ 471 w 874"/>
                  <a:gd name="T17" fmla="*/ 129 h 378"/>
                  <a:gd name="T18" fmla="*/ 820 w 874"/>
                  <a:gd name="T19" fmla="*/ 11 h 378"/>
                  <a:gd name="T20" fmla="*/ 838 w 874"/>
                  <a:gd name="T21" fmla="*/ 12 h 378"/>
                  <a:gd name="T22" fmla="*/ 874 w 874"/>
                  <a:gd name="T23" fmla="*/ 13 h 378"/>
                  <a:gd name="T24" fmla="*/ 728 w 874"/>
                  <a:gd name="T25" fmla="*/ 0 h 378"/>
                  <a:gd name="T26" fmla="*/ 719 w 874"/>
                  <a:gd name="T27" fmla="*/ 0 h 378"/>
                  <a:gd name="T28" fmla="*/ 27 w 874"/>
                  <a:gd name="T29" fmla="*/ 323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4" h="378">
                    <a:moveTo>
                      <a:pt x="27" y="323"/>
                    </a:moveTo>
                    <a:cubicBezTo>
                      <a:pt x="10" y="343"/>
                      <a:pt x="0" y="357"/>
                      <a:pt x="1" y="366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2" y="375"/>
                      <a:pt x="11" y="378"/>
                      <a:pt x="30" y="378"/>
                    </a:cubicBezTo>
                    <a:cubicBezTo>
                      <a:pt x="410" y="378"/>
                      <a:pt x="410" y="378"/>
                      <a:pt x="410" y="378"/>
                    </a:cubicBezTo>
                    <a:cubicBezTo>
                      <a:pt x="404" y="349"/>
                      <a:pt x="400" y="320"/>
                      <a:pt x="400" y="293"/>
                    </a:cubicBezTo>
                    <a:cubicBezTo>
                      <a:pt x="400" y="244"/>
                      <a:pt x="412" y="200"/>
                      <a:pt x="439" y="165"/>
                    </a:cubicBezTo>
                    <a:cubicBezTo>
                      <a:pt x="449" y="152"/>
                      <a:pt x="460" y="140"/>
                      <a:pt x="471" y="129"/>
                    </a:cubicBezTo>
                    <a:cubicBezTo>
                      <a:pt x="555" y="49"/>
                      <a:pt x="683" y="11"/>
                      <a:pt x="820" y="11"/>
                    </a:cubicBezTo>
                    <a:cubicBezTo>
                      <a:pt x="826" y="11"/>
                      <a:pt x="832" y="11"/>
                      <a:pt x="838" y="12"/>
                    </a:cubicBezTo>
                    <a:cubicBezTo>
                      <a:pt x="850" y="12"/>
                      <a:pt x="862" y="12"/>
                      <a:pt x="874" y="13"/>
                    </a:cubicBezTo>
                    <a:cubicBezTo>
                      <a:pt x="827" y="5"/>
                      <a:pt x="778" y="0"/>
                      <a:pt x="728" y="0"/>
                    </a:cubicBezTo>
                    <a:cubicBezTo>
                      <a:pt x="719" y="0"/>
                      <a:pt x="719" y="0"/>
                      <a:pt x="719" y="0"/>
                    </a:cubicBezTo>
                    <a:cubicBezTo>
                      <a:pt x="441" y="0"/>
                      <a:pt x="192" y="125"/>
                      <a:pt x="27" y="323"/>
                    </a:cubicBezTo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3" name="Freeform 11"/>
              <p:cNvSpPr>
                <a:spLocks noSelect="1"/>
              </p:cNvSpPr>
              <p:nvPr userDrawn="1"/>
            </p:nvSpPr>
            <p:spPr bwMode="gray">
              <a:xfrm>
                <a:off x="1076325" y="294005"/>
                <a:ext cx="358775" cy="353695"/>
              </a:xfrm>
              <a:custGeom>
                <a:avLst/>
                <a:gdLst>
                  <a:gd name="T0" fmla="*/ 0 w 1130"/>
                  <a:gd name="T1" fmla="*/ 282 h 1113"/>
                  <a:gd name="T2" fmla="*/ 738 w 1130"/>
                  <a:gd name="T3" fmla="*/ 375 h 1113"/>
                  <a:gd name="T4" fmla="*/ 910 w 1130"/>
                  <a:gd name="T5" fmla="*/ 637 h 1113"/>
                  <a:gd name="T6" fmla="*/ 913 w 1130"/>
                  <a:gd name="T7" fmla="*/ 645 h 1113"/>
                  <a:gd name="T8" fmla="*/ 824 w 1130"/>
                  <a:gd name="T9" fmla="*/ 1113 h 1113"/>
                  <a:gd name="T10" fmla="*/ 1094 w 1130"/>
                  <a:gd name="T11" fmla="*/ 428 h 1113"/>
                  <a:gd name="T12" fmla="*/ 1044 w 1130"/>
                  <a:gd name="T13" fmla="*/ 353 h 1113"/>
                  <a:gd name="T14" fmla="*/ 1040 w 1130"/>
                  <a:gd name="T15" fmla="*/ 348 h 1113"/>
                  <a:gd name="T16" fmla="*/ 1034 w 1130"/>
                  <a:gd name="T17" fmla="*/ 339 h 1113"/>
                  <a:gd name="T18" fmla="*/ 1030 w 1130"/>
                  <a:gd name="T19" fmla="*/ 334 h 1113"/>
                  <a:gd name="T20" fmla="*/ 1007 w 1130"/>
                  <a:gd name="T21" fmla="*/ 306 h 1113"/>
                  <a:gd name="T22" fmla="*/ 1003 w 1130"/>
                  <a:gd name="T23" fmla="*/ 301 h 1113"/>
                  <a:gd name="T24" fmla="*/ 995 w 1130"/>
                  <a:gd name="T25" fmla="*/ 293 h 1113"/>
                  <a:gd name="T26" fmla="*/ 974 w 1130"/>
                  <a:gd name="T27" fmla="*/ 270 h 1113"/>
                  <a:gd name="T28" fmla="*/ 967 w 1130"/>
                  <a:gd name="T29" fmla="*/ 262 h 1113"/>
                  <a:gd name="T30" fmla="*/ 962 w 1130"/>
                  <a:gd name="T31" fmla="*/ 257 h 1113"/>
                  <a:gd name="T32" fmla="*/ 937 w 1130"/>
                  <a:gd name="T33" fmla="*/ 233 h 1113"/>
                  <a:gd name="T34" fmla="*/ 932 w 1130"/>
                  <a:gd name="T35" fmla="*/ 228 h 1113"/>
                  <a:gd name="T36" fmla="*/ 924 w 1130"/>
                  <a:gd name="T37" fmla="*/ 221 h 1113"/>
                  <a:gd name="T38" fmla="*/ 919 w 1130"/>
                  <a:gd name="T39" fmla="*/ 216 h 1113"/>
                  <a:gd name="T40" fmla="*/ 901 w 1130"/>
                  <a:gd name="T41" fmla="*/ 201 h 1113"/>
                  <a:gd name="T42" fmla="*/ 895 w 1130"/>
                  <a:gd name="T43" fmla="*/ 196 h 1113"/>
                  <a:gd name="T44" fmla="*/ 887 w 1130"/>
                  <a:gd name="T45" fmla="*/ 190 h 1113"/>
                  <a:gd name="T46" fmla="*/ 882 w 1130"/>
                  <a:gd name="T47" fmla="*/ 185 h 1113"/>
                  <a:gd name="T48" fmla="*/ 873 w 1130"/>
                  <a:gd name="T49" fmla="*/ 178 h 1113"/>
                  <a:gd name="T50" fmla="*/ 858 w 1130"/>
                  <a:gd name="T51" fmla="*/ 167 h 1113"/>
                  <a:gd name="T52" fmla="*/ 849 w 1130"/>
                  <a:gd name="T53" fmla="*/ 160 h 1113"/>
                  <a:gd name="T54" fmla="*/ 843 w 1130"/>
                  <a:gd name="T55" fmla="*/ 156 h 1113"/>
                  <a:gd name="T56" fmla="*/ 835 w 1130"/>
                  <a:gd name="T57" fmla="*/ 150 h 1113"/>
                  <a:gd name="T58" fmla="*/ 829 w 1130"/>
                  <a:gd name="T59" fmla="*/ 146 h 1113"/>
                  <a:gd name="T60" fmla="*/ 809 w 1130"/>
                  <a:gd name="T61" fmla="*/ 133 h 1113"/>
                  <a:gd name="T62" fmla="*/ 803 w 1130"/>
                  <a:gd name="T63" fmla="*/ 129 h 1113"/>
                  <a:gd name="T64" fmla="*/ 794 w 1130"/>
                  <a:gd name="T65" fmla="*/ 124 h 1113"/>
                  <a:gd name="T66" fmla="*/ 788 w 1130"/>
                  <a:gd name="T67" fmla="*/ 120 h 1113"/>
                  <a:gd name="T68" fmla="*/ 768 w 1130"/>
                  <a:gd name="T69" fmla="*/ 108 h 1113"/>
                  <a:gd name="T70" fmla="*/ 762 w 1130"/>
                  <a:gd name="T71" fmla="*/ 104 h 1113"/>
                  <a:gd name="T72" fmla="*/ 753 w 1130"/>
                  <a:gd name="T73" fmla="*/ 99 h 1113"/>
                  <a:gd name="T74" fmla="*/ 746 w 1130"/>
                  <a:gd name="T75" fmla="*/ 96 h 1113"/>
                  <a:gd name="T76" fmla="*/ 720 w 1130"/>
                  <a:gd name="T77" fmla="*/ 82 h 1113"/>
                  <a:gd name="T78" fmla="*/ 713 w 1130"/>
                  <a:gd name="T79" fmla="*/ 79 h 1113"/>
                  <a:gd name="T80" fmla="*/ 704 w 1130"/>
                  <a:gd name="T81" fmla="*/ 75 h 1113"/>
                  <a:gd name="T82" fmla="*/ 697 w 1130"/>
                  <a:gd name="T83" fmla="*/ 72 h 1113"/>
                  <a:gd name="T84" fmla="*/ 675 w 1130"/>
                  <a:gd name="T85" fmla="*/ 62 h 1113"/>
                  <a:gd name="T86" fmla="*/ 669 w 1130"/>
                  <a:gd name="T87" fmla="*/ 59 h 1113"/>
                  <a:gd name="T88" fmla="*/ 659 w 1130"/>
                  <a:gd name="T89" fmla="*/ 55 h 1113"/>
                  <a:gd name="T90" fmla="*/ 653 w 1130"/>
                  <a:gd name="T91" fmla="*/ 52 h 1113"/>
                  <a:gd name="T92" fmla="*/ 619 w 1130"/>
                  <a:gd name="T93" fmla="*/ 40 h 1113"/>
                  <a:gd name="T94" fmla="*/ 612 w 1130"/>
                  <a:gd name="T95" fmla="*/ 38 h 1113"/>
                  <a:gd name="T96" fmla="*/ 602 w 1130"/>
                  <a:gd name="T97" fmla="*/ 34 h 1113"/>
                  <a:gd name="T98" fmla="*/ 595 w 1130"/>
                  <a:gd name="T99" fmla="*/ 32 h 1113"/>
                  <a:gd name="T100" fmla="*/ 566 w 1130"/>
                  <a:gd name="T101" fmla="*/ 23 h 1113"/>
                  <a:gd name="T102" fmla="*/ 559 w 1130"/>
                  <a:gd name="T103" fmla="*/ 21 h 1113"/>
                  <a:gd name="T104" fmla="*/ 549 w 1130"/>
                  <a:gd name="T105" fmla="*/ 18 h 1113"/>
                  <a:gd name="T106" fmla="*/ 542 w 1130"/>
                  <a:gd name="T107" fmla="*/ 17 h 1113"/>
                  <a:gd name="T108" fmla="*/ 518 w 1130"/>
                  <a:gd name="T109" fmla="*/ 11 h 1113"/>
                  <a:gd name="T110" fmla="*/ 511 w 1130"/>
                  <a:gd name="T111" fmla="*/ 9 h 1113"/>
                  <a:gd name="T112" fmla="*/ 501 w 1130"/>
                  <a:gd name="T113" fmla="*/ 7 h 1113"/>
                  <a:gd name="T114" fmla="*/ 493 w 1130"/>
                  <a:gd name="T115" fmla="*/ 6 h 1113"/>
                  <a:gd name="T116" fmla="*/ 482 w 1130"/>
                  <a:gd name="T117" fmla="*/ 4 h 1113"/>
                  <a:gd name="T118" fmla="*/ 474 w 1130"/>
                  <a:gd name="T119" fmla="*/ 2 h 1113"/>
                  <a:gd name="T120" fmla="*/ 71 w 1130"/>
                  <a:gd name="T121" fmla="*/ 118 h 1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30" h="1113">
                    <a:moveTo>
                      <a:pt x="71" y="118"/>
                    </a:moveTo>
                    <a:cubicBezTo>
                      <a:pt x="60" y="129"/>
                      <a:pt x="49" y="141"/>
                      <a:pt x="39" y="154"/>
                    </a:cubicBezTo>
                    <a:cubicBezTo>
                      <a:pt x="12" y="189"/>
                      <a:pt x="0" y="233"/>
                      <a:pt x="0" y="282"/>
                    </a:cubicBezTo>
                    <a:cubicBezTo>
                      <a:pt x="0" y="309"/>
                      <a:pt x="4" y="338"/>
                      <a:pt x="10" y="367"/>
                    </a:cubicBezTo>
                    <a:cubicBezTo>
                      <a:pt x="712" y="367"/>
                      <a:pt x="712" y="367"/>
                      <a:pt x="712" y="367"/>
                    </a:cubicBezTo>
                    <a:cubicBezTo>
                      <a:pt x="720" y="367"/>
                      <a:pt x="730" y="370"/>
                      <a:pt x="738" y="375"/>
                    </a:cubicBezTo>
                    <a:cubicBezTo>
                      <a:pt x="745" y="380"/>
                      <a:pt x="752" y="385"/>
                      <a:pt x="756" y="391"/>
                    </a:cubicBezTo>
                    <a:cubicBezTo>
                      <a:pt x="904" y="622"/>
                      <a:pt x="904" y="622"/>
                      <a:pt x="904" y="622"/>
                    </a:cubicBezTo>
                    <a:cubicBezTo>
                      <a:pt x="907" y="626"/>
                      <a:pt x="909" y="632"/>
                      <a:pt x="910" y="637"/>
                    </a:cubicBezTo>
                    <a:cubicBezTo>
                      <a:pt x="912" y="644"/>
                      <a:pt x="912" y="644"/>
                      <a:pt x="912" y="644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4" y="652"/>
                      <a:pt x="915" y="660"/>
                      <a:pt x="914" y="666"/>
                    </a:cubicBezTo>
                    <a:cubicBezTo>
                      <a:pt x="914" y="674"/>
                      <a:pt x="914" y="674"/>
                      <a:pt x="914" y="674"/>
                    </a:cubicBezTo>
                    <a:cubicBezTo>
                      <a:pt x="824" y="1113"/>
                      <a:pt x="824" y="1113"/>
                      <a:pt x="824" y="1113"/>
                    </a:cubicBezTo>
                    <a:cubicBezTo>
                      <a:pt x="906" y="1074"/>
                      <a:pt x="976" y="1020"/>
                      <a:pt x="1020" y="965"/>
                    </a:cubicBezTo>
                    <a:cubicBezTo>
                      <a:pt x="1093" y="875"/>
                      <a:pt x="1130" y="757"/>
                      <a:pt x="1130" y="634"/>
                    </a:cubicBezTo>
                    <a:cubicBezTo>
                      <a:pt x="1130" y="565"/>
                      <a:pt x="1119" y="495"/>
                      <a:pt x="1094" y="428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77" y="399"/>
                      <a:pt x="1061" y="376"/>
                      <a:pt x="1044" y="353"/>
                    </a:cubicBezTo>
                    <a:cubicBezTo>
                      <a:pt x="1044" y="353"/>
                      <a:pt x="1044" y="353"/>
                      <a:pt x="1044" y="353"/>
                    </a:cubicBezTo>
                    <a:cubicBezTo>
                      <a:pt x="1041" y="349"/>
                      <a:pt x="1041" y="349"/>
                      <a:pt x="1041" y="349"/>
                    </a:cubicBezTo>
                    <a:cubicBezTo>
                      <a:pt x="1040" y="348"/>
                      <a:pt x="1040" y="348"/>
                      <a:pt x="1040" y="348"/>
                    </a:cubicBezTo>
                    <a:cubicBezTo>
                      <a:pt x="1037" y="344"/>
                      <a:pt x="1037" y="344"/>
                      <a:pt x="1037" y="344"/>
                    </a:cubicBezTo>
                    <a:cubicBezTo>
                      <a:pt x="1037" y="343"/>
                      <a:pt x="1037" y="343"/>
                      <a:pt x="1037" y="343"/>
                    </a:cubicBezTo>
                    <a:cubicBezTo>
                      <a:pt x="1034" y="339"/>
                      <a:pt x="1034" y="339"/>
                      <a:pt x="1034" y="339"/>
                    </a:cubicBezTo>
                    <a:cubicBezTo>
                      <a:pt x="1033" y="338"/>
                      <a:pt x="1033" y="338"/>
                      <a:pt x="1033" y="338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23" y="326"/>
                      <a:pt x="1017" y="318"/>
                      <a:pt x="1011" y="311"/>
                    </a:cubicBezTo>
                    <a:cubicBezTo>
                      <a:pt x="1011" y="311"/>
                      <a:pt x="1011" y="311"/>
                      <a:pt x="1011" y="311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3" y="302"/>
                      <a:pt x="1003" y="302"/>
                      <a:pt x="1003" y="302"/>
                    </a:cubicBezTo>
                    <a:cubicBezTo>
                      <a:pt x="1003" y="301"/>
                      <a:pt x="1003" y="301"/>
                      <a:pt x="1003" y="301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88" y="285"/>
                      <a:pt x="982" y="278"/>
                      <a:pt x="975" y="271"/>
                    </a:cubicBezTo>
                    <a:cubicBezTo>
                      <a:pt x="974" y="270"/>
                      <a:pt x="974" y="270"/>
                      <a:pt x="974" y="270"/>
                    </a:cubicBezTo>
                    <a:cubicBezTo>
                      <a:pt x="971" y="266"/>
                      <a:pt x="971" y="266"/>
                      <a:pt x="971" y="266"/>
                    </a:cubicBezTo>
                    <a:cubicBezTo>
                      <a:pt x="970" y="266"/>
                      <a:pt x="970" y="266"/>
                      <a:pt x="970" y="266"/>
                    </a:cubicBezTo>
                    <a:cubicBezTo>
                      <a:pt x="967" y="262"/>
                      <a:pt x="967" y="262"/>
                      <a:pt x="967" y="262"/>
                    </a:cubicBezTo>
                    <a:cubicBezTo>
                      <a:pt x="966" y="262"/>
                      <a:pt x="966" y="262"/>
                      <a:pt x="966" y="262"/>
                    </a:cubicBezTo>
                    <a:cubicBezTo>
                      <a:pt x="963" y="258"/>
                      <a:pt x="963" y="258"/>
                      <a:pt x="963" y="258"/>
                    </a:cubicBezTo>
                    <a:cubicBezTo>
                      <a:pt x="962" y="257"/>
                      <a:pt x="962" y="257"/>
                      <a:pt x="962" y="257"/>
                    </a:cubicBezTo>
                    <a:cubicBezTo>
                      <a:pt x="958" y="254"/>
                      <a:pt x="958" y="254"/>
                      <a:pt x="958" y="254"/>
                    </a:cubicBezTo>
                    <a:cubicBezTo>
                      <a:pt x="958" y="253"/>
                      <a:pt x="958" y="253"/>
                      <a:pt x="958" y="253"/>
                    </a:cubicBezTo>
                    <a:cubicBezTo>
                      <a:pt x="951" y="246"/>
                      <a:pt x="944" y="239"/>
                      <a:pt x="937" y="233"/>
                    </a:cubicBezTo>
                    <a:cubicBezTo>
                      <a:pt x="936" y="232"/>
                      <a:pt x="936" y="232"/>
                      <a:pt x="936" y="232"/>
                    </a:cubicBezTo>
                    <a:cubicBezTo>
                      <a:pt x="932" y="229"/>
                      <a:pt x="932" y="229"/>
                      <a:pt x="932" y="229"/>
                    </a:cubicBezTo>
                    <a:cubicBezTo>
                      <a:pt x="932" y="228"/>
                      <a:pt x="932" y="228"/>
                      <a:pt x="932" y="228"/>
                    </a:cubicBezTo>
                    <a:cubicBezTo>
                      <a:pt x="928" y="225"/>
                      <a:pt x="928" y="225"/>
                      <a:pt x="928" y="225"/>
                    </a:cubicBezTo>
                    <a:cubicBezTo>
                      <a:pt x="927" y="224"/>
                      <a:pt x="927" y="224"/>
                      <a:pt x="927" y="224"/>
                    </a:cubicBezTo>
                    <a:cubicBezTo>
                      <a:pt x="924" y="221"/>
                      <a:pt x="924" y="221"/>
                      <a:pt x="924" y="221"/>
                    </a:cubicBezTo>
                    <a:cubicBezTo>
                      <a:pt x="923" y="220"/>
                      <a:pt x="923" y="220"/>
                      <a:pt x="923" y="220"/>
                    </a:cubicBezTo>
                    <a:cubicBezTo>
                      <a:pt x="919" y="217"/>
                      <a:pt x="919" y="217"/>
                      <a:pt x="919" y="217"/>
                    </a:cubicBezTo>
                    <a:cubicBezTo>
                      <a:pt x="919" y="216"/>
                      <a:pt x="919" y="216"/>
                      <a:pt x="919" y="216"/>
                    </a:cubicBezTo>
                    <a:cubicBezTo>
                      <a:pt x="914" y="213"/>
                      <a:pt x="914" y="213"/>
                      <a:pt x="914" y="213"/>
                    </a:cubicBezTo>
                    <a:cubicBezTo>
                      <a:pt x="914" y="212"/>
                      <a:pt x="914" y="212"/>
                      <a:pt x="914" y="212"/>
                    </a:cubicBezTo>
                    <a:cubicBezTo>
                      <a:pt x="901" y="201"/>
                      <a:pt x="901" y="201"/>
                      <a:pt x="901" y="201"/>
                    </a:cubicBezTo>
                    <a:cubicBezTo>
                      <a:pt x="900" y="200"/>
                      <a:pt x="900" y="200"/>
                      <a:pt x="900" y="200"/>
                    </a:cubicBezTo>
                    <a:cubicBezTo>
                      <a:pt x="896" y="197"/>
                      <a:pt x="896" y="197"/>
                      <a:pt x="896" y="197"/>
                    </a:cubicBezTo>
                    <a:cubicBezTo>
                      <a:pt x="895" y="196"/>
                      <a:pt x="895" y="196"/>
                      <a:pt x="895" y="196"/>
                    </a:cubicBezTo>
                    <a:cubicBezTo>
                      <a:pt x="892" y="193"/>
                      <a:pt x="892" y="193"/>
                      <a:pt x="892" y="193"/>
                    </a:cubicBezTo>
                    <a:cubicBezTo>
                      <a:pt x="891" y="193"/>
                      <a:pt x="891" y="193"/>
                      <a:pt x="891" y="193"/>
                    </a:cubicBezTo>
                    <a:cubicBezTo>
                      <a:pt x="887" y="190"/>
                      <a:pt x="887" y="190"/>
                      <a:pt x="887" y="190"/>
                    </a:cubicBezTo>
                    <a:cubicBezTo>
                      <a:pt x="886" y="189"/>
                      <a:pt x="886" y="189"/>
                      <a:pt x="886" y="189"/>
                    </a:cubicBezTo>
                    <a:cubicBezTo>
                      <a:pt x="883" y="186"/>
                      <a:pt x="883" y="186"/>
                      <a:pt x="883" y="186"/>
                    </a:cubicBezTo>
                    <a:cubicBezTo>
                      <a:pt x="882" y="185"/>
                      <a:pt x="882" y="185"/>
                      <a:pt x="882" y="185"/>
                    </a:cubicBezTo>
                    <a:cubicBezTo>
                      <a:pt x="878" y="182"/>
                      <a:pt x="878" y="182"/>
                      <a:pt x="878" y="182"/>
                    </a:cubicBezTo>
                    <a:cubicBezTo>
                      <a:pt x="877" y="182"/>
                      <a:pt x="877" y="182"/>
                      <a:pt x="877" y="182"/>
                    </a:cubicBezTo>
                    <a:cubicBezTo>
                      <a:pt x="873" y="178"/>
                      <a:pt x="873" y="178"/>
                      <a:pt x="873" y="178"/>
                    </a:cubicBezTo>
                    <a:cubicBezTo>
                      <a:pt x="872" y="178"/>
                      <a:pt x="872" y="178"/>
                      <a:pt x="872" y="178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4" y="164"/>
                      <a:pt x="854" y="164"/>
                      <a:pt x="854" y="164"/>
                    </a:cubicBezTo>
                    <a:cubicBezTo>
                      <a:pt x="853" y="163"/>
                      <a:pt x="853" y="163"/>
                      <a:pt x="853" y="163"/>
                    </a:cubicBezTo>
                    <a:cubicBezTo>
                      <a:pt x="849" y="160"/>
                      <a:pt x="849" y="160"/>
                      <a:pt x="849" y="160"/>
                    </a:cubicBezTo>
                    <a:cubicBezTo>
                      <a:pt x="848" y="160"/>
                      <a:pt x="848" y="160"/>
                      <a:pt x="848" y="160"/>
                    </a:cubicBezTo>
                    <a:cubicBezTo>
                      <a:pt x="844" y="157"/>
                      <a:pt x="844" y="157"/>
                      <a:pt x="844" y="157"/>
                    </a:cubicBezTo>
                    <a:cubicBezTo>
                      <a:pt x="843" y="156"/>
                      <a:pt x="843" y="156"/>
                      <a:pt x="843" y="156"/>
                    </a:cubicBezTo>
                    <a:cubicBezTo>
                      <a:pt x="839" y="154"/>
                      <a:pt x="839" y="154"/>
                      <a:pt x="839" y="154"/>
                    </a:cubicBezTo>
                    <a:cubicBezTo>
                      <a:pt x="838" y="153"/>
                      <a:pt x="838" y="153"/>
                      <a:pt x="838" y="153"/>
                    </a:cubicBezTo>
                    <a:cubicBezTo>
                      <a:pt x="835" y="150"/>
                      <a:pt x="835" y="150"/>
                      <a:pt x="835" y="150"/>
                    </a:cubicBezTo>
                    <a:cubicBezTo>
                      <a:pt x="833" y="149"/>
                      <a:pt x="833" y="149"/>
                      <a:pt x="833" y="149"/>
                    </a:cubicBezTo>
                    <a:cubicBezTo>
                      <a:pt x="829" y="147"/>
                      <a:pt x="829" y="147"/>
                      <a:pt x="829" y="147"/>
                    </a:cubicBezTo>
                    <a:cubicBezTo>
                      <a:pt x="829" y="146"/>
                      <a:pt x="829" y="146"/>
                      <a:pt x="829" y="146"/>
                    </a:cubicBezTo>
                    <a:cubicBezTo>
                      <a:pt x="814" y="136"/>
                      <a:pt x="814" y="136"/>
                      <a:pt x="814" y="136"/>
                    </a:cubicBezTo>
                    <a:cubicBezTo>
                      <a:pt x="813" y="136"/>
                      <a:pt x="813" y="136"/>
                      <a:pt x="813" y="136"/>
                    </a:cubicBezTo>
                    <a:cubicBezTo>
                      <a:pt x="809" y="133"/>
                      <a:pt x="809" y="133"/>
                      <a:pt x="809" y="133"/>
                    </a:cubicBezTo>
                    <a:cubicBezTo>
                      <a:pt x="808" y="132"/>
                      <a:pt x="808" y="132"/>
                      <a:pt x="808" y="132"/>
                    </a:cubicBezTo>
                    <a:cubicBezTo>
                      <a:pt x="804" y="130"/>
                      <a:pt x="804" y="130"/>
                      <a:pt x="804" y="130"/>
                    </a:cubicBezTo>
                    <a:cubicBezTo>
                      <a:pt x="803" y="129"/>
                      <a:pt x="803" y="129"/>
                      <a:pt x="803" y="129"/>
                    </a:cubicBezTo>
                    <a:cubicBezTo>
                      <a:pt x="799" y="127"/>
                      <a:pt x="799" y="127"/>
                      <a:pt x="799" y="127"/>
                    </a:cubicBezTo>
                    <a:cubicBezTo>
                      <a:pt x="798" y="126"/>
                      <a:pt x="798" y="126"/>
                      <a:pt x="798" y="126"/>
                    </a:cubicBezTo>
                    <a:cubicBezTo>
                      <a:pt x="794" y="124"/>
                      <a:pt x="794" y="124"/>
                      <a:pt x="794" y="124"/>
                    </a:cubicBezTo>
                    <a:cubicBezTo>
                      <a:pt x="793" y="123"/>
                      <a:pt x="793" y="123"/>
                      <a:pt x="793" y="123"/>
                    </a:cubicBezTo>
                    <a:cubicBezTo>
                      <a:pt x="789" y="121"/>
                      <a:pt x="789" y="121"/>
                      <a:pt x="789" y="121"/>
                    </a:cubicBezTo>
                    <a:cubicBezTo>
                      <a:pt x="788" y="120"/>
                      <a:pt x="788" y="120"/>
                      <a:pt x="788" y="120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68" y="108"/>
                      <a:pt x="768" y="108"/>
                      <a:pt x="768" y="108"/>
                    </a:cubicBezTo>
                    <a:cubicBezTo>
                      <a:pt x="767" y="108"/>
                      <a:pt x="767" y="108"/>
                      <a:pt x="767" y="108"/>
                    </a:cubicBezTo>
                    <a:cubicBezTo>
                      <a:pt x="763" y="105"/>
                      <a:pt x="763" y="105"/>
                      <a:pt x="763" y="105"/>
                    </a:cubicBezTo>
                    <a:cubicBezTo>
                      <a:pt x="762" y="104"/>
                      <a:pt x="762" y="104"/>
                      <a:pt x="762" y="104"/>
                    </a:cubicBezTo>
                    <a:cubicBezTo>
                      <a:pt x="758" y="102"/>
                      <a:pt x="758" y="102"/>
                      <a:pt x="758" y="102"/>
                    </a:cubicBezTo>
                    <a:cubicBezTo>
                      <a:pt x="756" y="102"/>
                      <a:pt x="756" y="102"/>
                      <a:pt x="756" y="102"/>
                    </a:cubicBezTo>
                    <a:cubicBezTo>
                      <a:pt x="753" y="99"/>
                      <a:pt x="753" y="99"/>
                      <a:pt x="753" y="99"/>
                    </a:cubicBezTo>
                    <a:cubicBezTo>
                      <a:pt x="751" y="99"/>
                      <a:pt x="751" y="99"/>
                      <a:pt x="751" y="99"/>
                    </a:cubicBezTo>
                    <a:cubicBezTo>
                      <a:pt x="747" y="97"/>
                      <a:pt x="747" y="97"/>
                      <a:pt x="747" y="97"/>
                    </a:cubicBezTo>
                    <a:cubicBezTo>
                      <a:pt x="746" y="96"/>
                      <a:pt x="746" y="96"/>
                      <a:pt x="746" y="96"/>
                    </a:cubicBezTo>
                    <a:cubicBezTo>
                      <a:pt x="742" y="94"/>
                      <a:pt x="742" y="94"/>
                      <a:pt x="742" y="94"/>
                    </a:cubicBezTo>
                    <a:cubicBezTo>
                      <a:pt x="741" y="93"/>
                      <a:pt x="741" y="93"/>
                      <a:pt x="741" y="93"/>
                    </a:cubicBezTo>
                    <a:cubicBezTo>
                      <a:pt x="734" y="90"/>
                      <a:pt x="727" y="86"/>
                      <a:pt x="720" y="82"/>
                    </a:cubicBezTo>
                    <a:cubicBezTo>
                      <a:pt x="719" y="82"/>
                      <a:pt x="719" y="82"/>
                      <a:pt x="719" y="82"/>
                    </a:cubicBezTo>
                    <a:cubicBezTo>
                      <a:pt x="714" y="80"/>
                      <a:pt x="714" y="80"/>
                      <a:pt x="714" y="80"/>
                    </a:cubicBezTo>
                    <a:cubicBezTo>
                      <a:pt x="713" y="79"/>
                      <a:pt x="713" y="79"/>
                      <a:pt x="713" y="79"/>
                    </a:cubicBezTo>
                    <a:cubicBezTo>
                      <a:pt x="709" y="77"/>
                      <a:pt x="709" y="77"/>
                      <a:pt x="709" y="77"/>
                    </a:cubicBezTo>
                    <a:cubicBezTo>
                      <a:pt x="708" y="77"/>
                      <a:pt x="708" y="77"/>
                      <a:pt x="708" y="77"/>
                    </a:cubicBezTo>
                    <a:cubicBezTo>
                      <a:pt x="704" y="75"/>
                      <a:pt x="704" y="75"/>
                      <a:pt x="704" y="75"/>
                    </a:cubicBezTo>
                    <a:cubicBezTo>
                      <a:pt x="703" y="74"/>
                      <a:pt x="703" y="74"/>
                      <a:pt x="703" y="74"/>
                    </a:cubicBezTo>
                    <a:cubicBezTo>
                      <a:pt x="698" y="72"/>
                      <a:pt x="698" y="72"/>
                      <a:pt x="698" y="72"/>
                    </a:cubicBezTo>
                    <a:cubicBezTo>
                      <a:pt x="697" y="72"/>
                      <a:pt x="697" y="72"/>
                      <a:pt x="697" y="72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87" y="67"/>
                      <a:pt x="681" y="64"/>
                      <a:pt x="675" y="62"/>
                    </a:cubicBezTo>
                    <a:cubicBezTo>
                      <a:pt x="675" y="62"/>
                      <a:pt x="675" y="62"/>
                      <a:pt x="675" y="62"/>
                    </a:cubicBezTo>
                    <a:cubicBezTo>
                      <a:pt x="670" y="60"/>
                      <a:pt x="670" y="60"/>
                      <a:pt x="670" y="60"/>
                    </a:cubicBezTo>
                    <a:cubicBezTo>
                      <a:pt x="669" y="59"/>
                      <a:pt x="669" y="59"/>
                      <a:pt x="669" y="59"/>
                    </a:cubicBezTo>
                    <a:cubicBezTo>
                      <a:pt x="665" y="57"/>
                      <a:pt x="665" y="57"/>
                      <a:pt x="665" y="57"/>
                    </a:cubicBezTo>
                    <a:cubicBezTo>
                      <a:pt x="664" y="57"/>
                      <a:pt x="664" y="57"/>
                      <a:pt x="664" y="57"/>
                    </a:cubicBezTo>
                    <a:cubicBezTo>
                      <a:pt x="659" y="55"/>
                      <a:pt x="659" y="55"/>
                      <a:pt x="659" y="55"/>
                    </a:cubicBezTo>
                    <a:cubicBezTo>
                      <a:pt x="658" y="55"/>
                      <a:pt x="658" y="55"/>
                      <a:pt x="658" y="55"/>
                    </a:cubicBezTo>
                    <a:cubicBezTo>
                      <a:pt x="654" y="53"/>
                      <a:pt x="654" y="53"/>
                      <a:pt x="654" y="53"/>
                    </a:cubicBezTo>
                    <a:cubicBezTo>
                      <a:pt x="653" y="52"/>
                      <a:pt x="653" y="52"/>
                      <a:pt x="653" y="52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38" y="47"/>
                      <a:pt x="628" y="43"/>
                      <a:pt x="619" y="40"/>
                    </a:cubicBezTo>
                    <a:cubicBezTo>
                      <a:pt x="618" y="40"/>
                      <a:pt x="618" y="40"/>
                      <a:pt x="618" y="40"/>
                    </a:cubicBezTo>
                    <a:cubicBezTo>
                      <a:pt x="613" y="38"/>
                      <a:pt x="613" y="38"/>
                      <a:pt x="613" y="38"/>
                    </a:cubicBezTo>
                    <a:cubicBezTo>
                      <a:pt x="612" y="38"/>
                      <a:pt x="612" y="38"/>
                      <a:pt x="612" y="38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2" y="34"/>
                      <a:pt x="602" y="34"/>
                      <a:pt x="602" y="34"/>
                    </a:cubicBezTo>
                    <a:cubicBezTo>
                      <a:pt x="601" y="34"/>
                      <a:pt x="601" y="34"/>
                      <a:pt x="601" y="34"/>
                    </a:cubicBezTo>
                    <a:cubicBezTo>
                      <a:pt x="596" y="32"/>
                      <a:pt x="596" y="32"/>
                      <a:pt x="596" y="32"/>
                    </a:cubicBezTo>
                    <a:cubicBezTo>
                      <a:pt x="595" y="32"/>
                      <a:pt x="595" y="32"/>
                      <a:pt x="595" y="32"/>
                    </a:cubicBezTo>
                    <a:cubicBezTo>
                      <a:pt x="587" y="29"/>
                      <a:pt x="580" y="27"/>
                      <a:pt x="572" y="25"/>
                    </a:cubicBezTo>
                    <a:cubicBezTo>
                      <a:pt x="571" y="25"/>
                      <a:pt x="571" y="25"/>
                      <a:pt x="571" y="25"/>
                    </a:cubicBezTo>
                    <a:cubicBezTo>
                      <a:pt x="566" y="23"/>
                      <a:pt x="566" y="23"/>
                      <a:pt x="566" y="23"/>
                    </a:cubicBezTo>
                    <a:cubicBezTo>
                      <a:pt x="565" y="23"/>
                      <a:pt x="565" y="23"/>
                      <a:pt x="565" y="23"/>
                    </a:cubicBezTo>
                    <a:cubicBezTo>
                      <a:pt x="560" y="22"/>
                      <a:pt x="560" y="22"/>
                      <a:pt x="560" y="22"/>
                    </a:cubicBezTo>
                    <a:cubicBezTo>
                      <a:pt x="559" y="21"/>
                      <a:pt x="559" y="21"/>
                      <a:pt x="559" y="21"/>
                    </a:cubicBezTo>
                    <a:cubicBezTo>
                      <a:pt x="555" y="20"/>
                      <a:pt x="555" y="20"/>
                      <a:pt x="555" y="20"/>
                    </a:cubicBezTo>
                    <a:cubicBezTo>
                      <a:pt x="553" y="20"/>
                      <a:pt x="553" y="20"/>
                      <a:pt x="553" y="20"/>
                    </a:cubicBezTo>
                    <a:cubicBezTo>
                      <a:pt x="549" y="18"/>
                      <a:pt x="549" y="18"/>
                      <a:pt x="549" y="18"/>
                    </a:cubicBezTo>
                    <a:cubicBezTo>
                      <a:pt x="548" y="18"/>
                      <a:pt x="548" y="18"/>
                      <a:pt x="548" y="18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0" y="14"/>
                      <a:pt x="524" y="12"/>
                      <a:pt x="518" y="11"/>
                    </a:cubicBezTo>
                    <a:cubicBezTo>
                      <a:pt x="517" y="11"/>
                      <a:pt x="517" y="11"/>
                      <a:pt x="517" y="11"/>
                    </a:cubicBezTo>
                    <a:cubicBezTo>
                      <a:pt x="512" y="10"/>
                      <a:pt x="512" y="10"/>
                      <a:pt x="512" y="10"/>
                    </a:cubicBezTo>
                    <a:cubicBezTo>
                      <a:pt x="511" y="9"/>
                      <a:pt x="511" y="9"/>
                      <a:pt x="511" y="9"/>
                    </a:cubicBezTo>
                    <a:cubicBezTo>
                      <a:pt x="506" y="8"/>
                      <a:pt x="506" y="8"/>
                      <a:pt x="506" y="8"/>
                    </a:cubicBezTo>
                    <a:cubicBezTo>
                      <a:pt x="505" y="8"/>
                      <a:pt x="505" y="8"/>
                      <a:pt x="505" y="8"/>
                    </a:cubicBezTo>
                    <a:cubicBezTo>
                      <a:pt x="501" y="7"/>
                      <a:pt x="501" y="7"/>
                      <a:pt x="501" y="7"/>
                    </a:cubicBezTo>
                    <a:cubicBezTo>
                      <a:pt x="499" y="7"/>
                      <a:pt x="499" y="7"/>
                      <a:pt x="499" y="7"/>
                    </a:cubicBezTo>
                    <a:cubicBezTo>
                      <a:pt x="495" y="6"/>
                      <a:pt x="495" y="6"/>
                      <a:pt x="495" y="6"/>
                    </a:cubicBezTo>
                    <a:cubicBezTo>
                      <a:pt x="493" y="6"/>
                      <a:pt x="493" y="6"/>
                      <a:pt x="493" y="6"/>
                    </a:cubicBezTo>
                    <a:cubicBezTo>
                      <a:pt x="489" y="5"/>
                      <a:pt x="489" y="5"/>
                      <a:pt x="489" y="5"/>
                    </a:cubicBezTo>
                    <a:cubicBezTo>
                      <a:pt x="487" y="4"/>
                      <a:pt x="487" y="4"/>
                      <a:pt x="487" y="4"/>
                    </a:cubicBezTo>
                    <a:cubicBezTo>
                      <a:pt x="482" y="4"/>
                      <a:pt x="482" y="4"/>
                      <a:pt x="482" y="4"/>
                    </a:cubicBezTo>
                    <a:cubicBezTo>
                      <a:pt x="481" y="3"/>
                      <a:pt x="481" y="3"/>
                      <a:pt x="481" y="3"/>
                    </a:cubicBezTo>
                    <a:cubicBezTo>
                      <a:pt x="475" y="2"/>
                      <a:pt x="475" y="2"/>
                      <a:pt x="475" y="2"/>
                    </a:cubicBezTo>
                    <a:cubicBezTo>
                      <a:pt x="474" y="2"/>
                      <a:pt x="474" y="2"/>
                      <a:pt x="474" y="2"/>
                    </a:cubicBezTo>
                    <a:cubicBezTo>
                      <a:pt x="462" y="1"/>
                      <a:pt x="450" y="1"/>
                      <a:pt x="438" y="1"/>
                    </a:cubicBezTo>
                    <a:cubicBezTo>
                      <a:pt x="432" y="0"/>
                      <a:pt x="426" y="0"/>
                      <a:pt x="420" y="0"/>
                    </a:cubicBezTo>
                    <a:cubicBezTo>
                      <a:pt x="283" y="0"/>
                      <a:pt x="155" y="38"/>
                      <a:pt x="71" y="118"/>
                    </a:cubicBezTo>
                  </a:path>
                </a:pathLst>
              </a:cu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90921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Select="1"/>
          </p:cNvSpPr>
          <p:nvPr>
            <p:ph type="title" hasCustomPrompt="1"/>
          </p:nvPr>
        </p:nvSpPr>
        <p:spPr bwMode="gray">
          <a:xfrm>
            <a:off x="433344" y="291783"/>
            <a:ext cx="11304000" cy="792000"/>
          </a:xfrm>
        </p:spPr>
        <p:txBody>
          <a:bodyPr/>
          <a:lstStyle>
            <a:lvl1pPr>
              <a:defRPr sz="3600" baseline="0"/>
            </a:lvl1pPr>
          </a:lstStyle>
          <a:p>
            <a:r>
              <a:rPr lang="en-GB" noProof="1"/>
              <a:t>Agenda Title</a:t>
            </a:r>
          </a:p>
        </p:txBody>
      </p:sp>
      <p:sp>
        <p:nvSpPr>
          <p:cNvPr id="3" name="Tijdelijke aanduiding voor inhoud 2"/>
          <p:cNvSpPr>
            <a:spLocks noGrp="1" noSelect="1"/>
          </p:cNvSpPr>
          <p:nvPr>
            <p:ph idx="1" hasCustomPrompt="1"/>
          </p:nvPr>
        </p:nvSpPr>
        <p:spPr bwMode="gray">
          <a:xfrm>
            <a:off x="421153" y="1179579"/>
            <a:ext cx="11304000" cy="4330323"/>
          </a:xfrm>
        </p:spPr>
        <p:txBody>
          <a:bodyPr/>
          <a:lstStyle>
            <a:lvl1pPr marL="162022" indent="-162022">
              <a:lnSpc>
                <a:spcPct val="105000"/>
              </a:lnSpc>
              <a:buClr>
                <a:srgbClr val="EA650D"/>
              </a:buClr>
              <a:buSzPct val="110000"/>
              <a:defRPr sz="1800" b="1" baseline="0"/>
            </a:lvl1pPr>
            <a:lvl2pPr marL="162022"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GB" noProof="1"/>
              <a:t>Klik om de modelstijlen te bewerken</a:t>
            </a:r>
          </a:p>
          <a:p>
            <a:pPr lvl="1"/>
            <a:r>
              <a:rPr lang="en-GB" noProof="1"/>
              <a:t>Tweede niveau</a:t>
            </a:r>
          </a:p>
          <a:p>
            <a:pPr lvl="2"/>
            <a:r>
              <a:rPr lang="en-GB" noProof="1"/>
              <a:t>Derde niveau</a:t>
            </a:r>
          </a:p>
          <a:p>
            <a:pPr lvl="3"/>
            <a:r>
              <a:rPr lang="en-GB" noProof="1"/>
              <a:t>Vierde niveau</a:t>
            </a:r>
          </a:p>
          <a:p>
            <a:pPr lvl="4"/>
            <a:r>
              <a:rPr lang="en-GB" noProof="1"/>
              <a:t>Vijfde niveau</a:t>
            </a:r>
          </a:p>
        </p:txBody>
      </p:sp>
      <p:sp>
        <p:nvSpPr>
          <p:cNvPr id="8" name="Tijdelijke aanduiding voor dianummer 7"/>
          <p:cNvSpPr>
            <a:spLocks noGrp="1" noSelect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1336C48C-F87C-4E4B-81EF-5027B17D1F61}" type="slidenum">
              <a:rPr lang="en-GB" noProof="1" smtClean="0"/>
              <a:pPr/>
              <a:t>‹Nº›</a:t>
            </a:fld>
            <a:endParaRPr lang="en-GB" noProof="1"/>
          </a:p>
        </p:txBody>
      </p:sp>
      <p:grpSp>
        <p:nvGrpSpPr>
          <p:cNvPr id="29" name="Group 4"/>
          <p:cNvGrpSpPr>
            <a:grpSpLocks noSelect="1" noChangeAspect="1"/>
          </p:cNvGrpSpPr>
          <p:nvPr userDrawn="1"/>
        </p:nvGrpSpPr>
        <p:grpSpPr bwMode="gray">
          <a:xfrm>
            <a:off x="380953" y="5843382"/>
            <a:ext cx="11424279" cy="12703"/>
            <a:chOff x="180" y="2760"/>
            <a:chExt cx="5398" cy="6"/>
          </a:xfrm>
        </p:grpSpPr>
        <p:sp>
          <p:nvSpPr>
            <p:cNvPr id="30" name="Freeform 6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  <p:sp>
          <p:nvSpPr>
            <p:cNvPr id="31" name="Rectangle 9"/>
            <p:cNvSpPr>
              <a:spLocks noSelect="1" noChangeArrowheads="1"/>
            </p:cNvSpPr>
            <p:nvPr/>
          </p:nvSpPr>
          <p:spPr bwMode="gray">
            <a:xfrm>
              <a:off x="180" y="2760"/>
              <a:ext cx="5398" cy="6"/>
            </a:xfrm>
            <a:prstGeom prst="rect">
              <a:avLst/>
            </a:prstGeom>
            <a:solidFill>
              <a:srgbClr val="EA650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  <p:sp>
          <p:nvSpPr>
            <p:cNvPr id="32" name="Freeform 10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</p:grpSp>
      <p:grpSp>
        <p:nvGrpSpPr>
          <p:cNvPr id="51" name="Group 4"/>
          <p:cNvGrpSpPr>
            <a:grpSpLocks noSelect="1" noChangeAspect="1"/>
          </p:cNvGrpSpPr>
          <p:nvPr userDrawn="1"/>
        </p:nvGrpSpPr>
        <p:grpSpPr bwMode="gray">
          <a:xfrm>
            <a:off x="985839" y="6148408"/>
            <a:ext cx="1103312" cy="336551"/>
            <a:chOff x="621" y="3873"/>
            <a:chExt cx="695" cy="212"/>
          </a:xfrm>
        </p:grpSpPr>
        <p:sp>
          <p:nvSpPr>
            <p:cNvPr id="52" name="Freeform 5"/>
            <p:cNvSpPr>
              <a:spLocks noSelect="1"/>
            </p:cNvSpPr>
            <p:nvPr userDrawn="1"/>
          </p:nvSpPr>
          <p:spPr bwMode="gray">
            <a:xfrm>
              <a:off x="621" y="3873"/>
              <a:ext cx="515" cy="93"/>
            </a:xfrm>
            <a:custGeom>
              <a:avLst/>
              <a:gdLst/>
              <a:ahLst/>
              <a:cxnLst>
                <a:cxn ang="0">
                  <a:pos x="1955" y="422"/>
                </a:cxn>
                <a:cxn ang="0">
                  <a:pos x="1849" y="422"/>
                </a:cxn>
                <a:cxn ang="0">
                  <a:pos x="1738" y="576"/>
                </a:cxn>
                <a:cxn ang="0">
                  <a:pos x="103" y="639"/>
                </a:cxn>
                <a:cxn ang="0">
                  <a:pos x="287" y="374"/>
                </a:cxn>
                <a:cxn ang="0">
                  <a:pos x="377" y="653"/>
                </a:cxn>
                <a:cxn ang="0">
                  <a:pos x="234" y="182"/>
                </a:cxn>
                <a:cxn ang="0">
                  <a:pos x="79" y="193"/>
                </a:cxn>
                <a:cxn ang="0">
                  <a:pos x="0" y="639"/>
                </a:cxn>
                <a:cxn ang="0">
                  <a:pos x="2133" y="653"/>
                </a:cxn>
                <a:cxn ang="0">
                  <a:pos x="2249" y="276"/>
                </a:cxn>
                <a:cxn ang="0">
                  <a:pos x="2344" y="653"/>
                </a:cxn>
                <a:cxn ang="0">
                  <a:pos x="2434" y="359"/>
                </a:cxn>
                <a:cxn ang="0">
                  <a:pos x="2136" y="206"/>
                </a:cxn>
                <a:cxn ang="0">
                  <a:pos x="2044" y="206"/>
                </a:cxn>
                <a:cxn ang="0">
                  <a:pos x="2133" y="653"/>
                </a:cxn>
                <a:cxn ang="0">
                  <a:pos x="786" y="427"/>
                </a:cxn>
                <a:cxn ang="0">
                  <a:pos x="688" y="269"/>
                </a:cxn>
                <a:cxn ang="0">
                  <a:pos x="668" y="664"/>
                </a:cxn>
                <a:cxn ang="0">
                  <a:pos x="812" y="652"/>
                </a:cxn>
                <a:cxn ang="0">
                  <a:pos x="889" y="206"/>
                </a:cxn>
                <a:cxn ang="0">
                  <a:pos x="803" y="206"/>
                </a:cxn>
                <a:cxn ang="0">
                  <a:pos x="2733" y="269"/>
                </a:cxn>
                <a:cxn ang="0">
                  <a:pos x="2734" y="576"/>
                </a:cxn>
                <a:cxn ang="0">
                  <a:pos x="2713" y="182"/>
                </a:cxn>
                <a:cxn ang="0">
                  <a:pos x="2836" y="593"/>
                </a:cxn>
                <a:cxn ang="0">
                  <a:pos x="2921" y="652"/>
                </a:cxn>
                <a:cxn ang="0">
                  <a:pos x="2921" y="193"/>
                </a:cxn>
                <a:cxn ang="0">
                  <a:pos x="2842" y="247"/>
                </a:cxn>
                <a:cxn ang="0">
                  <a:pos x="1324" y="214"/>
                </a:cxn>
                <a:cxn ang="0">
                  <a:pos x="1414" y="653"/>
                </a:cxn>
                <a:cxn ang="0">
                  <a:pos x="1414" y="193"/>
                </a:cxn>
                <a:cxn ang="0">
                  <a:pos x="3045" y="22"/>
                </a:cxn>
                <a:cxn ang="0">
                  <a:pos x="3135" y="653"/>
                </a:cxn>
                <a:cxn ang="0">
                  <a:pos x="3135" y="2"/>
                </a:cxn>
                <a:cxn ang="0">
                  <a:pos x="1375" y="12"/>
                </a:cxn>
                <a:cxn ang="0">
                  <a:pos x="1436" y="73"/>
                </a:cxn>
                <a:cxn ang="0">
                  <a:pos x="1154" y="578"/>
                </a:cxn>
                <a:cxn ang="0">
                  <a:pos x="1207" y="276"/>
                </a:cxn>
                <a:cxn ang="0">
                  <a:pos x="1207" y="193"/>
                </a:cxn>
                <a:cxn ang="0">
                  <a:pos x="1097" y="57"/>
                </a:cxn>
                <a:cxn ang="0">
                  <a:pos x="1007" y="535"/>
                </a:cxn>
                <a:cxn ang="0">
                  <a:pos x="1227" y="635"/>
                </a:cxn>
                <a:cxn ang="0">
                  <a:pos x="3450" y="267"/>
                </a:cxn>
                <a:cxn ang="0">
                  <a:pos x="3458" y="664"/>
                </a:cxn>
                <a:cxn ang="0">
                  <a:pos x="3603" y="555"/>
                </a:cxn>
                <a:cxn ang="0">
                  <a:pos x="3346" y="460"/>
                </a:cxn>
                <a:cxn ang="0">
                  <a:pos x="3657" y="420"/>
                </a:cxn>
                <a:cxn ang="0">
                  <a:pos x="3458" y="664"/>
                </a:cxn>
              </a:cxnLst>
              <a:rect l="0" t="0" r="r" b="b"/>
              <a:pathLst>
                <a:path w="3657" h="664">
                  <a:moveTo>
                    <a:pt x="1517" y="422"/>
                  </a:moveTo>
                  <a:cubicBezTo>
                    <a:pt x="1517" y="287"/>
                    <a:pt x="1600" y="182"/>
                    <a:pt x="1736" y="182"/>
                  </a:cubicBezTo>
                  <a:cubicBezTo>
                    <a:pt x="1874" y="182"/>
                    <a:pt x="1955" y="286"/>
                    <a:pt x="1955" y="422"/>
                  </a:cubicBezTo>
                  <a:cubicBezTo>
                    <a:pt x="1955" y="564"/>
                    <a:pt x="1867" y="664"/>
                    <a:pt x="1735" y="664"/>
                  </a:cubicBezTo>
                  <a:cubicBezTo>
                    <a:pt x="1603" y="664"/>
                    <a:pt x="1517" y="564"/>
                    <a:pt x="1517" y="422"/>
                  </a:cubicBezTo>
                  <a:moveTo>
                    <a:pt x="1849" y="422"/>
                  </a:moveTo>
                  <a:cubicBezTo>
                    <a:pt x="1849" y="331"/>
                    <a:pt x="1804" y="270"/>
                    <a:pt x="1736" y="269"/>
                  </a:cubicBezTo>
                  <a:cubicBezTo>
                    <a:pt x="1666" y="270"/>
                    <a:pt x="1624" y="333"/>
                    <a:pt x="1624" y="422"/>
                  </a:cubicBezTo>
                  <a:cubicBezTo>
                    <a:pt x="1624" y="503"/>
                    <a:pt x="1661" y="576"/>
                    <a:pt x="1738" y="576"/>
                  </a:cubicBezTo>
                  <a:cubicBezTo>
                    <a:pt x="1806" y="576"/>
                    <a:pt x="1849" y="513"/>
                    <a:pt x="1849" y="422"/>
                  </a:cubicBezTo>
                  <a:moveTo>
                    <a:pt x="90" y="653"/>
                  </a:moveTo>
                  <a:cubicBezTo>
                    <a:pt x="97" y="653"/>
                    <a:pt x="103" y="647"/>
                    <a:pt x="103" y="639"/>
                  </a:cubicBezTo>
                  <a:cubicBezTo>
                    <a:pt x="103" y="410"/>
                    <a:pt x="103" y="410"/>
                    <a:pt x="103" y="410"/>
                  </a:cubicBezTo>
                  <a:cubicBezTo>
                    <a:pt x="103" y="322"/>
                    <a:pt x="152" y="276"/>
                    <a:pt x="206" y="276"/>
                  </a:cubicBezTo>
                  <a:cubicBezTo>
                    <a:pt x="247" y="276"/>
                    <a:pt x="287" y="299"/>
                    <a:pt x="287" y="374"/>
                  </a:cubicBezTo>
                  <a:cubicBezTo>
                    <a:pt x="287" y="639"/>
                    <a:pt x="287" y="639"/>
                    <a:pt x="287" y="639"/>
                  </a:cubicBezTo>
                  <a:cubicBezTo>
                    <a:pt x="287" y="647"/>
                    <a:pt x="293" y="653"/>
                    <a:pt x="300" y="653"/>
                  </a:cubicBezTo>
                  <a:cubicBezTo>
                    <a:pt x="377" y="653"/>
                    <a:pt x="377" y="653"/>
                    <a:pt x="377" y="653"/>
                  </a:cubicBezTo>
                  <a:cubicBezTo>
                    <a:pt x="384" y="653"/>
                    <a:pt x="390" y="647"/>
                    <a:pt x="390" y="639"/>
                  </a:cubicBezTo>
                  <a:cubicBezTo>
                    <a:pt x="390" y="359"/>
                    <a:pt x="390" y="359"/>
                    <a:pt x="390" y="359"/>
                  </a:cubicBezTo>
                  <a:cubicBezTo>
                    <a:pt x="390" y="234"/>
                    <a:pt x="321" y="182"/>
                    <a:pt x="234" y="182"/>
                  </a:cubicBezTo>
                  <a:cubicBezTo>
                    <a:pt x="178" y="182"/>
                    <a:pt x="127" y="215"/>
                    <a:pt x="96" y="252"/>
                  </a:cubicBezTo>
                  <a:cubicBezTo>
                    <a:pt x="92" y="206"/>
                    <a:pt x="92" y="206"/>
                    <a:pt x="92" y="206"/>
                  </a:cubicBezTo>
                  <a:cubicBezTo>
                    <a:pt x="91" y="199"/>
                    <a:pt x="85" y="193"/>
                    <a:pt x="79" y="193"/>
                  </a:cubicBezTo>
                  <a:cubicBezTo>
                    <a:pt x="13" y="193"/>
                    <a:pt x="13" y="193"/>
                    <a:pt x="13" y="193"/>
                  </a:cubicBezTo>
                  <a:cubicBezTo>
                    <a:pt x="6" y="193"/>
                    <a:pt x="0" y="199"/>
                    <a:pt x="0" y="206"/>
                  </a:cubicBezTo>
                  <a:cubicBezTo>
                    <a:pt x="0" y="639"/>
                    <a:pt x="0" y="639"/>
                    <a:pt x="0" y="639"/>
                  </a:cubicBezTo>
                  <a:cubicBezTo>
                    <a:pt x="0" y="647"/>
                    <a:pt x="6" y="653"/>
                    <a:pt x="13" y="653"/>
                  </a:cubicBezTo>
                  <a:lnTo>
                    <a:pt x="90" y="653"/>
                  </a:lnTo>
                  <a:close/>
                  <a:moveTo>
                    <a:pt x="2133" y="653"/>
                  </a:moveTo>
                  <a:cubicBezTo>
                    <a:pt x="2141" y="653"/>
                    <a:pt x="2147" y="647"/>
                    <a:pt x="2147" y="639"/>
                  </a:cubicBezTo>
                  <a:cubicBezTo>
                    <a:pt x="2147" y="410"/>
                    <a:pt x="2147" y="410"/>
                    <a:pt x="2147" y="410"/>
                  </a:cubicBezTo>
                  <a:cubicBezTo>
                    <a:pt x="2147" y="322"/>
                    <a:pt x="2196" y="276"/>
                    <a:pt x="2249" y="276"/>
                  </a:cubicBezTo>
                  <a:cubicBezTo>
                    <a:pt x="2291" y="276"/>
                    <a:pt x="2331" y="299"/>
                    <a:pt x="2331" y="374"/>
                  </a:cubicBezTo>
                  <a:cubicBezTo>
                    <a:pt x="2331" y="639"/>
                    <a:pt x="2331" y="639"/>
                    <a:pt x="2331" y="639"/>
                  </a:cubicBezTo>
                  <a:cubicBezTo>
                    <a:pt x="2331" y="647"/>
                    <a:pt x="2337" y="653"/>
                    <a:pt x="2344" y="653"/>
                  </a:cubicBezTo>
                  <a:cubicBezTo>
                    <a:pt x="2420" y="653"/>
                    <a:pt x="2420" y="653"/>
                    <a:pt x="2420" y="653"/>
                  </a:cubicBezTo>
                  <a:cubicBezTo>
                    <a:pt x="2428" y="653"/>
                    <a:pt x="2434" y="647"/>
                    <a:pt x="2434" y="639"/>
                  </a:cubicBezTo>
                  <a:cubicBezTo>
                    <a:pt x="2434" y="359"/>
                    <a:pt x="2434" y="359"/>
                    <a:pt x="2434" y="359"/>
                  </a:cubicBezTo>
                  <a:cubicBezTo>
                    <a:pt x="2434" y="234"/>
                    <a:pt x="2365" y="182"/>
                    <a:pt x="2278" y="182"/>
                  </a:cubicBezTo>
                  <a:cubicBezTo>
                    <a:pt x="2222" y="182"/>
                    <a:pt x="2170" y="215"/>
                    <a:pt x="2140" y="252"/>
                  </a:cubicBezTo>
                  <a:cubicBezTo>
                    <a:pt x="2136" y="206"/>
                    <a:pt x="2136" y="206"/>
                    <a:pt x="2136" y="206"/>
                  </a:cubicBezTo>
                  <a:cubicBezTo>
                    <a:pt x="2135" y="199"/>
                    <a:pt x="2129" y="193"/>
                    <a:pt x="2123" y="193"/>
                  </a:cubicBezTo>
                  <a:cubicBezTo>
                    <a:pt x="2057" y="193"/>
                    <a:pt x="2057" y="193"/>
                    <a:pt x="2057" y="193"/>
                  </a:cubicBezTo>
                  <a:cubicBezTo>
                    <a:pt x="2050" y="193"/>
                    <a:pt x="2044" y="199"/>
                    <a:pt x="2044" y="206"/>
                  </a:cubicBezTo>
                  <a:cubicBezTo>
                    <a:pt x="2044" y="639"/>
                    <a:pt x="2044" y="639"/>
                    <a:pt x="2044" y="639"/>
                  </a:cubicBezTo>
                  <a:cubicBezTo>
                    <a:pt x="2044" y="647"/>
                    <a:pt x="2050" y="653"/>
                    <a:pt x="2057" y="653"/>
                  </a:cubicBezTo>
                  <a:lnTo>
                    <a:pt x="2133" y="653"/>
                  </a:lnTo>
                  <a:close/>
                  <a:moveTo>
                    <a:pt x="688" y="269"/>
                  </a:moveTo>
                  <a:cubicBezTo>
                    <a:pt x="736" y="269"/>
                    <a:pt x="786" y="304"/>
                    <a:pt x="786" y="406"/>
                  </a:cubicBezTo>
                  <a:cubicBezTo>
                    <a:pt x="786" y="427"/>
                    <a:pt x="786" y="427"/>
                    <a:pt x="786" y="427"/>
                  </a:cubicBezTo>
                  <a:cubicBezTo>
                    <a:pt x="786" y="547"/>
                    <a:pt x="729" y="576"/>
                    <a:pt x="690" y="576"/>
                  </a:cubicBezTo>
                  <a:cubicBezTo>
                    <a:pt x="621" y="576"/>
                    <a:pt x="582" y="502"/>
                    <a:pt x="582" y="421"/>
                  </a:cubicBezTo>
                  <a:cubicBezTo>
                    <a:pt x="582" y="329"/>
                    <a:pt x="626" y="269"/>
                    <a:pt x="688" y="269"/>
                  </a:cubicBezTo>
                  <a:moveTo>
                    <a:pt x="669" y="182"/>
                  </a:moveTo>
                  <a:cubicBezTo>
                    <a:pt x="570" y="182"/>
                    <a:pt x="476" y="261"/>
                    <a:pt x="476" y="422"/>
                  </a:cubicBezTo>
                  <a:cubicBezTo>
                    <a:pt x="476" y="554"/>
                    <a:pt x="547" y="664"/>
                    <a:pt x="668" y="664"/>
                  </a:cubicBezTo>
                  <a:cubicBezTo>
                    <a:pt x="722" y="664"/>
                    <a:pt x="768" y="631"/>
                    <a:pt x="791" y="593"/>
                  </a:cubicBezTo>
                  <a:cubicBezTo>
                    <a:pt x="798" y="639"/>
                    <a:pt x="798" y="639"/>
                    <a:pt x="798" y="639"/>
                  </a:cubicBezTo>
                  <a:cubicBezTo>
                    <a:pt x="799" y="646"/>
                    <a:pt x="805" y="652"/>
                    <a:pt x="812" y="652"/>
                  </a:cubicBezTo>
                  <a:cubicBezTo>
                    <a:pt x="876" y="652"/>
                    <a:pt x="876" y="652"/>
                    <a:pt x="876" y="652"/>
                  </a:cubicBezTo>
                  <a:cubicBezTo>
                    <a:pt x="883" y="652"/>
                    <a:pt x="889" y="647"/>
                    <a:pt x="889" y="639"/>
                  </a:cubicBezTo>
                  <a:cubicBezTo>
                    <a:pt x="889" y="206"/>
                    <a:pt x="889" y="206"/>
                    <a:pt x="889" y="206"/>
                  </a:cubicBezTo>
                  <a:cubicBezTo>
                    <a:pt x="889" y="199"/>
                    <a:pt x="883" y="193"/>
                    <a:pt x="876" y="193"/>
                  </a:cubicBezTo>
                  <a:cubicBezTo>
                    <a:pt x="817" y="193"/>
                    <a:pt x="817" y="193"/>
                    <a:pt x="817" y="193"/>
                  </a:cubicBezTo>
                  <a:cubicBezTo>
                    <a:pt x="810" y="193"/>
                    <a:pt x="804" y="199"/>
                    <a:pt x="803" y="206"/>
                  </a:cubicBezTo>
                  <a:cubicBezTo>
                    <a:pt x="798" y="247"/>
                    <a:pt x="798" y="247"/>
                    <a:pt x="798" y="247"/>
                  </a:cubicBezTo>
                  <a:cubicBezTo>
                    <a:pt x="768" y="210"/>
                    <a:pt x="727" y="182"/>
                    <a:pt x="669" y="182"/>
                  </a:cubicBezTo>
                  <a:moveTo>
                    <a:pt x="2733" y="269"/>
                  </a:moveTo>
                  <a:cubicBezTo>
                    <a:pt x="2780" y="269"/>
                    <a:pt x="2830" y="304"/>
                    <a:pt x="2830" y="406"/>
                  </a:cubicBezTo>
                  <a:cubicBezTo>
                    <a:pt x="2830" y="427"/>
                    <a:pt x="2830" y="427"/>
                    <a:pt x="2830" y="427"/>
                  </a:cubicBezTo>
                  <a:cubicBezTo>
                    <a:pt x="2830" y="547"/>
                    <a:pt x="2773" y="576"/>
                    <a:pt x="2734" y="576"/>
                  </a:cubicBezTo>
                  <a:cubicBezTo>
                    <a:pt x="2665" y="576"/>
                    <a:pt x="2627" y="502"/>
                    <a:pt x="2627" y="421"/>
                  </a:cubicBezTo>
                  <a:cubicBezTo>
                    <a:pt x="2627" y="329"/>
                    <a:pt x="2670" y="269"/>
                    <a:pt x="2733" y="269"/>
                  </a:cubicBezTo>
                  <a:moveTo>
                    <a:pt x="2713" y="182"/>
                  </a:moveTo>
                  <a:cubicBezTo>
                    <a:pt x="2614" y="182"/>
                    <a:pt x="2520" y="261"/>
                    <a:pt x="2520" y="422"/>
                  </a:cubicBezTo>
                  <a:cubicBezTo>
                    <a:pt x="2520" y="554"/>
                    <a:pt x="2591" y="664"/>
                    <a:pt x="2713" y="664"/>
                  </a:cubicBezTo>
                  <a:cubicBezTo>
                    <a:pt x="2766" y="664"/>
                    <a:pt x="2813" y="631"/>
                    <a:pt x="2836" y="593"/>
                  </a:cubicBezTo>
                  <a:cubicBezTo>
                    <a:pt x="2843" y="639"/>
                    <a:pt x="2843" y="639"/>
                    <a:pt x="2843" y="639"/>
                  </a:cubicBezTo>
                  <a:cubicBezTo>
                    <a:pt x="2844" y="646"/>
                    <a:pt x="2850" y="652"/>
                    <a:pt x="2856" y="652"/>
                  </a:cubicBezTo>
                  <a:cubicBezTo>
                    <a:pt x="2921" y="652"/>
                    <a:pt x="2921" y="652"/>
                    <a:pt x="2921" y="652"/>
                  </a:cubicBezTo>
                  <a:cubicBezTo>
                    <a:pt x="2928" y="652"/>
                    <a:pt x="2934" y="647"/>
                    <a:pt x="2934" y="639"/>
                  </a:cubicBezTo>
                  <a:cubicBezTo>
                    <a:pt x="2934" y="206"/>
                    <a:pt x="2934" y="206"/>
                    <a:pt x="2934" y="206"/>
                  </a:cubicBezTo>
                  <a:cubicBezTo>
                    <a:pt x="2934" y="199"/>
                    <a:pt x="2928" y="193"/>
                    <a:pt x="2921" y="193"/>
                  </a:cubicBezTo>
                  <a:cubicBezTo>
                    <a:pt x="2861" y="193"/>
                    <a:pt x="2861" y="193"/>
                    <a:pt x="2861" y="193"/>
                  </a:cubicBezTo>
                  <a:cubicBezTo>
                    <a:pt x="2855" y="193"/>
                    <a:pt x="2849" y="199"/>
                    <a:pt x="2848" y="206"/>
                  </a:cubicBezTo>
                  <a:cubicBezTo>
                    <a:pt x="2842" y="247"/>
                    <a:pt x="2842" y="247"/>
                    <a:pt x="2842" y="247"/>
                  </a:cubicBezTo>
                  <a:cubicBezTo>
                    <a:pt x="2813" y="210"/>
                    <a:pt x="2771" y="182"/>
                    <a:pt x="2713" y="182"/>
                  </a:cubicBezTo>
                  <a:moveTo>
                    <a:pt x="1337" y="200"/>
                  </a:moveTo>
                  <a:cubicBezTo>
                    <a:pt x="1330" y="201"/>
                    <a:pt x="1324" y="206"/>
                    <a:pt x="1324" y="214"/>
                  </a:cubicBezTo>
                  <a:cubicBezTo>
                    <a:pt x="1324" y="639"/>
                    <a:pt x="1324" y="639"/>
                    <a:pt x="1324" y="639"/>
                  </a:cubicBezTo>
                  <a:cubicBezTo>
                    <a:pt x="1324" y="647"/>
                    <a:pt x="1330" y="653"/>
                    <a:pt x="1337" y="653"/>
                  </a:cubicBezTo>
                  <a:cubicBezTo>
                    <a:pt x="1414" y="653"/>
                    <a:pt x="1414" y="653"/>
                    <a:pt x="1414" y="653"/>
                  </a:cubicBezTo>
                  <a:cubicBezTo>
                    <a:pt x="1421" y="653"/>
                    <a:pt x="1427" y="647"/>
                    <a:pt x="1427" y="639"/>
                  </a:cubicBezTo>
                  <a:cubicBezTo>
                    <a:pt x="1427" y="206"/>
                    <a:pt x="1427" y="206"/>
                    <a:pt x="1427" y="206"/>
                  </a:cubicBezTo>
                  <a:cubicBezTo>
                    <a:pt x="1427" y="199"/>
                    <a:pt x="1421" y="192"/>
                    <a:pt x="1414" y="193"/>
                  </a:cubicBezTo>
                  <a:lnTo>
                    <a:pt x="1337" y="200"/>
                  </a:lnTo>
                  <a:close/>
                  <a:moveTo>
                    <a:pt x="3058" y="9"/>
                  </a:moveTo>
                  <a:cubicBezTo>
                    <a:pt x="3051" y="10"/>
                    <a:pt x="3045" y="15"/>
                    <a:pt x="3045" y="22"/>
                  </a:cubicBezTo>
                  <a:cubicBezTo>
                    <a:pt x="3045" y="639"/>
                    <a:pt x="3045" y="639"/>
                    <a:pt x="3045" y="639"/>
                  </a:cubicBezTo>
                  <a:cubicBezTo>
                    <a:pt x="3045" y="647"/>
                    <a:pt x="3051" y="653"/>
                    <a:pt x="3058" y="653"/>
                  </a:cubicBezTo>
                  <a:cubicBezTo>
                    <a:pt x="3135" y="653"/>
                    <a:pt x="3135" y="653"/>
                    <a:pt x="3135" y="653"/>
                  </a:cubicBezTo>
                  <a:cubicBezTo>
                    <a:pt x="3142" y="653"/>
                    <a:pt x="3148" y="647"/>
                    <a:pt x="3148" y="639"/>
                  </a:cubicBezTo>
                  <a:cubicBezTo>
                    <a:pt x="3148" y="15"/>
                    <a:pt x="3148" y="15"/>
                    <a:pt x="3148" y="15"/>
                  </a:cubicBezTo>
                  <a:cubicBezTo>
                    <a:pt x="3148" y="7"/>
                    <a:pt x="3142" y="0"/>
                    <a:pt x="3135" y="2"/>
                  </a:cubicBezTo>
                  <a:lnTo>
                    <a:pt x="3058" y="9"/>
                  </a:lnTo>
                  <a:close/>
                  <a:moveTo>
                    <a:pt x="1436" y="73"/>
                  </a:moveTo>
                  <a:cubicBezTo>
                    <a:pt x="1436" y="39"/>
                    <a:pt x="1409" y="12"/>
                    <a:pt x="1375" y="12"/>
                  </a:cubicBezTo>
                  <a:cubicBezTo>
                    <a:pt x="1342" y="12"/>
                    <a:pt x="1315" y="39"/>
                    <a:pt x="1315" y="73"/>
                  </a:cubicBezTo>
                  <a:cubicBezTo>
                    <a:pt x="1315" y="106"/>
                    <a:pt x="1342" y="133"/>
                    <a:pt x="1375" y="133"/>
                  </a:cubicBezTo>
                  <a:cubicBezTo>
                    <a:pt x="1409" y="133"/>
                    <a:pt x="1436" y="106"/>
                    <a:pt x="1436" y="73"/>
                  </a:cubicBezTo>
                  <a:moveTo>
                    <a:pt x="1219" y="578"/>
                  </a:moveTo>
                  <a:cubicBezTo>
                    <a:pt x="1217" y="568"/>
                    <a:pt x="1211" y="565"/>
                    <a:pt x="1199" y="570"/>
                  </a:cubicBezTo>
                  <a:cubicBezTo>
                    <a:pt x="1192" y="572"/>
                    <a:pt x="1169" y="578"/>
                    <a:pt x="1154" y="578"/>
                  </a:cubicBezTo>
                  <a:cubicBezTo>
                    <a:pt x="1124" y="578"/>
                    <a:pt x="1111" y="567"/>
                    <a:pt x="1110" y="524"/>
                  </a:cubicBezTo>
                  <a:cubicBezTo>
                    <a:pt x="1110" y="276"/>
                    <a:pt x="1110" y="276"/>
                    <a:pt x="1110" y="276"/>
                  </a:cubicBezTo>
                  <a:cubicBezTo>
                    <a:pt x="1207" y="276"/>
                    <a:pt x="1207" y="276"/>
                    <a:pt x="1207" y="276"/>
                  </a:cubicBezTo>
                  <a:cubicBezTo>
                    <a:pt x="1214" y="276"/>
                    <a:pt x="1220" y="270"/>
                    <a:pt x="1220" y="263"/>
                  </a:cubicBezTo>
                  <a:cubicBezTo>
                    <a:pt x="1220" y="206"/>
                    <a:pt x="1220" y="206"/>
                    <a:pt x="1220" y="206"/>
                  </a:cubicBezTo>
                  <a:cubicBezTo>
                    <a:pt x="1220" y="199"/>
                    <a:pt x="1214" y="193"/>
                    <a:pt x="1207" y="193"/>
                  </a:cubicBezTo>
                  <a:cubicBezTo>
                    <a:pt x="1110" y="193"/>
                    <a:pt x="1110" y="193"/>
                    <a:pt x="1110" y="193"/>
                  </a:cubicBezTo>
                  <a:cubicBezTo>
                    <a:pt x="1110" y="70"/>
                    <a:pt x="1110" y="70"/>
                    <a:pt x="1110" y="70"/>
                  </a:cubicBezTo>
                  <a:cubicBezTo>
                    <a:pt x="1110" y="62"/>
                    <a:pt x="1104" y="56"/>
                    <a:pt x="1097" y="57"/>
                  </a:cubicBezTo>
                  <a:cubicBezTo>
                    <a:pt x="1021" y="64"/>
                    <a:pt x="1021" y="64"/>
                    <a:pt x="1021" y="64"/>
                  </a:cubicBezTo>
                  <a:cubicBezTo>
                    <a:pt x="1013" y="65"/>
                    <a:pt x="1007" y="70"/>
                    <a:pt x="1007" y="77"/>
                  </a:cubicBezTo>
                  <a:cubicBezTo>
                    <a:pt x="1007" y="535"/>
                    <a:pt x="1007" y="535"/>
                    <a:pt x="1007" y="535"/>
                  </a:cubicBezTo>
                  <a:cubicBezTo>
                    <a:pt x="1007" y="610"/>
                    <a:pt x="1041" y="664"/>
                    <a:pt x="1132" y="664"/>
                  </a:cubicBezTo>
                  <a:cubicBezTo>
                    <a:pt x="1159" y="664"/>
                    <a:pt x="1193" y="659"/>
                    <a:pt x="1219" y="647"/>
                  </a:cubicBezTo>
                  <a:cubicBezTo>
                    <a:pt x="1224" y="645"/>
                    <a:pt x="1228" y="643"/>
                    <a:pt x="1227" y="635"/>
                  </a:cubicBezTo>
                  <a:lnTo>
                    <a:pt x="1219" y="578"/>
                  </a:lnTo>
                  <a:close/>
                  <a:moveTo>
                    <a:pt x="3346" y="384"/>
                  </a:moveTo>
                  <a:cubicBezTo>
                    <a:pt x="3354" y="331"/>
                    <a:pt x="3379" y="267"/>
                    <a:pt x="3450" y="267"/>
                  </a:cubicBezTo>
                  <a:cubicBezTo>
                    <a:pt x="3524" y="267"/>
                    <a:pt x="3549" y="326"/>
                    <a:pt x="3552" y="384"/>
                  </a:cubicBezTo>
                  <a:lnTo>
                    <a:pt x="3346" y="384"/>
                  </a:lnTo>
                  <a:close/>
                  <a:moveTo>
                    <a:pt x="3458" y="664"/>
                  </a:moveTo>
                  <a:cubicBezTo>
                    <a:pt x="3524" y="664"/>
                    <a:pt x="3577" y="647"/>
                    <a:pt x="3617" y="625"/>
                  </a:cubicBezTo>
                  <a:cubicBezTo>
                    <a:pt x="3624" y="621"/>
                    <a:pt x="3627" y="614"/>
                    <a:pt x="3624" y="607"/>
                  </a:cubicBezTo>
                  <a:cubicBezTo>
                    <a:pt x="3603" y="555"/>
                    <a:pt x="3603" y="555"/>
                    <a:pt x="3603" y="555"/>
                  </a:cubicBezTo>
                  <a:cubicBezTo>
                    <a:pt x="3600" y="548"/>
                    <a:pt x="3592" y="545"/>
                    <a:pt x="3585" y="548"/>
                  </a:cubicBezTo>
                  <a:cubicBezTo>
                    <a:pt x="3548" y="566"/>
                    <a:pt x="3509" y="576"/>
                    <a:pt x="3464" y="576"/>
                  </a:cubicBezTo>
                  <a:cubicBezTo>
                    <a:pt x="3388" y="576"/>
                    <a:pt x="3352" y="521"/>
                    <a:pt x="3346" y="460"/>
                  </a:cubicBezTo>
                  <a:cubicBezTo>
                    <a:pt x="3644" y="460"/>
                    <a:pt x="3644" y="460"/>
                    <a:pt x="3644" y="460"/>
                  </a:cubicBezTo>
                  <a:cubicBezTo>
                    <a:pt x="3651" y="460"/>
                    <a:pt x="3656" y="454"/>
                    <a:pt x="3657" y="446"/>
                  </a:cubicBezTo>
                  <a:cubicBezTo>
                    <a:pt x="3657" y="436"/>
                    <a:pt x="3657" y="429"/>
                    <a:pt x="3657" y="420"/>
                  </a:cubicBezTo>
                  <a:cubicBezTo>
                    <a:pt x="3657" y="306"/>
                    <a:pt x="3599" y="182"/>
                    <a:pt x="3451" y="182"/>
                  </a:cubicBezTo>
                  <a:cubicBezTo>
                    <a:pt x="3318" y="182"/>
                    <a:pt x="3238" y="285"/>
                    <a:pt x="3238" y="425"/>
                  </a:cubicBezTo>
                  <a:cubicBezTo>
                    <a:pt x="3238" y="569"/>
                    <a:pt x="3324" y="664"/>
                    <a:pt x="3458" y="664"/>
                  </a:cubicBezTo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  <p:sp>
          <p:nvSpPr>
            <p:cNvPr id="53" name="Freeform 6"/>
            <p:cNvSpPr>
              <a:spLocks noSelect="1"/>
            </p:cNvSpPr>
            <p:nvPr/>
          </p:nvSpPr>
          <p:spPr bwMode="gray">
            <a:xfrm>
              <a:off x="621" y="3992"/>
              <a:ext cx="695" cy="93"/>
            </a:xfrm>
            <a:custGeom>
              <a:avLst/>
              <a:gdLst/>
              <a:ahLst/>
              <a:cxnLst>
                <a:cxn ang="0">
                  <a:pos x="13" y="193"/>
                </a:cxn>
                <a:cxn ang="0">
                  <a:pos x="234" y="182"/>
                </a:cxn>
                <a:cxn ang="0">
                  <a:pos x="300" y="653"/>
                </a:cxn>
                <a:cxn ang="0">
                  <a:pos x="103" y="410"/>
                </a:cxn>
                <a:cxn ang="0">
                  <a:pos x="2735" y="269"/>
                </a:cxn>
                <a:cxn ang="0">
                  <a:pos x="2832" y="406"/>
                </a:cxn>
                <a:cxn ang="0">
                  <a:pos x="2849" y="206"/>
                </a:cxn>
                <a:cxn ang="0">
                  <a:pos x="2935" y="640"/>
                </a:cxn>
                <a:cxn ang="0">
                  <a:pos x="2837" y="593"/>
                </a:cxn>
                <a:cxn ang="0">
                  <a:pos x="4643" y="653"/>
                </a:cxn>
                <a:cxn ang="0">
                  <a:pos x="4840" y="374"/>
                </a:cxn>
                <a:cxn ang="0">
                  <a:pos x="4943" y="640"/>
                </a:cxn>
                <a:cxn ang="0">
                  <a:pos x="4645" y="206"/>
                </a:cxn>
                <a:cxn ang="0">
                  <a:pos x="4553" y="640"/>
                </a:cxn>
                <a:cxn ang="0">
                  <a:pos x="3156" y="640"/>
                </a:cxn>
                <a:cxn ang="0">
                  <a:pos x="3341" y="640"/>
                </a:cxn>
                <a:cxn ang="0">
                  <a:pos x="3443" y="359"/>
                </a:cxn>
                <a:cxn ang="0">
                  <a:pos x="3132" y="193"/>
                </a:cxn>
                <a:cxn ang="0">
                  <a:pos x="3067" y="653"/>
                </a:cxn>
                <a:cxn ang="0">
                  <a:pos x="2331" y="640"/>
                </a:cxn>
                <a:cxn ang="0">
                  <a:pos x="2434" y="15"/>
                </a:cxn>
                <a:cxn ang="0">
                  <a:pos x="691" y="267"/>
                </a:cxn>
                <a:cxn ang="0">
                  <a:pos x="479" y="425"/>
                </a:cxn>
                <a:cxn ang="0">
                  <a:pos x="884" y="460"/>
                </a:cxn>
                <a:cxn ang="0">
                  <a:pos x="843" y="555"/>
                </a:cxn>
                <a:cxn ang="0">
                  <a:pos x="1803" y="384"/>
                </a:cxn>
                <a:cxn ang="0">
                  <a:pos x="1709" y="664"/>
                </a:cxn>
                <a:cxn ang="0">
                  <a:pos x="1907" y="447"/>
                </a:cxn>
                <a:cxn ang="0">
                  <a:pos x="1836" y="548"/>
                </a:cxn>
                <a:cxn ang="0">
                  <a:pos x="1709" y="664"/>
                </a:cxn>
                <a:cxn ang="0">
                  <a:pos x="1380" y="653"/>
                </a:cxn>
                <a:cxn ang="0">
                  <a:pos x="1164" y="664"/>
                </a:cxn>
                <a:cxn ang="0">
                  <a:pos x="1291" y="23"/>
                </a:cxn>
                <a:cxn ang="0">
                  <a:pos x="1184" y="269"/>
                </a:cxn>
                <a:cxn ang="0">
                  <a:pos x="1291" y="406"/>
                </a:cxn>
                <a:cxn ang="0">
                  <a:pos x="4359" y="384"/>
                </a:cxn>
                <a:cxn ang="0">
                  <a:pos x="4464" y="420"/>
                </a:cxn>
                <a:cxn ang="0">
                  <a:pos x="4271" y="576"/>
                </a:cxn>
                <a:cxn ang="0">
                  <a:pos x="4425" y="625"/>
                </a:cxn>
                <a:cxn ang="0">
                  <a:pos x="3955" y="640"/>
                </a:cxn>
                <a:cxn ang="0">
                  <a:pos x="3858" y="593"/>
                </a:cxn>
                <a:cxn ang="0">
                  <a:pos x="3852" y="233"/>
                </a:cxn>
                <a:cxn ang="0">
                  <a:pos x="3853" y="406"/>
                </a:cxn>
                <a:cxn ang="0">
                  <a:pos x="3853" y="427"/>
                </a:cxn>
                <a:cxn ang="0">
                  <a:pos x="2094" y="252"/>
                </a:cxn>
                <a:cxn ang="0">
                  <a:pos x="1998" y="206"/>
                </a:cxn>
                <a:cxn ang="0">
                  <a:pos x="2101" y="640"/>
                </a:cxn>
                <a:cxn ang="0">
                  <a:pos x="2248" y="276"/>
                </a:cxn>
              </a:cxnLst>
              <a:rect l="0" t="0" r="r" b="b"/>
              <a:pathLst>
                <a:path w="4943" h="664">
                  <a:moveTo>
                    <a:pt x="13" y="653"/>
                  </a:moveTo>
                  <a:cubicBezTo>
                    <a:pt x="6" y="653"/>
                    <a:pt x="0" y="647"/>
                    <a:pt x="0" y="64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0" y="199"/>
                    <a:pt x="6" y="193"/>
                    <a:pt x="13" y="193"/>
                  </a:cubicBezTo>
                  <a:cubicBezTo>
                    <a:pt x="79" y="193"/>
                    <a:pt x="79" y="193"/>
                    <a:pt x="79" y="193"/>
                  </a:cubicBezTo>
                  <a:cubicBezTo>
                    <a:pt x="85" y="193"/>
                    <a:pt x="91" y="199"/>
                    <a:pt x="92" y="206"/>
                  </a:cubicBezTo>
                  <a:cubicBezTo>
                    <a:pt x="96" y="252"/>
                    <a:pt x="96" y="252"/>
                    <a:pt x="96" y="252"/>
                  </a:cubicBezTo>
                  <a:cubicBezTo>
                    <a:pt x="127" y="215"/>
                    <a:pt x="178" y="182"/>
                    <a:pt x="234" y="182"/>
                  </a:cubicBezTo>
                  <a:cubicBezTo>
                    <a:pt x="321" y="182"/>
                    <a:pt x="390" y="234"/>
                    <a:pt x="390" y="359"/>
                  </a:cubicBezTo>
                  <a:cubicBezTo>
                    <a:pt x="390" y="640"/>
                    <a:pt x="390" y="640"/>
                    <a:pt x="390" y="640"/>
                  </a:cubicBezTo>
                  <a:cubicBezTo>
                    <a:pt x="390" y="647"/>
                    <a:pt x="384" y="653"/>
                    <a:pt x="377" y="653"/>
                  </a:cubicBezTo>
                  <a:cubicBezTo>
                    <a:pt x="300" y="653"/>
                    <a:pt x="300" y="653"/>
                    <a:pt x="300" y="653"/>
                  </a:cubicBezTo>
                  <a:cubicBezTo>
                    <a:pt x="293" y="653"/>
                    <a:pt x="287" y="647"/>
                    <a:pt x="287" y="640"/>
                  </a:cubicBezTo>
                  <a:cubicBezTo>
                    <a:pt x="287" y="374"/>
                    <a:pt x="287" y="374"/>
                    <a:pt x="287" y="374"/>
                  </a:cubicBezTo>
                  <a:cubicBezTo>
                    <a:pt x="287" y="299"/>
                    <a:pt x="247" y="276"/>
                    <a:pt x="206" y="276"/>
                  </a:cubicBezTo>
                  <a:cubicBezTo>
                    <a:pt x="152" y="276"/>
                    <a:pt x="103" y="323"/>
                    <a:pt x="103" y="410"/>
                  </a:cubicBezTo>
                  <a:cubicBezTo>
                    <a:pt x="103" y="640"/>
                    <a:pt x="103" y="640"/>
                    <a:pt x="103" y="640"/>
                  </a:cubicBezTo>
                  <a:cubicBezTo>
                    <a:pt x="103" y="647"/>
                    <a:pt x="97" y="653"/>
                    <a:pt x="90" y="653"/>
                  </a:cubicBezTo>
                  <a:lnTo>
                    <a:pt x="13" y="653"/>
                  </a:lnTo>
                  <a:close/>
                  <a:moveTo>
                    <a:pt x="2735" y="269"/>
                  </a:moveTo>
                  <a:cubicBezTo>
                    <a:pt x="2672" y="269"/>
                    <a:pt x="2629" y="330"/>
                    <a:pt x="2629" y="421"/>
                  </a:cubicBezTo>
                  <a:cubicBezTo>
                    <a:pt x="2629" y="503"/>
                    <a:pt x="2667" y="576"/>
                    <a:pt x="2736" y="576"/>
                  </a:cubicBezTo>
                  <a:cubicBezTo>
                    <a:pt x="2775" y="576"/>
                    <a:pt x="2832" y="547"/>
                    <a:pt x="2832" y="428"/>
                  </a:cubicBezTo>
                  <a:cubicBezTo>
                    <a:pt x="2832" y="406"/>
                    <a:pt x="2832" y="406"/>
                    <a:pt x="2832" y="406"/>
                  </a:cubicBezTo>
                  <a:cubicBezTo>
                    <a:pt x="2832" y="304"/>
                    <a:pt x="2782" y="269"/>
                    <a:pt x="2735" y="269"/>
                  </a:cubicBezTo>
                  <a:moveTo>
                    <a:pt x="2715" y="182"/>
                  </a:moveTo>
                  <a:cubicBezTo>
                    <a:pt x="2773" y="182"/>
                    <a:pt x="2815" y="210"/>
                    <a:pt x="2844" y="247"/>
                  </a:cubicBezTo>
                  <a:cubicBezTo>
                    <a:pt x="2849" y="206"/>
                    <a:pt x="2849" y="206"/>
                    <a:pt x="2849" y="206"/>
                  </a:cubicBezTo>
                  <a:cubicBezTo>
                    <a:pt x="2850" y="200"/>
                    <a:pt x="2856" y="193"/>
                    <a:pt x="2863" y="193"/>
                  </a:cubicBezTo>
                  <a:cubicBezTo>
                    <a:pt x="2922" y="193"/>
                    <a:pt x="2922" y="193"/>
                    <a:pt x="2922" y="193"/>
                  </a:cubicBezTo>
                  <a:cubicBezTo>
                    <a:pt x="2930" y="193"/>
                    <a:pt x="2935" y="199"/>
                    <a:pt x="2935" y="206"/>
                  </a:cubicBezTo>
                  <a:cubicBezTo>
                    <a:pt x="2935" y="640"/>
                    <a:pt x="2935" y="640"/>
                    <a:pt x="2935" y="640"/>
                  </a:cubicBezTo>
                  <a:cubicBezTo>
                    <a:pt x="2935" y="647"/>
                    <a:pt x="2930" y="653"/>
                    <a:pt x="2922" y="653"/>
                  </a:cubicBezTo>
                  <a:cubicBezTo>
                    <a:pt x="2858" y="653"/>
                    <a:pt x="2858" y="653"/>
                    <a:pt x="2858" y="653"/>
                  </a:cubicBezTo>
                  <a:cubicBezTo>
                    <a:pt x="2851" y="653"/>
                    <a:pt x="2845" y="646"/>
                    <a:pt x="2844" y="640"/>
                  </a:cubicBezTo>
                  <a:cubicBezTo>
                    <a:pt x="2837" y="593"/>
                    <a:pt x="2837" y="593"/>
                    <a:pt x="2837" y="593"/>
                  </a:cubicBezTo>
                  <a:cubicBezTo>
                    <a:pt x="2815" y="631"/>
                    <a:pt x="2768" y="664"/>
                    <a:pt x="2714" y="664"/>
                  </a:cubicBezTo>
                  <a:cubicBezTo>
                    <a:pt x="2593" y="664"/>
                    <a:pt x="2522" y="555"/>
                    <a:pt x="2522" y="422"/>
                  </a:cubicBezTo>
                  <a:cubicBezTo>
                    <a:pt x="2522" y="261"/>
                    <a:pt x="2616" y="182"/>
                    <a:pt x="2715" y="182"/>
                  </a:cubicBezTo>
                  <a:moveTo>
                    <a:pt x="4643" y="653"/>
                  </a:moveTo>
                  <a:cubicBezTo>
                    <a:pt x="4650" y="653"/>
                    <a:pt x="4656" y="647"/>
                    <a:pt x="4656" y="640"/>
                  </a:cubicBezTo>
                  <a:cubicBezTo>
                    <a:pt x="4656" y="410"/>
                    <a:pt x="4656" y="410"/>
                    <a:pt x="4656" y="410"/>
                  </a:cubicBezTo>
                  <a:cubicBezTo>
                    <a:pt x="4656" y="323"/>
                    <a:pt x="4705" y="276"/>
                    <a:pt x="4759" y="276"/>
                  </a:cubicBezTo>
                  <a:cubicBezTo>
                    <a:pt x="4800" y="276"/>
                    <a:pt x="4840" y="299"/>
                    <a:pt x="4840" y="374"/>
                  </a:cubicBezTo>
                  <a:cubicBezTo>
                    <a:pt x="4840" y="640"/>
                    <a:pt x="4840" y="640"/>
                    <a:pt x="4840" y="640"/>
                  </a:cubicBezTo>
                  <a:cubicBezTo>
                    <a:pt x="4840" y="647"/>
                    <a:pt x="4846" y="653"/>
                    <a:pt x="4853" y="653"/>
                  </a:cubicBezTo>
                  <a:cubicBezTo>
                    <a:pt x="4930" y="653"/>
                    <a:pt x="4930" y="653"/>
                    <a:pt x="4930" y="653"/>
                  </a:cubicBezTo>
                  <a:cubicBezTo>
                    <a:pt x="4937" y="653"/>
                    <a:pt x="4943" y="647"/>
                    <a:pt x="4943" y="640"/>
                  </a:cubicBezTo>
                  <a:cubicBezTo>
                    <a:pt x="4943" y="359"/>
                    <a:pt x="4943" y="359"/>
                    <a:pt x="4943" y="359"/>
                  </a:cubicBezTo>
                  <a:cubicBezTo>
                    <a:pt x="4943" y="234"/>
                    <a:pt x="4874" y="182"/>
                    <a:pt x="4787" y="182"/>
                  </a:cubicBezTo>
                  <a:cubicBezTo>
                    <a:pt x="4731" y="182"/>
                    <a:pt x="4680" y="215"/>
                    <a:pt x="4649" y="252"/>
                  </a:cubicBezTo>
                  <a:cubicBezTo>
                    <a:pt x="4645" y="206"/>
                    <a:pt x="4645" y="206"/>
                    <a:pt x="4645" y="206"/>
                  </a:cubicBezTo>
                  <a:cubicBezTo>
                    <a:pt x="4644" y="199"/>
                    <a:pt x="4638" y="193"/>
                    <a:pt x="4632" y="193"/>
                  </a:cubicBezTo>
                  <a:cubicBezTo>
                    <a:pt x="4566" y="193"/>
                    <a:pt x="4566" y="193"/>
                    <a:pt x="4566" y="193"/>
                  </a:cubicBezTo>
                  <a:cubicBezTo>
                    <a:pt x="4559" y="193"/>
                    <a:pt x="4553" y="199"/>
                    <a:pt x="4553" y="206"/>
                  </a:cubicBezTo>
                  <a:cubicBezTo>
                    <a:pt x="4553" y="640"/>
                    <a:pt x="4553" y="640"/>
                    <a:pt x="4553" y="640"/>
                  </a:cubicBezTo>
                  <a:cubicBezTo>
                    <a:pt x="4553" y="647"/>
                    <a:pt x="4559" y="653"/>
                    <a:pt x="4566" y="653"/>
                  </a:cubicBezTo>
                  <a:lnTo>
                    <a:pt x="4643" y="653"/>
                  </a:lnTo>
                  <a:close/>
                  <a:moveTo>
                    <a:pt x="3143" y="653"/>
                  </a:moveTo>
                  <a:cubicBezTo>
                    <a:pt x="3151" y="653"/>
                    <a:pt x="3156" y="647"/>
                    <a:pt x="3156" y="640"/>
                  </a:cubicBezTo>
                  <a:cubicBezTo>
                    <a:pt x="3156" y="410"/>
                    <a:pt x="3156" y="410"/>
                    <a:pt x="3156" y="410"/>
                  </a:cubicBezTo>
                  <a:cubicBezTo>
                    <a:pt x="3156" y="323"/>
                    <a:pt x="3206" y="276"/>
                    <a:pt x="3259" y="276"/>
                  </a:cubicBezTo>
                  <a:cubicBezTo>
                    <a:pt x="3301" y="276"/>
                    <a:pt x="3340" y="299"/>
                    <a:pt x="3341" y="374"/>
                  </a:cubicBezTo>
                  <a:cubicBezTo>
                    <a:pt x="3341" y="640"/>
                    <a:pt x="3341" y="640"/>
                    <a:pt x="3341" y="640"/>
                  </a:cubicBezTo>
                  <a:cubicBezTo>
                    <a:pt x="3341" y="647"/>
                    <a:pt x="3346" y="653"/>
                    <a:pt x="3354" y="653"/>
                  </a:cubicBezTo>
                  <a:cubicBezTo>
                    <a:pt x="3430" y="653"/>
                    <a:pt x="3430" y="653"/>
                    <a:pt x="3430" y="653"/>
                  </a:cubicBezTo>
                  <a:cubicBezTo>
                    <a:pt x="3437" y="653"/>
                    <a:pt x="3443" y="647"/>
                    <a:pt x="3443" y="640"/>
                  </a:cubicBezTo>
                  <a:cubicBezTo>
                    <a:pt x="3443" y="359"/>
                    <a:pt x="3443" y="359"/>
                    <a:pt x="3443" y="359"/>
                  </a:cubicBezTo>
                  <a:cubicBezTo>
                    <a:pt x="3443" y="234"/>
                    <a:pt x="3375" y="182"/>
                    <a:pt x="3287" y="182"/>
                  </a:cubicBezTo>
                  <a:cubicBezTo>
                    <a:pt x="3231" y="182"/>
                    <a:pt x="3180" y="215"/>
                    <a:pt x="3150" y="252"/>
                  </a:cubicBezTo>
                  <a:cubicBezTo>
                    <a:pt x="3146" y="206"/>
                    <a:pt x="3146" y="206"/>
                    <a:pt x="3146" y="206"/>
                  </a:cubicBezTo>
                  <a:cubicBezTo>
                    <a:pt x="3145" y="199"/>
                    <a:pt x="3139" y="193"/>
                    <a:pt x="3132" y="193"/>
                  </a:cubicBezTo>
                  <a:cubicBezTo>
                    <a:pt x="3067" y="193"/>
                    <a:pt x="3067" y="193"/>
                    <a:pt x="3067" y="193"/>
                  </a:cubicBezTo>
                  <a:cubicBezTo>
                    <a:pt x="3059" y="193"/>
                    <a:pt x="3054" y="199"/>
                    <a:pt x="3054" y="206"/>
                  </a:cubicBezTo>
                  <a:cubicBezTo>
                    <a:pt x="3054" y="640"/>
                    <a:pt x="3054" y="640"/>
                    <a:pt x="3054" y="640"/>
                  </a:cubicBezTo>
                  <a:cubicBezTo>
                    <a:pt x="3054" y="647"/>
                    <a:pt x="3059" y="653"/>
                    <a:pt x="3067" y="653"/>
                  </a:cubicBezTo>
                  <a:lnTo>
                    <a:pt x="3143" y="653"/>
                  </a:lnTo>
                  <a:close/>
                  <a:moveTo>
                    <a:pt x="2344" y="9"/>
                  </a:moveTo>
                  <a:cubicBezTo>
                    <a:pt x="2336" y="10"/>
                    <a:pt x="2331" y="15"/>
                    <a:pt x="2331" y="22"/>
                  </a:cubicBezTo>
                  <a:cubicBezTo>
                    <a:pt x="2331" y="640"/>
                    <a:pt x="2331" y="640"/>
                    <a:pt x="2331" y="640"/>
                  </a:cubicBezTo>
                  <a:cubicBezTo>
                    <a:pt x="2331" y="647"/>
                    <a:pt x="2337" y="653"/>
                    <a:pt x="2344" y="653"/>
                  </a:cubicBezTo>
                  <a:cubicBezTo>
                    <a:pt x="2421" y="653"/>
                    <a:pt x="2421" y="653"/>
                    <a:pt x="2421" y="653"/>
                  </a:cubicBezTo>
                  <a:cubicBezTo>
                    <a:pt x="2428" y="653"/>
                    <a:pt x="2434" y="647"/>
                    <a:pt x="2434" y="640"/>
                  </a:cubicBezTo>
                  <a:cubicBezTo>
                    <a:pt x="2434" y="15"/>
                    <a:pt x="2434" y="15"/>
                    <a:pt x="2434" y="15"/>
                  </a:cubicBezTo>
                  <a:cubicBezTo>
                    <a:pt x="2434" y="8"/>
                    <a:pt x="2428" y="0"/>
                    <a:pt x="2421" y="2"/>
                  </a:cubicBezTo>
                  <a:lnTo>
                    <a:pt x="2344" y="9"/>
                  </a:lnTo>
                  <a:close/>
                  <a:moveTo>
                    <a:pt x="793" y="384"/>
                  </a:moveTo>
                  <a:cubicBezTo>
                    <a:pt x="789" y="326"/>
                    <a:pt x="764" y="267"/>
                    <a:pt x="691" y="267"/>
                  </a:cubicBezTo>
                  <a:cubicBezTo>
                    <a:pt x="619" y="267"/>
                    <a:pt x="594" y="331"/>
                    <a:pt x="587" y="384"/>
                  </a:cubicBezTo>
                  <a:lnTo>
                    <a:pt x="793" y="384"/>
                  </a:lnTo>
                  <a:close/>
                  <a:moveTo>
                    <a:pt x="698" y="664"/>
                  </a:moveTo>
                  <a:cubicBezTo>
                    <a:pt x="565" y="664"/>
                    <a:pt x="479" y="569"/>
                    <a:pt x="479" y="425"/>
                  </a:cubicBezTo>
                  <a:cubicBezTo>
                    <a:pt x="479" y="286"/>
                    <a:pt x="558" y="182"/>
                    <a:pt x="692" y="182"/>
                  </a:cubicBezTo>
                  <a:cubicBezTo>
                    <a:pt x="840" y="182"/>
                    <a:pt x="897" y="307"/>
                    <a:pt x="897" y="420"/>
                  </a:cubicBezTo>
                  <a:cubicBezTo>
                    <a:pt x="897" y="429"/>
                    <a:pt x="898" y="436"/>
                    <a:pt x="897" y="447"/>
                  </a:cubicBezTo>
                  <a:cubicBezTo>
                    <a:pt x="897" y="454"/>
                    <a:pt x="891" y="460"/>
                    <a:pt x="884" y="460"/>
                  </a:cubicBezTo>
                  <a:cubicBezTo>
                    <a:pt x="587" y="460"/>
                    <a:pt x="587" y="460"/>
                    <a:pt x="587" y="460"/>
                  </a:cubicBezTo>
                  <a:cubicBezTo>
                    <a:pt x="593" y="522"/>
                    <a:pt x="628" y="576"/>
                    <a:pt x="704" y="576"/>
                  </a:cubicBezTo>
                  <a:cubicBezTo>
                    <a:pt x="750" y="576"/>
                    <a:pt x="788" y="566"/>
                    <a:pt x="826" y="548"/>
                  </a:cubicBezTo>
                  <a:cubicBezTo>
                    <a:pt x="833" y="545"/>
                    <a:pt x="840" y="548"/>
                    <a:pt x="843" y="555"/>
                  </a:cubicBezTo>
                  <a:cubicBezTo>
                    <a:pt x="865" y="607"/>
                    <a:pt x="865" y="607"/>
                    <a:pt x="865" y="607"/>
                  </a:cubicBezTo>
                  <a:cubicBezTo>
                    <a:pt x="868" y="614"/>
                    <a:pt x="864" y="621"/>
                    <a:pt x="858" y="625"/>
                  </a:cubicBezTo>
                  <a:cubicBezTo>
                    <a:pt x="817" y="647"/>
                    <a:pt x="765" y="664"/>
                    <a:pt x="698" y="664"/>
                  </a:cubicBezTo>
                  <a:moveTo>
                    <a:pt x="1803" y="384"/>
                  </a:moveTo>
                  <a:cubicBezTo>
                    <a:pt x="1800" y="326"/>
                    <a:pt x="1775" y="267"/>
                    <a:pt x="1701" y="267"/>
                  </a:cubicBezTo>
                  <a:cubicBezTo>
                    <a:pt x="1629" y="267"/>
                    <a:pt x="1604" y="331"/>
                    <a:pt x="1597" y="384"/>
                  </a:cubicBezTo>
                  <a:lnTo>
                    <a:pt x="1803" y="384"/>
                  </a:lnTo>
                  <a:close/>
                  <a:moveTo>
                    <a:pt x="1709" y="664"/>
                  </a:moveTo>
                  <a:cubicBezTo>
                    <a:pt x="1575" y="664"/>
                    <a:pt x="1489" y="569"/>
                    <a:pt x="1489" y="425"/>
                  </a:cubicBezTo>
                  <a:cubicBezTo>
                    <a:pt x="1489" y="286"/>
                    <a:pt x="1569" y="182"/>
                    <a:pt x="1702" y="182"/>
                  </a:cubicBezTo>
                  <a:cubicBezTo>
                    <a:pt x="1850" y="182"/>
                    <a:pt x="1907" y="307"/>
                    <a:pt x="1907" y="420"/>
                  </a:cubicBezTo>
                  <a:cubicBezTo>
                    <a:pt x="1907" y="429"/>
                    <a:pt x="1908" y="436"/>
                    <a:pt x="1907" y="447"/>
                  </a:cubicBezTo>
                  <a:cubicBezTo>
                    <a:pt x="1907" y="454"/>
                    <a:pt x="1902" y="460"/>
                    <a:pt x="1894" y="460"/>
                  </a:cubicBezTo>
                  <a:cubicBezTo>
                    <a:pt x="1597" y="460"/>
                    <a:pt x="1597" y="460"/>
                    <a:pt x="1597" y="460"/>
                  </a:cubicBezTo>
                  <a:cubicBezTo>
                    <a:pt x="1603" y="522"/>
                    <a:pt x="1638" y="576"/>
                    <a:pt x="1714" y="576"/>
                  </a:cubicBezTo>
                  <a:cubicBezTo>
                    <a:pt x="1760" y="576"/>
                    <a:pt x="1798" y="566"/>
                    <a:pt x="1836" y="548"/>
                  </a:cubicBezTo>
                  <a:cubicBezTo>
                    <a:pt x="1843" y="545"/>
                    <a:pt x="1851" y="548"/>
                    <a:pt x="1854" y="555"/>
                  </a:cubicBezTo>
                  <a:cubicBezTo>
                    <a:pt x="1875" y="607"/>
                    <a:pt x="1875" y="607"/>
                    <a:pt x="1875" y="607"/>
                  </a:cubicBezTo>
                  <a:cubicBezTo>
                    <a:pt x="1878" y="614"/>
                    <a:pt x="1875" y="621"/>
                    <a:pt x="1868" y="625"/>
                  </a:cubicBezTo>
                  <a:cubicBezTo>
                    <a:pt x="1828" y="647"/>
                    <a:pt x="1775" y="664"/>
                    <a:pt x="1709" y="664"/>
                  </a:cubicBezTo>
                  <a:moveTo>
                    <a:pt x="1380" y="2"/>
                  </a:moveTo>
                  <a:cubicBezTo>
                    <a:pt x="1388" y="0"/>
                    <a:pt x="1393" y="8"/>
                    <a:pt x="1393" y="15"/>
                  </a:cubicBezTo>
                  <a:cubicBezTo>
                    <a:pt x="1393" y="640"/>
                    <a:pt x="1393" y="640"/>
                    <a:pt x="1393" y="640"/>
                  </a:cubicBezTo>
                  <a:cubicBezTo>
                    <a:pt x="1393" y="647"/>
                    <a:pt x="1388" y="653"/>
                    <a:pt x="1380" y="653"/>
                  </a:cubicBezTo>
                  <a:cubicBezTo>
                    <a:pt x="1317" y="653"/>
                    <a:pt x="1317" y="653"/>
                    <a:pt x="1317" y="653"/>
                  </a:cubicBezTo>
                  <a:cubicBezTo>
                    <a:pt x="1310" y="653"/>
                    <a:pt x="1305" y="646"/>
                    <a:pt x="1304" y="640"/>
                  </a:cubicBezTo>
                  <a:cubicBezTo>
                    <a:pt x="1297" y="593"/>
                    <a:pt x="1297" y="593"/>
                    <a:pt x="1297" y="593"/>
                  </a:cubicBezTo>
                  <a:cubicBezTo>
                    <a:pt x="1274" y="631"/>
                    <a:pt x="1217" y="664"/>
                    <a:pt x="1164" y="664"/>
                  </a:cubicBezTo>
                  <a:cubicBezTo>
                    <a:pt x="1042" y="664"/>
                    <a:pt x="971" y="555"/>
                    <a:pt x="971" y="422"/>
                  </a:cubicBezTo>
                  <a:cubicBezTo>
                    <a:pt x="971" y="261"/>
                    <a:pt x="1065" y="182"/>
                    <a:pt x="1164" y="182"/>
                  </a:cubicBezTo>
                  <a:cubicBezTo>
                    <a:pt x="1215" y="182"/>
                    <a:pt x="1260" y="203"/>
                    <a:pt x="1291" y="233"/>
                  </a:cubicBezTo>
                  <a:cubicBezTo>
                    <a:pt x="1291" y="23"/>
                    <a:pt x="1291" y="23"/>
                    <a:pt x="1291" y="23"/>
                  </a:cubicBezTo>
                  <a:cubicBezTo>
                    <a:pt x="1291" y="15"/>
                    <a:pt x="1296" y="10"/>
                    <a:pt x="1304" y="9"/>
                  </a:cubicBezTo>
                  <a:cubicBezTo>
                    <a:pt x="1380" y="2"/>
                    <a:pt x="1380" y="2"/>
                    <a:pt x="1380" y="2"/>
                  </a:cubicBezTo>
                  <a:moveTo>
                    <a:pt x="1291" y="406"/>
                  </a:moveTo>
                  <a:cubicBezTo>
                    <a:pt x="1291" y="304"/>
                    <a:pt x="1231" y="269"/>
                    <a:pt x="1184" y="269"/>
                  </a:cubicBezTo>
                  <a:cubicBezTo>
                    <a:pt x="1122" y="269"/>
                    <a:pt x="1078" y="330"/>
                    <a:pt x="1078" y="421"/>
                  </a:cubicBezTo>
                  <a:cubicBezTo>
                    <a:pt x="1078" y="503"/>
                    <a:pt x="1116" y="576"/>
                    <a:pt x="1186" y="576"/>
                  </a:cubicBezTo>
                  <a:cubicBezTo>
                    <a:pt x="1224" y="576"/>
                    <a:pt x="1291" y="547"/>
                    <a:pt x="1291" y="427"/>
                  </a:cubicBezTo>
                  <a:lnTo>
                    <a:pt x="1291" y="406"/>
                  </a:lnTo>
                  <a:close/>
                  <a:moveTo>
                    <a:pt x="4359" y="384"/>
                  </a:moveTo>
                  <a:cubicBezTo>
                    <a:pt x="4356" y="326"/>
                    <a:pt x="4331" y="267"/>
                    <a:pt x="4258" y="267"/>
                  </a:cubicBezTo>
                  <a:cubicBezTo>
                    <a:pt x="4186" y="267"/>
                    <a:pt x="4161" y="331"/>
                    <a:pt x="4154" y="384"/>
                  </a:cubicBezTo>
                  <a:lnTo>
                    <a:pt x="4359" y="384"/>
                  </a:lnTo>
                  <a:close/>
                  <a:moveTo>
                    <a:pt x="4265" y="664"/>
                  </a:moveTo>
                  <a:cubicBezTo>
                    <a:pt x="4131" y="664"/>
                    <a:pt x="4045" y="569"/>
                    <a:pt x="4045" y="425"/>
                  </a:cubicBezTo>
                  <a:cubicBezTo>
                    <a:pt x="4045" y="286"/>
                    <a:pt x="4125" y="182"/>
                    <a:pt x="4259" y="182"/>
                  </a:cubicBezTo>
                  <a:cubicBezTo>
                    <a:pt x="4406" y="182"/>
                    <a:pt x="4464" y="307"/>
                    <a:pt x="4464" y="420"/>
                  </a:cubicBezTo>
                  <a:cubicBezTo>
                    <a:pt x="4464" y="429"/>
                    <a:pt x="4464" y="436"/>
                    <a:pt x="4464" y="447"/>
                  </a:cubicBezTo>
                  <a:cubicBezTo>
                    <a:pt x="4464" y="454"/>
                    <a:pt x="4458" y="460"/>
                    <a:pt x="4451" y="460"/>
                  </a:cubicBezTo>
                  <a:cubicBezTo>
                    <a:pt x="4154" y="460"/>
                    <a:pt x="4154" y="460"/>
                    <a:pt x="4154" y="460"/>
                  </a:cubicBezTo>
                  <a:cubicBezTo>
                    <a:pt x="4159" y="522"/>
                    <a:pt x="4195" y="576"/>
                    <a:pt x="4271" y="576"/>
                  </a:cubicBezTo>
                  <a:cubicBezTo>
                    <a:pt x="4317" y="576"/>
                    <a:pt x="4355" y="566"/>
                    <a:pt x="4393" y="548"/>
                  </a:cubicBezTo>
                  <a:cubicBezTo>
                    <a:pt x="4399" y="545"/>
                    <a:pt x="4407" y="548"/>
                    <a:pt x="4410" y="555"/>
                  </a:cubicBezTo>
                  <a:cubicBezTo>
                    <a:pt x="4432" y="607"/>
                    <a:pt x="4432" y="607"/>
                    <a:pt x="4432" y="607"/>
                  </a:cubicBezTo>
                  <a:cubicBezTo>
                    <a:pt x="4434" y="614"/>
                    <a:pt x="4431" y="621"/>
                    <a:pt x="4425" y="625"/>
                  </a:cubicBezTo>
                  <a:cubicBezTo>
                    <a:pt x="4384" y="647"/>
                    <a:pt x="4332" y="664"/>
                    <a:pt x="4265" y="664"/>
                  </a:cubicBezTo>
                  <a:moveTo>
                    <a:pt x="3942" y="2"/>
                  </a:moveTo>
                  <a:cubicBezTo>
                    <a:pt x="3949" y="0"/>
                    <a:pt x="3955" y="8"/>
                    <a:pt x="3955" y="15"/>
                  </a:cubicBezTo>
                  <a:cubicBezTo>
                    <a:pt x="3955" y="640"/>
                    <a:pt x="3955" y="640"/>
                    <a:pt x="3955" y="640"/>
                  </a:cubicBezTo>
                  <a:cubicBezTo>
                    <a:pt x="3955" y="647"/>
                    <a:pt x="3949" y="653"/>
                    <a:pt x="3942" y="653"/>
                  </a:cubicBezTo>
                  <a:cubicBezTo>
                    <a:pt x="3879" y="653"/>
                    <a:pt x="3879" y="653"/>
                    <a:pt x="3879" y="653"/>
                  </a:cubicBezTo>
                  <a:cubicBezTo>
                    <a:pt x="3872" y="653"/>
                    <a:pt x="3866" y="646"/>
                    <a:pt x="3865" y="640"/>
                  </a:cubicBezTo>
                  <a:cubicBezTo>
                    <a:pt x="3858" y="593"/>
                    <a:pt x="3858" y="593"/>
                    <a:pt x="3858" y="593"/>
                  </a:cubicBezTo>
                  <a:cubicBezTo>
                    <a:pt x="3835" y="631"/>
                    <a:pt x="3779" y="664"/>
                    <a:pt x="3726" y="664"/>
                  </a:cubicBezTo>
                  <a:cubicBezTo>
                    <a:pt x="3604" y="664"/>
                    <a:pt x="3533" y="555"/>
                    <a:pt x="3533" y="422"/>
                  </a:cubicBezTo>
                  <a:cubicBezTo>
                    <a:pt x="3533" y="261"/>
                    <a:pt x="3627" y="182"/>
                    <a:pt x="3726" y="182"/>
                  </a:cubicBezTo>
                  <a:cubicBezTo>
                    <a:pt x="3777" y="182"/>
                    <a:pt x="3822" y="203"/>
                    <a:pt x="3852" y="233"/>
                  </a:cubicBezTo>
                  <a:cubicBezTo>
                    <a:pt x="3852" y="23"/>
                    <a:pt x="3852" y="23"/>
                    <a:pt x="3852" y="23"/>
                  </a:cubicBezTo>
                  <a:cubicBezTo>
                    <a:pt x="3852" y="15"/>
                    <a:pt x="3858" y="10"/>
                    <a:pt x="3866" y="9"/>
                  </a:cubicBezTo>
                  <a:cubicBezTo>
                    <a:pt x="3942" y="2"/>
                    <a:pt x="3942" y="2"/>
                    <a:pt x="3942" y="2"/>
                  </a:cubicBezTo>
                  <a:moveTo>
                    <a:pt x="3853" y="406"/>
                  </a:moveTo>
                  <a:cubicBezTo>
                    <a:pt x="3853" y="304"/>
                    <a:pt x="3793" y="269"/>
                    <a:pt x="3746" y="269"/>
                  </a:cubicBezTo>
                  <a:cubicBezTo>
                    <a:pt x="3683" y="269"/>
                    <a:pt x="3640" y="330"/>
                    <a:pt x="3640" y="421"/>
                  </a:cubicBezTo>
                  <a:cubicBezTo>
                    <a:pt x="3640" y="503"/>
                    <a:pt x="3677" y="576"/>
                    <a:pt x="3747" y="576"/>
                  </a:cubicBezTo>
                  <a:cubicBezTo>
                    <a:pt x="3786" y="576"/>
                    <a:pt x="3853" y="547"/>
                    <a:pt x="3853" y="427"/>
                  </a:cubicBezTo>
                  <a:lnTo>
                    <a:pt x="3853" y="406"/>
                  </a:lnTo>
                  <a:close/>
                  <a:moveTo>
                    <a:pt x="2248" y="195"/>
                  </a:moveTo>
                  <a:cubicBezTo>
                    <a:pt x="2248" y="188"/>
                    <a:pt x="2242" y="182"/>
                    <a:pt x="2235" y="182"/>
                  </a:cubicBezTo>
                  <a:cubicBezTo>
                    <a:pt x="2179" y="182"/>
                    <a:pt x="2125" y="215"/>
                    <a:pt x="2094" y="252"/>
                  </a:cubicBezTo>
                  <a:cubicBezTo>
                    <a:pt x="2090" y="206"/>
                    <a:pt x="2090" y="206"/>
                    <a:pt x="2090" y="206"/>
                  </a:cubicBezTo>
                  <a:cubicBezTo>
                    <a:pt x="2089" y="199"/>
                    <a:pt x="2083" y="193"/>
                    <a:pt x="2077" y="193"/>
                  </a:cubicBezTo>
                  <a:cubicBezTo>
                    <a:pt x="2011" y="193"/>
                    <a:pt x="2011" y="193"/>
                    <a:pt x="2011" y="193"/>
                  </a:cubicBezTo>
                  <a:cubicBezTo>
                    <a:pt x="2004" y="193"/>
                    <a:pt x="1998" y="199"/>
                    <a:pt x="1998" y="206"/>
                  </a:cubicBezTo>
                  <a:cubicBezTo>
                    <a:pt x="1998" y="640"/>
                    <a:pt x="1998" y="640"/>
                    <a:pt x="1998" y="640"/>
                  </a:cubicBezTo>
                  <a:cubicBezTo>
                    <a:pt x="1998" y="647"/>
                    <a:pt x="2004" y="653"/>
                    <a:pt x="2011" y="653"/>
                  </a:cubicBezTo>
                  <a:cubicBezTo>
                    <a:pt x="2088" y="653"/>
                    <a:pt x="2088" y="653"/>
                    <a:pt x="2088" y="653"/>
                  </a:cubicBezTo>
                  <a:cubicBezTo>
                    <a:pt x="2095" y="653"/>
                    <a:pt x="2101" y="647"/>
                    <a:pt x="2101" y="640"/>
                  </a:cubicBezTo>
                  <a:cubicBezTo>
                    <a:pt x="2101" y="415"/>
                    <a:pt x="2101" y="415"/>
                    <a:pt x="2101" y="415"/>
                  </a:cubicBezTo>
                  <a:cubicBezTo>
                    <a:pt x="2101" y="322"/>
                    <a:pt x="2158" y="286"/>
                    <a:pt x="2210" y="286"/>
                  </a:cubicBezTo>
                  <a:cubicBezTo>
                    <a:pt x="2218" y="286"/>
                    <a:pt x="2225" y="288"/>
                    <a:pt x="2230" y="288"/>
                  </a:cubicBezTo>
                  <a:cubicBezTo>
                    <a:pt x="2241" y="290"/>
                    <a:pt x="2248" y="284"/>
                    <a:pt x="2248" y="276"/>
                  </a:cubicBezTo>
                  <a:lnTo>
                    <a:pt x="2248" y="19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</p:grpSp>
      <p:grpSp>
        <p:nvGrpSpPr>
          <p:cNvPr id="54" name="HR logo"/>
          <p:cNvGrpSpPr>
            <a:grpSpLocks noSelect="1"/>
          </p:cNvGrpSpPr>
          <p:nvPr userDrawn="1"/>
        </p:nvGrpSpPr>
        <p:grpSpPr bwMode="gray">
          <a:xfrm>
            <a:off x="374401" y="6076800"/>
            <a:ext cx="504000" cy="514800"/>
            <a:chOff x="0" y="0"/>
            <a:chExt cx="562610" cy="574675"/>
          </a:xfrm>
        </p:grpSpPr>
        <p:sp>
          <p:nvSpPr>
            <p:cNvPr id="55" name="Freeform 35"/>
            <p:cNvSpPr>
              <a:spLocks noSelect="1"/>
            </p:cNvSpPr>
            <p:nvPr userDrawn="1"/>
          </p:nvSpPr>
          <p:spPr bwMode="gray">
            <a:xfrm>
              <a:off x="0" y="0"/>
              <a:ext cx="562610" cy="574675"/>
            </a:xfrm>
            <a:custGeom>
              <a:avLst/>
              <a:gdLst>
                <a:gd name="T0" fmla="*/ 1771 w 1771"/>
                <a:gd name="T1" fmla="*/ 874 h 1807"/>
                <a:gd name="T2" fmla="*/ 1770 w 1771"/>
                <a:gd name="T3" fmla="*/ 851 h 1807"/>
                <a:gd name="T4" fmla="*/ 1768 w 1771"/>
                <a:gd name="T5" fmla="*/ 828 h 1807"/>
                <a:gd name="T6" fmla="*/ 1765 w 1771"/>
                <a:gd name="T7" fmla="*/ 799 h 1807"/>
                <a:gd name="T8" fmla="*/ 1762 w 1771"/>
                <a:gd name="T9" fmla="*/ 775 h 1807"/>
                <a:gd name="T10" fmla="*/ 1758 w 1771"/>
                <a:gd name="T11" fmla="*/ 748 h 1807"/>
                <a:gd name="T12" fmla="*/ 1739 w 1771"/>
                <a:gd name="T13" fmla="*/ 663 h 1807"/>
                <a:gd name="T14" fmla="*/ 1732 w 1771"/>
                <a:gd name="T15" fmla="*/ 642 h 1807"/>
                <a:gd name="T16" fmla="*/ 1726 w 1771"/>
                <a:gd name="T17" fmla="*/ 622 h 1807"/>
                <a:gd name="T18" fmla="*/ 1589 w 1771"/>
                <a:gd name="T19" fmla="*/ 360 h 1807"/>
                <a:gd name="T20" fmla="*/ 1559 w 1771"/>
                <a:gd name="T21" fmla="*/ 322 h 1807"/>
                <a:gd name="T22" fmla="*/ 1544 w 1771"/>
                <a:gd name="T23" fmla="*/ 304 h 1807"/>
                <a:gd name="T24" fmla="*/ 1511 w 1771"/>
                <a:gd name="T25" fmla="*/ 269 h 1807"/>
                <a:gd name="T26" fmla="*/ 1477 w 1771"/>
                <a:gd name="T27" fmla="*/ 236 h 1807"/>
                <a:gd name="T28" fmla="*/ 1449 w 1771"/>
                <a:gd name="T29" fmla="*/ 212 h 1807"/>
                <a:gd name="T30" fmla="*/ 1431 w 1771"/>
                <a:gd name="T31" fmla="*/ 197 h 1807"/>
                <a:gd name="T32" fmla="*/ 1402 w 1771"/>
                <a:gd name="T33" fmla="*/ 175 h 1807"/>
                <a:gd name="T34" fmla="*/ 1383 w 1771"/>
                <a:gd name="T35" fmla="*/ 162 h 1807"/>
                <a:gd name="T36" fmla="*/ 1353 w 1771"/>
                <a:gd name="T37" fmla="*/ 141 h 1807"/>
                <a:gd name="T38" fmla="*/ 1321 w 1771"/>
                <a:gd name="T39" fmla="*/ 122 h 1807"/>
                <a:gd name="T40" fmla="*/ 1301 w 1771"/>
                <a:gd name="T41" fmla="*/ 111 h 1807"/>
                <a:gd name="T42" fmla="*/ 1263 w 1771"/>
                <a:gd name="T43" fmla="*/ 91 h 1807"/>
                <a:gd name="T44" fmla="*/ 1241 w 1771"/>
                <a:gd name="T45" fmla="*/ 81 h 1807"/>
                <a:gd name="T46" fmla="*/ 1208 w 1771"/>
                <a:gd name="T47" fmla="*/ 66 h 1807"/>
                <a:gd name="T48" fmla="*/ 1162 w 1771"/>
                <a:gd name="T49" fmla="*/ 49 h 1807"/>
                <a:gd name="T50" fmla="*/ 1120 w 1771"/>
                <a:gd name="T51" fmla="*/ 36 h 1807"/>
                <a:gd name="T52" fmla="*/ 1097 w 1771"/>
                <a:gd name="T53" fmla="*/ 30 h 1807"/>
                <a:gd name="T54" fmla="*/ 1061 w 1771"/>
                <a:gd name="T55" fmla="*/ 21 h 1807"/>
                <a:gd name="T56" fmla="*/ 1037 w 1771"/>
                <a:gd name="T57" fmla="*/ 16 h 1807"/>
                <a:gd name="T58" fmla="*/ 175 w 1771"/>
                <a:gd name="T59" fmla="*/ 323 h 1807"/>
                <a:gd name="T60" fmla="*/ 1304 w 1771"/>
                <a:gd name="T61" fmla="*/ 402 h 1807"/>
                <a:gd name="T62" fmla="*/ 1372 w 1771"/>
                <a:gd name="T63" fmla="*/ 1125 h 1807"/>
                <a:gd name="T64" fmla="*/ 590 w 1771"/>
                <a:gd name="T65" fmla="*/ 1394 h 1807"/>
                <a:gd name="T66" fmla="*/ 403 w 1771"/>
                <a:gd name="T67" fmla="*/ 1396 h 1807"/>
                <a:gd name="T68" fmla="*/ 400 w 1771"/>
                <a:gd name="T69" fmla="*/ 1396 h 1807"/>
                <a:gd name="T70" fmla="*/ 381 w 1771"/>
                <a:gd name="T71" fmla="*/ 1380 h 1807"/>
                <a:gd name="T72" fmla="*/ 380 w 1771"/>
                <a:gd name="T73" fmla="*/ 1371 h 1807"/>
                <a:gd name="T74" fmla="*/ 510 w 1771"/>
                <a:gd name="T75" fmla="*/ 732 h 1807"/>
                <a:gd name="T76" fmla="*/ 519 w 1771"/>
                <a:gd name="T77" fmla="*/ 716 h 1807"/>
                <a:gd name="T78" fmla="*/ 786 w 1771"/>
                <a:gd name="T79" fmla="*/ 705 h 1807"/>
                <a:gd name="T80" fmla="*/ 0 w 1771"/>
                <a:gd name="T81" fmla="*/ 1037 h 1807"/>
                <a:gd name="T82" fmla="*/ 1292 w 1771"/>
                <a:gd name="T83" fmla="*/ 1701 h 1807"/>
                <a:gd name="T84" fmla="*/ 1313 w 1771"/>
                <a:gd name="T85" fmla="*/ 1689 h 1807"/>
                <a:gd name="T86" fmla="*/ 1333 w 1771"/>
                <a:gd name="T87" fmla="*/ 1677 h 1807"/>
                <a:gd name="T88" fmla="*/ 1354 w 1771"/>
                <a:gd name="T89" fmla="*/ 1665 h 1807"/>
                <a:gd name="T90" fmla="*/ 1374 w 1771"/>
                <a:gd name="T91" fmla="*/ 1651 h 1807"/>
                <a:gd name="T92" fmla="*/ 1394 w 1771"/>
                <a:gd name="T93" fmla="*/ 1638 h 1807"/>
                <a:gd name="T94" fmla="*/ 1418 w 1771"/>
                <a:gd name="T95" fmla="*/ 1620 h 1807"/>
                <a:gd name="T96" fmla="*/ 1441 w 1771"/>
                <a:gd name="T97" fmla="*/ 1601 h 1807"/>
                <a:gd name="T98" fmla="*/ 1504 w 1771"/>
                <a:gd name="T99" fmla="*/ 1545 h 1807"/>
                <a:gd name="T100" fmla="*/ 1520 w 1771"/>
                <a:gd name="T101" fmla="*/ 1528 h 1807"/>
                <a:gd name="T102" fmla="*/ 1538 w 1771"/>
                <a:gd name="T103" fmla="*/ 1509 h 1807"/>
                <a:gd name="T104" fmla="*/ 1759 w 1771"/>
                <a:gd name="T105" fmla="*/ 1052 h 1807"/>
                <a:gd name="T106" fmla="*/ 1762 w 1771"/>
                <a:gd name="T107" fmla="*/ 1029 h 1807"/>
                <a:gd name="T108" fmla="*/ 1765 w 1771"/>
                <a:gd name="T109" fmla="*/ 1005 h 1807"/>
                <a:gd name="T110" fmla="*/ 1767 w 1771"/>
                <a:gd name="T111" fmla="*/ 986 h 1807"/>
                <a:gd name="T112" fmla="*/ 1769 w 1771"/>
                <a:gd name="T113" fmla="*/ 966 h 1807"/>
                <a:gd name="T114" fmla="*/ 1770 w 1771"/>
                <a:gd name="T115" fmla="*/ 947 h 1807"/>
                <a:gd name="T116" fmla="*/ 1771 w 1771"/>
                <a:gd name="T117" fmla="*/ 928 h 1807"/>
                <a:gd name="T118" fmla="*/ 1771 w 1771"/>
                <a:gd name="T119" fmla="*/ 908 h 1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71" h="1807">
                  <a:moveTo>
                    <a:pt x="1771" y="893"/>
                  </a:moveTo>
                  <a:cubicBezTo>
                    <a:pt x="1771" y="892"/>
                    <a:pt x="1771" y="892"/>
                    <a:pt x="1771" y="892"/>
                  </a:cubicBezTo>
                  <a:cubicBezTo>
                    <a:pt x="1771" y="887"/>
                    <a:pt x="1771" y="887"/>
                    <a:pt x="1771" y="887"/>
                  </a:cubicBezTo>
                  <a:cubicBezTo>
                    <a:pt x="1771" y="885"/>
                    <a:pt x="1771" y="885"/>
                    <a:pt x="1771" y="885"/>
                  </a:cubicBezTo>
                  <a:cubicBezTo>
                    <a:pt x="1771" y="881"/>
                    <a:pt x="1771" y="881"/>
                    <a:pt x="1771" y="881"/>
                  </a:cubicBezTo>
                  <a:cubicBezTo>
                    <a:pt x="1771" y="880"/>
                    <a:pt x="1771" y="880"/>
                    <a:pt x="1771" y="880"/>
                  </a:cubicBezTo>
                  <a:cubicBezTo>
                    <a:pt x="1771" y="875"/>
                    <a:pt x="1771" y="875"/>
                    <a:pt x="1771" y="875"/>
                  </a:cubicBezTo>
                  <a:cubicBezTo>
                    <a:pt x="1771" y="874"/>
                    <a:pt x="1771" y="874"/>
                    <a:pt x="1771" y="874"/>
                  </a:cubicBezTo>
                  <a:cubicBezTo>
                    <a:pt x="1771" y="870"/>
                    <a:pt x="1771" y="870"/>
                    <a:pt x="1771" y="870"/>
                  </a:cubicBezTo>
                  <a:cubicBezTo>
                    <a:pt x="1770" y="868"/>
                    <a:pt x="1770" y="868"/>
                    <a:pt x="1770" y="868"/>
                  </a:cubicBezTo>
                  <a:cubicBezTo>
                    <a:pt x="1770" y="864"/>
                    <a:pt x="1770" y="864"/>
                    <a:pt x="1770" y="864"/>
                  </a:cubicBezTo>
                  <a:cubicBezTo>
                    <a:pt x="1770" y="862"/>
                    <a:pt x="1770" y="862"/>
                    <a:pt x="1770" y="862"/>
                  </a:cubicBezTo>
                  <a:cubicBezTo>
                    <a:pt x="1770" y="859"/>
                    <a:pt x="1770" y="859"/>
                    <a:pt x="1770" y="859"/>
                  </a:cubicBezTo>
                  <a:cubicBezTo>
                    <a:pt x="1770" y="857"/>
                    <a:pt x="1770" y="857"/>
                    <a:pt x="1770" y="857"/>
                  </a:cubicBezTo>
                  <a:cubicBezTo>
                    <a:pt x="1770" y="852"/>
                    <a:pt x="1770" y="852"/>
                    <a:pt x="1770" y="852"/>
                  </a:cubicBezTo>
                  <a:cubicBezTo>
                    <a:pt x="1770" y="851"/>
                    <a:pt x="1770" y="851"/>
                    <a:pt x="1770" y="851"/>
                  </a:cubicBezTo>
                  <a:cubicBezTo>
                    <a:pt x="1769" y="847"/>
                    <a:pt x="1769" y="847"/>
                    <a:pt x="1769" y="847"/>
                  </a:cubicBezTo>
                  <a:cubicBezTo>
                    <a:pt x="1769" y="845"/>
                    <a:pt x="1769" y="845"/>
                    <a:pt x="1769" y="845"/>
                  </a:cubicBezTo>
                  <a:cubicBezTo>
                    <a:pt x="1769" y="841"/>
                    <a:pt x="1769" y="841"/>
                    <a:pt x="1769" y="841"/>
                  </a:cubicBezTo>
                  <a:cubicBezTo>
                    <a:pt x="1769" y="839"/>
                    <a:pt x="1769" y="839"/>
                    <a:pt x="1769" y="839"/>
                  </a:cubicBezTo>
                  <a:cubicBezTo>
                    <a:pt x="1769" y="836"/>
                    <a:pt x="1769" y="836"/>
                    <a:pt x="1769" y="836"/>
                  </a:cubicBezTo>
                  <a:cubicBezTo>
                    <a:pt x="1768" y="834"/>
                    <a:pt x="1768" y="834"/>
                    <a:pt x="1768" y="834"/>
                  </a:cubicBezTo>
                  <a:cubicBezTo>
                    <a:pt x="1768" y="830"/>
                    <a:pt x="1768" y="830"/>
                    <a:pt x="1768" y="830"/>
                  </a:cubicBezTo>
                  <a:cubicBezTo>
                    <a:pt x="1768" y="828"/>
                    <a:pt x="1768" y="828"/>
                    <a:pt x="1768" y="828"/>
                  </a:cubicBezTo>
                  <a:cubicBezTo>
                    <a:pt x="1768" y="824"/>
                    <a:pt x="1768" y="824"/>
                    <a:pt x="1768" y="824"/>
                  </a:cubicBezTo>
                  <a:cubicBezTo>
                    <a:pt x="1768" y="822"/>
                    <a:pt x="1768" y="822"/>
                    <a:pt x="1768" y="822"/>
                  </a:cubicBezTo>
                  <a:cubicBezTo>
                    <a:pt x="1767" y="819"/>
                    <a:pt x="1767" y="819"/>
                    <a:pt x="1767" y="819"/>
                  </a:cubicBezTo>
                  <a:cubicBezTo>
                    <a:pt x="1767" y="816"/>
                    <a:pt x="1767" y="816"/>
                    <a:pt x="1767" y="816"/>
                  </a:cubicBezTo>
                  <a:cubicBezTo>
                    <a:pt x="1767" y="813"/>
                    <a:pt x="1767" y="813"/>
                    <a:pt x="1767" y="813"/>
                  </a:cubicBezTo>
                  <a:cubicBezTo>
                    <a:pt x="1766" y="810"/>
                    <a:pt x="1766" y="810"/>
                    <a:pt x="1766" y="810"/>
                  </a:cubicBezTo>
                  <a:cubicBezTo>
                    <a:pt x="1766" y="808"/>
                    <a:pt x="1766" y="808"/>
                    <a:pt x="1766" y="808"/>
                  </a:cubicBezTo>
                  <a:cubicBezTo>
                    <a:pt x="1765" y="799"/>
                    <a:pt x="1765" y="799"/>
                    <a:pt x="1765" y="799"/>
                  </a:cubicBezTo>
                  <a:cubicBezTo>
                    <a:pt x="1765" y="797"/>
                    <a:pt x="1765" y="797"/>
                    <a:pt x="1765" y="797"/>
                  </a:cubicBezTo>
                  <a:cubicBezTo>
                    <a:pt x="1765" y="794"/>
                    <a:pt x="1765" y="794"/>
                    <a:pt x="1765" y="794"/>
                  </a:cubicBezTo>
                  <a:cubicBezTo>
                    <a:pt x="1764" y="793"/>
                    <a:pt x="1764" y="793"/>
                    <a:pt x="1764" y="793"/>
                  </a:cubicBezTo>
                  <a:cubicBezTo>
                    <a:pt x="1764" y="787"/>
                    <a:pt x="1764" y="787"/>
                    <a:pt x="1764" y="787"/>
                  </a:cubicBezTo>
                  <a:cubicBezTo>
                    <a:pt x="1763" y="786"/>
                    <a:pt x="1763" y="786"/>
                    <a:pt x="1763" y="786"/>
                  </a:cubicBezTo>
                  <a:cubicBezTo>
                    <a:pt x="1763" y="783"/>
                    <a:pt x="1763" y="783"/>
                    <a:pt x="1763" y="783"/>
                  </a:cubicBezTo>
                  <a:cubicBezTo>
                    <a:pt x="1763" y="782"/>
                    <a:pt x="1763" y="782"/>
                    <a:pt x="1763" y="782"/>
                  </a:cubicBezTo>
                  <a:cubicBezTo>
                    <a:pt x="1762" y="775"/>
                    <a:pt x="1762" y="775"/>
                    <a:pt x="1762" y="775"/>
                  </a:cubicBezTo>
                  <a:cubicBezTo>
                    <a:pt x="1762" y="774"/>
                    <a:pt x="1762" y="774"/>
                    <a:pt x="1762" y="774"/>
                  </a:cubicBezTo>
                  <a:cubicBezTo>
                    <a:pt x="1761" y="771"/>
                    <a:pt x="1761" y="771"/>
                    <a:pt x="1761" y="771"/>
                  </a:cubicBezTo>
                  <a:cubicBezTo>
                    <a:pt x="1761" y="770"/>
                    <a:pt x="1761" y="770"/>
                    <a:pt x="1761" y="770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0"/>
                    <a:pt x="1760" y="760"/>
                    <a:pt x="1760" y="760"/>
                  </a:cubicBezTo>
                  <a:cubicBezTo>
                    <a:pt x="1760" y="759"/>
                    <a:pt x="1760" y="759"/>
                    <a:pt x="1760" y="759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4" y="728"/>
                    <a:pt x="1750" y="708"/>
                    <a:pt x="1745" y="688"/>
                  </a:cubicBezTo>
                  <a:cubicBezTo>
                    <a:pt x="1745" y="688"/>
                    <a:pt x="1745" y="688"/>
                    <a:pt x="1745" y="688"/>
                  </a:cubicBezTo>
                  <a:cubicBezTo>
                    <a:pt x="1743" y="677"/>
                    <a:pt x="1743" y="677"/>
                    <a:pt x="1743" y="677"/>
                  </a:cubicBezTo>
                  <a:cubicBezTo>
                    <a:pt x="1742" y="677"/>
                    <a:pt x="1742" y="677"/>
                    <a:pt x="1742" y="677"/>
                  </a:cubicBezTo>
                  <a:cubicBezTo>
                    <a:pt x="1740" y="667"/>
                    <a:pt x="1740" y="667"/>
                    <a:pt x="1740" y="667"/>
                  </a:cubicBezTo>
                  <a:cubicBezTo>
                    <a:pt x="1739" y="665"/>
                    <a:pt x="1739" y="665"/>
                    <a:pt x="1739" y="665"/>
                  </a:cubicBezTo>
                  <a:cubicBezTo>
                    <a:pt x="1739" y="663"/>
                    <a:pt x="1739" y="663"/>
                    <a:pt x="1739" y="663"/>
                  </a:cubicBezTo>
                  <a:cubicBezTo>
                    <a:pt x="1738" y="661"/>
                    <a:pt x="1738" y="661"/>
                    <a:pt x="1738" y="661"/>
                  </a:cubicBezTo>
                  <a:cubicBezTo>
                    <a:pt x="1737" y="657"/>
                    <a:pt x="1737" y="657"/>
                    <a:pt x="1737" y="657"/>
                  </a:cubicBezTo>
                  <a:cubicBezTo>
                    <a:pt x="1736" y="654"/>
                    <a:pt x="1736" y="654"/>
                    <a:pt x="1736" y="654"/>
                  </a:cubicBezTo>
                  <a:cubicBezTo>
                    <a:pt x="1736" y="652"/>
                    <a:pt x="1736" y="652"/>
                    <a:pt x="1736" y="652"/>
                  </a:cubicBezTo>
                  <a:cubicBezTo>
                    <a:pt x="1735" y="650"/>
                    <a:pt x="1735" y="650"/>
                    <a:pt x="1735" y="650"/>
                  </a:cubicBezTo>
                  <a:cubicBezTo>
                    <a:pt x="1734" y="646"/>
                    <a:pt x="1734" y="646"/>
                    <a:pt x="1734" y="646"/>
                  </a:cubicBezTo>
                  <a:cubicBezTo>
                    <a:pt x="1733" y="643"/>
                    <a:pt x="1733" y="643"/>
                    <a:pt x="1733" y="643"/>
                  </a:cubicBezTo>
                  <a:cubicBezTo>
                    <a:pt x="1732" y="642"/>
                    <a:pt x="1732" y="642"/>
                    <a:pt x="1732" y="642"/>
                  </a:cubicBezTo>
                  <a:cubicBezTo>
                    <a:pt x="1732" y="638"/>
                    <a:pt x="1732" y="638"/>
                    <a:pt x="1732" y="638"/>
                  </a:cubicBezTo>
                  <a:cubicBezTo>
                    <a:pt x="1731" y="637"/>
                    <a:pt x="1731" y="637"/>
                    <a:pt x="1731" y="637"/>
                  </a:cubicBezTo>
                  <a:cubicBezTo>
                    <a:pt x="1730" y="633"/>
                    <a:pt x="1730" y="633"/>
                    <a:pt x="1730" y="633"/>
                  </a:cubicBezTo>
                  <a:cubicBezTo>
                    <a:pt x="1729" y="631"/>
                    <a:pt x="1729" y="631"/>
                    <a:pt x="1729" y="631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19" y="599"/>
                    <a:pt x="1710" y="577"/>
                    <a:pt x="1701" y="555"/>
                  </a:cubicBezTo>
                  <a:cubicBezTo>
                    <a:pt x="1696" y="543"/>
                    <a:pt x="1691" y="530"/>
                    <a:pt x="1685" y="518"/>
                  </a:cubicBezTo>
                  <a:cubicBezTo>
                    <a:pt x="1672" y="491"/>
                    <a:pt x="1658" y="465"/>
                    <a:pt x="1643" y="440"/>
                  </a:cubicBezTo>
                  <a:cubicBezTo>
                    <a:pt x="1640" y="435"/>
                    <a:pt x="1640" y="435"/>
                    <a:pt x="1640" y="435"/>
                  </a:cubicBezTo>
                  <a:cubicBezTo>
                    <a:pt x="1640" y="434"/>
                    <a:pt x="1640" y="434"/>
                    <a:pt x="1640" y="434"/>
                  </a:cubicBezTo>
                  <a:cubicBezTo>
                    <a:pt x="1625" y="410"/>
                    <a:pt x="1609" y="387"/>
                    <a:pt x="1593" y="365"/>
                  </a:cubicBezTo>
                  <a:cubicBezTo>
                    <a:pt x="1593" y="364"/>
                    <a:pt x="1593" y="364"/>
                    <a:pt x="1593" y="364"/>
                  </a:cubicBezTo>
                  <a:cubicBezTo>
                    <a:pt x="1589" y="360"/>
                    <a:pt x="1589" y="360"/>
                    <a:pt x="1589" y="360"/>
                  </a:cubicBezTo>
                  <a:cubicBezTo>
                    <a:pt x="1589" y="359"/>
                    <a:pt x="1589" y="359"/>
                    <a:pt x="1589" y="359"/>
                  </a:cubicBezTo>
                  <a:cubicBezTo>
                    <a:pt x="1586" y="355"/>
                    <a:pt x="1586" y="355"/>
                    <a:pt x="1586" y="355"/>
                  </a:cubicBezTo>
                  <a:cubicBezTo>
                    <a:pt x="1585" y="355"/>
                    <a:pt x="1585" y="355"/>
                    <a:pt x="1585" y="355"/>
                  </a:cubicBezTo>
                  <a:cubicBezTo>
                    <a:pt x="1582" y="351"/>
                    <a:pt x="1582" y="351"/>
                    <a:pt x="1582" y="351"/>
                  </a:cubicBezTo>
                  <a:cubicBezTo>
                    <a:pt x="1582" y="350"/>
                    <a:pt x="1582" y="350"/>
                    <a:pt x="1582" y="350"/>
                  </a:cubicBezTo>
                  <a:cubicBezTo>
                    <a:pt x="1578" y="346"/>
                    <a:pt x="1578" y="346"/>
                    <a:pt x="1578" y="346"/>
                  </a:cubicBezTo>
                  <a:cubicBezTo>
                    <a:pt x="1578" y="345"/>
                    <a:pt x="1578" y="345"/>
                    <a:pt x="1578" y="345"/>
                  </a:cubicBezTo>
                  <a:cubicBezTo>
                    <a:pt x="1572" y="338"/>
                    <a:pt x="1566" y="330"/>
                    <a:pt x="1559" y="322"/>
                  </a:cubicBezTo>
                  <a:cubicBezTo>
                    <a:pt x="1559" y="322"/>
                    <a:pt x="1559" y="322"/>
                    <a:pt x="1559" y="322"/>
                  </a:cubicBezTo>
                  <a:cubicBezTo>
                    <a:pt x="1555" y="318"/>
                    <a:pt x="1555" y="318"/>
                    <a:pt x="1555" y="318"/>
                  </a:cubicBezTo>
                  <a:cubicBezTo>
                    <a:pt x="1555" y="317"/>
                    <a:pt x="1555" y="317"/>
                    <a:pt x="1555" y="317"/>
                  </a:cubicBezTo>
                  <a:cubicBezTo>
                    <a:pt x="1552" y="313"/>
                    <a:pt x="1552" y="313"/>
                    <a:pt x="1552" y="313"/>
                  </a:cubicBezTo>
                  <a:cubicBezTo>
                    <a:pt x="1551" y="313"/>
                    <a:pt x="1551" y="313"/>
                    <a:pt x="1551" y="313"/>
                  </a:cubicBezTo>
                  <a:cubicBezTo>
                    <a:pt x="1548" y="309"/>
                    <a:pt x="1548" y="309"/>
                    <a:pt x="1548" y="309"/>
                  </a:cubicBezTo>
                  <a:cubicBezTo>
                    <a:pt x="1547" y="308"/>
                    <a:pt x="1547" y="308"/>
                    <a:pt x="1547" y="308"/>
                  </a:cubicBezTo>
                  <a:cubicBezTo>
                    <a:pt x="1544" y="304"/>
                    <a:pt x="1544" y="304"/>
                    <a:pt x="1544" y="304"/>
                  </a:cubicBezTo>
                  <a:cubicBezTo>
                    <a:pt x="1543" y="304"/>
                    <a:pt x="1543" y="304"/>
                    <a:pt x="1543" y="304"/>
                  </a:cubicBezTo>
                  <a:cubicBezTo>
                    <a:pt x="1537" y="297"/>
                    <a:pt x="1530" y="289"/>
                    <a:pt x="1523" y="282"/>
                  </a:cubicBezTo>
                  <a:cubicBezTo>
                    <a:pt x="1523" y="282"/>
                    <a:pt x="1523" y="282"/>
                    <a:pt x="1523" y="282"/>
                  </a:cubicBezTo>
                  <a:cubicBezTo>
                    <a:pt x="1519" y="278"/>
                    <a:pt x="1519" y="278"/>
                    <a:pt x="1519" y="278"/>
                  </a:cubicBezTo>
                  <a:cubicBezTo>
                    <a:pt x="1519" y="277"/>
                    <a:pt x="1519" y="277"/>
                    <a:pt x="1519" y="277"/>
                  </a:cubicBezTo>
                  <a:cubicBezTo>
                    <a:pt x="1515" y="274"/>
                    <a:pt x="1515" y="274"/>
                    <a:pt x="1515" y="274"/>
                  </a:cubicBezTo>
                  <a:cubicBezTo>
                    <a:pt x="1515" y="273"/>
                    <a:pt x="1515" y="273"/>
                    <a:pt x="1515" y="273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510" y="269"/>
                    <a:pt x="1510" y="269"/>
                    <a:pt x="1510" y="269"/>
                  </a:cubicBezTo>
                  <a:cubicBezTo>
                    <a:pt x="1507" y="265"/>
                    <a:pt x="1507" y="265"/>
                    <a:pt x="1507" y="265"/>
                  </a:cubicBezTo>
                  <a:cubicBezTo>
                    <a:pt x="1506" y="265"/>
                    <a:pt x="1506" y="265"/>
                    <a:pt x="1506" y="265"/>
                  </a:cubicBezTo>
                  <a:cubicBezTo>
                    <a:pt x="1499" y="258"/>
                    <a:pt x="1492" y="251"/>
                    <a:pt x="1485" y="244"/>
                  </a:cubicBezTo>
                  <a:cubicBezTo>
                    <a:pt x="1485" y="244"/>
                    <a:pt x="1485" y="244"/>
                    <a:pt x="1485" y="244"/>
                  </a:cubicBezTo>
                  <a:cubicBezTo>
                    <a:pt x="1481" y="240"/>
                    <a:pt x="1481" y="240"/>
                    <a:pt x="1481" y="240"/>
                  </a:cubicBezTo>
                  <a:cubicBezTo>
                    <a:pt x="1480" y="239"/>
                    <a:pt x="1480" y="239"/>
                    <a:pt x="1480" y="239"/>
                  </a:cubicBezTo>
                  <a:cubicBezTo>
                    <a:pt x="1477" y="236"/>
                    <a:pt x="1477" y="236"/>
                    <a:pt x="1477" y="236"/>
                  </a:cubicBezTo>
                  <a:cubicBezTo>
                    <a:pt x="1476" y="235"/>
                    <a:pt x="1476" y="235"/>
                    <a:pt x="1476" y="235"/>
                  </a:cubicBezTo>
                  <a:cubicBezTo>
                    <a:pt x="1472" y="232"/>
                    <a:pt x="1472" y="232"/>
                    <a:pt x="1472" y="232"/>
                  </a:cubicBezTo>
                  <a:cubicBezTo>
                    <a:pt x="1471" y="232"/>
                    <a:pt x="1471" y="232"/>
                    <a:pt x="1471" y="232"/>
                  </a:cubicBezTo>
                  <a:cubicBezTo>
                    <a:pt x="1468" y="228"/>
                    <a:pt x="1468" y="228"/>
                    <a:pt x="1468" y="228"/>
                  </a:cubicBezTo>
                  <a:cubicBezTo>
                    <a:pt x="1467" y="228"/>
                    <a:pt x="1467" y="228"/>
                    <a:pt x="1467" y="228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5" y="209"/>
                    <a:pt x="1445" y="209"/>
                    <a:pt x="1445" y="209"/>
                  </a:cubicBezTo>
                  <a:cubicBezTo>
                    <a:pt x="1444" y="208"/>
                    <a:pt x="1444" y="208"/>
                    <a:pt x="1444" y="208"/>
                  </a:cubicBezTo>
                  <a:cubicBezTo>
                    <a:pt x="1440" y="205"/>
                    <a:pt x="1440" y="205"/>
                    <a:pt x="1440" y="205"/>
                  </a:cubicBezTo>
                  <a:cubicBezTo>
                    <a:pt x="1439" y="204"/>
                    <a:pt x="1439" y="204"/>
                    <a:pt x="1439" y="204"/>
                  </a:cubicBezTo>
                  <a:cubicBezTo>
                    <a:pt x="1436" y="201"/>
                    <a:pt x="1436" y="201"/>
                    <a:pt x="1436" y="201"/>
                  </a:cubicBezTo>
                  <a:cubicBezTo>
                    <a:pt x="1435" y="200"/>
                    <a:pt x="1435" y="200"/>
                    <a:pt x="1435" y="200"/>
                  </a:cubicBezTo>
                  <a:cubicBezTo>
                    <a:pt x="1431" y="197"/>
                    <a:pt x="1431" y="197"/>
                    <a:pt x="1431" y="197"/>
                  </a:cubicBezTo>
                  <a:cubicBezTo>
                    <a:pt x="1430" y="197"/>
                    <a:pt x="1430" y="197"/>
                    <a:pt x="1430" y="197"/>
                  </a:cubicBezTo>
                  <a:cubicBezTo>
                    <a:pt x="1426" y="194"/>
                    <a:pt x="1426" y="194"/>
                    <a:pt x="1426" y="194"/>
                  </a:cubicBezTo>
                  <a:cubicBezTo>
                    <a:pt x="1425" y="193"/>
                    <a:pt x="1425" y="193"/>
                    <a:pt x="1425" y="193"/>
                  </a:cubicBezTo>
                  <a:cubicBezTo>
                    <a:pt x="1421" y="190"/>
                    <a:pt x="1421" y="190"/>
                    <a:pt x="1421" y="190"/>
                  </a:cubicBezTo>
                  <a:cubicBezTo>
                    <a:pt x="1421" y="189"/>
                    <a:pt x="1421" y="189"/>
                    <a:pt x="1421" y="189"/>
                  </a:cubicBezTo>
                  <a:cubicBezTo>
                    <a:pt x="1407" y="179"/>
                    <a:pt x="1407" y="179"/>
                    <a:pt x="1407" y="179"/>
                  </a:cubicBezTo>
                  <a:cubicBezTo>
                    <a:pt x="1406" y="178"/>
                    <a:pt x="1406" y="178"/>
                    <a:pt x="1406" y="178"/>
                  </a:cubicBezTo>
                  <a:cubicBezTo>
                    <a:pt x="1402" y="175"/>
                    <a:pt x="1402" y="175"/>
                    <a:pt x="1402" y="175"/>
                  </a:cubicBezTo>
                  <a:cubicBezTo>
                    <a:pt x="1401" y="174"/>
                    <a:pt x="1401" y="174"/>
                    <a:pt x="1401" y="174"/>
                  </a:cubicBezTo>
                  <a:cubicBezTo>
                    <a:pt x="1398" y="172"/>
                    <a:pt x="1398" y="172"/>
                    <a:pt x="1398" y="172"/>
                  </a:cubicBezTo>
                  <a:cubicBezTo>
                    <a:pt x="1396" y="171"/>
                    <a:pt x="1396" y="171"/>
                    <a:pt x="1396" y="171"/>
                  </a:cubicBezTo>
                  <a:cubicBezTo>
                    <a:pt x="1393" y="169"/>
                    <a:pt x="1393" y="169"/>
                    <a:pt x="1393" y="169"/>
                  </a:cubicBezTo>
                  <a:cubicBezTo>
                    <a:pt x="1391" y="167"/>
                    <a:pt x="1391" y="167"/>
                    <a:pt x="1391" y="167"/>
                  </a:cubicBezTo>
                  <a:cubicBezTo>
                    <a:pt x="1388" y="165"/>
                    <a:pt x="1388" y="165"/>
                    <a:pt x="1388" y="165"/>
                  </a:cubicBezTo>
                  <a:cubicBezTo>
                    <a:pt x="1387" y="164"/>
                    <a:pt x="1387" y="164"/>
                    <a:pt x="1387" y="164"/>
                  </a:cubicBezTo>
                  <a:cubicBezTo>
                    <a:pt x="1383" y="162"/>
                    <a:pt x="1383" y="162"/>
                    <a:pt x="1383" y="162"/>
                  </a:cubicBezTo>
                  <a:cubicBezTo>
                    <a:pt x="1382" y="161"/>
                    <a:pt x="1382" y="161"/>
                    <a:pt x="1382" y="161"/>
                  </a:cubicBezTo>
                  <a:cubicBezTo>
                    <a:pt x="1378" y="158"/>
                    <a:pt x="1378" y="158"/>
                    <a:pt x="1378" y="158"/>
                  </a:cubicBezTo>
                  <a:cubicBezTo>
                    <a:pt x="1377" y="158"/>
                    <a:pt x="1377" y="158"/>
                    <a:pt x="1377" y="158"/>
                  </a:cubicBezTo>
                  <a:cubicBezTo>
                    <a:pt x="1363" y="148"/>
                    <a:pt x="1363" y="148"/>
                    <a:pt x="1363" y="148"/>
                  </a:cubicBezTo>
                  <a:cubicBezTo>
                    <a:pt x="1362" y="147"/>
                    <a:pt x="1362" y="147"/>
                    <a:pt x="1362" y="147"/>
                  </a:cubicBezTo>
                  <a:cubicBezTo>
                    <a:pt x="1358" y="145"/>
                    <a:pt x="1358" y="145"/>
                    <a:pt x="1358" y="145"/>
                  </a:cubicBezTo>
                  <a:cubicBezTo>
                    <a:pt x="1356" y="144"/>
                    <a:pt x="1356" y="144"/>
                    <a:pt x="1356" y="144"/>
                  </a:cubicBezTo>
                  <a:cubicBezTo>
                    <a:pt x="1353" y="141"/>
                    <a:pt x="1353" y="141"/>
                    <a:pt x="1353" y="141"/>
                  </a:cubicBezTo>
                  <a:cubicBezTo>
                    <a:pt x="1352" y="141"/>
                    <a:pt x="1352" y="141"/>
                    <a:pt x="1352" y="141"/>
                  </a:cubicBezTo>
                  <a:cubicBezTo>
                    <a:pt x="1348" y="138"/>
                    <a:pt x="1348" y="138"/>
                    <a:pt x="1348" y="138"/>
                  </a:cubicBezTo>
                  <a:cubicBezTo>
                    <a:pt x="1347" y="138"/>
                    <a:pt x="1347" y="138"/>
                    <a:pt x="1347" y="138"/>
                  </a:cubicBezTo>
                  <a:cubicBezTo>
                    <a:pt x="1343" y="135"/>
                    <a:pt x="1343" y="135"/>
                    <a:pt x="1343" y="135"/>
                  </a:cubicBezTo>
                  <a:cubicBezTo>
                    <a:pt x="1342" y="134"/>
                    <a:pt x="1342" y="134"/>
                    <a:pt x="1342" y="134"/>
                  </a:cubicBezTo>
                  <a:cubicBezTo>
                    <a:pt x="1338" y="132"/>
                    <a:pt x="1338" y="132"/>
                    <a:pt x="1338" y="132"/>
                  </a:cubicBezTo>
                  <a:cubicBezTo>
                    <a:pt x="1337" y="131"/>
                    <a:pt x="1337" y="131"/>
                    <a:pt x="1337" y="131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16" y="119"/>
                    <a:pt x="1316" y="119"/>
                    <a:pt x="1316" y="119"/>
                  </a:cubicBezTo>
                  <a:cubicBezTo>
                    <a:pt x="1315" y="119"/>
                    <a:pt x="1315" y="119"/>
                    <a:pt x="1315" y="119"/>
                  </a:cubicBezTo>
                  <a:cubicBezTo>
                    <a:pt x="1311" y="116"/>
                    <a:pt x="1311" y="116"/>
                    <a:pt x="1311" y="116"/>
                  </a:cubicBezTo>
                  <a:cubicBezTo>
                    <a:pt x="1310" y="116"/>
                    <a:pt x="1310" y="116"/>
                    <a:pt x="1310" y="116"/>
                  </a:cubicBezTo>
                  <a:cubicBezTo>
                    <a:pt x="1306" y="114"/>
                    <a:pt x="1306" y="114"/>
                    <a:pt x="1306" y="114"/>
                  </a:cubicBezTo>
                  <a:cubicBezTo>
                    <a:pt x="1305" y="113"/>
                    <a:pt x="1305" y="113"/>
                    <a:pt x="1305" y="113"/>
                  </a:cubicBezTo>
                  <a:cubicBezTo>
                    <a:pt x="1301" y="111"/>
                    <a:pt x="1301" y="111"/>
                    <a:pt x="1301" y="111"/>
                  </a:cubicBezTo>
                  <a:cubicBezTo>
                    <a:pt x="1300" y="110"/>
                    <a:pt x="1300" y="110"/>
                    <a:pt x="1300" y="110"/>
                  </a:cubicBezTo>
                  <a:cubicBezTo>
                    <a:pt x="1296" y="108"/>
                    <a:pt x="1296" y="108"/>
                    <a:pt x="1296" y="108"/>
                  </a:cubicBezTo>
                  <a:cubicBezTo>
                    <a:pt x="1295" y="107"/>
                    <a:pt x="1295" y="107"/>
                    <a:pt x="1295" y="107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89" y="105"/>
                    <a:pt x="1289" y="105"/>
                    <a:pt x="1289" y="105"/>
                  </a:cubicBezTo>
                  <a:cubicBezTo>
                    <a:pt x="1282" y="101"/>
                    <a:pt x="1275" y="97"/>
                    <a:pt x="1268" y="94"/>
                  </a:cubicBezTo>
                  <a:cubicBezTo>
                    <a:pt x="1267" y="93"/>
                    <a:pt x="1267" y="93"/>
                    <a:pt x="1267" y="93"/>
                  </a:cubicBezTo>
                  <a:cubicBezTo>
                    <a:pt x="1263" y="91"/>
                    <a:pt x="1263" y="91"/>
                    <a:pt x="1263" y="91"/>
                  </a:cubicBezTo>
                  <a:cubicBezTo>
                    <a:pt x="1262" y="91"/>
                    <a:pt x="1262" y="91"/>
                    <a:pt x="1262" y="91"/>
                  </a:cubicBezTo>
                  <a:cubicBezTo>
                    <a:pt x="1258" y="89"/>
                    <a:pt x="1258" y="89"/>
                    <a:pt x="1258" y="89"/>
                  </a:cubicBezTo>
                  <a:cubicBezTo>
                    <a:pt x="1256" y="88"/>
                    <a:pt x="1256" y="88"/>
                    <a:pt x="1256" y="88"/>
                  </a:cubicBezTo>
                  <a:cubicBezTo>
                    <a:pt x="1252" y="86"/>
                    <a:pt x="1252" y="86"/>
                    <a:pt x="1252" y="86"/>
                  </a:cubicBezTo>
                  <a:cubicBezTo>
                    <a:pt x="1251" y="86"/>
                    <a:pt x="1251" y="86"/>
                    <a:pt x="1251" y="86"/>
                  </a:cubicBezTo>
                  <a:cubicBezTo>
                    <a:pt x="1247" y="83"/>
                    <a:pt x="1247" y="83"/>
                    <a:pt x="1247" y="83"/>
                  </a:cubicBezTo>
                  <a:cubicBezTo>
                    <a:pt x="1246" y="83"/>
                    <a:pt x="1246" y="83"/>
                    <a:pt x="1246" y="83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35" y="78"/>
                    <a:pt x="1229" y="76"/>
                    <a:pt x="1224" y="73"/>
                  </a:cubicBezTo>
                  <a:cubicBezTo>
                    <a:pt x="1224" y="73"/>
                    <a:pt x="1224" y="73"/>
                    <a:pt x="1224" y="73"/>
                  </a:cubicBezTo>
                  <a:cubicBezTo>
                    <a:pt x="1219" y="71"/>
                    <a:pt x="1219" y="71"/>
                    <a:pt x="1219" y="71"/>
                  </a:cubicBezTo>
                  <a:cubicBezTo>
                    <a:pt x="1218" y="71"/>
                    <a:pt x="1218" y="71"/>
                    <a:pt x="1218" y="71"/>
                  </a:cubicBezTo>
                  <a:cubicBezTo>
                    <a:pt x="1213" y="69"/>
                    <a:pt x="1213" y="69"/>
                    <a:pt x="1213" y="69"/>
                  </a:cubicBezTo>
                  <a:cubicBezTo>
                    <a:pt x="1212" y="68"/>
                    <a:pt x="1212" y="68"/>
                    <a:pt x="1212" y="68"/>
                  </a:cubicBezTo>
                  <a:cubicBezTo>
                    <a:pt x="1208" y="66"/>
                    <a:pt x="1208" y="66"/>
                    <a:pt x="1208" y="66"/>
                  </a:cubicBezTo>
                  <a:cubicBezTo>
                    <a:pt x="1207" y="66"/>
                    <a:pt x="1207" y="66"/>
                    <a:pt x="1207" y="66"/>
                  </a:cubicBezTo>
                  <a:cubicBezTo>
                    <a:pt x="1202" y="64"/>
                    <a:pt x="1202" y="64"/>
                    <a:pt x="1202" y="64"/>
                  </a:cubicBezTo>
                  <a:cubicBezTo>
                    <a:pt x="1201" y="64"/>
                    <a:pt x="1201" y="64"/>
                    <a:pt x="1201" y="64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86" y="58"/>
                    <a:pt x="1177" y="55"/>
                    <a:pt x="1167" y="51"/>
                  </a:cubicBezTo>
                  <a:cubicBezTo>
                    <a:pt x="1166" y="51"/>
                    <a:pt x="1166" y="51"/>
                    <a:pt x="1166" y="51"/>
                  </a:cubicBezTo>
                  <a:cubicBezTo>
                    <a:pt x="1162" y="49"/>
                    <a:pt x="1162" y="49"/>
                    <a:pt x="1162" y="49"/>
                  </a:cubicBezTo>
                  <a:cubicBezTo>
                    <a:pt x="1161" y="49"/>
                    <a:pt x="1161" y="49"/>
                    <a:pt x="1161" y="49"/>
                  </a:cubicBezTo>
                  <a:cubicBezTo>
                    <a:pt x="1156" y="47"/>
                    <a:pt x="1156" y="47"/>
                    <a:pt x="1156" y="47"/>
                  </a:cubicBezTo>
                  <a:cubicBezTo>
                    <a:pt x="1155" y="47"/>
                    <a:pt x="1155" y="47"/>
                    <a:pt x="1155" y="47"/>
                  </a:cubicBezTo>
                  <a:cubicBezTo>
                    <a:pt x="1150" y="45"/>
                    <a:pt x="1150" y="45"/>
                    <a:pt x="1150" y="45"/>
                  </a:cubicBezTo>
                  <a:cubicBezTo>
                    <a:pt x="1149" y="45"/>
                    <a:pt x="1149" y="45"/>
                    <a:pt x="1149" y="45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36" y="41"/>
                    <a:pt x="1128" y="38"/>
                    <a:pt x="1120" y="36"/>
                  </a:cubicBezTo>
                  <a:cubicBezTo>
                    <a:pt x="1120" y="36"/>
                    <a:pt x="1120" y="36"/>
                    <a:pt x="1120" y="36"/>
                  </a:cubicBezTo>
                  <a:cubicBezTo>
                    <a:pt x="1115" y="35"/>
                    <a:pt x="1115" y="35"/>
                    <a:pt x="1115" y="35"/>
                  </a:cubicBezTo>
                  <a:cubicBezTo>
                    <a:pt x="1114" y="34"/>
                    <a:pt x="1114" y="34"/>
                    <a:pt x="1114" y="34"/>
                  </a:cubicBezTo>
                  <a:cubicBezTo>
                    <a:pt x="1109" y="33"/>
                    <a:pt x="1109" y="33"/>
                    <a:pt x="1109" y="33"/>
                  </a:cubicBezTo>
                  <a:cubicBezTo>
                    <a:pt x="1108" y="33"/>
                    <a:pt x="1108" y="33"/>
                    <a:pt x="1108" y="33"/>
                  </a:cubicBezTo>
                  <a:cubicBezTo>
                    <a:pt x="1103" y="31"/>
                    <a:pt x="1103" y="31"/>
                    <a:pt x="1103" y="31"/>
                  </a:cubicBezTo>
                  <a:cubicBezTo>
                    <a:pt x="1102" y="31"/>
                    <a:pt x="1102" y="31"/>
                    <a:pt x="1102" y="31"/>
                  </a:cubicBezTo>
                  <a:cubicBezTo>
                    <a:pt x="1097" y="30"/>
                    <a:pt x="1097" y="30"/>
                    <a:pt x="1097" y="30"/>
                  </a:cubicBezTo>
                  <a:cubicBezTo>
                    <a:pt x="1096" y="29"/>
                    <a:pt x="1096" y="29"/>
                    <a:pt x="1096" y="29"/>
                  </a:cubicBezTo>
                  <a:cubicBezTo>
                    <a:pt x="1091" y="28"/>
                    <a:pt x="1091" y="28"/>
                    <a:pt x="1091" y="28"/>
                  </a:cubicBezTo>
                  <a:cubicBezTo>
                    <a:pt x="1090" y="28"/>
                    <a:pt x="1090" y="28"/>
                    <a:pt x="1090" y="28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79" y="25"/>
                    <a:pt x="1073" y="24"/>
                    <a:pt x="1067" y="22"/>
                  </a:cubicBezTo>
                  <a:cubicBezTo>
                    <a:pt x="1066" y="22"/>
                    <a:pt x="1066" y="22"/>
                    <a:pt x="1066" y="22"/>
                  </a:cubicBezTo>
                  <a:cubicBezTo>
                    <a:pt x="1061" y="21"/>
                    <a:pt x="1061" y="21"/>
                    <a:pt x="1061" y="21"/>
                  </a:cubicBezTo>
                  <a:cubicBezTo>
                    <a:pt x="1059" y="21"/>
                    <a:pt x="1059" y="21"/>
                    <a:pt x="1059" y="21"/>
                  </a:cubicBezTo>
                  <a:cubicBezTo>
                    <a:pt x="1055" y="20"/>
                    <a:pt x="1055" y="20"/>
                    <a:pt x="1055" y="20"/>
                  </a:cubicBezTo>
                  <a:cubicBezTo>
                    <a:pt x="1053" y="19"/>
                    <a:pt x="1053" y="19"/>
                    <a:pt x="1053" y="19"/>
                  </a:cubicBezTo>
                  <a:cubicBezTo>
                    <a:pt x="1049" y="19"/>
                    <a:pt x="1049" y="19"/>
                    <a:pt x="1049" y="19"/>
                  </a:cubicBezTo>
                  <a:cubicBezTo>
                    <a:pt x="1047" y="18"/>
                    <a:pt x="1047" y="18"/>
                    <a:pt x="1047" y="18"/>
                  </a:cubicBezTo>
                  <a:cubicBezTo>
                    <a:pt x="1043" y="17"/>
                    <a:pt x="1043" y="17"/>
                    <a:pt x="1043" y="17"/>
                  </a:cubicBezTo>
                  <a:cubicBezTo>
                    <a:pt x="1041" y="17"/>
                    <a:pt x="1041" y="17"/>
                    <a:pt x="1041" y="17"/>
                  </a:cubicBezTo>
                  <a:cubicBezTo>
                    <a:pt x="1037" y="16"/>
                    <a:pt x="1037" y="16"/>
                    <a:pt x="1037" y="16"/>
                  </a:cubicBezTo>
                  <a:cubicBezTo>
                    <a:pt x="1035" y="16"/>
                    <a:pt x="1035" y="16"/>
                    <a:pt x="1035" y="16"/>
                  </a:cubicBezTo>
                  <a:cubicBezTo>
                    <a:pt x="1031" y="15"/>
                    <a:pt x="1031" y="15"/>
                    <a:pt x="1031" y="15"/>
                  </a:cubicBezTo>
                  <a:cubicBezTo>
                    <a:pt x="1030" y="15"/>
                    <a:pt x="1030" y="15"/>
                    <a:pt x="1030" y="15"/>
                  </a:cubicBezTo>
                  <a:cubicBezTo>
                    <a:pt x="1024" y="14"/>
                    <a:pt x="1024" y="14"/>
                    <a:pt x="1024" y="14"/>
                  </a:cubicBezTo>
                  <a:cubicBezTo>
                    <a:pt x="1023" y="14"/>
                    <a:pt x="1023" y="14"/>
                    <a:pt x="1023" y="14"/>
                  </a:cubicBezTo>
                  <a:cubicBezTo>
                    <a:pt x="975" y="5"/>
                    <a:pt x="926" y="1"/>
                    <a:pt x="876" y="0"/>
                  </a:cubicBezTo>
                  <a:cubicBezTo>
                    <a:pt x="868" y="0"/>
                    <a:pt x="868" y="0"/>
                    <a:pt x="868" y="0"/>
                  </a:cubicBezTo>
                  <a:cubicBezTo>
                    <a:pt x="590" y="0"/>
                    <a:pt x="341" y="126"/>
                    <a:pt x="175" y="323"/>
                  </a:cubicBezTo>
                  <a:cubicBezTo>
                    <a:pt x="158" y="344"/>
                    <a:pt x="149" y="358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50" y="375"/>
                    <a:pt x="159" y="379"/>
                    <a:pt x="178" y="379"/>
                  </a:cubicBezTo>
                  <a:cubicBezTo>
                    <a:pt x="559" y="379"/>
                    <a:pt x="559" y="379"/>
                    <a:pt x="559" y="379"/>
                  </a:cubicBezTo>
                  <a:cubicBezTo>
                    <a:pt x="1261" y="379"/>
                    <a:pt x="1261" y="379"/>
                    <a:pt x="1261" y="379"/>
                  </a:cubicBezTo>
                  <a:cubicBezTo>
                    <a:pt x="1269" y="379"/>
                    <a:pt x="1278" y="382"/>
                    <a:pt x="1287" y="387"/>
                  </a:cubicBezTo>
                  <a:cubicBezTo>
                    <a:pt x="1294" y="391"/>
                    <a:pt x="1300" y="396"/>
                    <a:pt x="1304" y="402"/>
                  </a:cubicBezTo>
                  <a:cubicBezTo>
                    <a:pt x="1452" y="634"/>
                    <a:pt x="1452" y="634"/>
                    <a:pt x="1452" y="634"/>
                  </a:cubicBezTo>
                  <a:cubicBezTo>
                    <a:pt x="1455" y="638"/>
                    <a:pt x="1457" y="643"/>
                    <a:pt x="1459" y="648"/>
                  </a:cubicBezTo>
                  <a:cubicBezTo>
                    <a:pt x="1461" y="655"/>
                    <a:pt x="1461" y="655"/>
                    <a:pt x="1461" y="655"/>
                  </a:cubicBezTo>
                  <a:cubicBezTo>
                    <a:pt x="1461" y="656"/>
                    <a:pt x="1461" y="656"/>
                    <a:pt x="1461" y="656"/>
                  </a:cubicBezTo>
                  <a:cubicBezTo>
                    <a:pt x="1461" y="657"/>
                    <a:pt x="1461" y="657"/>
                    <a:pt x="1461" y="657"/>
                  </a:cubicBezTo>
                  <a:cubicBezTo>
                    <a:pt x="1463" y="664"/>
                    <a:pt x="1463" y="671"/>
                    <a:pt x="1463" y="677"/>
                  </a:cubicBezTo>
                  <a:cubicBezTo>
                    <a:pt x="1462" y="685"/>
                    <a:pt x="1462" y="685"/>
                    <a:pt x="1462" y="685"/>
                  </a:cubicBezTo>
                  <a:cubicBezTo>
                    <a:pt x="1372" y="1125"/>
                    <a:pt x="1372" y="1125"/>
                    <a:pt x="1372" y="1125"/>
                  </a:cubicBezTo>
                  <a:cubicBezTo>
                    <a:pt x="1322" y="1367"/>
                    <a:pt x="1322" y="1367"/>
                    <a:pt x="1322" y="1367"/>
                  </a:cubicBezTo>
                  <a:cubicBezTo>
                    <a:pt x="1319" y="1383"/>
                    <a:pt x="1304" y="1395"/>
                    <a:pt x="1289" y="1395"/>
                  </a:cubicBezTo>
                  <a:cubicBezTo>
                    <a:pt x="1046" y="1395"/>
                    <a:pt x="1046" y="1395"/>
                    <a:pt x="1046" y="1395"/>
                  </a:cubicBezTo>
                  <a:cubicBezTo>
                    <a:pt x="1030" y="1395"/>
                    <a:pt x="1011" y="1384"/>
                    <a:pt x="1002" y="1371"/>
                  </a:cubicBezTo>
                  <a:cubicBezTo>
                    <a:pt x="705" y="923"/>
                    <a:pt x="705" y="923"/>
                    <a:pt x="705" y="923"/>
                  </a:cubicBezTo>
                  <a:cubicBezTo>
                    <a:pt x="684" y="1030"/>
                    <a:pt x="684" y="1030"/>
                    <a:pt x="684" y="1030"/>
                  </a:cubicBezTo>
                  <a:cubicBezTo>
                    <a:pt x="615" y="1368"/>
                    <a:pt x="615" y="1368"/>
                    <a:pt x="615" y="1368"/>
                  </a:cubicBezTo>
                  <a:cubicBezTo>
                    <a:pt x="613" y="1380"/>
                    <a:pt x="602" y="1391"/>
                    <a:pt x="590" y="1394"/>
                  </a:cubicBezTo>
                  <a:cubicBezTo>
                    <a:pt x="590" y="1394"/>
                    <a:pt x="590" y="1394"/>
                    <a:pt x="590" y="1394"/>
                  </a:cubicBezTo>
                  <a:cubicBezTo>
                    <a:pt x="590" y="1395"/>
                    <a:pt x="590" y="1395"/>
                    <a:pt x="590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2" y="1396"/>
                    <a:pt x="582" y="1396"/>
                    <a:pt x="582" y="1396"/>
                  </a:cubicBezTo>
                  <a:cubicBezTo>
                    <a:pt x="581" y="1396"/>
                    <a:pt x="581" y="1396"/>
                    <a:pt x="581" y="1396"/>
                  </a:cubicBezTo>
                  <a:cubicBezTo>
                    <a:pt x="553" y="1396"/>
                    <a:pt x="553" y="1396"/>
                    <a:pt x="553" y="1396"/>
                  </a:cubicBezTo>
                  <a:cubicBezTo>
                    <a:pt x="403" y="1396"/>
                    <a:pt x="403" y="1396"/>
                    <a:pt x="403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1" y="1394"/>
                    <a:pt x="384" y="1389"/>
                    <a:pt x="382" y="1382"/>
                  </a:cubicBezTo>
                  <a:cubicBezTo>
                    <a:pt x="382" y="1382"/>
                    <a:pt x="382" y="1382"/>
                    <a:pt x="382" y="1382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1" y="1368"/>
                    <a:pt x="381" y="1368"/>
                    <a:pt x="381" y="1368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10" y="733"/>
                    <a:pt x="510" y="733"/>
                    <a:pt x="510" y="733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6" y="720"/>
                    <a:pt x="516" y="720"/>
                    <a:pt x="516" y="720"/>
                  </a:cubicBezTo>
                  <a:cubicBezTo>
                    <a:pt x="517" y="719"/>
                    <a:pt x="517" y="719"/>
                    <a:pt x="517" y="719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43" y="705"/>
                    <a:pt x="543" y="705"/>
                    <a:pt x="543" y="705"/>
                  </a:cubicBezTo>
                  <a:cubicBezTo>
                    <a:pt x="544" y="705"/>
                    <a:pt x="544" y="705"/>
                    <a:pt x="544" y="705"/>
                  </a:cubicBezTo>
                  <a:cubicBezTo>
                    <a:pt x="555" y="705"/>
                    <a:pt x="555" y="705"/>
                    <a:pt x="555" y="705"/>
                  </a:cubicBezTo>
                  <a:cubicBezTo>
                    <a:pt x="557" y="705"/>
                    <a:pt x="557" y="705"/>
                    <a:pt x="557" y="705"/>
                  </a:cubicBezTo>
                  <a:cubicBezTo>
                    <a:pt x="786" y="705"/>
                    <a:pt x="786" y="705"/>
                    <a:pt x="786" y="705"/>
                  </a:cubicBezTo>
                  <a:cubicBezTo>
                    <a:pt x="802" y="705"/>
                    <a:pt x="821" y="716"/>
                    <a:pt x="829" y="729"/>
                  </a:cubicBezTo>
                  <a:cubicBezTo>
                    <a:pt x="1127" y="1178"/>
                    <a:pt x="1127" y="1178"/>
                    <a:pt x="1127" y="1178"/>
                  </a:cubicBezTo>
                  <a:cubicBezTo>
                    <a:pt x="1244" y="590"/>
                    <a:pt x="1244" y="590"/>
                    <a:pt x="1244" y="590"/>
                  </a:cubicBezTo>
                  <a:cubicBezTo>
                    <a:pt x="557" y="590"/>
                    <a:pt x="557" y="590"/>
                    <a:pt x="557" y="590"/>
                  </a:cubicBezTo>
                  <a:cubicBezTo>
                    <a:pt x="555" y="590"/>
                    <a:pt x="555" y="590"/>
                    <a:pt x="555" y="590"/>
                  </a:cubicBezTo>
                  <a:cubicBezTo>
                    <a:pt x="475" y="590"/>
                    <a:pt x="475" y="590"/>
                    <a:pt x="475" y="590"/>
                  </a:cubicBezTo>
                  <a:cubicBezTo>
                    <a:pt x="435" y="590"/>
                    <a:pt x="395" y="593"/>
                    <a:pt x="357" y="600"/>
                  </a:cubicBezTo>
                  <a:cubicBezTo>
                    <a:pt x="162" y="632"/>
                    <a:pt x="0" y="756"/>
                    <a:pt x="0" y="1037"/>
                  </a:cubicBezTo>
                  <a:cubicBezTo>
                    <a:pt x="0" y="1321"/>
                    <a:pt x="239" y="1662"/>
                    <a:pt x="616" y="1772"/>
                  </a:cubicBezTo>
                  <a:cubicBezTo>
                    <a:pt x="694" y="1794"/>
                    <a:pt x="779" y="1807"/>
                    <a:pt x="868" y="1807"/>
                  </a:cubicBezTo>
                  <a:cubicBezTo>
                    <a:pt x="873" y="1807"/>
                    <a:pt x="873" y="1807"/>
                    <a:pt x="873" y="1807"/>
                  </a:cubicBezTo>
                  <a:cubicBezTo>
                    <a:pt x="1020" y="1806"/>
                    <a:pt x="1158" y="1770"/>
                    <a:pt x="1280" y="1707"/>
                  </a:cubicBezTo>
                  <a:cubicBezTo>
                    <a:pt x="1285" y="1705"/>
                    <a:pt x="1285" y="1705"/>
                    <a:pt x="1285" y="1705"/>
                  </a:cubicBezTo>
                  <a:cubicBezTo>
                    <a:pt x="1286" y="1704"/>
                    <a:pt x="1286" y="1704"/>
                    <a:pt x="1286" y="1704"/>
                  </a:cubicBezTo>
                  <a:cubicBezTo>
                    <a:pt x="1291" y="1702"/>
                    <a:pt x="1291" y="1702"/>
                    <a:pt x="1291" y="1702"/>
                  </a:cubicBezTo>
                  <a:cubicBezTo>
                    <a:pt x="1292" y="1701"/>
                    <a:pt x="1292" y="1701"/>
                    <a:pt x="1292" y="1701"/>
                  </a:cubicBezTo>
                  <a:cubicBezTo>
                    <a:pt x="1295" y="1699"/>
                    <a:pt x="1295" y="1699"/>
                    <a:pt x="1295" y="1699"/>
                  </a:cubicBezTo>
                  <a:cubicBezTo>
                    <a:pt x="1297" y="1698"/>
                    <a:pt x="1297" y="1698"/>
                    <a:pt x="1297" y="1698"/>
                  </a:cubicBezTo>
                  <a:cubicBezTo>
                    <a:pt x="1301" y="1696"/>
                    <a:pt x="1301" y="1696"/>
                    <a:pt x="1301" y="1696"/>
                  </a:cubicBezTo>
                  <a:cubicBezTo>
                    <a:pt x="1302" y="1695"/>
                    <a:pt x="1302" y="1695"/>
                    <a:pt x="1302" y="1695"/>
                  </a:cubicBezTo>
                  <a:cubicBezTo>
                    <a:pt x="1306" y="1693"/>
                    <a:pt x="1306" y="1693"/>
                    <a:pt x="1306" y="1693"/>
                  </a:cubicBezTo>
                  <a:cubicBezTo>
                    <a:pt x="1307" y="1693"/>
                    <a:pt x="1307" y="1693"/>
                    <a:pt x="1307" y="1693"/>
                  </a:cubicBezTo>
                  <a:cubicBezTo>
                    <a:pt x="1311" y="1690"/>
                    <a:pt x="1311" y="1690"/>
                    <a:pt x="1311" y="1690"/>
                  </a:cubicBezTo>
                  <a:cubicBezTo>
                    <a:pt x="1313" y="1689"/>
                    <a:pt x="1313" y="1689"/>
                    <a:pt x="1313" y="1689"/>
                  </a:cubicBezTo>
                  <a:cubicBezTo>
                    <a:pt x="1317" y="1687"/>
                    <a:pt x="1317" y="1687"/>
                    <a:pt x="1317" y="1687"/>
                  </a:cubicBezTo>
                  <a:cubicBezTo>
                    <a:pt x="1318" y="1687"/>
                    <a:pt x="1318" y="1687"/>
                    <a:pt x="1318" y="1687"/>
                  </a:cubicBezTo>
                  <a:cubicBezTo>
                    <a:pt x="1322" y="1684"/>
                    <a:pt x="1322" y="1684"/>
                    <a:pt x="1322" y="1684"/>
                  </a:cubicBezTo>
                  <a:cubicBezTo>
                    <a:pt x="1323" y="1684"/>
                    <a:pt x="1323" y="1684"/>
                    <a:pt x="1323" y="1684"/>
                  </a:cubicBezTo>
                  <a:cubicBezTo>
                    <a:pt x="1327" y="1681"/>
                    <a:pt x="1327" y="1681"/>
                    <a:pt x="1327" y="1681"/>
                  </a:cubicBezTo>
                  <a:cubicBezTo>
                    <a:pt x="1329" y="1680"/>
                    <a:pt x="1329" y="1680"/>
                    <a:pt x="1329" y="1680"/>
                  </a:cubicBezTo>
                  <a:cubicBezTo>
                    <a:pt x="1332" y="1678"/>
                    <a:pt x="1332" y="1678"/>
                    <a:pt x="1332" y="1678"/>
                  </a:cubicBezTo>
                  <a:cubicBezTo>
                    <a:pt x="1333" y="1677"/>
                    <a:pt x="1333" y="1677"/>
                    <a:pt x="1333" y="1677"/>
                  </a:cubicBezTo>
                  <a:cubicBezTo>
                    <a:pt x="1338" y="1675"/>
                    <a:pt x="1338" y="1675"/>
                    <a:pt x="1338" y="1675"/>
                  </a:cubicBezTo>
                  <a:cubicBezTo>
                    <a:pt x="1339" y="1674"/>
                    <a:pt x="1339" y="1674"/>
                    <a:pt x="1339" y="1674"/>
                  </a:cubicBezTo>
                  <a:cubicBezTo>
                    <a:pt x="1343" y="1672"/>
                    <a:pt x="1343" y="1672"/>
                    <a:pt x="1343" y="1672"/>
                  </a:cubicBezTo>
                  <a:cubicBezTo>
                    <a:pt x="1343" y="1671"/>
                    <a:pt x="1343" y="1671"/>
                    <a:pt x="1343" y="1671"/>
                  </a:cubicBezTo>
                  <a:cubicBezTo>
                    <a:pt x="1348" y="1669"/>
                    <a:pt x="1348" y="1669"/>
                    <a:pt x="1348" y="1669"/>
                  </a:cubicBezTo>
                  <a:cubicBezTo>
                    <a:pt x="1349" y="1668"/>
                    <a:pt x="1349" y="1668"/>
                    <a:pt x="1349" y="1668"/>
                  </a:cubicBezTo>
                  <a:cubicBezTo>
                    <a:pt x="1353" y="1665"/>
                    <a:pt x="1353" y="1665"/>
                    <a:pt x="1353" y="1665"/>
                  </a:cubicBezTo>
                  <a:cubicBezTo>
                    <a:pt x="1354" y="1665"/>
                    <a:pt x="1354" y="1665"/>
                    <a:pt x="1354" y="1665"/>
                  </a:cubicBezTo>
                  <a:cubicBezTo>
                    <a:pt x="1358" y="1662"/>
                    <a:pt x="1358" y="1662"/>
                    <a:pt x="1358" y="1662"/>
                  </a:cubicBezTo>
                  <a:cubicBezTo>
                    <a:pt x="1359" y="1661"/>
                    <a:pt x="1359" y="1661"/>
                    <a:pt x="1359" y="1661"/>
                  </a:cubicBezTo>
                  <a:cubicBezTo>
                    <a:pt x="1363" y="1659"/>
                    <a:pt x="1363" y="1659"/>
                    <a:pt x="1363" y="1659"/>
                  </a:cubicBezTo>
                  <a:cubicBezTo>
                    <a:pt x="1364" y="1658"/>
                    <a:pt x="1364" y="1658"/>
                    <a:pt x="1364" y="1658"/>
                  </a:cubicBezTo>
                  <a:cubicBezTo>
                    <a:pt x="1368" y="1655"/>
                    <a:pt x="1368" y="1655"/>
                    <a:pt x="1368" y="1655"/>
                  </a:cubicBezTo>
                  <a:cubicBezTo>
                    <a:pt x="1369" y="1655"/>
                    <a:pt x="1369" y="1655"/>
                    <a:pt x="1369" y="1655"/>
                  </a:cubicBezTo>
                  <a:cubicBezTo>
                    <a:pt x="1373" y="1652"/>
                    <a:pt x="1373" y="1652"/>
                    <a:pt x="1373" y="1652"/>
                  </a:cubicBezTo>
                  <a:cubicBezTo>
                    <a:pt x="1374" y="1651"/>
                    <a:pt x="1374" y="1651"/>
                    <a:pt x="1374" y="1651"/>
                  </a:cubicBezTo>
                  <a:cubicBezTo>
                    <a:pt x="1378" y="1648"/>
                    <a:pt x="1378" y="1648"/>
                    <a:pt x="1378" y="1648"/>
                  </a:cubicBezTo>
                  <a:cubicBezTo>
                    <a:pt x="1379" y="1648"/>
                    <a:pt x="1379" y="1648"/>
                    <a:pt x="1379" y="1648"/>
                  </a:cubicBezTo>
                  <a:cubicBezTo>
                    <a:pt x="1383" y="1645"/>
                    <a:pt x="1383" y="1645"/>
                    <a:pt x="1383" y="1645"/>
                  </a:cubicBezTo>
                  <a:cubicBezTo>
                    <a:pt x="1384" y="1645"/>
                    <a:pt x="1384" y="1645"/>
                    <a:pt x="1384" y="1645"/>
                  </a:cubicBezTo>
                  <a:cubicBezTo>
                    <a:pt x="1388" y="1642"/>
                    <a:pt x="1388" y="1642"/>
                    <a:pt x="1388" y="1642"/>
                  </a:cubicBezTo>
                  <a:cubicBezTo>
                    <a:pt x="1389" y="1641"/>
                    <a:pt x="1389" y="1641"/>
                    <a:pt x="1389" y="1641"/>
                  </a:cubicBezTo>
                  <a:cubicBezTo>
                    <a:pt x="1393" y="1638"/>
                    <a:pt x="1393" y="1638"/>
                    <a:pt x="1393" y="1638"/>
                  </a:cubicBezTo>
                  <a:cubicBezTo>
                    <a:pt x="1394" y="1638"/>
                    <a:pt x="1394" y="1638"/>
                    <a:pt x="1394" y="1638"/>
                  </a:cubicBezTo>
                  <a:cubicBezTo>
                    <a:pt x="1398" y="1635"/>
                    <a:pt x="1398" y="1635"/>
                    <a:pt x="1398" y="1635"/>
                  </a:cubicBezTo>
                  <a:cubicBezTo>
                    <a:pt x="1399" y="1634"/>
                    <a:pt x="1399" y="1634"/>
                    <a:pt x="1399" y="1634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8" y="1628"/>
                    <a:pt x="1408" y="1628"/>
                    <a:pt x="1408" y="1628"/>
                  </a:cubicBezTo>
                  <a:cubicBezTo>
                    <a:pt x="1408" y="1627"/>
                    <a:pt x="1408" y="1627"/>
                    <a:pt x="1408" y="1627"/>
                  </a:cubicBezTo>
                  <a:cubicBezTo>
                    <a:pt x="1417" y="1620"/>
                    <a:pt x="1417" y="1620"/>
                    <a:pt x="1417" y="1620"/>
                  </a:cubicBezTo>
                  <a:cubicBezTo>
                    <a:pt x="1418" y="1620"/>
                    <a:pt x="1418" y="1620"/>
                    <a:pt x="1418" y="1620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74" y="1573"/>
                    <a:pt x="1485" y="1563"/>
                    <a:pt x="1495" y="1554"/>
                  </a:cubicBezTo>
                  <a:cubicBezTo>
                    <a:pt x="1495" y="1553"/>
                    <a:pt x="1495" y="1553"/>
                    <a:pt x="1495" y="1553"/>
                  </a:cubicBezTo>
                  <a:cubicBezTo>
                    <a:pt x="1503" y="1545"/>
                    <a:pt x="1503" y="1545"/>
                    <a:pt x="1503" y="1545"/>
                  </a:cubicBezTo>
                  <a:cubicBezTo>
                    <a:pt x="1504" y="1545"/>
                    <a:pt x="1504" y="1545"/>
                    <a:pt x="1504" y="1545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12" y="1537"/>
                    <a:pt x="1512" y="1537"/>
                    <a:pt x="1512" y="1537"/>
                  </a:cubicBezTo>
                  <a:cubicBezTo>
                    <a:pt x="1512" y="1536"/>
                    <a:pt x="1512" y="1536"/>
                    <a:pt x="1512" y="1536"/>
                  </a:cubicBezTo>
                  <a:cubicBezTo>
                    <a:pt x="1516" y="1533"/>
                    <a:pt x="1516" y="1533"/>
                    <a:pt x="1516" y="1533"/>
                  </a:cubicBezTo>
                  <a:cubicBezTo>
                    <a:pt x="1516" y="1532"/>
                    <a:pt x="1516" y="1532"/>
                    <a:pt x="1516" y="1532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4" y="1524"/>
                    <a:pt x="1524" y="1524"/>
                    <a:pt x="1524" y="1524"/>
                  </a:cubicBezTo>
                  <a:cubicBezTo>
                    <a:pt x="1525" y="1523"/>
                    <a:pt x="1525" y="1523"/>
                    <a:pt x="1525" y="1523"/>
                  </a:cubicBezTo>
                  <a:cubicBezTo>
                    <a:pt x="1528" y="1519"/>
                    <a:pt x="1528" y="1519"/>
                    <a:pt x="1528" y="1519"/>
                  </a:cubicBezTo>
                  <a:cubicBezTo>
                    <a:pt x="1529" y="1519"/>
                    <a:pt x="1529" y="1519"/>
                    <a:pt x="1529" y="1519"/>
                  </a:cubicBezTo>
                  <a:cubicBezTo>
                    <a:pt x="1532" y="1516"/>
                    <a:pt x="1532" y="1516"/>
                    <a:pt x="1532" y="1516"/>
                  </a:cubicBezTo>
                  <a:cubicBezTo>
                    <a:pt x="1533" y="1514"/>
                    <a:pt x="1533" y="1514"/>
                    <a:pt x="1533" y="1514"/>
                  </a:cubicBezTo>
                  <a:cubicBezTo>
                    <a:pt x="1536" y="1511"/>
                    <a:pt x="1536" y="1511"/>
                    <a:pt x="1536" y="1511"/>
                  </a:cubicBezTo>
                  <a:cubicBezTo>
                    <a:pt x="1538" y="1509"/>
                    <a:pt x="1538" y="1509"/>
                    <a:pt x="1538" y="1509"/>
                  </a:cubicBezTo>
                  <a:cubicBezTo>
                    <a:pt x="1539" y="1507"/>
                    <a:pt x="1539" y="1507"/>
                    <a:pt x="1539" y="1507"/>
                  </a:cubicBezTo>
                  <a:cubicBezTo>
                    <a:pt x="1543" y="1504"/>
                    <a:pt x="1543" y="1504"/>
                    <a:pt x="1543" y="1504"/>
                  </a:cubicBezTo>
                  <a:cubicBezTo>
                    <a:pt x="1544" y="1502"/>
                    <a:pt x="1544" y="1502"/>
                    <a:pt x="1544" y="1502"/>
                  </a:cubicBezTo>
                  <a:cubicBezTo>
                    <a:pt x="1546" y="1500"/>
                    <a:pt x="1546" y="1500"/>
                    <a:pt x="1546" y="1500"/>
                  </a:cubicBezTo>
                  <a:cubicBezTo>
                    <a:pt x="1547" y="1499"/>
                    <a:pt x="1547" y="1499"/>
                    <a:pt x="1547" y="1499"/>
                  </a:cubicBezTo>
                  <a:cubicBezTo>
                    <a:pt x="1655" y="1376"/>
                    <a:pt x="1730" y="1224"/>
                    <a:pt x="1758" y="1056"/>
                  </a:cubicBezTo>
                  <a:cubicBezTo>
                    <a:pt x="1758" y="1056"/>
                    <a:pt x="1758" y="1056"/>
                    <a:pt x="1758" y="1056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1" y="1037"/>
                    <a:pt x="1761" y="1037"/>
                    <a:pt x="1761" y="1037"/>
                  </a:cubicBezTo>
                  <a:cubicBezTo>
                    <a:pt x="1761" y="1036"/>
                    <a:pt x="1761" y="1036"/>
                    <a:pt x="1761" y="1036"/>
                  </a:cubicBezTo>
                  <a:cubicBezTo>
                    <a:pt x="1762" y="1033"/>
                    <a:pt x="1762" y="1033"/>
                    <a:pt x="1762" y="1033"/>
                  </a:cubicBezTo>
                  <a:cubicBezTo>
                    <a:pt x="1762" y="1032"/>
                    <a:pt x="1762" y="1032"/>
                    <a:pt x="1762" y="1032"/>
                  </a:cubicBezTo>
                  <a:cubicBezTo>
                    <a:pt x="1762" y="1029"/>
                    <a:pt x="1762" y="1029"/>
                    <a:pt x="1762" y="1029"/>
                  </a:cubicBezTo>
                  <a:cubicBezTo>
                    <a:pt x="1763" y="1028"/>
                    <a:pt x="1763" y="1028"/>
                    <a:pt x="1763" y="1028"/>
                  </a:cubicBezTo>
                  <a:cubicBezTo>
                    <a:pt x="1763" y="1025"/>
                    <a:pt x="1763" y="1025"/>
                    <a:pt x="1763" y="1025"/>
                  </a:cubicBezTo>
                  <a:cubicBezTo>
                    <a:pt x="1763" y="1024"/>
                    <a:pt x="1763" y="1024"/>
                    <a:pt x="1763" y="1024"/>
                  </a:cubicBezTo>
                  <a:cubicBezTo>
                    <a:pt x="1764" y="1014"/>
                    <a:pt x="1764" y="1014"/>
                    <a:pt x="1764" y="1014"/>
                  </a:cubicBezTo>
                  <a:cubicBezTo>
                    <a:pt x="1765" y="1012"/>
                    <a:pt x="1765" y="1012"/>
                    <a:pt x="1765" y="1012"/>
                  </a:cubicBezTo>
                  <a:cubicBezTo>
                    <a:pt x="1765" y="1010"/>
                    <a:pt x="1765" y="1010"/>
                    <a:pt x="1765" y="1010"/>
                  </a:cubicBezTo>
                  <a:cubicBezTo>
                    <a:pt x="1765" y="1008"/>
                    <a:pt x="1765" y="1008"/>
                    <a:pt x="1765" y="1008"/>
                  </a:cubicBezTo>
                  <a:cubicBezTo>
                    <a:pt x="1765" y="1005"/>
                    <a:pt x="1765" y="1005"/>
                    <a:pt x="1765" y="1005"/>
                  </a:cubicBezTo>
                  <a:cubicBezTo>
                    <a:pt x="1766" y="1004"/>
                    <a:pt x="1766" y="1004"/>
                    <a:pt x="1766" y="1004"/>
                  </a:cubicBezTo>
                  <a:cubicBezTo>
                    <a:pt x="1766" y="1001"/>
                    <a:pt x="1766" y="1001"/>
                    <a:pt x="1766" y="1001"/>
                  </a:cubicBezTo>
                  <a:cubicBezTo>
                    <a:pt x="1766" y="999"/>
                    <a:pt x="1766" y="999"/>
                    <a:pt x="1766" y="999"/>
                  </a:cubicBezTo>
                  <a:cubicBezTo>
                    <a:pt x="1767" y="994"/>
                    <a:pt x="1767" y="994"/>
                    <a:pt x="1767" y="994"/>
                  </a:cubicBezTo>
                  <a:cubicBezTo>
                    <a:pt x="1767" y="993"/>
                    <a:pt x="1767" y="993"/>
                    <a:pt x="1767" y="993"/>
                  </a:cubicBezTo>
                  <a:cubicBezTo>
                    <a:pt x="1767" y="990"/>
                    <a:pt x="1767" y="990"/>
                    <a:pt x="1767" y="990"/>
                  </a:cubicBezTo>
                  <a:cubicBezTo>
                    <a:pt x="1767" y="988"/>
                    <a:pt x="1767" y="988"/>
                    <a:pt x="1767" y="988"/>
                  </a:cubicBezTo>
                  <a:cubicBezTo>
                    <a:pt x="1767" y="986"/>
                    <a:pt x="1767" y="986"/>
                    <a:pt x="1767" y="986"/>
                  </a:cubicBezTo>
                  <a:cubicBezTo>
                    <a:pt x="1768" y="984"/>
                    <a:pt x="1768" y="984"/>
                    <a:pt x="1768" y="984"/>
                  </a:cubicBezTo>
                  <a:cubicBezTo>
                    <a:pt x="1768" y="981"/>
                    <a:pt x="1768" y="981"/>
                    <a:pt x="1768" y="981"/>
                  </a:cubicBezTo>
                  <a:cubicBezTo>
                    <a:pt x="1768" y="979"/>
                    <a:pt x="1768" y="979"/>
                    <a:pt x="1768" y="979"/>
                  </a:cubicBezTo>
                  <a:cubicBezTo>
                    <a:pt x="1768" y="977"/>
                    <a:pt x="1768" y="977"/>
                    <a:pt x="1768" y="977"/>
                  </a:cubicBezTo>
                  <a:cubicBezTo>
                    <a:pt x="1768" y="974"/>
                    <a:pt x="1768" y="974"/>
                    <a:pt x="1768" y="974"/>
                  </a:cubicBezTo>
                  <a:cubicBezTo>
                    <a:pt x="1769" y="971"/>
                    <a:pt x="1769" y="971"/>
                    <a:pt x="1769" y="971"/>
                  </a:cubicBezTo>
                  <a:cubicBezTo>
                    <a:pt x="1769" y="968"/>
                    <a:pt x="1769" y="968"/>
                    <a:pt x="1769" y="968"/>
                  </a:cubicBezTo>
                  <a:cubicBezTo>
                    <a:pt x="1769" y="966"/>
                    <a:pt x="1769" y="966"/>
                    <a:pt x="1769" y="966"/>
                  </a:cubicBezTo>
                  <a:cubicBezTo>
                    <a:pt x="1769" y="964"/>
                    <a:pt x="1769" y="964"/>
                    <a:pt x="1769" y="964"/>
                  </a:cubicBezTo>
                  <a:cubicBezTo>
                    <a:pt x="1769" y="962"/>
                    <a:pt x="1769" y="962"/>
                    <a:pt x="1769" y="962"/>
                  </a:cubicBezTo>
                  <a:cubicBezTo>
                    <a:pt x="1769" y="959"/>
                    <a:pt x="1769" y="959"/>
                    <a:pt x="1769" y="959"/>
                  </a:cubicBezTo>
                  <a:cubicBezTo>
                    <a:pt x="1769" y="957"/>
                    <a:pt x="1769" y="957"/>
                    <a:pt x="1769" y="957"/>
                  </a:cubicBezTo>
                  <a:cubicBezTo>
                    <a:pt x="1770" y="954"/>
                    <a:pt x="1770" y="954"/>
                    <a:pt x="1770" y="954"/>
                  </a:cubicBezTo>
                  <a:cubicBezTo>
                    <a:pt x="1770" y="953"/>
                    <a:pt x="1770" y="953"/>
                    <a:pt x="1770" y="953"/>
                  </a:cubicBezTo>
                  <a:cubicBezTo>
                    <a:pt x="1770" y="948"/>
                    <a:pt x="1770" y="948"/>
                    <a:pt x="1770" y="948"/>
                  </a:cubicBezTo>
                  <a:cubicBezTo>
                    <a:pt x="1770" y="947"/>
                    <a:pt x="1770" y="947"/>
                    <a:pt x="1770" y="947"/>
                  </a:cubicBezTo>
                  <a:cubicBezTo>
                    <a:pt x="1770" y="944"/>
                    <a:pt x="1770" y="944"/>
                    <a:pt x="1770" y="944"/>
                  </a:cubicBezTo>
                  <a:cubicBezTo>
                    <a:pt x="1770" y="942"/>
                    <a:pt x="1770" y="942"/>
                    <a:pt x="1770" y="942"/>
                  </a:cubicBezTo>
                  <a:cubicBezTo>
                    <a:pt x="1770" y="939"/>
                    <a:pt x="1770" y="939"/>
                    <a:pt x="1770" y="939"/>
                  </a:cubicBezTo>
                  <a:cubicBezTo>
                    <a:pt x="1771" y="937"/>
                    <a:pt x="1771" y="937"/>
                    <a:pt x="1771" y="937"/>
                  </a:cubicBezTo>
                  <a:cubicBezTo>
                    <a:pt x="1771" y="934"/>
                    <a:pt x="1771" y="934"/>
                    <a:pt x="1771" y="934"/>
                  </a:cubicBezTo>
                  <a:cubicBezTo>
                    <a:pt x="1771" y="933"/>
                    <a:pt x="1771" y="933"/>
                    <a:pt x="1771" y="933"/>
                  </a:cubicBezTo>
                  <a:cubicBezTo>
                    <a:pt x="1771" y="929"/>
                    <a:pt x="1771" y="929"/>
                    <a:pt x="1771" y="929"/>
                  </a:cubicBezTo>
                  <a:cubicBezTo>
                    <a:pt x="1771" y="928"/>
                    <a:pt x="1771" y="928"/>
                    <a:pt x="1771" y="928"/>
                  </a:cubicBezTo>
                  <a:cubicBezTo>
                    <a:pt x="1771" y="924"/>
                    <a:pt x="1771" y="924"/>
                    <a:pt x="1771" y="924"/>
                  </a:cubicBezTo>
                  <a:cubicBezTo>
                    <a:pt x="1771" y="922"/>
                    <a:pt x="1771" y="922"/>
                    <a:pt x="1771" y="922"/>
                  </a:cubicBezTo>
                  <a:cubicBezTo>
                    <a:pt x="1771" y="919"/>
                    <a:pt x="1771" y="919"/>
                    <a:pt x="1771" y="919"/>
                  </a:cubicBezTo>
                  <a:cubicBezTo>
                    <a:pt x="1771" y="917"/>
                    <a:pt x="1771" y="917"/>
                    <a:pt x="1771" y="917"/>
                  </a:cubicBezTo>
                  <a:cubicBezTo>
                    <a:pt x="1771" y="914"/>
                    <a:pt x="1771" y="914"/>
                    <a:pt x="1771" y="914"/>
                  </a:cubicBezTo>
                  <a:cubicBezTo>
                    <a:pt x="1771" y="913"/>
                    <a:pt x="1771" y="913"/>
                    <a:pt x="1771" y="913"/>
                  </a:cubicBezTo>
                  <a:cubicBezTo>
                    <a:pt x="1771" y="910"/>
                    <a:pt x="1771" y="910"/>
                    <a:pt x="1771" y="910"/>
                  </a:cubicBezTo>
                  <a:cubicBezTo>
                    <a:pt x="1771" y="908"/>
                    <a:pt x="1771" y="908"/>
                    <a:pt x="1771" y="908"/>
                  </a:cubicBezTo>
                  <a:cubicBezTo>
                    <a:pt x="1771" y="898"/>
                    <a:pt x="1771" y="898"/>
                    <a:pt x="1771" y="898"/>
                  </a:cubicBezTo>
                  <a:cubicBezTo>
                    <a:pt x="1771" y="897"/>
                    <a:pt x="1771" y="897"/>
                    <a:pt x="1771" y="897"/>
                  </a:cubicBezTo>
                  <a:lnTo>
                    <a:pt x="1771" y="893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 sz="1350" dirty="0"/>
            </a:p>
          </p:txBody>
        </p:sp>
        <p:grpSp>
          <p:nvGrpSpPr>
            <p:cNvPr id="56" name="Groep 55"/>
            <p:cNvGrpSpPr>
              <a:grpSpLocks noSelect="1"/>
            </p:cNvGrpSpPr>
            <p:nvPr userDrawn="1"/>
          </p:nvGrpSpPr>
          <p:grpSpPr bwMode="gray">
            <a:xfrm>
              <a:off x="0" y="0"/>
              <a:ext cx="561975" cy="572770"/>
              <a:chOff x="902335" y="290830"/>
              <a:chExt cx="561975" cy="572770"/>
            </a:xfrm>
          </p:grpSpPr>
          <p:sp>
            <p:nvSpPr>
              <p:cNvPr id="57" name="Freeform 5"/>
              <p:cNvSpPr>
                <a:spLocks noSelect="1"/>
              </p:cNvSpPr>
              <p:nvPr userDrawn="1"/>
            </p:nvSpPr>
            <p:spPr bwMode="gray">
              <a:xfrm>
                <a:off x="984250" y="534035"/>
                <a:ext cx="77470" cy="199390"/>
              </a:xfrm>
              <a:custGeom>
                <a:avLst/>
                <a:gdLst>
                  <a:gd name="T0" fmla="*/ 155 w 244"/>
                  <a:gd name="T1" fmla="*/ 0 h 629"/>
                  <a:gd name="T2" fmla="*/ 120 w 244"/>
                  <a:gd name="T3" fmla="*/ 28 h 629"/>
                  <a:gd name="T4" fmla="*/ 0 w 244"/>
                  <a:gd name="T5" fmla="*/ 601 h 629"/>
                  <a:gd name="T6" fmla="*/ 0 w 244"/>
                  <a:gd name="T7" fmla="*/ 606 h 629"/>
                  <a:gd name="T8" fmla="*/ 0 w 244"/>
                  <a:gd name="T9" fmla="*/ 607 h 629"/>
                  <a:gd name="T10" fmla="*/ 23 w 244"/>
                  <a:gd name="T11" fmla="*/ 629 h 629"/>
                  <a:gd name="T12" fmla="*/ 145 w 244"/>
                  <a:gd name="T13" fmla="*/ 629 h 629"/>
                  <a:gd name="T14" fmla="*/ 144 w 244"/>
                  <a:gd name="T15" fmla="*/ 629 h 629"/>
                  <a:gd name="T16" fmla="*/ 144 w 244"/>
                  <a:gd name="T17" fmla="*/ 629 h 629"/>
                  <a:gd name="T18" fmla="*/ 143 w 244"/>
                  <a:gd name="T19" fmla="*/ 629 h 629"/>
                  <a:gd name="T20" fmla="*/ 143 w 244"/>
                  <a:gd name="T21" fmla="*/ 629 h 629"/>
                  <a:gd name="T22" fmla="*/ 143 w 244"/>
                  <a:gd name="T23" fmla="*/ 629 h 629"/>
                  <a:gd name="T24" fmla="*/ 142 w 244"/>
                  <a:gd name="T25" fmla="*/ 629 h 629"/>
                  <a:gd name="T26" fmla="*/ 142 w 244"/>
                  <a:gd name="T27" fmla="*/ 629 h 629"/>
                  <a:gd name="T28" fmla="*/ 142 w 244"/>
                  <a:gd name="T29" fmla="*/ 629 h 629"/>
                  <a:gd name="T30" fmla="*/ 141 w 244"/>
                  <a:gd name="T31" fmla="*/ 629 h 629"/>
                  <a:gd name="T32" fmla="*/ 141 w 244"/>
                  <a:gd name="T33" fmla="*/ 629 h 629"/>
                  <a:gd name="T34" fmla="*/ 141 w 244"/>
                  <a:gd name="T35" fmla="*/ 629 h 629"/>
                  <a:gd name="T36" fmla="*/ 141 w 244"/>
                  <a:gd name="T37" fmla="*/ 629 h 629"/>
                  <a:gd name="T38" fmla="*/ 123 w 244"/>
                  <a:gd name="T39" fmla="*/ 615 h 629"/>
                  <a:gd name="T40" fmla="*/ 123 w 244"/>
                  <a:gd name="T41" fmla="*/ 615 h 629"/>
                  <a:gd name="T42" fmla="*/ 123 w 244"/>
                  <a:gd name="T43" fmla="*/ 614 h 629"/>
                  <a:gd name="T44" fmla="*/ 123 w 244"/>
                  <a:gd name="T45" fmla="*/ 614 h 629"/>
                  <a:gd name="T46" fmla="*/ 122 w 244"/>
                  <a:gd name="T47" fmla="*/ 613 h 629"/>
                  <a:gd name="T48" fmla="*/ 122 w 244"/>
                  <a:gd name="T49" fmla="*/ 613 h 629"/>
                  <a:gd name="T50" fmla="*/ 122 w 244"/>
                  <a:gd name="T51" fmla="*/ 613 h 629"/>
                  <a:gd name="T52" fmla="*/ 122 w 244"/>
                  <a:gd name="T53" fmla="*/ 612 h 629"/>
                  <a:gd name="T54" fmla="*/ 122 w 244"/>
                  <a:gd name="T55" fmla="*/ 612 h 629"/>
                  <a:gd name="T56" fmla="*/ 122 w 244"/>
                  <a:gd name="T57" fmla="*/ 612 h 629"/>
                  <a:gd name="T58" fmla="*/ 122 w 244"/>
                  <a:gd name="T59" fmla="*/ 612 h 629"/>
                  <a:gd name="T60" fmla="*/ 122 w 244"/>
                  <a:gd name="T61" fmla="*/ 605 h 629"/>
                  <a:gd name="T62" fmla="*/ 122 w 244"/>
                  <a:gd name="T63" fmla="*/ 605 h 629"/>
                  <a:gd name="T64" fmla="*/ 122 w 244"/>
                  <a:gd name="T65" fmla="*/ 605 h 629"/>
                  <a:gd name="T66" fmla="*/ 122 w 244"/>
                  <a:gd name="T67" fmla="*/ 602 h 629"/>
                  <a:gd name="T68" fmla="*/ 244 w 244"/>
                  <a:gd name="T69" fmla="*/ 0 h 629"/>
                  <a:gd name="T70" fmla="*/ 155 w 244"/>
                  <a:gd name="T71" fmla="*/ 0 h 6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4" h="629">
                    <a:moveTo>
                      <a:pt x="155" y="0"/>
                    </a:moveTo>
                    <a:cubicBezTo>
                      <a:pt x="139" y="0"/>
                      <a:pt x="123" y="13"/>
                      <a:pt x="120" y="28"/>
                    </a:cubicBezTo>
                    <a:cubicBezTo>
                      <a:pt x="0" y="601"/>
                      <a:pt x="0" y="601"/>
                      <a:pt x="0" y="601"/>
                    </a:cubicBezTo>
                    <a:cubicBezTo>
                      <a:pt x="0" y="606"/>
                      <a:pt x="0" y="606"/>
                      <a:pt x="0" y="606"/>
                    </a:cubicBezTo>
                    <a:cubicBezTo>
                      <a:pt x="0" y="607"/>
                      <a:pt x="0" y="607"/>
                      <a:pt x="0" y="607"/>
                    </a:cubicBezTo>
                    <a:cubicBezTo>
                      <a:pt x="0" y="620"/>
                      <a:pt x="10" y="629"/>
                      <a:pt x="23" y="629"/>
                    </a:cubicBezTo>
                    <a:cubicBezTo>
                      <a:pt x="145" y="629"/>
                      <a:pt x="145" y="629"/>
                      <a:pt x="145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32" y="628"/>
                      <a:pt x="126" y="623"/>
                      <a:pt x="123" y="615"/>
                    </a:cubicBezTo>
                    <a:cubicBezTo>
                      <a:pt x="123" y="615"/>
                      <a:pt x="123" y="615"/>
                      <a:pt x="123" y="615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2"/>
                      <a:pt x="122" y="602"/>
                      <a:pt x="122" y="602"/>
                    </a:cubicBezTo>
                    <a:cubicBezTo>
                      <a:pt x="244" y="0"/>
                      <a:pt x="244" y="0"/>
                      <a:pt x="244" y="0"/>
                    </a:cubicBezTo>
                    <a:lnTo>
                      <a:pt x="155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58" name="Freeform 6"/>
              <p:cNvSpPr>
                <a:spLocks noSelect="1"/>
              </p:cNvSpPr>
              <p:nvPr userDrawn="1"/>
            </p:nvSpPr>
            <p:spPr bwMode="gray">
              <a:xfrm>
                <a:off x="1078865" y="478155"/>
                <a:ext cx="218440" cy="186055"/>
              </a:xfrm>
              <a:custGeom>
                <a:avLst/>
                <a:gdLst>
                  <a:gd name="T0" fmla="*/ 0 w 687"/>
                  <a:gd name="T1" fmla="*/ 0 h 587"/>
                  <a:gd name="T2" fmla="*/ 0 w 687"/>
                  <a:gd name="T3" fmla="*/ 115 h 587"/>
                  <a:gd name="T4" fmla="*/ 229 w 687"/>
                  <a:gd name="T5" fmla="*/ 115 h 587"/>
                  <a:gd name="T6" fmla="*/ 272 w 687"/>
                  <a:gd name="T7" fmla="*/ 139 h 587"/>
                  <a:gd name="T8" fmla="*/ 569 w 687"/>
                  <a:gd name="T9" fmla="*/ 587 h 587"/>
                  <a:gd name="T10" fmla="*/ 687 w 687"/>
                  <a:gd name="T11" fmla="*/ 0 h 587"/>
                  <a:gd name="T12" fmla="*/ 0 w 687"/>
                  <a:gd name="T13" fmla="*/ 0 h 5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7" h="587">
                    <a:moveTo>
                      <a:pt x="0" y="0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229" y="115"/>
                      <a:pt x="229" y="115"/>
                      <a:pt x="229" y="115"/>
                    </a:cubicBezTo>
                    <a:cubicBezTo>
                      <a:pt x="244" y="115"/>
                      <a:pt x="264" y="126"/>
                      <a:pt x="272" y="139"/>
                    </a:cubicBezTo>
                    <a:cubicBezTo>
                      <a:pt x="569" y="587"/>
                      <a:pt x="569" y="587"/>
                      <a:pt x="569" y="587"/>
                    </a:cubicBezTo>
                    <a:cubicBezTo>
                      <a:pt x="687" y="0"/>
                      <a:pt x="687" y="0"/>
                      <a:pt x="68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59" name="Freeform 7"/>
              <p:cNvSpPr>
                <a:spLocks noSelect="1"/>
              </p:cNvSpPr>
              <p:nvPr userDrawn="1"/>
            </p:nvSpPr>
            <p:spPr bwMode="gray">
              <a:xfrm>
                <a:off x="902335" y="478155"/>
                <a:ext cx="406400" cy="385445"/>
              </a:xfrm>
              <a:custGeom>
                <a:avLst/>
                <a:gdLst>
                  <a:gd name="T0" fmla="*/ 555 w 1280"/>
                  <a:gd name="T1" fmla="*/ 0 h 1216"/>
                  <a:gd name="T2" fmla="*/ 475 w 1280"/>
                  <a:gd name="T3" fmla="*/ 0 h 1216"/>
                  <a:gd name="T4" fmla="*/ 357 w 1280"/>
                  <a:gd name="T5" fmla="*/ 9 h 1216"/>
                  <a:gd name="T6" fmla="*/ 0 w 1280"/>
                  <a:gd name="T7" fmla="*/ 447 h 1216"/>
                  <a:gd name="T8" fmla="*/ 616 w 1280"/>
                  <a:gd name="T9" fmla="*/ 1181 h 1216"/>
                  <a:gd name="T10" fmla="*/ 867 w 1280"/>
                  <a:gd name="T11" fmla="*/ 1216 h 1216"/>
                  <a:gd name="T12" fmla="*/ 872 w 1280"/>
                  <a:gd name="T13" fmla="*/ 1216 h 1216"/>
                  <a:gd name="T14" fmla="*/ 1280 w 1280"/>
                  <a:gd name="T15" fmla="*/ 1117 h 1216"/>
                  <a:gd name="T16" fmla="*/ 1033 w 1280"/>
                  <a:gd name="T17" fmla="*/ 1153 h 1216"/>
                  <a:gd name="T18" fmla="*/ 1033 w 1280"/>
                  <a:gd name="T19" fmla="*/ 1153 h 1216"/>
                  <a:gd name="T20" fmla="*/ 1033 w 1280"/>
                  <a:gd name="T21" fmla="*/ 1153 h 1216"/>
                  <a:gd name="T22" fmla="*/ 552 w 1280"/>
                  <a:gd name="T23" fmla="*/ 805 h 1216"/>
                  <a:gd name="T24" fmla="*/ 403 w 1280"/>
                  <a:gd name="T25" fmla="*/ 805 h 1216"/>
                  <a:gd name="T26" fmla="*/ 281 w 1280"/>
                  <a:gd name="T27" fmla="*/ 805 h 1216"/>
                  <a:gd name="T28" fmla="*/ 258 w 1280"/>
                  <a:gd name="T29" fmla="*/ 783 h 1216"/>
                  <a:gd name="T30" fmla="*/ 258 w 1280"/>
                  <a:gd name="T31" fmla="*/ 782 h 1216"/>
                  <a:gd name="T32" fmla="*/ 258 w 1280"/>
                  <a:gd name="T33" fmla="*/ 777 h 1216"/>
                  <a:gd name="T34" fmla="*/ 378 w 1280"/>
                  <a:gd name="T35" fmla="*/ 204 h 1216"/>
                  <a:gd name="T36" fmla="*/ 413 w 1280"/>
                  <a:gd name="T37" fmla="*/ 176 h 1216"/>
                  <a:gd name="T38" fmla="*/ 502 w 1280"/>
                  <a:gd name="T39" fmla="*/ 176 h 1216"/>
                  <a:gd name="T40" fmla="*/ 502 w 1280"/>
                  <a:gd name="T41" fmla="*/ 176 h 1216"/>
                  <a:gd name="T42" fmla="*/ 509 w 1280"/>
                  <a:gd name="T43" fmla="*/ 143 h 1216"/>
                  <a:gd name="T44" fmla="*/ 509 w 1280"/>
                  <a:gd name="T45" fmla="*/ 141 h 1216"/>
                  <a:gd name="T46" fmla="*/ 509 w 1280"/>
                  <a:gd name="T47" fmla="*/ 141 h 1216"/>
                  <a:gd name="T48" fmla="*/ 515 w 1280"/>
                  <a:gd name="T49" fmla="*/ 130 h 1216"/>
                  <a:gd name="T50" fmla="*/ 516 w 1280"/>
                  <a:gd name="T51" fmla="*/ 128 h 1216"/>
                  <a:gd name="T52" fmla="*/ 517 w 1280"/>
                  <a:gd name="T53" fmla="*/ 128 h 1216"/>
                  <a:gd name="T54" fmla="*/ 517 w 1280"/>
                  <a:gd name="T55" fmla="*/ 127 h 1216"/>
                  <a:gd name="T56" fmla="*/ 518 w 1280"/>
                  <a:gd name="T57" fmla="*/ 127 h 1216"/>
                  <a:gd name="T58" fmla="*/ 518 w 1280"/>
                  <a:gd name="T59" fmla="*/ 127 h 1216"/>
                  <a:gd name="T60" fmla="*/ 518 w 1280"/>
                  <a:gd name="T61" fmla="*/ 126 h 1216"/>
                  <a:gd name="T62" fmla="*/ 518 w 1280"/>
                  <a:gd name="T63" fmla="*/ 126 h 1216"/>
                  <a:gd name="T64" fmla="*/ 532 w 1280"/>
                  <a:gd name="T65" fmla="*/ 117 h 1216"/>
                  <a:gd name="T66" fmla="*/ 532 w 1280"/>
                  <a:gd name="T67" fmla="*/ 117 h 1216"/>
                  <a:gd name="T68" fmla="*/ 532 w 1280"/>
                  <a:gd name="T69" fmla="*/ 117 h 1216"/>
                  <a:gd name="T70" fmla="*/ 543 w 1280"/>
                  <a:gd name="T71" fmla="*/ 115 h 1216"/>
                  <a:gd name="T72" fmla="*/ 543 w 1280"/>
                  <a:gd name="T73" fmla="*/ 115 h 1216"/>
                  <a:gd name="T74" fmla="*/ 555 w 1280"/>
                  <a:gd name="T75" fmla="*/ 115 h 1216"/>
                  <a:gd name="T76" fmla="*/ 557 w 1280"/>
                  <a:gd name="T77" fmla="*/ 115 h 1216"/>
                  <a:gd name="T78" fmla="*/ 557 w 1280"/>
                  <a:gd name="T79" fmla="*/ 0 h 1216"/>
                  <a:gd name="T80" fmla="*/ 555 w 1280"/>
                  <a:gd name="T81" fmla="*/ 0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280" h="1216">
                    <a:moveTo>
                      <a:pt x="555" y="0"/>
                    </a:moveTo>
                    <a:cubicBezTo>
                      <a:pt x="475" y="0"/>
                      <a:pt x="475" y="0"/>
                      <a:pt x="475" y="0"/>
                    </a:cubicBezTo>
                    <a:cubicBezTo>
                      <a:pt x="435" y="0"/>
                      <a:pt x="395" y="3"/>
                      <a:pt x="357" y="9"/>
                    </a:cubicBezTo>
                    <a:cubicBezTo>
                      <a:pt x="161" y="42"/>
                      <a:pt x="0" y="165"/>
                      <a:pt x="0" y="447"/>
                    </a:cubicBezTo>
                    <a:cubicBezTo>
                      <a:pt x="0" y="730"/>
                      <a:pt x="239" y="1072"/>
                      <a:pt x="616" y="1181"/>
                    </a:cubicBezTo>
                    <a:cubicBezTo>
                      <a:pt x="694" y="1204"/>
                      <a:pt x="778" y="1216"/>
                      <a:pt x="867" y="1216"/>
                    </a:cubicBezTo>
                    <a:cubicBezTo>
                      <a:pt x="872" y="1216"/>
                      <a:pt x="872" y="1216"/>
                      <a:pt x="872" y="1216"/>
                    </a:cubicBezTo>
                    <a:cubicBezTo>
                      <a:pt x="1019" y="1216"/>
                      <a:pt x="1157" y="1180"/>
                      <a:pt x="1280" y="1117"/>
                    </a:cubicBezTo>
                    <a:cubicBezTo>
                      <a:pt x="1190" y="1142"/>
                      <a:pt x="1108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728" y="1153"/>
                      <a:pt x="552" y="970"/>
                      <a:pt x="552" y="805"/>
                    </a:cubicBezTo>
                    <a:cubicBezTo>
                      <a:pt x="403" y="805"/>
                      <a:pt x="403" y="805"/>
                      <a:pt x="403" y="805"/>
                    </a:cubicBezTo>
                    <a:cubicBezTo>
                      <a:pt x="281" y="805"/>
                      <a:pt x="281" y="805"/>
                      <a:pt x="281" y="805"/>
                    </a:cubicBezTo>
                    <a:cubicBezTo>
                      <a:pt x="268" y="805"/>
                      <a:pt x="258" y="796"/>
                      <a:pt x="258" y="783"/>
                    </a:cubicBezTo>
                    <a:cubicBezTo>
                      <a:pt x="258" y="782"/>
                      <a:pt x="258" y="782"/>
                      <a:pt x="258" y="782"/>
                    </a:cubicBezTo>
                    <a:cubicBezTo>
                      <a:pt x="258" y="777"/>
                      <a:pt x="258" y="777"/>
                      <a:pt x="258" y="777"/>
                    </a:cubicBezTo>
                    <a:cubicBezTo>
                      <a:pt x="378" y="204"/>
                      <a:pt x="378" y="204"/>
                      <a:pt x="378" y="204"/>
                    </a:cubicBezTo>
                    <a:cubicBezTo>
                      <a:pt x="381" y="189"/>
                      <a:pt x="397" y="176"/>
                      <a:pt x="413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9" y="143"/>
                      <a:pt x="509" y="143"/>
                      <a:pt x="509" y="143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15" y="130"/>
                      <a:pt x="515" y="130"/>
                      <a:pt x="515" y="130"/>
                    </a:cubicBezTo>
                    <a:cubicBezTo>
                      <a:pt x="516" y="128"/>
                      <a:pt x="516" y="128"/>
                      <a:pt x="516" y="128"/>
                    </a:cubicBezTo>
                    <a:cubicBezTo>
                      <a:pt x="517" y="128"/>
                      <a:pt x="517" y="128"/>
                      <a:pt x="517" y="128"/>
                    </a:cubicBezTo>
                    <a:cubicBezTo>
                      <a:pt x="517" y="127"/>
                      <a:pt x="517" y="127"/>
                      <a:pt x="517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55" y="115"/>
                      <a:pt x="555" y="115"/>
                      <a:pt x="555" y="115"/>
                    </a:cubicBezTo>
                    <a:cubicBezTo>
                      <a:pt x="557" y="115"/>
                      <a:pt x="557" y="115"/>
                      <a:pt x="557" y="115"/>
                    </a:cubicBezTo>
                    <a:cubicBezTo>
                      <a:pt x="557" y="0"/>
                      <a:pt x="557" y="0"/>
                      <a:pt x="557" y="0"/>
                    </a:cubicBezTo>
                    <a:lnTo>
                      <a:pt x="555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60" name="Freeform 8"/>
              <p:cNvSpPr>
                <a:spLocks noSelect="1"/>
              </p:cNvSpPr>
              <p:nvPr userDrawn="1"/>
            </p:nvSpPr>
            <p:spPr bwMode="gray">
              <a:xfrm>
                <a:off x="1077595" y="429895"/>
                <a:ext cx="386715" cy="414020"/>
              </a:xfrm>
              <a:custGeom>
                <a:avLst/>
                <a:gdLst>
                  <a:gd name="T0" fmla="*/ 770 w 1219"/>
                  <a:gd name="T1" fmla="*/ 928 h 1304"/>
                  <a:gd name="T2" fmla="*/ 350 w 1219"/>
                  <a:gd name="T3" fmla="*/ 929 h 1304"/>
                  <a:gd name="T4" fmla="*/ 38 w 1219"/>
                  <a:gd name="T5" fmla="*/ 955 h 1304"/>
                  <a:gd name="T6" fmla="*/ 30 w 1219"/>
                  <a:gd name="T7" fmla="*/ 956 h 1304"/>
                  <a:gd name="T8" fmla="*/ 481 w 1219"/>
                  <a:gd name="T9" fmla="*/ 1304 h 1304"/>
                  <a:gd name="T10" fmla="*/ 734 w 1219"/>
                  <a:gd name="T11" fmla="*/ 1265 h 1304"/>
                  <a:gd name="T12" fmla="*/ 744 w 1219"/>
                  <a:gd name="T13" fmla="*/ 1259 h 1304"/>
                  <a:gd name="T14" fmla="*/ 755 w 1219"/>
                  <a:gd name="T15" fmla="*/ 1253 h 1304"/>
                  <a:gd name="T16" fmla="*/ 765 w 1219"/>
                  <a:gd name="T17" fmla="*/ 1247 h 1304"/>
                  <a:gd name="T18" fmla="*/ 776 w 1219"/>
                  <a:gd name="T19" fmla="*/ 1241 h 1304"/>
                  <a:gd name="T20" fmla="*/ 786 w 1219"/>
                  <a:gd name="T21" fmla="*/ 1235 h 1304"/>
                  <a:gd name="T22" fmla="*/ 797 w 1219"/>
                  <a:gd name="T23" fmla="*/ 1228 h 1304"/>
                  <a:gd name="T24" fmla="*/ 806 w 1219"/>
                  <a:gd name="T25" fmla="*/ 1222 h 1304"/>
                  <a:gd name="T26" fmla="*/ 816 w 1219"/>
                  <a:gd name="T27" fmla="*/ 1215 h 1304"/>
                  <a:gd name="T28" fmla="*/ 826 w 1219"/>
                  <a:gd name="T29" fmla="*/ 1209 h 1304"/>
                  <a:gd name="T30" fmla="*/ 836 w 1219"/>
                  <a:gd name="T31" fmla="*/ 1202 h 1304"/>
                  <a:gd name="T32" fmla="*/ 846 w 1219"/>
                  <a:gd name="T33" fmla="*/ 1195 h 1304"/>
                  <a:gd name="T34" fmla="*/ 856 w 1219"/>
                  <a:gd name="T35" fmla="*/ 1188 h 1304"/>
                  <a:gd name="T36" fmla="*/ 870 w 1219"/>
                  <a:gd name="T37" fmla="*/ 1177 h 1304"/>
                  <a:gd name="T38" fmla="*/ 879 w 1219"/>
                  <a:gd name="T39" fmla="*/ 1169 h 1304"/>
                  <a:gd name="T40" fmla="*/ 898 w 1219"/>
                  <a:gd name="T41" fmla="*/ 1154 h 1304"/>
                  <a:gd name="T42" fmla="*/ 942 w 1219"/>
                  <a:gd name="T43" fmla="*/ 1114 h 1304"/>
                  <a:gd name="T44" fmla="*/ 955 w 1219"/>
                  <a:gd name="T45" fmla="*/ 1101 h 1304"/>
                  <a:gd name="T46" fmla="*/ 964 w 1219"/>
                  <a:gd name="T47" fmla="*/ 1092 h 1304"/>
                  <a:gd name="T48" fmla="*/ 972 w 1219"/>
                  <a:gd name="T49" fmla="*/ 1084 h 1304"/>
                  <a:gd name="T50" fmla="*/ 981 w 1219"/>
                  <a:gd name="T51" fmla="*/ 1075 h 1304"/>
                  <a:gd name="T52" fmla="*/ 990 w 1219"/>
                  <a:gd name="T53" fmla="*/ 1064 h 1304"/>
                  <a:gd name="T54" fmla="*/ 1206 w 1219"/>
                  <a:gd name="T55" fmla="*/ 617 h 1304"/>
                  <a:gd name="T56" fmla="*/ 1207 w 1219"/>
                  <a:gd name="T57" fmla="*/ 609 h 1304"/>
                  <a:gd name="T58" fmla="*/ 1209 w 1219"/>
                  <a:gd name="T59" fmla="*/ 594 h 1304"/>
                  <a:gd name="T60" fmla="*/ 1211 w 1219"/>
                  <a:gd name="T61" fmla="*/ 585 h 1304"/>
                  <a:gd name="T62" fmla="*/ 1212 w 1219"/>
                  <a:gd name="T63" fmla="*/ 570 h 1304"/>
                  <a:gd name="T64" fmla="*/ 1213 w 1219"/>
                  <a:gd name="T65" fmla="*/ 561 h 1304"/>
                  <a:gd name="T66" fmla="*/ 1215 w 1219"/>
                  <a:gd name="T67" fmla="*/ 551 h 1304"/>
                  <a:gd name="T68" fmla="*/ 1215 w 1219"/>
                  <a:gd name="T69" fmla="*/ 542 h 1304"/>
                  <a:gd name="T70" fmla="*/ 1216 w 1219"/>
                  <a:gd name="T71" fmla="*/ 532 h 1304"/>
                  <a:gd name="T72" fmla="*/ 1217 w 1219"/>
                  <a:gd name="T73" fmla="*/ 522 h 1304"/>
                  <a:gd name="T74" fmla="*/ 1217 w 1219"/>
                  <a:gd name="T75" fmla="*/ 513 h 1304"/>
                  <a:gd name="T76" fmla="*/ 1218 w 1219"/>
                  <a:gd name="T77" fmla="*/ 502 h 1304"/>
                  <a:gd name="T78" fmla="*/ 1218 w 1219"/>
                  <a:gd name="T79" fmla="*/ 493 h 1304"/>
                  <a:gd name="T80" fmla="*/ 1218 w 1219"/>
                  <a:gd name="T81" fmla="*/ 483 h 1304"/>
                  <a:gd name="T82" fmla="*/ 1219 w 1219"/>
                  <a:gd name="T83" fmla="*/ 473 h 1304"/>
                  <a:gd name="T84" fmla="*/ 1219 w 1219"/>
                  <a:gd name="T85" fmla="*/ 459 h 1304"/>
                  <a:gd name="T86" fmla="*/ 1218 w 1219"/>
                  <a:gd name="T87" fmla="*/ 447 h 1304"/>
                  <a:gd name="T88" fmla="*/ 1218 w 1219"/>
                  <a:gd name="T89" fmla="*/ 436 h 1304"/>
                  <a:gd name="T90" fmla="*/ 1218 w 1219"/>
                  <a:gd name="T91" fmla="*/ 424 h 1304"/>
                  <a:gd name="T92" fmla="*/ 1217 w 1219"/>
                  <a:gd name="T93" fmla="*/ 413 h 1304"/>
                  <a:gd name="T94" fmla="*/ 1216 w 1219"/>
                  <a:gd name="T95" fmla="*/ 402 h 1304"/>
                  <a:gd name="T96" fmla="*/ 1216 w 1219"/>
                  <a:gd name="T97" fmla="*/ 391 h 1304"/>
                  <a:gd name="T98" fmla="*/ 1215 w 1219"/>
                  <a:gd name="T99" fmla="*/ 380 h 1304"/>
                  <a:gd name="T100" fmla="*/ 1214 w 1219"/>
                  <a:gd name="T101" fmla="*/ 369 h 1304"/>
                  <a:gd name="T102" fmla="*/ 1212 w 1219"/>
                  <a:gd name="T103" fmla="*/ 353 h 1304"/>
                  <a:gd name="T104" fmla="*/ 1210 w 1219"/>
                  <a:gd name="T105" fmla="*/ 342 h 1304"/>
                  <a:gd name="T106" fmla="*/ 1209 w 1219"/>
                  <a:gd name="T107" fmla="*/ 331 h 1304"/>
                  <a:gd name="T108" fmla="*/ 1207 w 1219"/>
                  <a:gd name="T109" fmla="*/ 320 h 1304"/>
                  <a:gd name="T110" fmla="*/ 1193 w 1219"/>
                  <a:gd name="T111" fmla="*/ 248 h 1304"/>
                  <a:gd name="T112" fmla="*/ 1187 w 1219"/>
                  <a:gd name="T113" fmla="*/ 226 h 1304"/>
                  <a:gd name="T114" fmla="*/ 1184 w 1219"/>
                  <a:gd name="T115" fmla="*/ 215 h 1304"/>
                  <a:gd name="T116" fmla="*/ 1181 w 1219"/>
                  <a:gd name="T117" fmla="*/ 204 h 1304"/>
                  <a:gd name="T118" fmla="*/ 1177 w 1219"/>
                  <a:gd name="T119" fmla="*/ 193 h 1304"/>
                  <a:gd name="T120" fmla="*/ 1174 w 1219"/>
                  <a:gd name="T121" fmla="*/ 182 h 1304"/>
                  <a:gd name="T122" fmla="*/ 1090 w 1219"/>
                  <a:gd name="T123" fmla="*/ 0 h 1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219" h="1304">
                    <a:moveTo>
                      <a:pt x="1126" y="206"/>
                    </a:moveTo>
                    <a:cubicBezTo>
                      <a:pt x="1126" y="329"/>
                      <a:pt x="1089" y="447"/>
                      <a:pt x="1016" y="537"/>
                    </a:cubicBezTo>
                    <a:cubicBezTo>
                      <a:pt x="972" y="592"/>
                      <a:pt x="902" y="646"/>
                      <a:pt x="820" y="685"/>
                    </a:cubicBezTo>
                    <a:cubicBezTo>
                      <a:pt x="770" y="928"/>
                      <a:pt x="770" y="928"/>
                      <a:pt x="770" y="928"/>
                    </a:cubicBezTo>
                    <a:cubicBezTo>
                      <a:pt x="767" y="943"/>
                      <a:pt x="751" y="956"/>
                      <a:pt x="736" y="956"/>
                    </a:cubicBezTo>
                    <a:cubicBezTo>
                      <a:pt x="493" y="956"/>
                      <a:pt x="493" y="956"/>
                      <a:pt x="493" y="956"/>
                    </a:cubicBezTo>
                    <a:cubicBezTo>
                      <a:pt x="399" y="956"/>
                      <a:pt x="399" y="956"/>
                      <a:pt x="399" y="956"/>
                    </a:cubicBezTo>
                    <a:cubicBezTo>
                      <a:pt x="381" y="956"/>
                      <a:pt x="359" y="944"/>
                      <a:pt x="350" y="929"/>
                    </a:cubicBezTo>
                    <a:cubicBezTo>
                      <a:pt x="131" y="590"/>
                      <a:pt x="131" y="590"/>
                      <a:pt x="131" y="590"/>
                    </a:cubicBezTo>
                    <a:cubicBezTo>
                      <a:pt x="63" y="929"/>
                      <a:pt x="63" y="929"/>
                      <a:pt x="63" y="929"/>
                    </a:cubicBezTo>
                    <a:cubicBezTo>
                      <a:pt x="60" y="941"/>
                      <a:pt x="50" y="951"/>
                      <a:pt x="38" y="955"/>
                    </a:cubicBezTo>
                    <a:cubicBezTo>
                      <a:pt x="38" y="955"/>
                      <a:pt x="38" y="955"/>
                      <a:pt x="38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0" y="956"/>
                      <a:pt x="30" y="956"/>
                      <a:pt x="30" y="956"/>
                    </a:cubicBezTo>
                    <a:cubicBezTo>
                      <a:pt x="29" y="956"/>
                      <a:pt x="29" y="956"/>
                      <a:pt x="29" y="956"/>
                    </a:cubicBezTo>
                    <a:cubicBezTo>
                      <a:pt x="0" y="956"/>
                      <a:pt x="0" y="956"/>
                      <a:pt x="0" y="956"/>
                    </a:cubicBezTo>
                    <a:cubicBezTo>
                      <a:pt x="0" y="1121"/>
                      <a:pt x="176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556" y="1304"/>
                      <a:pt x="638" y="1293"/>
                      <a:pt x="728" y="1268"/>
                    </a:cubicBezTo>
                    <a:cubicBezTo>
                      <a:pt x="732" y="1265"/>
                      <a:pt x="732" y="1265"/>
                      <a:pt x="732" y="1265"/>
                    </a:cubicBezTo>
                    <a:cubicBezTo>
                      <a:pt x="734" y="1265"/>
                      <a:pt x="734" y="1265"/>
                      <a:pt x="734" y="1265"/>
                    </a:cubicBezTo>
                    <a:cubicBezTo>
                      <a:pt x="738" y="1262"/>
                      <a:pt x="738" y="1262"/>
                      <a:pt x="738" y="1262"/>
                    </a:cubicBezTo>
                    <a:cubicBezTo>
                      <a:pt x="739" y="1262"/>
                      <a:pt x="739" y="1262"/>
                      <a:pt x="739" y="1262"/>
                    </a:cubicBezTo>
                    <a:cubicBezTo>
                      <a:pt x="743" y="1260"/>
                      <a:pt x="743" y="1260"/>
                      <a:pt x="743" y="1260"/>
                    </a:cubicBezTo>
                    <a:cubicBezTo>
                      <a:pt x="744" y="1259"/>
                      <a:pt x="744" y="1259"/>
                      <a:pt x="744" y="1259"/>
                    </a:cubicBezTo>
                    <a:cubicBezTo>
                      <a:pt x="749" y="1257"/>
                      <a:pt x="749" y="1257"/>
                      <a:pt x="749" y="1257"/>
                    </a:cubicBezTo>
                    <a:cubicBezTo>
                      <a:pt x="750" y="1256"/>
                      <a:pt x="750" y="1256"/>
                      <a:pt x="750" y="1256"/>
                    </a:cubicBezTo>
                    <a:cubicBezTo>
                      <a:pt x="754" y="1254"/>
                      <a:pt x="754" y="1254"/>
                      <a:pt x="754" y="1254"/>
                    </a:cubicBezTo>
                    <a:cubicBezTo>
                      <a:pt x="755" y="1253"/>
                      <a:pt x="755" y="1253"/>
                      <a:pt x="755" y="1253"/>
                    </a:cubicBezTo>
                    <a:cubicBezTo>
                      <a:pt x="759" y="1251"/>
                      <a:pt x="759" y="1251"/>
                      <a:pt x="759" y="1251"/>
                    </a:cubicBezTo>
                    <a:cubicBezTo>
                      <a:pt x="760" y="1250"/>
                      <a:pt x="760" y="1250"/>
                      <a:pt x="760" y="1250"/>
                    </a:cubicBezTo>
                    <a:cubicBezTo>
                      <a:pt x="765" y="1248"/>
                      <a:pt x="765" y="1248"/>
                      <a:pt x="765" y="1248"/>
                    </a:cubicBezTo>
                    <a:cubicBezTo>
                      <a:pt x="765" y="1247"/>
                      <a:pt x="765" y="1247"/>
                      <a:pt x="765" y="1247"/>
                    </a:cubicBezTo>
                    <a:cubicBezTo>
                      <a:pt x="769" y="1245"/>
                      <a:pt x="769" y="1245"/>
                      <a:pt x="769" y="1245"/>
                    </a:cubicBezTo>
                    <a:cubicBezTo>
                      <a:pt x="771" y="1244"/>
                      <a:pt x="771" y="1244"/>
                      <a:pt x="771" y="1244"/>
                    </a:cubicBezTo>
                    <a:cubicBezTo>
                      <a:pt x="775" y="1242"/>
                      <a:pt x="775" y="1242"/>
                      <a:pt x="775" y="1242"/>
                    </a:cubicBezTo>
                    <a:cubicBezTo>
                      <a:pt x="776" y="1241"/>
                      <a:pt x="776" y="1241"/>
                      <a:pt x="776" y="1241"/>
                    </a:cubicBezTo>
                    <a:cubicBezTo>
                      <a:pt x="780" y="1239"/>
                      <a:pt x="780" y="1239"/>
                      <a:pt x="780" y="1239"/>
                    </a:cubicBezTo>
                    <a:cubicBezTo>
                      <a:pt x="781" y="1238"/>
                      <a:pt x="781" y="1238"/>
                      <a:pt x="781" y="1238"/>
                    </a:cubicBezTo>
                    <a:cubicBezTo>
                      <a:pt x="785" y="1236"/>
                      <a:pt x="785" y="1236"/>
                      <a:pt x="785" y="1236"/>
                    </a:cubicBezTo>
                    <a:cubicBezTo>
                      <a:pt x="786" y="1235"/>
                      <a:pt x="786" y="1235"/>
                      <a:pt x="786" y="1235"/>
                    </a:cubicBezTo>
                    <a:cubicBezTo>
                      <a:pt x="790" y="1232"/>
                      <a:pt x="790" y="1232"/>
                      <a:pt x="790" y="1232"/>
                    </a:cubicBezTo>
                    <a:cubicBezTo>
                      <a:pt x="791" y="1232"/>
                      <a:pt x="791" y="1232"/>
                      <a:pt x="791" y="1232"/>
                    </a:cubicBezTo>
                    <a:cubicBezTo>
                      <a:pt x="795" y="1229"/>
                      <a:pt x="795" y="1229"/>
                      <a:pt x="795" y="1229"/>
                    </a:cubicBezTo>
                    <a:cubicBezTo>
                      <a:pt x="797" y="1228"/>
                      <a:pt x="797" y="1228"/>
                      <a:pt x="797" y="1228"/>
                    </a:cubicBezTo>
                    <a:cubicBezTo>
                      <a:pt x="801" y="1226"/>
                      <a:pt x="801" y="1226"/>
                      <a:pt x="801" y="1226"/>
                    </a:cubicBezTo>
                    <a:cubicBezTo>
                      <a:pt x="802" y="1225"/>
                      <a:pt x="802" y="1225"/>
                      <a:pt x="802" y="1225"/>
                    </a:cubicBezTo>
                    <a:cubicBezTo>
                      <a:pt x="805" y="1223"/>
                      <a:pt x="805" y="1223"/>
                      <a:pt x="805" y="1223"/>
                    </a:cubicBezTo>
                    <a:cubicBezTo>
                      <a:pt x="806" y="1222"/>
                      <a:pt x="806" y="1222"/>
                      <a:pt x="806" y="1222"/>
                    </a:cubicBezTo>
                    <a:cubicBezTo>
                      <a:pt x="811" y="1219"/>
                      <a:pt x="811" y="1219"/>
                      <a:pt x="811" y="1219"/>
                    </a:cubicBezTo>
                    <a:cubicBezTo>
                      <a:pt x="812" y="1219"/>
                      <a:pt x="812" y="1219"/>
                      <a:pt x="812" y="1219"/>
                    </a:cubicBezTo>
                    <a:cubicBezTo>
                      <a:pt x="815" y="1216"/>
                      <a:pt x="815" y="1216"/>
                      <a:pt x="815" y="1216"/>
                    </a:cubicBezTo>
                    <a:cubicBezTo>
                      <a:pt x="816" y="1215"/>
                      <a:pt x="816" y="1215"/>
                      <a:pt x="816" y="1215"/>
                    </a:cubicBezTo>
                    <a:cubicBezTo>
                      <a:pt x="821" y="1213"/>
                      <a:pt x="821" y="1213"/>
                      <a:pt x="821" y="1213"/>
                    </a:cubicBezTo>
                    <a:cubicBezTo>
                      <a:pt x="822" y="1212"/>
                      <a:pt x="822" y="1212"/>
                      <a:pt x="822" y="1212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31" y="1206"/>
                      <a:pt x="831" y="1206"/>
                      <a:pt x="831" y="1206"/>
                    </a:cubicBezTo>
                    <a:cubicBezTo>
                      <a:pt x="831" y="1205"/>
                      <a:pt x="831" y="1205"/>
                      <a:pt x="831" y="1205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40" y="1199"/>
                      <a:pt x="840" y="1199"/>
                      <a:pt x="840" y="1199"/>
                    </a:cubicBezTo>
                    <a:cubicBezTo>
                      <a:pt x="841" y="1198"/>
                      <a:pt x="841" y="1198"/>
                      <a:pt x="841" y="1198"/>
                    </a:cubicBezTo>
                    <a:cubicBezTo>
                      <a:pt x="845" y="1195"/>
                      <a:pt x="845" y="1195"/>
                      <a:pt x="845" y="1195"/>
                    </a:cubicBezTo>
                    <a:cubicBezTo>
                      <a:pt x="846" y="1195"/>
                      <a:pt x="846" y="1195"/>
                      <a:pt x="846" y="1195"/>
                    </a:cubicBezTo>
                    <a:cubicBezTo>
                      <a:pt x="850" y="1192"/>
                      <a:pt x="850" y="1192"/>
                      <a:pt x="850" y="1192"/>
                    </a:cubicBezTo>
                    <a:cubicBezTo>
                      <a:pt x="851" y="1191"/>
                      <a:pt x="851" y="1191"/>
                      <a:pt x="851" y="1191"/>
                    </a:cubicBezTo>
                    <a:cubicBezTo>
                      <a:pt x="855" y="1188"/>
                      <a:pt x="855" y="1188"/>
                      <a:pt x="855" y="1188"/>
                    </a:cubicBezTo>
                    <a:cubicBezTo>
                      <a:pt x="856" y="1188"/>
                      <a:pt x="856" y="1188"/>
                      <a:pt x="856" y="1188"/>
                    </a:cubicBezTo>
                    <a:cubicBezTo>
                      <a:pt x="865" y="1181"/>
                      <a:pt x="865" y="1181"/>
                      <a:pt x="865" y="1181"/>
                    </a:cubicBezTo>
                    <a:cubicBezTo>
                      <a:pt x="865" y="1180"/>
                      <a:pt x="865" y="1180"/>
                      <a:pt x="865" y="1180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4" y="1173"/>
                      <a:pt x="874" y="1173"/>
                      <a:pt x="874" y="1173"/>
                    </a:cubicBezTo>
                    <a:cubicBezTo>
                      <a:pt x="875" y="1173"/>
                      <a:pt x="875" y="1173"/>
                      <a:pt x="875" y="1173"/>
                    </a:cubicBezTo>
                    <a:cubicBezTo>
                      <a:pt x="879" y="1170"/>
                      <a:pt x="879" y="1170"/>
                      <a:pt x="879" y="1170"/>
                    </a:cubicBezTo>
                    <a:cubicBezTo>
                      <a:pt x="879" y="1169"/>
                      <a:pt x="879" y="1169"/>
                      <a:pt x="879" y="1169"/>
                    </a:cubicBezTo>
                    <a:cubicBezTo>
                      <a:pt x="888" y="1162"/>
                      <a:pt x="888" y="1162"/>
                      <a:pt x="888" y="1162"/>
                    </a:cubicBezTo>
                    <a:cubicBezTo>
                      <a:pt x="889" y="1162"/>
                      <a:pt x="889" y="1162"/>
                      <a:pt x="889" y="1162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911" y="1143"/>
                      <a:pt x="911" y="1143"/>
                      <a:pt x="911" y="1143"/>
                    </a:cubicBezTo>
                    <a:cubicBezTo>
                      <a:pt x="911" y="1142"/>
                      <a:pt x="911" y="1142"/>
                      <a:pt x="911" y="1142"/>
                    </a:cubicBezTo>
                    <a:cubicBezTo>
                      <a:pt x="922" y="1133"/>
                      <a:pt x="932" y="1124"/>
                      <a:pt x="942" y="1114"/>
                    </a:cubicBezTo>
                    <a:cubicBezTo>
                      <a:pt x="942" y="1114"/>
                      <a:pt x="942" y="1114"/>
                      <a:pt x="942" y="1114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9" y="1097"/>
                      <a:pt x="959" y="1097"/>
                      <a:pt x="959" y="1097"/>
                    </a:cubicBezTo>
                    <a:cubicBezTo>
                      <a:pt x="960" y="1097"/>
                      <a:pt x="960" y="1097"/>
                      <a:pt x="960" y="1097"/>
                    </a:cubicBezTo>
                    <a:cubicBezTo>
                      <a:pt x="963" y="1093"/>
                      <a:pt x="963" y="1093"/>
                      <a:pt x="963" y="1093"/>
                    </a:cubicBezTo>
                    <a:cubicBezTo>
                      <a:pt x="964" y="1092"/>
                      <a:pt x="964" y="1092"/>
                      <a:pt x="964" y="1092"/>
                    </a:cubicBezTo>
                    <a:cubicBezTo>
                      <a:pt x="967" y="1089"/>
                      <a:pt x="967" y="1089"/>
                      <a:pt x="967" y="1089"/>
                    </a:cubicBezTo>
                    <a:cubicBezTo>
                      <a:pt x="968" y="1088"/>
                      <a:pt x="968" y="1088"/>
                      <a:pt x="968" y="1088"/>
                    </a:cubicBezTo>
                    <a:cubicBezTo>
                      <a:pt x="971" y="1085"/>
                      <a:pt x="971" y="1085"/>
                      <a:pt x="971" y="1085"/>
                    </a:cubicBezTo>
                    <a:cubicBezTo>
                      <a:pt x="972" y="1084"/>
                      <a:pt x="972" y="1084"/>
                      <a:pt x="972" y="1084"/>
                    </a:cubicBezTo>
                    <a:cubicBezTo>
                      <a:pt x="976" y="1080"/>
                      <a:pt x="976" y="1080"/>
                      <a:pt x="976" y="1080"/>
                    </a:cubicBezTo>
                    <a:cubicBezTo>
                      <a:pt x="977" y="1079"/>
                      <a:pt x="977" y="1079"/>
                      <a:pt x="977" y="1079"/>
                    </a:cubicBezTo>
                    <a:cubicBezTo>
                      <a:pt x="979" y="1076"/>
                      <a:pt x="979" y="1076"/>
                      <a:pt x="979" y="1076"/>
                    </a:cubicBezTo>
                    <a:cubicBezTo>
                      <a:pt x="981" y="1075"/>
                      <a:pt x="981" y="1075"/>
                      <a:pt x="981" y="1075"/>
                    </a:cubicBezTo>
                    <a:cubicBezTo>
                      <a:pt x="984" y="1072"/>
                      <a:pt x="984" y="1072"/>
                      <a:pt x="984" y="1072"/>
                    </a:cubicBezTo>
                    <a:cubicBezTo>
                      <a:pt x="985" y="1070"/>
                      <a:pt x="985" y="1070"/>
                      <a:pt x="985" y="1070"/>
                    </a:cubicBezTo>
                    <a:cubicBezTo>
                      <a:pt x="987" y="1068"/>
                      <a:pt x="987" y="1068"/>
                      <a:pt x="987" y="1068"/>
                    </a:cubicBezTo>
                    <a:cubicBezTo>
                      <a:pt x="990" y="1064"/>
                      <a:pt x="990" y="1064"/>
                      <a:pt x="990" y="1064"/>
                    </a:cubicBezTo>
                    <a:cubicBezTo>
                      <a:pt x="991" y="1063"/>
                      <a:pt x="991" y="1063"/>
                      <a:pt x="991" y="1063"/>
                    </a:cubicBezTo>
                    <a:cubicBezTo>
                      <a:pt x="994" y="1061"/>
                      <a:pt x="994" y="1061"/>
                      <a:pt x="994" y="1061"/>
                    </a:cubicBezTo>
                    <a:cubicBezTo>
                      <a:pt x="994" y="1060"/>
                      <a:pt x="994" y="1060"/>
                      <a:pt x="994" y="1060"/>
                    </a:cubicBezTo>
                    <a:cubicBezTo>
                      <a:pt x="1102" y="937"/>
                      <a:pt x="1177" y="785"/>
                      <a:pt x="1206" y="617"/>
                    </a:cubicBezTo>
                    <a:cubicBezTo>
                      <a:pt x="1206" y="617"/>
                      <a:pt x="1206" y="617"/>
                      <a:pt x="1206" y="617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4"/>
                      <a:pt x="1209" y="594"/>
                      <a:pt x="1209" y="594"/>
                    </a:cubicBezTo>
                    <a:cubicBezTo>
                      <a:pt x="1210" y="593"/>
                      <a:pt x="1210" y="593"/>
                      <a:pt x="1210" y="593"/>
                    </a:cubicBezTo>
                    <a:cubicBezTo>
                      <a:pt x="1210" y="589"/>
                      <a:pt x="1210" y="589"/>
                      <a:pt x="1210" y="589"/>
                    </a:cubicBezTo>
                    <a:cubicBezTo>
                      <a:pt x="1210" y="588"/>
                      <a:pt x="1210" y="588"/>
                      <a:pt x="1210" y="588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2" y="574"/>
                      <a:pt x="1212" y="574"/>
                      <a:pt x="1212" y="574"/>
                    </a:cubicBezTo>
                    <a:cubicBezTo>
                      <a:pt x="1212" y="573"/>
                      <a:pt x="1212" y="573"/>
                      <a:pt x="1212" y="573"/>
                    </a:cubicBezTo>
                    <a:cubicBezTo>
                      <a:pt x="1212" y="570"/>
                      <a:pt x="1212" y="570"/>
                      <a:pt x="1212" y="570"/>
                    </a:cubicBezTo>
                    <a:cubicBezTo>
                      <a:pt x="1213" y="568"/>
                      <a:pt x="1213" y="568"/>
                      <a:pt x="1213" y="568"/>
                    </a:cubicBezTo>
                    <a:cubicBezTo>
                      <a:pt x="1213" y="566"/>
                      <a:pt x="1213" y="566"/>
                      <a:pt x="1213" y="566"/>
                    </a:cubicBezTo>
                    <a:cubicBezTo>
                      <a:pt x="1213" y="564"/>
                      <a:pt x="1213" y="564"/>
                      <a:pt x="1213" y="564"/>
                    </a:cubicBezTo>
                    <a:cubicBezTo>
                      <a:pt x="1213" y="561"/>
                      <a:pt x="1213" y="561"/>
                      <a:pt x="1213" y="561"/>
                    </a:cubicBezTo>
                    <a:cubicBezTo>
                      <a:pt x="1214" y="560"/>
                      <a:pt x="1214" y="560"/>
                      <a:pt x="1214" y="560"/>
                    </a:cubicBezTo>
                    <a:cubicBezTo>
                      <a:pt x="1214" y="555"/>
                      <a:pt x="1214" y="555"/>
                      <a:pt x="1214" y="555"/>
                    </a:cubicBezTo>
                    <a:cubicBezTo>
                      <a:pt x="1214" y="553"/>
                      <a:pt x="1214" y="553"/>
                      <a:pt x="1214" y="553"/>
                    </a:cubicBezTo>
                    <a:cubicBezTo>
                      <a:pt x="1215" y="551"/>
                      <a:pt x="1215" y="551"/>
                      <a:pt x="1215" y="551"/>
                    </a:cubicBezTo>
                    <a:cubicBezTo>
                      <a:pt x="1215" y="549"/>
                      <a:pt x="1215" y="549"/>
                      <a:pt x="1215" y="549"/>
                    </a:cubicBezTo>
                    <a:cubicBezTo>
                      <a:pt x="1215" y="546"/>
                      <a:pt x="1215" y="546"/>
                      <a:pt x="1215" y="546"/>
                    </a:cubicBezTo>
                    <a:cubicBezTo>
                      <a:pt x="1215" y="544"/>
                      <a:pt x="1215" y="544"/>
                      <a:pt x="1215" y="544"/>
                    </a:cubicBezTo>
                    <a:cubicBezTo>
                      <a:pt x="1215" y="542"/>
                      <a:pt x="1215" y="542"/>
                      <a:pt x="1215" y="542"/>
                    </a:cubicBezTo>
                    <a:cubicBezTo>
                      <a:pt x="1215" y="540"/>
                      <a:pt x="1215" y="540"/>
                      <a:pt x="1215" y="540"/>
                    </a:cubicBezTo>
                    <a:cubicBezTo>
                      <a:pt x="1216" y="537"/>
                      <a:pt x="1216" y="537"/>
                      <a:pt x="1216" y="537"/>
                    </a:cubicBezTo>
                    <a:cubicBezTo>
                      <a:pt x="1216" y="534"/>
                      <a:pt x="1216" y="534"/>
                      <a:pt x="1216" y="534"/>
                    </a:cubicBezTo>
                    <a:cubicBezTo>
                      <a:pt x="1216" y="532"/>
                      <a:pt x="1216" y="532"/>
                      <a:pt x="1216" y="532"/>
                    </a:cubicBezTo>
                    <a:cubicBezTo>
                      <a:pt x="1216" y="529"/>
                      <a:pt x="1216" y="529"/>
                      <a:pt x="1216" y="529"/>
                    </a:cubicBezTo>
                    <a:cubicBezTo>
                      <a:pt x="1216" y="527"/>
                      <a:pt x="1216" y="527"/>
                      <a:pt x="1216" y="527"/>
                    </a:cubicBezTo>
                    <a:cubicBezTo>
                      <a:pt x="1217" y="524"/>
                      <a:pt x="1217" y="524"/>
                      <a:pt x="1217" y="524"/>
                    </a:cubicBezTo>
                    <a:cubicBezTo>
                      <a:pt x="1217" y="522"/>
                      <a:pt x="1217" y="522"/>
                      <a:pt x="1217" y="522"/>
                    </a:cubicBezTo>
                    <a:cubicBezTo>
                      <a:pt x="1217" y="520"/>
                      <a:pt x="1217" y="520"/>
                      <a:pt x="1217" y="520"/>
                    </a:cubicBezTo>
                    <a:cubicBezTo>
                      <a:pt x="1217" y="518"/>
                      <a:pt x="1217" y="518"/>
                      <a:pt x="1217" y="518"/>
                    </a:cubicBezTo>
                    <a:cubicBezTo>
                      <a:pt x="1217" y="515"/>
                      <a:pt x="1217" y="515"/>
                      <a:pt x="1217" y="515"/>
                    </a:cubicBezTo>
                    <a:cubicBezTo>
                      <a:pt x="1217" y="513"/>
                      <a:pt x="1217" y="513"/>
                      <a:pt x="1217" y="513"/>
                    </a:cubicBezTo>
                    <a:cubicBezTo>
                      <a:pt x="1218" y="509"/>
                      <a:pt x="1218" y="509"/>
                      <a:pt x="1218" y="509"/>
                    </a:cubicBezTo>
                    <a:cubicBezTo>
                      <a:pt x="1218" y="507"/>
                      <a:pt x="1218" y="507"/>
                      <a:pt x="1218" y="507"/>
                    </a:cubicBezTo>
                    <a:cubicBezTo>
                      <a:pt x="1218" y="504"/>
                      <a:pt x="1218" y="504"/>
                      <a:pt x="1218" y="504"/>
                    </a:cubicBezTo>
                    <a:cubicBezTo>
                      <a:pt x="1218" y="502"/>
                      <a:pt x="1218" y="502"/>
                      <a:pt x="1218" y="502"/>
                    </a:cubicBezTo>
                    <a:cubicBezTo>
                      <a:pt x="1218" y="500"/>
                      <a:pt x="1218" y="500"/>
                      <a:pt x="1218" y="500"/>
                    </a:cubicBezTo>
                    <a:cubicBezTo>
                      <a:pt x="1218" y="498"/>
                      <a:pt x="1218" y="498"/>
                      <a:pt x="1218" y="498"/>
                    </a:cubicBezTo>
                    <a:cubicBezTo>
                      <a:pt x="1218" y="495"/>
                      <a:pt x="1218" y="495"/>
                      <a:pt x="1218" y="495"/>
                    </a:cubicBezTo>
                    <a:cubicBezTo>
                      <a:pt x="1218" y="493"/>
                      <a:pt x="1218" y="493"/>
                      <a:pt x="1218" y="493"/>
                    </a:cubicBezTo>
                    <a:cubicBezTo>
                      <a:pt x="1218" y="490"/>
                      <a:pt x="1218" y="490"/>
                      <a:pt x="1218" y="490"/>
                    </a:cubicBezTo>
                    <a:cubicBezTo>
                      <a:pt x="1218" y="489"/>
                      <a:pt x="1218" y="489"/>
                      <a:pt x="1218" y="489"/>
                    </a:cubicBezTo>
                    <a:cubicBezTo>
                      <a:pt x="1218" y="484"/>
                      <a:pt x="1218" y="484"/>
                      <a:pt x="1218" y="484"/>
                    </a:cubicBezTo>
                    <a:cubicBezTo>
                      <a:pt x="1218" y="483"/>
                      <a:pt x="1218" y="483"/>
                      <a:pt x="1218" y="483"/>
                    </a:cubicBezTo>
                    <a:cubicBezTo>
                      <a:pt x="1218" y="480"/>
                      <a:pt x="1218" y="480"/>
                      <a:pt x="1218" y="480"/>
                    </a:cubicBezTo>
                    <a:cubicBezTo>
                      <a:pt x="1219" y="478"/>
                      <a:pt x="1219" y="478"/>
                      <a:pt x="1219" y="478"/>
                    </a:cubicBezTo>
                    <a:cubicBezTo>
                      <a:pt x="1219" y="475"/>
                      <a:pt x="1219" y="475"/>
                      <a:pt x="1219" y="475"/>
                    </a:cubicBezTo>
                    <a:cubicBezTo>
                      <a:pt x="1219" y="473"/>
                      <a:pt x="1219" y="473"/>
                      <a:pt x="1219" y="473"/>
                    </a:cubicBezTo>
                    <a:cubicBezTo>
                      <a:pt x="1219" y="470"/>
                      <a:pt x="1219" y="470"/>
                      <a:pt x="1219" y="470"/>
                    </a:cubicBezTo>
                    <a:cubicBezTo>
                      <a:pt x="1219" y="469"/>
                      <a:pt x="1219" y="469"/>
                      <a:pt x="1219" y="469"/>
                    </a:cubicBezTo>
                    <a:cubicBezTo>
                      <a:pt x="1219" y="464"/>
                      <a:pt x="1219" y="464"/>
                      <a:pt x="1219" y="464"/>
                    </a:cubicBezTo>
                    <a:cubicBezTo>
                      <a:pt x="1219" y="459"/>
                      <a:pt x="1219" y="459"/>
                      <a:pt x="1219" y="459"/>
                    </a:cubicBezTo>
                    <a:cubicBezTo>
                      <a:pt x="1219" y="458"/>
                      <a:pt x="1219" y="458"/>
                      <a:pt x="1219" y="458"/>
                    </a:cubicBezTo>
                    <a:cubicBezTo>
                      <a:pt x="1219" y="453"/>
                      <a:pt x="1219" y="453"/>
                      <a:pt x="1219" y="453"/>
                    </a:cubicBezTo>
                    <a:cubicBezTo>
                      <a:pt x="1219" y="452"/>
                      <a:pt x="1219" y="452"/>
                      <a:pt x="1219" y="452"/>
                    </a:cubicBezTo>
                    <a:cubicBezTo>
                      <a:pt x="1218" y="447"/>
                      <a:pt x="1218" y="447"/>
                      <a:pt x="1218" y="447"/>
                    </a:cubicBezTo>
                    <a:cubicBezTo>
                      <a:pt x="1218" y="446"/>
                      <a:pt x="1218" y="446"/>
                      <a:pt x="1218" y="446"/>
                    </a:cubicBezTo>
                    <a:cubicBezTo>
                      <a:pt x="1218" y="442"/>
                      <a:pt x="1218" y="442"/>
                      <a:pt x="1218" y="442"/>
                    </a:cubicBezTo>
                    <a:cubicBezTo>
                      <a:pt x="1218" y="441"/>
                      <a:pt x="1218" y="441"/>
                      <a:pt x="1218" y="441"/>
                    </a:cubicBezTo>
                    <a:cubicBezTo>
                      <a:pt x="1218" y="436"/>
                      <a:pt x="1218" y="436"/>
                      <a:pt x="1218" y="436"/>
                    </a:cubicBezTo>
                    <a:cubicBezTo>
                      <a:pt x="1218" y="434"/>
                      <a:pt x="1218" y="434"/>
                      <a:pt x="1218" y="434"/>
                    </a:cubicBezTo>
                    <a:cubicBezTo>
                      <a:pt x="1218" y="430"/>
                      <a:pt x="1218" y="430"/>
                      <a:pt x="1218" y="430"/>
                    </a:cubicBezTo>
                    <a:cubicBezTo>
                      <a:pt x="1218" y="429"/>
                      <a:pt x="1218" y="429"/>
                      <a:pt x="1218" y="429"/>
                    </a:cubicBezTo>
                    <a:cubicBezTo>
                      <a:pt x="1218" y="424"/>
                      <a:pt x="1218" y="424"/>
                      <a:pt x="1218" y="424"/>
                    </a:cubicBezTo>
                    <a:cubicBezTo>
                      <a:pt x="1218" y="423"/>
                      <a:pt x="1218" y="423"/>
                      <a:pt x="1218" y="423"/>
                    </a:cubicBezTo>
                    <a:cubicBezTo>
                      <a:pt x="1217" y="419"/>
                      <a:pt x="1217" y="419"/>
                      <a:pt x="1217" y="419"/>
                    </a:cubicBezTo>
                    <a:cubicBezTo>
                      <a:pt x="1217" y="417"/>
                      <a:pt x="1217" y="417"/>
                      <a:pt x="1217" y="417"/>
                    </a:cubicBezTo>
                    <a:cubicBezTo>
                      <a:pt x="1217" y="413"/>
                      <a:pt x="1217" y="413"/>
                      <a:pt x="1217" y="413"/>
                    </a:cubicBezTo>
                    <a:cubicBezTo>
                      <a:pt x="1217" y="411"/>
                      <a:pt x="1217" y="411"/>
                      <a:pt x="1217" y="411"/>
                    </a:cubicBezTo>
                    <a:cubicBezTo>
                      <a:pt x="1217" y="408"/>
                      <a:pt x="1217" y="408"/>
                      <a:pt x="1217" y="408"/>
                    </a:cubicBezTo>
                    <a:cubicBezTo>
                      <a:pt x="1217" y="406"/>
                      <a:pt x="1217" y="406"/>
                      <a:pt x="1217" y="406"/>
                    </a:cubicBezTo>
                    <a:cubicBezTo>
                      <a:pt x="1216" y="402"/>
                      <a:pt x="1216" y="402"/>
                      <a:pt x="1216" y="402"/>
                    </a:cubicBezTo>
                    <a:cubicBezTo>
                      <a:pt x="1216" y="400"/>
                      <a:pt x="1216" y="400"/>
                      <a:pt x="1216" y="400"/>
                    </a:cubicBezTo>
                    <a:cubicBezTo>
                      <a:pt x="1216" y="396"/>
                      <a:pt x="1216" y="396"/>
                      <a:pt x="1216" y="396"/>
                    </a:cubicBezTo>
                    <a:cubicBezTo>
                      <a:pt x="1216" y="394"/>
                      <a:pt x="1216" y="394"/>
                      <a:pt x="1216" y="394"/>
                    </a:cubicBezTo>
                    <a:cubicBezTo>
                      <a:pt x="1216" y="391"/>
                      <a:pt x="1216" y="391"/>
                      <a:pt x="1216" y="391"/>
                    </a:cubicBezTo>
                    <a:cubicBezTo>
                      <a:pt x="1215" y="388"/>
                      <a:pt x="1215" y="388"/>
                      <a:pt x="1215" y="388"/>
                    </a:cubicBezTo>
                    <a:cubicBezTo>
                      <a:pt x="1215" y="385"/>
                      <a:pt x="1215" y="385"/>
                      <a:pt x="1215" y="385"/>
                    </a:cubicBezTo>
                    <a:cubicBezTo>
                      <a:pt x="1215" y="383"/>
                      <a:pt x="1215" y="383"/>
                      <a:pt x="1215" y="383"/>
                    </a:cubicBezTo>
                    <a:cubicBezTo>
                      <a:pt x="1215" y="380"/>
                      <a:pt x="1215" y="380"/>
                      <a:pt x="1215" y="380"/>
                    </a:cubicBezTo>
                    <a:cubicBezTo>
                      <a:pt x="1214" y="377"/>
                      <a:pt x="1214" y="377"/>
                      <a:pt x="1214" y="377"/>
                    </a:cubicBezTo>
                    <a:cubicBezTo>
                      <a:pt x="1214" y="374"/>
                      <a:pt x="1214" y="374"/>
                      <a:pt x="1214" y="374"/>
                    </a:cubicBezTo>
                    <a:cubicBezTo>
                      <a:pt x="1214" y="371"/>
                      <a:pt x="1214" y="371"/>
                      <a:pt x="1214" y="371"/>
                    </a:cubicBezTo>
                    <a:cubicBezTo>
                      <a:pt x="1214" y="369"/>
                      <a:pt x="1214" y="369"/>
                      <a:pt x="1214" y="369"/>
                    </a:cubicBezTo>
                    <a:cubicBezTo>
                      <a:pt x="1213" y="359"/>
                      <a:pt x="1213" y="359"/>
                      <a:pt x="1213" y="359"/>
                    </a:cubicBezTo>
                    <a:cubicBezTo>
                      <a:pt x="1212" y="358"/>
                      <a:pt x="1212" y="358"/>
                      <a:pt x="1212" y="358"/>
                    </a:cubicBezTo>
                    <a:cubicBezTo>
                      <a:pt x="1212" y="355"/>
                      <a:pt x="1212" y="355"/>
                      <a:pt x="1212" y="355"/>
                    </a:cubicBezTo>
                    <a:cubicBezTo>
                      <a:pt x="1212" y="353"/>
                      <a:pt x="1212" y="353"/>
                      <a:pt x="1212" y="353"/>
                    </a:cubicBezTo>
                    <a:cubicBezTo>
                      <a:pt x="1211" y="348"/>
                      <a:pt x="1211" y="348"/>
                      <a:pt x="1211" y="348"/>
                    </a:cubicBezTo>
                    <a:cubicBezTo>
                      <a:pt x="1211" y="346"/>
                      <a:pt x="1211" y="346"/>
                      <a:pt x="1211" y="346"/>
                    </a:cubicBezTo>
                    <a:cubicBezTo>
                      <a:pt x="1211" y="343"/>
                      <a:pt x="1211" y="343"/>
                      <a:pt x="1211" y="343"/>
                    </a:cubicBezTo>
                    <a:cubicBezTo>
                      <a:pt x="1210" y="342"/>
                      <a:pt x="1210" y="342"/>
                      <a:pt x="1210" y="342"/>
                    </a:cubicBezTo>
                    <a:cubicBezTo>
                      <a:pt x="1210" y="336"/>
                      <a:pt x="1210" y="336"/>
                      <a:pt x="1210" y="336"/>
                    </a:cubicBezTo>
                    <a:cubicBezTo>
                      <a:pt x="1209" y="335"/>
                      <a:pt x="1209" y="335"/>
                      <a:pt x="1209" y="335"/>
                    </a:cubicBezTo>
                    <a:cubicBezTo>
                      <a:pt x="1209" y="332"/>
                      <a:pt x="1209" y="332"/>
                      <a:pt x="1209" y="332"/>
                    </a:cubicBezTo>
                    <a:cubicBezTo>
                      <a:pt x="1209" y="331"/>
                      <a:pt x="1209" y="331"/>
                      <a:pt x="1209" y="331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5" y="309"/>
                      <a:pt x="1205" y="309"/>
                      <a:pt x="1205" y="309"/>
                    </a:cubicBezTo>
                    <a:cubicBezTo>
                      <a:pt x="1205" y="308"/>
                      <a:pt x="1205" y="308"/>
                      <a:pt x="1205" y="308"/>
                    </a:cubicBezTo>
                    <a:cubicBezTo>
                      <a:pt x="1202" y="288"/>
                      <a:pt x="1198" y="269"/>
                      <a:pt x="1193" y="249"/>
                    </a:cubicBezTo>
                    <a:cubicBezTo>
                      <a:pt x="1193" y="248"/>
                      <a:pt x="1193" y="248"/>
                      <a:pt x="1193" y="248"/>
                    </a:cubicBezTo>
                    <a:cubicBezTo>
                      <a:pt x="1190" y="238"/>
                      <a:pt x="1190" y="238"/>
                      <a:pt x="1190" y="238"/>
                    </a:cubicBezTo>
                    <a:cubicBezTo>
                      <a:pt x="1190" y="237"/>
                      <a:pt x="1190" y="237"/>
                      <a:pt x="1190" y="237"/>
                    </a:cubicBezTo>
                    <a:cubicBezTo>
                      <a:pt x="1187" y="228"/>
                      <a:pt x="1187" y="228"/>
                      <a:pt x="1187" y="228"/>
                    </a:cubicBezTo>
                    <a:cubicBezTo>
                      <a:pt x="1187" y="226"/>
                      <a:pt x="1187" y="226"/>
                      <a:pt x="1187" y="226"/>
                    </a:cubicBezTo>
                    <a:cubicBezTo>
                      <a:pt x="1186" y="223"/>
                      <a:pt x="1186" y="223"/>
                      <a:pt x="1186" y="223"/>
                    </a:cubicBezTo>
                    <a:cubicBezTo>
                      <a:pt x="1186" y="221"/>
                      <a:pt x="1186" y="221"/>
                      <a:pt x="1186" y="221"/>
                    </a:cubicBezTo>
                    <a:cubicBezTo>
                      <a:pt x="1184" y="217"/>
                      <a:pt x="1184" y="217"/>
                      <a:pt x="1184" y="217"/>
                    </a:cubicBezTo>
                    <a:cubicBezTo>
                      <a:pt x="1184" y="215"/>
                      <a:pt x="1184" y="215"/>
                      <a:pt x="1184" y="215"/>
                    </a:cubicBezTo>
                    <a:cubicBezTo>
                      <a:pt x="1183" y="213"/>
                      <a:pt x="1183" y="213"/>
                      <a:pt x="1183" y="213"/>
                    </a:cubicBezTo>
                    <a:cubicBezTo>
                      <a:pt x="1182" y="210"/>
                      <a:pt x="1182" y="210"/>
                      <a:pt x="1182" y="210"/>
                    </a:cubicBezTo>
                    <a:cubicBezTo>
                      <a:pt x="1181" y="207"/>
                      <a:pt x="1181" y="207"/>
                      <a:pt x="1181" y="207"/>
                    </a:cubicBezTo>
                    <a:cubicBezTo>
                      <a:pt x="1181" y="204"/>
                      <a:pt x="1181" y="204"/>
                      <a:pt x="1181" y="204"/>
                    </a:cubicBezTo>
                    <a:cubicBezTo>
                      <a:pt x="1180" y="202"/>
                      <a:pt x="1180" y="202"/>
                      <a:pt x="1180" y="202"/>
                    </a:cubicBezTo>
                    <a:cubicBezTo>
                      <a:pt x="1179" y="199"/>
                      <a:pt x="1179" y="199"/>
                      <a:pt x="1179" y="199"/>
                    </a:cubicBezTo>
                    <a:cubicBezTo>
                      <a:pt x="1179" y="198"/>
                      <a:pt x="1179" y="198"/>
                      <a:pt x="1179" y="198"/>
                    </a:cubicBezTo>
                    <a:cubicBezTo>
                      <a:pt x="1177" y="193"/>
                      <a:pt x="1177" y="193"/>
                      <a:pt x="1177" y="193"/>
                    </a:cubicBezTo>
                    <a:cubicBezTo>
                      <a:pt x="1177" y="192"/>
                      <a:pt x="1177" y="192"/>
                      <a:pt x="1177" y="192"/>
                    </a:cubicBezTo>
                    <a:cubicBezTo>
                      <a:pt x="1176" y="188"/>
                      <a:pt x="1176" y="188"/>
                      <a:pt x="1176" y="188"/>
                    </a:cubicBezTo>
                    <a:cubicBezTo>
                      <a:pt x="1175" y="187"/>
                      <a:pt x="1175" y="187"/>
                      <a:pt x="1175" y="187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66" y="160"/>
                      <a:pt x="1158" y="137"/>
                      <a:pt x="1149" y="116"/>
                    </a:cubicBezTo>
                    <a:cubicBezTo>
                      <a:pt x="1144" y="103"/>
                      <a:pt x="1138" y="91"/>
                      <a:pt x="1132" y="79"/>
                    </a:cubicBezTo>
                    <a:cubicBezTo>
                      <a:pt x="1120" y="52"/>
                      <a:pt x="1106" y="26"/>
                      <a:pt x="1090" y="0"/>
                    </a:cubicBezTo>
                    <a:cubicBezTo>
                      <a:pt x="1115" y="67"/>
                      <a:pt x="1126" y="137"/>
                      <a:pt x="1126" y="206"/>
                    </a:cubicBezTo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61" name="Freeform 9"/>
              <p:cNvSpPr>
                <a:spLocks noSelect="1"/>
              </p:cNvSpPr>
              <p:nvPr userDrawn="1"/>
            </p:nvSpPr>
            <p:spPr bwMode="gray">
              <a:xfrm>
                <a:off x="1118870" y="583565"/>
                <a:ext cx="114935" cy="149860"/>
              </a:xfrm>
              <a:custGeom>
                <a:avLst/>
                <a:gdLst>
                  <a:gd name="T0" fmla="*/ 0 w 362"/>
                  <a:gd name="T1" fmla="*/ 106 h 472"/>
                  <a:gd name="T2" fmla="*/ 219 w 362"/>
                  <a:gd name="T3" fmla="*/ 445 h 472"/>
                  <a:gd name="T4" fmla="*/ 268 w 362"/>
                  <a:gd name="T5" fmla="*/ 472 h 472"/>
                  <a:gd name="T6" fmla="*/ 362 w 362"/>
                  <a:gd name="T7" fmla="*/ 472 h 472"/>
                  <a:gd name="T8" fmla="*/ 319 w 362"/>
                  <a:gd name="T9" fmla="*/ 448 h 472"/>
                  <a:gd name="T10" fmla="*/ 22 w 362"/>
                  <a:gd name="T11" fmla="*/ 0 h 472"/>
                  <a:gd name="T12" fmla="*/ 0 w 362"/>
                  <a:gd name="T13" fmla="*/ 106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2" h="472">
                    <a:moveTo>
                      <a:pt x="0" y="106"/>
                    </a:moveTo>
                    <a:cubicBezTo>
                      <a:pt x="219" y="445"/>
                      <a:pt x="219" y="445"/>
                      <a:pt x="219" y="445"/>
                    </a:cubicBezTo>
                    <a:cubicBezTo>
                      <a:pt x="228" y="460"/>
                      <a:pt x="250" y="472"/>
                      <a:pt x="268" y="472"/>
                    </a:cubicBezTo>
                    <a:cubicBezTo>
                      <a:pt x="362" y="472"/>
                      <a:pt x="362" y="472"/>
                      <a:pt x="362" y="472"/>
                    </a:cubicBezTo>
                    <a:cubicBezTo>
                      <a:pt x="347" y="472"/>
                      <a:pt x="327" y="461"/>
                      <a:pt x="319" y="448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0" y="106"/>
                    </a:lnTo>
                    <a:close/>
                  </a:path>
                </a:pathLst>
              </a:cu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62" name="Freeform 10"/>
              <p:cNvSpPr>
                <a:spLocks noSelect="1"/>
              </p:cNvSpPr>
              <p:nvPr userDrawn="1"/>
            </p:nvSpPr>
            <p:spPr bwMode="gray">
              <a:xfrm>
                <a:off x="949325" y="290830"/>
                <a:ext cx="277495" cy="120015"/>
              </a:xfrm>
              <a:custGeom>
                <a:avLst/>
                <a:gdLst>
                  <a:gd name="T0" fmla="*/ 27 w 874"/>
                  <a:gd name="T1" fmla="*/ 323 h 378"/>
                  <a:gd name="T2" fmla="*/ 1 w 874"/>
                  <a:gd name="T3" fmla="*/ 366 h 378"/>
                  <a:gd name="T4" fmla="*/ 1 w 874"/>
                  <a:gd name="T5" fmla="*/ 367 h 378"/>
                  <a:gd name="T6" fmla="*/ 1 w 874"/>
                  <a:gd name="T7" fmla="*/ 367 h 378"/>
                  <a:gd name="T8" fmla="*/ 30 w 874"/>
                  <a:gd name="T9" fmla="*/ 378 h 378"/>
                  <a:gd name="T10" fmla="*/ 410 w 874"/>
                  <a:gd name="T11" fmla="*/ 378 h 378"/>
                  <a:gd name="T12" fmla="*/ 400 w 874"/>
                  <a:gd name="T13" fmla="*/ 293 h 378"/>
                  <a:gd name="T14" fmla="*/ 439 w 874"/>
                  <a:gd name="T15" fmla="*/ 165 h 378"/>
                  <a:gd name="T16" fmla="*/ 471 w 874"/>
                  <a:gd name="T17" fmla="*/ 129 h 378"/>
                  <a:gd name="T18" fmla="*/ 820 w 874"/>
                  <a:gd name="T19" fmla="*/ 11 h 378"/>
                  <a:gd name="T20" fmla="*/ 838 w 874"/>
                  <a:gd name="T21" fmla="*/ 12 h 378"/>
                  <a:gd name="T22" fmla="*/ 874 w 874"/>
                  <a:gd name="T23" fmla="*/ 13 h 378"/>
                  <a:gd name="T24" fmla="*/ 728 w 874"/>
                  <a:gd name="T25" fmla="*/ 0 h 378"/>
                  <a:gd name="T26" fmla="*/ 719 w 874"/>
                  <a:gd name="T27" fmla="*/ 0 h 378"/>
                  <a:gd name="T28" fmla="*/ 27 w 874"/>
                  <a:gd name="T29" fmla="*/ 323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4" h="378">
                    <a:moveTo>
                      <a:pt x="27" y="323"/>
                    </a:moveTo>
                    <a:cubicBezTo>
                      <a:pt x="10" y="343"/>
                      <a:pt x="0" y="357"/>
                      <a:pt x="1" y="366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2" y="375"/>
                      <a:pt x="11" y="378"/>
                      <a:pt x="30" y="378"/>
                    </a:cubicBezTo>
                    <a:cubicBezTo>
                      <a:pt x="410" y="378"/>
                      <a:pt x="410" y="378"/>
                      <a:pt x="410" y="378"/>
                    </a:cubicBezTo>
                    <a:cubicBezTo>
                      <a:pt x="404" y="349"/>
                      <a:pt x="400" y="320"/>
                      <a:pt x="400" y="293"/>
                    </a:cubicBezTo>
                    <a:cubicBezTo>
                      <a:pt x="400" y="244"/>
                      <a:pt x="412" y="200"/>
                      <a:pt x="439" y="165"/>
                    </a:cubicBezTo>
                    <a:cubicBezTo>
                      <a:pt x="449" y="152"/>
                      <a:pt x="460" y="140"/>
                      <a:pt x="471" y="129"/>
                    </a:cubicBezTo>
                    <a:cubicBezTo>
                      <a:pt x="555" y="49"/>
                      <a:pt x="683" y="11"/>
                      <a:pt x="820" y="11"/>
                    </a:cubicBezTo>
                    <a:cubicBezTo>
                      <a:pt x="826" y="11"/>
                      <a:pt x="832" y="11"/>
                      <a:pt x="838" y="12"/>
                    </a:cubicBezTo>
                    <a:cubicBezTo>
                      <a:pt x="850" y="12"/>
                      <a:pt x="862" y="12"/>
                      <a:pt x="874" y="13"/>
                    </a:cubicBezTo>
                    <a:cubicBezTo>
                      <a:pt x="827" y="5"/>
                      <a:pt x="778" y="0"/>
                      <a:pt x="728" y="0"/>
                    </a:cubicBezTo>
                    <a:cubicBezTo>
                      <a:pt x="719" y="0"/>
                      <a:pt x="719" y="0"/>
                      <a:pt x="719" y="0"/>
                    </a:cubicBezTo>
                    <a:cubicBezTo>
                      <a:pt x="441" y="0"/>
                      <a:pt x="192" y="125"/>
                      <a:pt x="27" y="323"/>
                    </a:cubicBezTo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63" name="Freeform 11"/>
              <p:cNvSpPr>
                <a:spLocks noSelect="1"/>
              </p:cNvSpPr>
              <p:nvPr userDrawn="1"/>
            </p:nvSpPr>
            <p:spPr bwMode="gray">
              <a:xfrm>
                <a:off x="1076325" y="294005"/>
                <a:ext cx="358775" cy="353695"/>
              </a:xfrm>
              <a:custGeom>
                <a:avLst/>
                <a:gdLst>
                  <a:gd name="T0" fmla="*/ 0 w 1130"/>
                  <a:gd name="T1" fmla="*/ 282 h 1113"/>
                  <a:gd name="T2" fmla="*/ 738 w 1130"/>
                  <a:gd name="T3" fmla="*/ 375 h 1113"/>
                  <a:gd name="T4" fmla="*/ 910 w 1130"/>
                  <a:gd name="T5" fmla="*/ 637 h 1113"/>
                  <a:gd name="T6" fmla="*/ 913 w 1130"/>
                  <a:gd name="T7" fmla="*/ 645 h 1113"/>
                  <a:gd name="T8" fmla="*/ 824 w 1130"/>
                  <a:gd name="T9" fmla="*/ 1113 h 1113"/>
                  <a:gd name="T10" fmla="*/ 1094 w 1130"/>
                  <a:gd name="T11" fmla="*/ 428 h 1113"/>
                  <a:gd name="T12" fmla="*/ 1044 w 1130"/>
                  <a:gd name="T13" fmla="*/ 353 h 1113"/>
                  <a:gd name="T14" fmla="*/ 1040 w 1130"/>
                  <a:gd name="T15" fmla="*/ 348 h 1113"/>
                  <a:gd name="T16" fmla="*/ 1034 w 1130"/>
                  <a:gd name="T17" fmla="*/ 339 h 1113"/>
                  <a:gd name="T18" fmla="*/ 1030 w 1130"/>
                  <a:gd name="T19" fmla="*/ 334 h 1113"/>
                  <a:gd name="T20" fmla="*/ 1007 w 1130"/>
                  <a:gd name="T21" fmla="*/ 306 h 1113"/>
                  <a:gd name="T22" fmla="*/ 1003 w 1130"/>
                  <a:gd name="T23" fmla="*/ 301 h 1113"/>
                  <a:gd name="T24" fmla="*/ 995 w 1130"/>
                  <a:gd name="T25" fmla="*/ 293 h 1113"/>
                  <a:gd name="T26" fmla="*/ 974 w 1130"/>
                  <a:gd name="T27" fmla="*/ 270 h 1113"/>
                  <a:gd name="T28" fmla="*/ 967 w 1130"/>
                  <a:gd name="T29" fmla="*/ 262 h 1113"/>
                  <a:gd name="T30" fmla="*/ 962 w 1130"/>
                  <a:gd name="T31" fmla="*/ 257 h 1113"/>
                  <a:gd name="T32" fmla="*/ 937 w 1130"/>
                  <a:gd name="T33" fmla="*/ 233 h 1113"/>
                  <a:gd name="T34" fmla="*/ 932 w 1130"/>
                  <a:gd name="T35" fmla="*/ 228 h 1113"/>
                  <a:gd name="T36" fmla="*/ 924 w 1130"/>
                  <a:gd name="T37" fmla="*/ 221 h 1113"/>
                  <a:gd name="T38" fmla="*/ 919 w 1130"/>
                  <a:gd name="T39" fmla="*/ 216 h 1113"/>
                  <a:gd name="T40" fmla="*/ 901 w 1130"/>
                  <a:gd name="T41" fmla="*/ 201 h 1113"/>
                  <a:gd name="T42" fmla="*/ 895 w 1130"/>
                  <a:gd name="T43" fmla="*/ 196 h 1113"/>
                  <a:gd name="T44" fmla="*/ 887 w 1130"/>
                  <a:gd name="T45" fmla="*/ 190 h 1113"/>
                  <a:gd name="T46" fmla="*/ 882 w 1130"/>
                  <a:gd name="T47" fmla="*/ 185 h 1113"/>
                  <a:gd name="T48" fmla="*/ 873 w 1130"/>
                  <a:gd name="T49" fmla="*/ 178 h 1113"/>
                  <a:gd name="T50" fmla="*/ 858 w 1130"/>
                  <a:gd name="T51" fmla="*/ 167 h 1113"/>
                  <a:gd name="T52" fmla="*/ 849 w 1130"/>
                  <a:gd name="T53" fmla="*/ 160 h 1113"/>
                  <a:gd name="T54" fmla="*/ 843 w 1130"/>
                  <a:gd name="T55" fmla="*/ 156 h 1113"/>
                  <a:gd name="T56" fmla="*/ 835 w 1130"/>
                  <a:gd name="T57" fmla="*/ 150 h 1113"/>
                  <a:gd name="T58" fmla="*/ 829 w 1130"/>
                  <a:gd name="T59" fmla="*/ 146 h 1113"/>
                  <a:gd name="T60" fmla="*/ 809 w 1130"/>
                  <a:gd name="T61" fmla="*/ 133 h 1113"/>
                  <a:gd name="T62" fmla="*/ 803 w 1130"/>
                  <a:gd name="T63" fmla="*/ 129 h 1113"/>
                  <a:gd name="T64" fmla="*/ 794 w 1130"/>
                  <a:gd name="T65" fmla="*/ 124 h 1113"/>
                  <a:gd name="T66" fmla="*/ 788 w 1130"/>
                  <a:gd name="T67" fmla="*/ 120 h 1113"/>
                  <a:gd name="T68" fmla="*/ 768 w 1130"/>
                  <a:gd name="T69" fmla="*/ 108 h 1113"/>
                  <a:gd name="T70" fmla="*/ 762 w 1130"/>
                  <a:gd name="T71" fmla="*/ 104 h 1113"/>
                  <a:gd name="T72" fmla="*/ 753 w 1130"/>
                  <a:gd name="T73" fmla="*/ 99 h 1113"/>
                  <a:gd name="T74" fmla="*/ 746 w 1130"/>
                  <a:gd name="T75" fmla="*/ 96 h 1113"/>
                  <a:gd name="T76" fmla="*/ 720 w 1130"/>
                  <a:gd name="T77" fmla="*/ 82 h 1113"/>
                  <a:gd name="T78" fmla="*/ 713 w 1130"/>
                  <a:gd name="T79" fmla="*/ 79 h 1113"/>
                  <a:gd name="T80" fmla="*/ 704 w 1130"/>
                  <a:gd name="T81" fmla="*/ 75 h 1113"/>
                  <a:gd name="T82" fmla="*/ 697 w 1130"/>
                  <a:gd name="T83" fmla="*/ 72 h 1113"/>
                  <a:gd name="T84" fmla="*/ 675 w 1130"/>
                  <a:gd name="T85" fmla="*/ 62 h 1113"/>
                  <a:gd name="T86" fmla="*/ 669 w 1130"/>
                  <a:gd name="T87" fmla="*/ 59 h 1113"/>
                  <a:gd name="T88" fmla="*/ 659 w 1130"/>
                  <a:gd name="T89" fmla="*/ 55 h 1113"/>
                  <a:gd name="T90" fmla="*/ 653 w 1130"/>
                  <a:gd name="T91" fmla="*/ 52 h 1113"/>
                  <a:gd name="T92" fmla="*/ 619 w 1130"/>
                  <a:gd name="T93" fmla="*/ 40 h 1113"/>
                  <a:gd name="T94" fmla="*/ 612 w 1130"/>
                  <a:gd name="T95" fmla="*/ 38 h 1113"/>
                  <a:gd name="T96" fmla="*/ 602 w 1130"/>
                  <a:gd name="T97" fmla="*/ 34 h 1113"/>
                  <a:gd name="T98" fmla="*/ 595 w 1130"/>
                  <a:gd name="T99" fmla="*/ 32 h 1113"/>
                  <a:gd name="T100" fmla="*/ 566 w 1130"/>
                  <a:gd name="T101" fmla="*/ 23 h 1113"/>
                  <a:gd name="T102" fmla="*/ 559 w 1130"/>
                  <a:gd name="T103" fmla="*/ 21 h 1113"/>
                  <a:gd name="T104" fmla="*/ 549 w 1130"/>
                  <a:gd name="T105" fmla="*/ 18 h 1113"/>
                  <a:gd name="T106" fmla="*/ 542 w 1130"/>
                  <a:gd name="T107" fmla="*/ 17 h 1113"/>
                  <a:gd name="T108" fmla="*/ 518 w 1130"/>
                  <a:gd name="T109" fmla="*/ 11 h 1113"/>
                  <a:gd name="T110" fmla="*/ 511 w 1130"/>
                  <a:gd name="T111" fmla="*/ 9 h 1113"/>
                  <a:gd name="T112" fmla="*/ 501 w 1130"/>
                  <a:gd name="T113" fmla="*/ 7 h 1113"/>
                  <a:gd name="T114" fmla="*/ 493 w 1130"/>
                  <a:gd name="T115" fmla="*/ 6 h 1113"/>
                  <a:gd name="T116" fmla="*/ 482 w 1130"/>
                  <a:gd name="T117" fmla="*/ 4 h 1113"/>
                  <a:gd name="T118" fmla="*/ 474 w 1130"/>
                  <a:gd name="T119" fmla="*/ 2 h 1113"/>
                  <a:gd name="T120" fmla="*/ 71 w 1130"/>
                  <a:gd name="T121" fmla="*/ 118 h 1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30" h="1113">
                    <a:moveTo>
                      <a:pt x="71" y="118"/>
                    </a:moveTo>
                    <a:cubicBezTo>
                      <a:pt x="60" y="129"/>
                      <a:pt x="49" y="141"/>
                      <a:pt x="39" y="154"/>
                    </a:cubicBezTo>
                    <a:cubicBezTo>
                      <a:pt x="12" y="189"/>
                      <a:pt x="0" y="233"/>
                      <a:pt x="0" y="282"/>
                    </a:cubicBezTo>
                    <a:cubicBezTo>
                      <a:pt x="0" y="309"/>
                      <a:pt x="4" y="338"/>
                      <a:pt x="10" y="367"/>
                    </a:cubicBezTo>
                    <a:cubicBezTo>
                      <a:pt x="712" y="367"/>
                      <a:pt x="712" y="367"/>
                      <a:pt x="712" y="367"/>
                    </a:cubicBezTo>
                    <a:cubicBezTo>
                      <a:pt x="720" y="367"/>
                      <a:pt x="730" y="370"/>
                      <a:pt x="738" y="375"/>
                    </a:cubicBezTo>
                    <a:cubicBezTo>
                      <a:pt x="745" y="380"/>
                      <a:pt x="752" y="385"/>
                      <a:pt x="756" y="391"/>
                    </a:cubicBezTo>
                    <a:cubicBezTo>
                      <a:pt x="904" y="622"/>
                      <a:pt x="904" y="622"/>
                      <a:pt x="904" y="622"/>
                    </a:cubicBezTo>
                    <a:cubicBezTo>
                      <a:pt x="907" y="626"/>
                      <a:pt x="909" y="632"/>
                      <a:pt x="910" y="637"/>
                    </a:cubicBezTo>
                    <a:cubicBezTo>
                      <a:pt x="912" y="644"/>
                      <a:pt x="912" y="644"/>
                      <a:pt x="912" y="644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4" y="652"/>
                      <a:pt x="915" y="660"/>
                      <a:pt x="914" y="666"/>
                    </a:cubicBezTo>
                    <a:cubicBezTo>
                      <a:pt x="914" y="674"/>
                      <a:pt x="914" y="674"/>
                      <a:pt x="914" y="674"/>
                    </a:cubicBezTo>
                    <a:cubicBezTo>
                      <a:pt x="824" y="1113"/>
                      <a:pt x="824" y="1113"/>
                      <a:pt x="824" y="1113"/>
                    </a:cubicBezTo>
                    <a:cubicBezTo>
                      <a:pt x="906" y="1074"/>
                      <a:pt x="976" y="1020"/>
                      <a:pt x="1020" y="965"/>
                    </a:cubicBezTo>
                    <a:cubicBezTo>
                      <a:pt x="1093" y="875"/>
                      <a:pt x="1130" y="757"/>
                      <a:pt x="1130" y="634"/>
                    </a:cubicBezTo>
                    <a:cubicBezTo>
                      <a:pt x="1130" y="565"/>
                      <a:pt x="1119" y="495"/>
                      <a:pt x="1094" y="428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77" y="399"/>
                      <a:pt x="1061" y="376"/>
                      <a:pt x="1044" y="353"/>
                    </a:cubicBezTo>
                    <a:cubicBezTo>
                      <a:pt x="1044" y="353"/>
                      <a:pt x="1044" y="353"/>
                      <a:pt x="1044" y="353"/>
                    </a:cubicBezTo>
                    <a:cubicBezTo>
                      <a:pt x="1041" y="349"/>
                      <a:pt x="1041" y="349"/>
                      <a:pt x="1041" y="349"/>
                    </a:cubicBezTo>
                    <a:cubicBezTo>
                      <a:pt x="1040" y="348"/>
                      <a:pt x="1040" y="348"/>
                      <a:pt x="1040" y="348"/>
                    </a:cubicBezTo>
                    <a:cubicBezTo>
                      <a:pt x="1037" y="344"/>
                      <a:pt x="1037" y="344"/>
                      <a:pt x="1037" y="344"/>
                    </a:cubicBezTo>
                    <a:cubicBezTo>
                      <a:pt x="1037" y="343"/>
                      <a:pt x="1037" y="343"/>
                      <a:pt x="1037" y="343"/>
                    </a:cubicBezTo>
                    <a:cubicBezTo>
                      <a:pt x="1034" y="339"/>
                      <a:pt x="1034" y="339"/>
                      <a:pt x="1034" y="339"/>
                    </a:cubicBezTo>
                    <a:cubicBezTo>
                      <a:pt x="1033" y="338"/>
                      <a:pt x="1033" y="338"/>
                      <a:pt x="1033" y="338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23" y="326"/>
                      <a:pt x="1017" y="318"/>
                      <a:pt x="1011" y="311"/>
                    </a:cubicBezTo>
                    <a:cubicBezTo>
                      <a:pt x="1011" y="311"/>
                      <a:pt x="1011" y="311"/>
                      <a:pt x="1011" y="311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3" y="302"/>
                      <a:pt x="1003" y="302"/>
                      <a:pt x="1003" y="302"/>
                    </a:cubicBezTo>
                    <a:cubicBezTo>
                      <a:pt x="1003" y="301"/>
                      <a:pt x="1003" y="301"/>
                      <a:pt x="1003" y="301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88" y="285"/>
                      <a:pt x="982" y="278"/>
                      <a:pt x="975" y="271"/>
                    </a:cubicBezTo>
                    <a:cubicBezTo>
                      <a:pt x="974" y="270"/>
                      <a:pt x="974" y="270"/>
                      <a:pt x="974" y="270"/>
                    </a:cubicBezTo>
                    <a:cubicBezTo>
                      <a:pt x="971" y="266"/>
                      <a:pt x="971" y="266"/>
                      <a:pt x="971" y="266"/>
                    </a:cubicBezTo>
                    <a:cubicBezTo>
                      <a:pt x="970" y="266"/>
                      <a:pt x="970" y="266"/>
                      <a:pt x="970" y="266"/>
                    </a:cubicBezTo>
                    <a:cubicBezTo>
                      <a:pt x="967" y="262"/>
                      <a:pt x="967" y="262"/>
                      <a:pt x="967" y="262"/>
                    </a:cubicBezTo>
                    <a:cubicBezTo>
                      <a:pt x="966" y="262"/>
                      <a:pt x="966" y="262"/>
                      <a:pt x="966" y="262"/>
                    </a:cubicBezTo>
                    <a:cubicBezTo>
                      <a:pt x="963" y="258"/>
                      <a:pt x="963" y="258"/>
                      <a:pt x="963" y="258"/>
                    </a:cubicBezTo>
                    <a:cubicBezTo>
                      <a:pt x="962" y="257"/>
                      <a:pt x="962" y="257"/>
                      <a:pt x="962" y="257"/>
                    </a:cubicBezTo>
                    <a:cubicBezTo>
                      <a:pt x="958" y="254"/>
                      <a:pt x="958" y="254"/>
                      <a:pt x="958" y="254"/>
                    </a:cubicBezTo>
                    <a:cubicBezTo>
                      <a:pt x="958" y="253"/>
                      <a:pt x="958" y="253"/>
                      <a:pt x="958" y="253"/>
                    </a:cubicBezTo>
                    <a:cubicBezTo>
                      <a:pt x="951" y="246"/>
                      <a:pt x="944" y="239"/>
                      <a:pt x="937" y="233"/>
                    </a:cubicBezTo>
                    <a:cubicBezTo>
                      <a:pt x="936" y="232"/>
                      <a:pt x="936" y="232"/>
                      <a:pt x="936" y="232"/>
                    </a:cubicBezTo>
                    <a:cubicBezTo>
                      <a:pt x="932" y="229"/>
                      <a:pt x="932" y="229"/>
                      <a:pt x="932" y="229"/>
                    </a:cubicBezTo>
                    <a:cubicBezTo>
                      <a:pt x="932" y="228"/>
                      <a:pt x="932" y="228"/>
                      <a:pt x="932" y="228"/>
                    </a:cubicBezTo>
                    <a:cubicBezTo>
                      <a:pt x="928" y="225"/>
                      <a:pt x="928" y="225"/>
                      <a:pt x="928" y="225"/>
                    </a:cubicBezTo>
                    <a:cubicBezTo>
                      <a:pt x="927" y="224"/>
                      <a:pt x="927" y="224"/>
                      <a:pt x="927" y="224"/>
                    </a:cubicBezTo>
                    <a:cubicBezTo>
                      <a:pt x="924" y="221"/>
                      <a:pt x="924" y="221"/>
                      <a:pt x="924" y="221"/>
                    </a:cubicBezTo>
                    <a:cubicBezTo>
                      <a:pt x="923" y="220"/>
                      <a:pt x="923" y="220"/>
                      <a:pt x="923" y="220"/>
                    </a:cubicBezTo>
                    <a:cubicBezTo>
                      <a:pt x="919" y="217"/>
                      <a:pt x="919" y="217"/>
                      <a:pt x="919" y="217"/>
                    </a:cubicBezTo>
                    <a:cubicBezTo>
                      <a:pt x="919" y="216"/>
                      <a:pt x="919" y="216"/>
                      <a:pt x="919" y="216"/>
                    </a:cubicBezTo>
                    <a:cubicBezTo>
                      <a:pt x="914" y="213"/>
                      <a:pt x="914" y="213"/>
                      <a:pt x="914" y="213"/>
                    </a:cubicBezTo>
                    <a:cubicBezTo>
                      <a:pt x="914" y="212"/>
                      <a:pt x="914" y="212"/>
                      <a:pt x="914" y="212"/>
                    </a:cubicBezTo>
                    <a:cubicBezTo>
                      <a:pt x="901" y="201"/>
                      <a:pt x="901" y="201"/>
                      <a:pt x="901" y="201"/>
                    </a:cubicBezTo>
                    <a:cubicBezTo>
                      <a:pt x="900" y="200"/>
                      <a:pt x="900" y="200"/>
                      <a:pt x="900" y="200"/>
                    </a:cubicBezTo>
                    <a:cubicBezTo>
                      <a:pt x="896" y="197"/>
                      <a:pt x="896" y="197"/>
                      <a:pt x="896" y="197"/>
                    </a:cubicBezTo>
                    <a:cubicBezTo>
                      <a:pt x="895" y="196"/>
                      <a:pt x="895" y="196"/>
                      <a:pt x="895" y="196"/>
                    </a:cubicBezTo>
                    <a:cubicBezTo>
                      <a:pt x="892" y="193"/>
                      <a:pt x="892" y="193"/>
                      <a:pt x="892" y="193"/>
                    </a:cubicBezTo>
                    <a:cubicBezTo>
                      <a:pt x="891" y="193"/>
                      <a:pt x="891" y="193"/>
                      <a:pt x="891" y="193"/>
                    </a:cubicBezTo>
                    <a:cubicBezTo>
                      <a:pt x="887" y="190"/>
                      <a:pt x="887" y="190"/>
                      <a:pt x="887" y="190"/>
                    </a:cubicBezTo>
                    <a:cubicBezTo>
                      <a:pt x="886" y="189"/>
                      <a:pt x="886" y="189"/>
                      <a:pt x="886" y="189"/>
                    </a:cubicBezTo>
                    <a:cubicBezTo>
                      <a:pt x="883" y="186"/>
                      <a:pt x="883" y="186"/>
                      <a:pt x="883" y="186"/>
                    </a:cubicBezTo>
                    <a:cubicBezTo>
                      <a:pt x="882" y="185"/>
                      <a:pt x="882" y="185"/>
                      <a:pt x="882" y="185"/>
                    </a:cubicBezTo>
                    <a:cubicBezTo>
                      <a:pt x="878" y="182"/>
                      <a:pt x="878" y="182"/>
                      <a:pt x="878" y="182"/>
                    </a:cubicBezTo>
                    <a:cubicBezTo>
                      <a:pt x="877" y="182"/>
                      <a:pt x="877" y="182"/>
                      <a:pt x="877" y="182"/>
                    </a:cubicBezTo>
                    <a:cubicBezTo>
                      <a:pt x="873" y="178"/>
                      <a:pt x="873" y="178"/>
                      <a:pt x="873" y="178"/>
                    </a:cubicBezTo>
                    <a:cubicBezTo>
                      <a:pt x="872" y="178"/>
                      <a:pt x="872" y="178"/>
                      <a:pt x="872" y="178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4" y="164"/>
                      <a:pt x="854" y="164"/>
                      <a:pt x="854" y="164"/>
                    </a:cubicBezTo>
                    <a:cubicBezTo>
                      <a:pt x="853" y="163"/>
                      <a:pt x="853" y="163"/>
                      <a:pt x="853" y="163"/>
                    </a:cubicBezTo>
                    <a:cubicBezTo>
                      <a:pt x="849" y="160"/>
                      <a:pt x="849" y="160"/>
                      <a:pt x="849" y="160"/>
                    </a:cubicBezTo>
                    <a:cubicBezTo>
                      <a:pt x="848" y="160"/>
                      <a:pt x="848" y="160"/>
                      <a:pt x="848" y="160"/>
                    </a:cubicBezTo>
                    <a:cubicBezTo>
                      <a:pt x="844" y="157"/>
                      <a:pt x="844" y="157"/>
                      <a:pt x="844" y="157"/>
                    </a:cubicBezTo>
                    <a:cubicBezTo>
                      <a:pt x="843" y="156"/>
                      <a:pt x="843" y="156"/>
                      <a:pt x="843" y="156"/>
                    </a:cubicBezTo>
                    <a:cubicBezTo>
                      <a:pt x="839" y="154"/>
                      <a:pt x="839" y="154"/>
                      <a:pt x="839" y="154"/>
                    </a:cubicBezTo>
                    <a:cubicBezTo>
                      <a:pt x="838" y="153"/>
                      <a:pt x="838" y="153"/>
                      <a:pt x="838" y="153"/>
                    </a:cubicBezTo>
                    <a:cubicBezTo>
                      <a:pt x="835" y="150"/>
                      <a:pt x="835" y="150"/>
                      <a:pt x="835" y="150"/>
                    </a:cubicBezTo>
                    <a:cubicBezTo>
                      <a:pt x="833" y="149"/>
                      <a:pt x="833" y="149"/>
                      <a:pt x="833" y="149"/>
                    </a:cubicBezTo>
                    <a:cubicBezTo>
                      <a:pt x="829" y="147"/>
                      <a:pt x="829" y="147"/>
                      <a:pt x="829" y="147"/>
                    </a:cubicBezTo>
                    <a:cubicBezTo>
                      <a:pt x="829" y="146"/>
                      <a:pt x="829" y="146"/>
                      <a:pt x="829" y="146"/>
                    </a:cubicBezTo>
                    <a:cubicBezTo>
                      <a:pt x="814" y="136"/>
                      <a:pt x="814" y="136"/>
                      <a:pt x="814" y="136"/>
                    </a:cubicBezTo>
                    <a:cubicBezTo>
                      <a:pt x="813" y="136"/>
                      <a:pt x="813" y="136"/>
                      <a:pt x="813" y="136"/>
                    </a:cubicBezTo>
                    <a:cubicBezTo>
                      <a:pt x="809" y="133"/>
                      <a:pt x="809" y="133"/>
                      <a:pt x="809" y="133"/>
                    </a:cubicBezTo>
                    <a:cubicBezTo>
                      <a:pt x="808" y="132"/>
                      <a:pt x="808" y="132"/>
                      <a:pt x="808" y="132"/>
                    </a:cubicBezTo>
                    <a:cubicBezTo>
                      <a:pt x="804" y="130"/>
                      <a:pt x="804" y="130"/>
                      <a:pt x="804" y="130"/>
                    </a:cubicBezTo>
                    <a:cubicBezTo>
                      <a:pt x="803" y="129"/>
                      <a:pt x="803" y="129"/>
                      <a:pt x="803" y="129"/>
                    </a:cubicBezTo>
                    <a:cubicBezTo>
                      <a:pt x="799" y="127"/>
                      <a:pt x="799" y="127"/>
                      <a:pt x="799" y="127"/>
                    </a:cubicBezTo>
                    <a:cubicBezTo>
                      <a:pt x="798" y="126"/>
                      <a:pt x="798" y="126"/>
                      <a:pt x="798" y="126"/>
                    </a:cubicBezTo>
                    <a:cubicBezTo>
                      <a:pt x="794" y="124"/>
                      <a:pt x="794" y="124"/>
                      <a:pt x="794" y="124"/>
                    </a:cubicBezTo>
                    <a:cubicBezTo>
                      <a:pt x="793" y="123"/>
                      <a:pt x="793" y="123"/>
                      <a:pt x="793" y="123"/>
                    </a:cubicBezTo>
                    <a:cubicBezTo>
                      <a:pt x="789" y="121"/>
                      <a:pt x="789" y="121"/>
                      <a:pt x="789" y="121"/>
                    </a:cubicBezTo>
                    <a:cubicBezTo>
                      <a:pt x="788" y="120"/>
                      <a:pt x="788" y="120"/>
                      <a:pt x="788" y="120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68" y="108"/>
                      <a:pt x="768" y="108"/>
                      <a:pt x="768" y="108"/>
                    </a:cubicBezTo>
                    <a:cubicBezTo>
                      <a:pt x="767" y="108"/>
                      <a:pt x="767" y="108"/>
                      <a:pt x="767" y="108"/>
                    </a:cubicBezTo>
                    <a:cubicBezTo>
                      <a:pt x="763" y="105"/>
                      <a:pt x="763" y="105"/>
                      <a:pt x="763" y="105"/>
                    </a:cubicBezTo>
                    <a:cubicBezTo>
                      <a:pt x="762" y="104"/>
                      <a:pt x="762" y="104"/>
                      <a:pt x="762" y="104"/>
                    </a:cubicBezTo>
                    <a:cubicBezTo>
                      <a:pt x="758" y="102"/>
                      <a:pt x="758" y="102"/>
                      <a:pt x="758" y="102"/>
                    </a:cubicBezTo>
                    <a:cubicBezTo>
                      <a:pt x="756" y="102"/>
                      <a:pt x="756" y="102"/>
                      <a:pt x="756" y="102"/>
                    </a:cubicBezTo>
                    <a:cubicBezTo>
                      <a:pt x="753" y="99"/>
                      <a:pt x="753" y="99"/>
                      <a:pt x="753" y="99"/>
                    </a:cubicBezTo>
                    <a:cubicBezTo>
                      <a:pt x="751" y="99"/>
                      <a:pt x="751" y="99"/>
                      <a:pt x="751" y="99"/>
                    </a:cubicBezTo>
                    <a:cubicBezTo>
                      <a:pt x="747" y="97"/>
                      <a:pt x="747" y="97"/>
                      <a:pt x="747" y="97"/>
                    </a:cubicBezTo>
                    <a:cubicBezTo>
                      <a:pt x="746" y="96"/>
                      <a:pt x="746" y="96"/>
                      <a:pt x="746" y="96"/>
                    </a:cubicBezTo>
                    <a:cubicBezTo>
                      <a:pt x="742" y="94"/>
                      <a:pt x="742" y="94"/>
                      <a:pt x="742" y="94"/>
                    </a:cubicBezTo>
                    <a:cubicBezTo>
                      <a:pt x="741" y="93"/>
                      <a:pt x="741" y="93"/>
                      <a:pt x="741" y="93"/>
                    </a:cubicBezTo>
                    <a:cubicBezTo>
                      <a:pt x="734" y="90"/>
                      <a:pt x="727" y="86"/>
                      <a:pt x="720" y="82"/>
                    </a:cubicBezTo>
                    <a:cubicBezTo>
                      <a:pt x="719" y="82"/>
                      <a:pt x="719" y="82"/>
                      <a:pt x="719" y="82"/>
                    </a:cubicBezTo>
                    <a:cubicBezTo>
                      <a:pt x="714" y="80"/>
                      <a:pt x="714" y="80"/>
                      <a:pt x="714" y="80"/>
                    </a:cubicBezTo>
                    <a:cubicBezTo>
                      <a:pt x="713" y="79"/>
                      <a:pt x="713" y="79"/>
                      <a:pt x="713" y="79"/>
                    </a:cubicBezTo>
                    <a:cubicBezTo>
                      <a:pt x="709" y="77"/>
                      <a:pt x="709" y="77"/>
                      <a:pt x="709" y="77"/>
                    </a:cubicBezTo>
                    <a:cubicBezTo>
                      <a:pt x="708" y="77"/>
                      <a:pt x="708" y="77"/>
                      <a:pt x="708" y="77"/>
                    </a:cubicBezTo>
                    <a:cubicBezTo>
                      <a:pt x="704" y="75"/>
                      <a:pt x="704" y="75"/>
                      <a:pt x="704" y="75"/>
                    </a:cubicBezTo>
                    <a:cubicBezTo>
                      <a:pt x="703" y="74"/>
                      <a:pt x="703" y="74"/>
                      <a:pt x="703" y="74"/>
                    </a:cubicBezTo>
                    <a:cubicBezTo>
                      <a:pt x="698" y="72"/>
                      <a:pt x="698" y="72"/>
                      <a:pt x="698" y="72"/>
                    </a:cubicBezTo>
                    <a:cubicBezTo>
                      <a:pt x="697" y="72"/>
                      <a:pt x="697" y="72"/>
                      <a:pt x="697" y="72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87" y="67"/>
                      <a:pt x="681" y="64"/>
                      <a:pt x="675" y="62"/>
                    </a:cubicBezTo>
                    <a:cubicBezTo>
                      <a:pt x="675" y="62"/>
                      <a:pt x="675" y="62"/>
                      <a:pt x="675" y="62"/>
                    </a:cubicBezTo>
                    <a:cubicBezTo>
                      <a:pt x="670" y="60"/>
                      <a:pt x="670" y="60"/>
                      <a:pt x="670" y="60"/>
                    </a:cubicBezTo>
                    <a:cubicBezTo>
                      <a:pt x="669" y="59"/>
                      <a:pt x="669" y="59"/>
                      <a:pt x="669" y="59"/>
                    </a:cubicBezTo>
                    <a:cubicBezTo>
                      <a:pt x="665" y="57"/>
                      <a:pt x="665" y="57"/>
                      <a:pt x="665" y="57"/>
                    </a:cubicBezTo>
                    <a:cubicBezTo>
                      <a:pt x="664" y="57"/>
                      <a:pt x="664" y="57"/>
                      <a:pt x="664" y="57"/>
                    </a:cubicBezTo>
                    <a:cubicBezTo>
                      <a:pt x="659" y="55"/>
                      <a:pt x="659" y="55"/>
                      <a:pt x="659" y="55"/>
                    </a:cubicBezTo>
                    <a:cubicBezTo>
                      <a:pt x="658" y="55"/>
                      <a:pt x="658" y="55"/>
                      <a:pt x="658" y="55"/>
                    </a:cubicBezTo>
                    <a:cubicBezTo>
                      <a:pt x="654" y="53"/>
                      <a:pt x="654" y="53"/>
                      <a:pt x="654" y="53"/>
                    </a:cubicBezTo>
                    <a:cubicBezTo>
                      <a:pt x="653" y="52"/>
                      <a:pt x="653" y="52"/>
                      <a:pt x="653" y="52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38" y="47"/>
                      <a:pt x="628" y="43"/>
                      <a:pt x="619" y="40"/>
                    </a:cubicBezTo>
                    <a:cubicBezTo>
                      <a:pt x="618" y="40"/>
                      <a:pt x="618" y="40"/>
                      <a:pt x="618" y="40"/>
                    </a:cubicBezTo>
                    <a:cubicBezTo>
                      <a:pt x="613" y="38"/>
                      <a:pt x="613" y="38"/>
                      <a:pt x="613" y="38"/>
                    </a:cubicBezTo>
                    <a:cubicBezTo>
                      <a:pt x="612" y="38"/>
                      <a:pt x="612" y="38"/>
                      <a:pt x="612" y="38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2" y="34"/>
                      <a:pt x="602" y="34"/>
                      <a:pt x="602" y="34"/>
                    </a:cubicBezTo>
                    <a:cubicBezTo>
                      <a:pt x="601" y="34"/>
                      <a:pt x="601" y="34"/>
                      <a:pt x="601" y="34"/>
                    </a:cubicBezTo>
                    <a:cubicBezTo>
                      <a:pt x="596" y="32"/>
                      <a:pt x="596" y="32"/>
                      <a:pt x="596" y="32"/>
                    </a:cubicBezTo>
                    <a:cubicBezTo>
                      <a:pt x="595" y="32"/>
                      <a:pt x="595" y="32"/>
                      <a:pt x="595" y="32"/>
                    </a:cubicBezTo>
                    <a:cubicBezTo>
                      <a:pt x="587" y="29"/>
                      <a:pt x="580" y="27"/>
                      <a:pt x="572" y="25"/>
                    </a:cubicBezTo>
                    <a:cubicBezTo>
                      <a:pt x="571" y="25"/>
                      <a:pt x="571" y="25"/>
                      <a:pt x="571" y="25"/>
                    </a:cubicBezTo>
                    <a:cubicBezTo>
                      <a:pt x="566" y="23"/>
                      <a:pt x="566" y="23"/>
                      <a:pt x="566" y="23"/>
                    </a:cubicBezTo>
                    <a:cubicBezTo>
                      <a:pt x="565" y="23"/>
                      <a:pt x="565" y="23"/>
                      <a:pt x="565" y="23"/>
                    </a:cubicBezTo>
                    <a:cubicBezTo>
                      <a:pt x="560" y="22"/>
                      <a:pt x="560" y="22"/>
                      <a:pt x="560" y="22"/>
                    </a:cubicBezTo>
                    <a:cubicBezTo>
                      <a:pt x="559" y="21"/>
                      <a:pt x="559" y="21"/>
                      <a:pt x="559" y="21"/>
                    </a:cubicBezTo>
                    <a:cubicBezTo>
                      <a:pt x="555" y="20"/>
                      <a:pt x="555" y="20"/>
                      <a:pt x="555" y="20"/>
                    </a:cubicBezTo>
                    <a:cubicBezTo>
                      <a:pt x="553" y="20"/>
                      <a:pt x="553" y="20"/>
                      <a:pt x="553" y="20"/>
                    </a:cubicBezTo>
                    <a:cubicBezTo>
                      <a:pt x="549" y="18"/>
                      <a:pt x="549" y="18"/>
                      <a:pt x="549" y="18"/>
                    </a:cubicBezTo>
                    <a:cubicBezTo>
                      <a:pt x="548" y="18"/>
                      <a:pt x="548" y="18"/>
                      <a:pt x="548" y="18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0" y="14"/>
                      <a:pt x="524" y="12"/>
                      <a:pt x="518" y="11"/>
                    </a:cubicBezTo>
                    <a:cubicBezTo>
                      <a:pt x="517" y="11"/>
                      <a:pt x="517" y="11"/>
                      <a:pt x="517" y="11"/>
                    </a:cubicBezTo>
                    <a:cubicBezTo>
                      <a:pt x="512" y="10"/>
                      <a:pt x="512" y="10"/>
                      <a:pt x="512" y="10"/>
                    </a:cubicBezTo>
                    <a:cubicBezTo>
                      <a:pt x="511" y="9"/>
                      <a:pt x="511" y="9"/>
                      <a:pt x="511" y="9"/>
                    </a:cubicBezTo>
                    <a:cubicBezTo>
                      <a:pt x="506" y="8"/>
                      <a:pt x="506" y="8"/>
                      <a:pt x="506" y="8"/>
                    </a:cubicBezTo>
                    <a:cubicBezTo>
                      <a:pt x="505" y="8"/>
                      <a:pt x="505" y="8"/>
                      <a:pt x="505" y="8"/>
                    </a:cubicBezTo>
                    <a:cubicBezTo>
                      <a:pt x="501" y="7"/>
                      <a:pt x="501" y="7"/>
                      <a:pt x="501" y="7"/>
                    </a:cubicBezTo>
                    <a:cubicBezTo>
                      <a:pt x="499" y="7"/>
                      <a:pt x="499" y="7"/>
                      <a:pt x="499" y="7"/>
                    </a:cubicBezTo>
                    <a:cubicBezTo>
                      <a:pt x="495" y="6"/>
                      <a:pt x="495" y="6"/>
                      <a:pt x="495" y="6"/>
                    </a:cubicBezTo>
                    <a:cubicBezTo>
                      <a:pt x="493" y="6"/>
                      <a:pt x="493" y="6"/>
                      <a:pt x="493" y="6"/>
                    </a:cubicBezTo>
                    <a:cubicBezTo>
                      <a:pt x="489" y="5"/>
                      <a:pt x="489" y="5"/>
                      <a:pt x="489" y="5"/>
                    </a:cubicBezTo>
                    <a:cubicBezTo>
                      <a:pt x="487" y="4"/>
                      <a:pt x="487" y="4"/>
                      <a:pt x="487" y="4"/>
                    </a:cubicBezTo>
                    <a:cubicBezTo>
                      <a:pt x="482" y="4"/>
                      <a:pt x="482" y="4"/>
                      <a:pt x="482" y="4"/>
                    </a:cubicBezTo>
                    <a:cubicBezTo>
                      <a:pt x="481" y="3"/>
                      <a:pt x="481" y="3"/>
                      <a:pt x="481" y="3"/>
                    </a:cubicBezTo>
                    <a:cubicBezTo>
                      <a:pt x="475" y="2"/>
                      <a:pt x="475" y="2"/>
                      <a:pt x="475" y="2"/>
                    </a:cubicBezTo>
                    <a:cubicBezTo>
                      <a:pt x="474" y="2"/>
                      <a:pt x="474" y="2"/>
                      <a:pt x="474" y="2"/>
                    </a:cubicBezTo>
                    <a:cubicBezTo>
                      <a:pt x="462" y="1"/>
                      <a:pt x="450" y="1"/>
                      <a:pt x="438" y="1"/>
                    </a:cubicBezTo>
                    <a:cubicBezTo>
                      <a:pt x="432" y="0"/>
                      <a:pt x="426" y="0"/>
                      <a:pt x="420" y="0"/>
                    </a:cubicBezTo>
                    <a:cubicBezTo>
                      <a:pt x="283" y="0"/>
                      <a:pt x="155" y="38"/>
                      <a:pt x="71" y="118"/>
                    </a:cubicBezTo>
                  </a:path>
                </a:pathLst>
              </a:cu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195212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Select="1"/>
          </p:cNvSpPr>
          <p:nvPr>
            <p:ph type="ctrTitle" hasCustomPrompt="1"/>
          </p:nvPr>
        </p:nvSpPr>
        <p:spPr bwMode="gray">
          <a:xfrm>
            <a:off x="455557" y="292481"/>
            <a:ext cx="11230538" cy="1966088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3600"/>
            </a:lvl1pPr>
          </a:lstStyle>
          <a:p>
            <a:r>
              <a:rPr lang="en-GB" noProof="1"/>
              <a:t>Chapter Title</a:t>
            </a:r>
          </a:p>
        </p:txBody>
      </p:sp>
      <p:sp>
        <p:nvSpPr>
          <p:cNvPr id="4" name="Tijdelijke aanduiding voor dianummer 3"/>
          <p:cNvSpPr>
            <a:spLocks noGrp="1" noSelect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1336C48C-F87C-4E4B-81EF-5027B17D1F61}" type="slidenum">
              <a:rPr lang="en-GB" noProof="1" smtClean="0"/>
              <a:pPr/>
              <a:t>‹Nº›</a:t>
            </a:fld>
            <a:endParaRPr lang="en-GB" noProof="1"/>
          </a:p>
        </p:txBody>
      </p:sp>
      <p:grpSp>
        <p:nvGrpSpPr>
          <p:cNvPr id="20" name="Group 4"/>
          <p:cNvGrpSpPr>
            <a:grpSpLocks noSelect="1" noChangeAspect="1"/>
          </p:cNvGrpSpPr>
          <p:nvPr userDrawn="1"/>
        </p:nvGrpSpPr>
        <p:grpSpPr bwMode="gray">
          <a:xfrm>
            <a:off x="380953" y="5843382"/>
            <a:ext cx="11424279" cy="12703"/>
            <a:chOff x="180" y="2760"/>
            <a:chExt cx="5398" cy="6"/>
          </a:xfrm>
        </p:grpSpPr>
        <p:sp>
          <p:nvSpPr>
            <p:cNvPr id="21" name="Freeform 6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  <p:sp>
          <p:nvSpPr>
            <p:cNvPr id="22" name="Rectangle 9"/>
            <p:cNvSpPr>
              <a:spLocks noSelect="1" noChangeArrowheads="1"/>
            </p:cNvSpPr>
            <p:nvPr/>
          </p:nvSpPr>
          <p:spPr bwMode="gray">
            <a:xfrm>
              <a:off x="180" y="2760"/>
              <a:ext cx="5398" cy="6"/>
            </a:xfrm>
            <a:prstGeom prst="rect">
              <a:avLst/>
            </a:prstGeom>
            <a:solidFill>
              <a:srgbClr val="EA650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  <p:sp>
          <p:nvSpPr>
            <p:cNvPr id="32" name="Freeform 10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</p:grpSp>
      <p:grpSp>
        <p:nvGrpSpPr>
          <p:cNvPr id="23" name="Group 4"/>
          <p:cNvGrpSpPr>
            <a:grpSpLocks noSelect="1" noChangeAspect="1"/>
          </p:cNvGrpSpPr>
          <p:nvPr userDrawn="1"/>
        </p:nvGrpSpPr>
        <p:grpSpPr bwMode="gray">
          <a:xfrm>
            <a:off x="985839" y="6148408"/>
            <a:ext cx="1103312" cy="336551"/>
            <a:chOff x="621" y="3873"/>
            <a:chExt cx="695" cy="212"/>
          </a:xfrm>
        </p:grpSpPr>
        <p:sp>
          <p:nvSpPr>
            <p:cNvPr id="24" name="Freeform 5"/>
            <p:cNvSpPr>
              <a:spLocks noSelect="1"/>
            </p:cNvSpPr>
            <p:nvPr userDrawn="1"/>
          </p:nvSpPr>
          <p:spPr bwMode="gray">
            <a:xfrm>
              <a:off x="621" y="3873"/>
              <a:ext cx="515" cy="93"/>
            </a:xfrm>
            <a:custGeom>
              <a:avLst/>
              <a:gdLst/>
              <a:ahLst/>
              <a:cxnLst>
                <a:cxn ang="0">
                  <a:pos x="1955" y="422"/>
                </a:cxn>
                <a:cxn ang="0">
                  <a:pos x="1849" y="422"/>
                </a:cxn>
                <a:cxn ang="0">
                  <a:pos x="1738" y="576"/>
                </a:cxn>
                <a:cxn ang="0">
                  <a:pos x="103" y="639"/>
                </a:cxn>
                <a:cxn ang="0">
                  <a:pos x="287" y="374"/>
                </a:cxn>
                <a:cxn ang="0">
                  <a:pos x="377" y="653"/>
                </a:cxn>
                <a:cxn ang="0">
                  <a:pos x="234" y="182"/>
                </a:cxn>
                <a:cxn ang="0">
                  <a:pos x="79" y="193"/>
                </a:cxn>
                <a:cxn ang="0">
                  <a:pos x="0" y="639"/>
                </a:cxn>
                <a:cxn ang="0">
                  <a:pos x="2133" y="653"/>
                </a:cxn>
                <a:cxn ang="0">
                  <a:pos x="2249" y="276"/>
                </a:cxn>
                <a:cxn ang="0">
                  <a:pos x="2344" y="653"/>
                </a:cxn>
                <a:cxn ang="0">
                  <a:pos x="2434" y="359"/>
                </a:cxn>
                <a:cxn ang="0">
                  <a:pos x="2136" y="206"/>
                </a:cxn>
                <a:cxn ang="0">
                  <a:pos x="2044" y="206"/>
                </a:cxn>
                <a:cxn ang="0">
                  <a:pos x="2133" y="653"/>
                </a:cxn>
                <a:cxn ang="0">
                  <a:pos x="786" y="427"/>
                </a:cxn>
                <a:cxn ang="0">
                  <a:pos x="688" y="269"/>
                </a:cxn>
                <a:cxn ang="0">
                  <a:pos x="668" y="664"/>
                </a:cxn>
                <a:cxn ang="0">
                  <a:pos x="812" y="652"/>
                </a:cxn>
                <a:cxn ang="0">
                  <a:pos x="889" y="206"/>
                </a:cxn>
                <a:cxn ang="0">
                  <a:pos x="803" y="206"/>
                </a:cxn>
                <a:cxn ang="0">
                  <a:pos x="2733" y="269"/>
                </a:cxn>
                <a:cxn ang="0">
                  <a:pos x="2734" y="576"/>
                </a:cxn>
                <a:cxn ang="0">
                  <a:pos x="2713" y="182"/>
                </a:cxn>
                <a:cxn ang="0">
                  <a:pos x="2836" y="593"/>
                </a:cxn>
                <a:cxn ang="0">
                  <a:pos x="2921" y="652"/>
                </a:cxn>
                <a:cxn ang="0">
                  <a:pos x="2921" y="193"/>
                </a:cxn>
                <a:cxn ang="0">
                  <a:pos x="2842" y="247"/>
                </a:cxn>
                <a:cxn ang="0">
                  <a:pos x="1324" y="214"/>
                </a:cxn>
                <a:cxn ang="0">
                  <a:pos x="1414" y="653"/>
                </a:cxn>
                <a:cxn ang="0">
                  <a:pos x="1414" y="193"/>
                </a:cxn>
                <a:cxn ang="0">
                  <a:pos x="3045" y="22"/>
                </a:cxn>
                <a:cxn ang="0">
                  <a:pos x="3135" y="653"/>
                </a:cxn>
                <a:cxn ang="0">
                  <a:pos x="3135" y="2"/>
                </a:cxn>
                <a:cxn ang="0">
                  <a:pos x="1375" y="12"/>
                </a:cxn>
                <a:cxn ang="0">
                  <a:pos x="1436" y="73"/>
                </a:cxn>
                <a:cxn ang="0">
                  <a:pos x="1154" y="578"/>
                </a:cxn>
                <a:cxn ang="0">
                  <a:pos x="1207" y="276"/>
                </a:cxn>
                <a:cxn ang="0">
                  <a:pos x="1207" y="193"/>
                </a:cxn>
                <a:cxn ang="0">
                  <a:pos x="1097" y="57"/>
                </a:cxn>
                <a:cxn ang="0">
                  <a:pos x="1007" y="535"/>
                </a:cxn>
                <a:cxn ang="0">
                  <a:pos x="1227" y="635"/>
                </a:cxn>
                <a:cxn ang="0">
                  <a:pos x="3450" y="267"/>
                </a:cxn>
                <a:cxn ang="0">
                  <a:pos x="3458" y="664"/>
                </a:cxn>
                <a:cxn ang="0">
                  <a:pos x="3603" y="555"/>
                </a:cxn>
                <a:cxn ang="0">
                  <a:pos x="3346" y="460"/>
                </a:cxn>
                <a:cxn ang="0">
                  <a:pos x="3657" y="420"/>
                </a:cxn>
                <a:cxn ang="0">
                  <a:pos x="3458" y="664"/>
                </a:cxn>
              </a:cxnLst>
              <a:rect l="0" t="0" r="r" b="b"/>
              <a:pathLst>
                <a:path w="3657" h="664">
                  <a:moveTo>
                    <a:pt x="1517" y="422"/>
                  </a:moveTo>
                  <a:cubicBezTo>
                    <a:pt x="1517" y="287"/>
                    <a:pt x="1600" y="182"/>
                    <a:pt x="1736" y="182"/>
                  </a:cubicBezTo>
                  <a:cubicBezTo>
                    <a:pt x="1874" y="182"/>
                    <a:pt x="1955" y="286"/>
                    <a:pt x="1955" y="422"/>
                  </a:cubicBezTo>
                  <a:cubicBezTo>
                    <a:pt x="1955" y="564"/>
                    <a:pt x="1867" y="664"/>
                    <a:pt x="1735" y="664"/>
                  </a:cubicBezTo>
                  <a:cubicBezTo>
                    <a:pt x="1603" y="664"/>
                    <a:pt x="1517" y="564"/>
                    <a:pt x="1517" y="422"/>
                  </a:cubicBezTo>
                  <a:moveTo>
                    <a:pt x="1849" y="422"/>
                  </a:moveTo>
                  <a:cubicBezTo>
                    <a:pt x="1849" y="331"/>
                    <a:pt x="1804" y="270"/>
                    <a:pt x="1736" y="269"/>
                  </a:cubicBezTo>
                  <a:cubicBezTo>
                    <a:pt x="1666" y="270"/>
                    <a:pt x="1624" y="333"/>
                    <a:pt x="1624" y="422"/>
                  </a:cubicBezTo>
                  <a:cubicBezTo>
                    <a:pt x="1624" y="503"/>
                    <a:pt x="1661" y="576"/>
                    <a:pt x="1738" y="576"/>
                  </a:cubicBezTo>
                  <a:cubicBezTo>
                    <a:pt x="1806" y="576"/>
                    <a:pt x="1849" y="513"/>
                    <a:pt x="1849" y="422"/>
                  </a:cubicBezTo>
                  <a:moveTo>
                    <a:pt x="90" y="653"/>
                  </a:moveTo>
                  <a:cubicBezTo>
                    <a:pt x="97" y="653"/>
                    <a:pt x="103" y="647"/>
                    <a:pt x="103" y="639"/>
                  </a:cubicBezTo>
                  <a:cubicBezTo>
                    <a:pt x="103" y="410"/>
                    <a:pt x="103" y="410"/>
                    <a:pt x="103" y="410"/>
                  </a:cubicBezTo>
                  <a:cubicBezTo>
                    <a:pt x="103" y="322"/>
                    <a:pt x="152" y="276"/>
                    <a:pt x="206" y="276"/>
                  </a:cubicBezTo>
                  <a:cubicBezTo>
                    <a:pt x="247" y="276"/>
                    <a:pt x="287" y="299"/>
                    <a:pt x="287" y="374"/>
                  </a:cubicBezTo>
                  <a:cubicBezTo>
                    <a:pt x="287" y="639"/>
                    <a:pt x="287" y="639"/>
                    <a:pt x="287" y="639"/>
                  </a:cubicBezTo>
                  <a:cubicBezTo>
                    <a:pt x="287" y="647"/>
                    <a:pt x="293" y="653"/>
                    <a:pt x="300" y="653"/>
                  </a:cubicBezTo>
                  <a:cubicBezTo>
                    <a:pt x="377" y="653"/>
                    <a:pt x="377" y="653"/>
                    <a:pt x="377" y="653"/>
                  </a:cubicBezTo>
                  <a:cubicBezTo>
                    <a:pt x="384" y="653"/>
                    <a:pt x="390" y="647"/>
                    <a:pt x="390" y="639"/>
                  </a:cubicBezTo>
                  <a:cubicBezTo>
                    <a:pt x="390" y="359"/>
                    <a:pt x="390" y="359"/>
                    <a:pt x="390" y="359"/>
                  </a:cubicBezTo>
                  <a:cubicBezTo>
                    <a:pt x="390" y="234"/>
                    <a:pt x="321" y="182"/>
                    <a:pt x="234" y="182"/>
                  </a:cubicBezTo>
                  <a:cubicBezTo>
                    <a:pt x="178" y="182"/>
                    <a:pt x="127" y="215"/>
                    <a:pt x="96" y="252"/>
                  </a:cubicBezTo>
                  <a:cubicBezTo>
                    <a:pt x="92" y="206"/>
                    <a:pt x="92" y="206"/>
                    <a:pt x="92" y="206"/>
                  </a:cubicBezTo>
                  <a:cubicBezTo>
                    <a:pt x="91" y="199"/>
                    <a:pt x="85" y="193"/>
                    <a:pt x="79" y="193"/>
                  </a:cubicBezTo>
                  <a:cubicBezTo>
                    <a:pt x="13" y="193"/>
                    <a:pt x="13" y="193"/>
                    <a:pt x="13" y="193"/>
                  </a:cubicBezTo>
                  <a:cubicBezTo>
                    <a:pt x="6" y="193"/>
                    <a:pt x="0" y="199"/>
                    <a:pt x="0" y="206"/>
                  </a:cubicBezTo>
                  <a:cubicBezTo>
                    <a:pt x="0" y="639"/>
                    <a:pt x="0" y="639"/>
                    <a:pt x="0" y="639"/>
                  </a:cubicBezTo>
                  <a:cubicBezTo>
                    <a:pt x="0" y="647"/>
                    <a:pt x="6" y="653"/>
                    <a:pt x="13" y="653"/>
                  </a:cubicBezTo>
                  <a:lnTo>
                    <a:pt x="90" y="653"/>
                  </a:lnTo>
                  <a:close/>
                  <a:moveTo>
                    <a:pt x="2133" y="653"/>
                  </a:moveTo>
                  <a:cubicBezTo>
                    <a:pt x="2141" y="653"/>
                    <a:pt x="2147" y="647"/>
                    <a:pt x="2147" y="639"/>
                  </a:cubicBezTo>
                  <a:cubicBezTo>
                    <a:pt x="2147" y="410"/>
                    <a:pt x="2147" y="410"/>
                    <a:pt x="2147" y="410"/>
                  </a:cubicBezTo>
                  <a:cubicBezTo>
                    <a:pt x="2147" y="322"/>
                    <a:pt x="2196" y="276"/>
                    <a:pt x="2249" y="276"/>
                  </a:cubicBezTo>
                  <a:cubicBezTo>
                    <a:pt x="2291" y="276"/>
                    <a:pt x="2331" y="299"/>
                    <a:pt x="2331" y="374"/>
                  </a:cubicBezTo>
                  <a:cubicBezTo>
                    <a:pt x="2331" y="639"/>
                    <a:pt x="2331" y="639"/>
                    <a:pt x="2331" y="639"/>
                  </a:cubicBezTo>
                  <a:cubicBezTo>
                    <a:pt x="2331" y="647"/>
                    <a:pt x="2337" y="653"/>
                    <a:pt x="2344" y="653"/>
                  </a:cubicBezTo>
                  <a:cubicBezTo>
                    <a:pt x="2420" y="653"/>
                    <a:pt x="2420" y="653"/>
                    <a:pt x="2420" y="653"/>
                  </a:cubicBezTo>
                  <a:cubicBezTo>
                    <a:pt x="2428" y="653"/>
                    <a:pt x="2434" y="647"/>
                    <a:pt x="2434" y="639"/>
                  </a:cubicBezTo>
                  <a:cubicBezTo>
                    <a:pt x="2434" y="359"/>
                    <a:pt x="2434" y="359"/>
                    <a:pt x="2434" y="359"/>
                  </a:cubicBezTo>
                  <a:cubicBezTo>
                    <a:pt x="2434" y="234"/>
                    <a:pt x="2365" y="182"/>
                    <a:pt x="2278" y="182"/>
                  </a:cubicBezTo>
                  <a:cubicBezTo>
                    <a:pt x="2222" y="182"/>
                    <a:pt x="2170" y="215"/>
                    <a:pt x="2140" y="252"/>
                  </a:cubicBezTo>
                  <a:cubicBezTo>
                    <a:pt x="2136" y="206"/>
                    <a:pt x="2136" y="206"/>
                    <a:pt x="2136" y="206"/>
                  </a:cubicBezTo>
                  <a:cubicBezTo>
                    <a:pt x="2135" y="199"/>
                    <a:pt x="2129" y="193"/>
                    <a:pt x="2123" y="193"/>
                  </a:cubicBezTo>
                  <a:cubicBezTo>
                    <a:pt x="2057" y="193"/>
                    <a:pt x="2057" y="193"/>
                    <a:pt x="2057" y="193"/>
                  </a:cubicBezTo>
                  <a:cubicBezTo>
                    <a:pt x="2050" y="193"/>
                    <a:pt x="2044" y="199"/>
                    <a:pt x="2044" y="206"/>
                  </a:cubicBezTo>
                  <a:cubicBezTo>
                    <a:pt x="2044" y="639"/>
                    <a:pt x="2044" y="639"/>
                    <a:pt x="2044" y="639"/>
                  </a:cubicBezTo>
                  <a:cubicBezTo>
                    <a:pt x="2044" y="647"/>
                    <a:pt x="2050" y="653"/>
                    <a:pt x="2057" y="653"/>
                  </a:cubicBezTo>
                  <a:lnTo>
                    <a:pt x="2133" y="653"/>
                  </a:lnTo>
                  <a:close/>
                  <a:moveTo>
                    <a:pt x="688" y="269"/>
                  </a:moveTo>
                  <a:cubicBezTo>
                    <a:pt x="736" y="269"/>
                    <a:pt x="786" y="304"/>
                    <a:pt x="786" y="406"/>
                  </a:cubicBezTo>
                  <a:cubicBezTo>
                    <a:pt x="786" y="427"/>
                    <a:pt x="786" y="427"/>
                    <a:pt x="786" y="427"/>
                  </a:cubicBezTo>
                  <a:cubicBezTo>
                    <a:pt x="786" y="547"/>
                    <a:pt x="729" y="576"/>
                    <a:pt x="690" y="576"/>
                  </a:cubicBezTo>
                  <a:cubicBezTo>
                    <a:pt x="621" y="576"/>
                    <a:pt x="582" y="502"/>
                    <a:pt x="582" y="421"/>
                  </a:cubicBezTo>
                  <a:cubicBezTo>
                    <a:pt x="582" y="329"/>
                    <a:pt x="626" y="269"/>
                    <a:pt x="688" y="269"/>
                  </a:cubicBezTo>
                  <a:moveTo>
                    <a:pt x="669" y="182"/>
                  </a:moveTo>
                  <a:cubicBezTo>
                    <a:pt x="570" y="182"/>
                    <a:pt x="476" y="261"/>
                    <a:pt x="476" y="422"/>
                  </a:cubicBezTo>
                  <a:cubicBezTo>
                    <a:pt x="476" y="554"/>
                    <a:pt x="547" y="664"/>
                    <a:pt x="668" y="664"/>
                  </a:cubicBezTo>
                  <a:cubicBezTo>
                    <a:pt x="722" y="664"/>
                    <a:pt x="768" y="631"/>
                    <a:pt x="791" y="593"/>
                  </a:cubicBezTo>
                  <a:cubicBezTo>
                    <a:pt x="798" y="639"/>
                    <a:pt x="798" y="639"/>
                    <a:pt x="798" y="639"/>
                  </a:cubicBezTo>
                  <a:cubicBezTo>
                    <a:pt x="799" y="646"/>
                    <a:pt x="805" y="652"/>
                    <a:pt x="812" y="652"/>
                  </a:cubicBezTo>
                  <a:cubicBezTo>
                    <a:pt x="876" y="652"/>
                    <a:pt x="876" y="652"/>
                    <a:pt x="876" y="652"/>
                  </a:cubicBezTo>
                  <a:cubicBezTo>
                    <a:pt x="883" y="652"/>
                    <a:pt x="889" y="647"/>
                    <a:pt x="889" y="639"/>
                  </a:cubicBezTo>
                  <a:cubicBezTo>
                    <a:pt x="889" y="206"/>
                    <a:pt x="889" y="206"/>
                    <a:pt x="889" y="206"/>
                  </a:cubicBezTo>
                  <a:cubicBezTo>
                    <a:pt x="889" y="199"/>
                    <a:pt x="883" y="193"/>
                    <a:pt x="876" y="193"/>
                  </a:cubicBezTo>
                  <a:cubicBezTo>
                    <a:pt x="817" y="193"/>
                    <a:pt x="817" y="193"/>
                    <a:pt x="817" y="193"/>
                  </a:cubicBezTo>
                  <a:cubicBezTo>
                    <a:pt x="810" y="193"/>
                    <a:pt x="804" y="199"/>
                    <a:pt x="803" y="206"/>
                  </a:cubicBezTo>
                  <a:cubicBezTo>
                    <a:pt x="798" y="247"/>
                    <a:pt x="798" y="247"/>
                    <a:pt x="798" y="247"/>
                  </a:cubicBezTo>
                  <a:cubicBezTo>
                    <a:pt x="768" y="210"/>
                    <a:pt x="727" y="182"/>
                    <a:pt x="669" y="182"/>
                  </a:cubicBezTo>
                  <a:moveTo>
                    <a:pt x="2733" y="269"/>
                  </a:moveTo>
                  <a:cubicBezTo>
                    <a:pt x="2780" y="269"/>
                    <a:pt x="2830" y="304"/>
                    <a:pt x="2830" y="406"/>
                  </a:cubicBezTo>
                  <a:cubicBezTo>
                    <a:pt x="2830" y="427"/>
                    <a:pt x="2830" y="427"/>
                    <a:pt x="2830" y="427"/>
                  </a:cubicBezTo>
                  <a:cubicBezTo>
                    <a:pt x="2830" y="547"/>
                    <a:pt x="2773" y="576"/>
                    <a:pt x="2734" y="576"/>
                  </a:cubicBezTo>
                  <a:cubicBezTo>
                    <a:pt x="2665" y="576"/>
                    <a:pt x="2627" y="502"/>
                    <a:pt x="2627" y="421"/>
                  </a:cubicBezTo>
                  <a:cubicBezTo>
                    <a:pt x="2627" y="329"/>
                    <a:pt x="2670" y="269"/>
                    <a:pt x="2733" y="269"/>
                  </a:cubicBezTo>
                  <a:moveTo>
                    <a:pt x="2713" y="182"/>
                  </a:moveTo>
                  <a:cubicBezTo>
                    <a:pt x="2614" y="182"/>
                    <a:pt x="2520" y="261"/>
                    <a:pt x="2520" y="422"/>
                  </a:cubicBezTo>
                  <a:cubicBezTo>
                    <a:pt x="2520" y="554"/>
                    <a:pt x="2591" y="664"/>
                    <a:pt x="2713" y="664"/>
                  </a:cubicBezTo>
                  <a:cubicBezTo>
                    <a:pt x="2766" y="664"/>
                    <a:pt x="2813" y="631"/>
                    <a:pt x="2836" y="593"/>
                  </a:cubicBezTo>
                  <a:cubicBezTo>
                    <a:pt x="2843" y="639"/>
                    <a:pt x="2843" y="639"/>
                    <a:pt x="2843" y="639"/>
                  </a:cubicBezTo>
                  <a:cubicBezTo>
                    <a:pt x="2844" y="646"/>
                    <a:pt x="2850" y="652"/>
                    <a:pt x="2856" y="652"/>
                  </a:cubicBezTo>
                  <a:cubicBezTo>
                    <a:pt x="2921" y="652"/>
                    <a:pt x="2921" y="652"/>
                    <a:pt x="2921" y="652"/>
                  </a:cubicBezTo>
                  <a:cubicBezTo>
                    <a:pt x="2928" y="652"/>
                    <a:pt x="2934" y="647"/>
                    <a:pt x="2934" y="639"/>
                  </a:cubicBezTo>
                  <a:cubicBezTo>
                    <a:pt x="2934" y="206"/>
                    <a:pt x="2934" y="206"/>
                    <a:pt x="2934" y="206"/>
                  </a:cubicBezTo>
                  <a:cubicBezTo>
                    <a:pt x="2934" y="199"/>
                    <a:pt x="2928" y="193"/>
                    <a:pt x="2921" y="193"/>
                  </a:cubicBezTo>
                  <a:cubicBezTo>
                    <a:pt x="2861" y="193"/>
                    <a:pt x="2861" y="193"/>
                    <a:pt x="2861" y="193"/>
                  </a:cubicBezTo>
                  <a:cubicBezTo>
                    <a:pt x="2855" y="193"/>
                    <a:pt x="2849" y="199"/>
                    <a:pt x="2848" y="206"/>
                  </a:cubicBezTo>
                  <a:cubicBezTo>
                    <a:pt x="2842" y="247"/>
                    <a:pt x="2842" y="247"/>
                    <a:pt x="2842" y="247"/>
                  </a:cubicBezTo>
                  <a:cubicBezTo>
                    <a:pt x="2813" y="210"/>
                    <a:pt x="2771" y="182"/>
                    <a:pt x="2713" y="182"/>
                  </a:cubicBezTo>
                  <a:moveTo>
                    <a:pt x="1337" y="200"/>
                  </a:moveTo>
                  <a:cubicBezTo>
                    <a:pt x="1330" y="201"/>
                    <a:pt x="1324" y="206"/>
                    <a:pt x="1324" y="214"/>
                  </a:cubicBezTo>
                  <a:cubicBezTo>
                    <a:pt x="1324" y="639"/>
                    <a:pt x="1324" y="639"/>
                    <a:pt x="1324" y="639"/>
                  </a:cubicBezTo>
                  <a:cubicBezTo>
                    <a:pt x="1324" y="647"/>
                    <a:pt x="1330" y="653"/>
                    <a:pt x="1337" y="653"/>
                  </a:cubicBezTo>
                  <a:cubicBezTo>
                    <a:pt x="1414" y="653"/>
                    <a:pt x="1414" y="653"/>
                    <a:pt x="1414" y="653"/>
                  </a:cubicBezTo>
                  <a:cubicBezTo>
                    <a:pt x="1421" y="653"/>
                    <a:pt x="1427" y="647"/>
                    <a:pt x="1427" y="639"/>
                  </a:cubicBezTo>
                  <a:cubicBezTo>
                    <a:pt x="1427" y="206"/>
                    <a:pt x="1427" y="206"/>
                    <a:pt x="1427" y="206"/>
                  </a:cubicBezTo>
                  <a:cubicBezTo>
                    <a:pt x="1427" y="199"/>
                    <a:pt x="1421" y="192"/>
                    <a:pt x="1414" y="193"/>
                  </a:cubicBezTo>
                  <a:lnTo>
                    <a:pt x="1337" y="200"/>
                  </a:lnTo>
                  <a:close/>
                  <a:moveTo>
                    <a:pt x="3058" y="9"/>
                  </a:moveTo>
                  <a:cubicBezTo>
                    <a:pt x="3051" y="10"/>
                    <a:pt x="3045" y="15"/>
                    <a:pt x="3045" y="22"/>
                  </a:cubicBezTo>
                  <a:cubicBezTo>
                    <a:pt x="3045" y="639"/>
                    <a:pt x="3045" y="639"/>
                    <a:pt x="3045" y="639"/>
                  </a:cubicBezTo>
                  <a:cubicBezTo>
                    <a:pt x="3045" y="647"/>
                    <a:pt x="3051" y="653"/>
                    <a:pt x="3058" y="653"/>
                  </a:cubicBezTo>
                  <a:cubicBezTo>
                    <a:pt x="3135" y="653"/>
                    <a:pt x="3135" y="653"/>
                    <a:pt x="3135" y="653"/>
                  </a:cubicBezTo>
                  <a:cubicBezTo>
                    <a:pt x="3142" y="653"/>
                    <a:pt x="3148" y="647"/>
                    <a:pt x="3148" y="639"/>
                  </a:cubicBezTo>
                  <a:cubicBezTo>
                    <a:pt x="3148" y="15"/>
                    <a:pt x="3148" y="15"/>
                    <a:pt x="3148" y="15"/>
                  </a:cubicBezTo>
                  <a:cubicBezTo>
                    <a:pt x="3148" y="7"/>
                    <a:pt x="3142" y="0"/>
                    <a:pt x="3135" y="2"/>
                  </a:cubicBezTo>
                  <a:lnTo>
                    <a:pt x="3058" y="9"/>
                  </a:lnTo>
                  <a:close/>
                  <a:moveTo>
                    <a:pt x="1436" y="73"/>
                  </a:moveTo>
                  <a:cubicBezTo>
                    <a:pt x="1436" y="39"/>
                    <a:pt x="1409" y="12"/>
                    <a:pt x="1375" y="12"/>
                  </a:cubicBezTo>
                  <a:cubicBezTo>
                    <a:pt x="1342" y="12"/>
                    <a:pt x="1315" y="39"/>
                    <a:pt x="1315" y="73"/>
                  </a:cubicBezTo>
                  <a:cubicBezTo>
                    <a:pt x="1315" y="106"/>
                    <a:pt x="1342" y="133"/>
                    <a:pt x="1375" y="133"/>
                  </a:cubicBezTo>
                  <a:cubicBezTo>
                    <a:pt x="1409" y="133"/>
                    <a:pt x="1436" y="106"/>
                    <a:pt x="1436" y="73"/>
                  </a:cubicBezTo>
                  <a:moveTo>
                    <a:pt x="1219" y="578"/>
                  </a:moveTo>
                  <a:cubicBezTo>
                    <a:pt x="1217" y="568"/>
                    <a:pt x="1211" y="565"/>
                    <a:pt x="1199" y="570"/>
                  </a:cubicBezTo>
                  <a:cubicBezTo>
                    <a:pt x="1192" y="572"/>
                    <a:pt x="1169" y="578"/>
                    <a:pt x="1154" y="578"/>
                  </a:cubicBezTo>
                  <a:cubicBezTo>
                    <a:pt x="1124" y="578"/>
                    <a:pt x="1111" y="567"/>
                    <a:pt x="1110" y="524"/>
                  </a:cubicBezTo>
                  <a:cubicBezTo>
                    <a:pt x="1110" y="276"/>
                    <a:pt x="1110" y="276"/>
                    <a:pt x="1110" y="276"/>
                  </a:cubicBezTo>
                  <a:cubicBezTo>
                    <a:pt x="1207" y="276"/>
                    <a:pt x="1207" y="276"/>
                    <a:pt x="1207" y="276"/>
                  </a:cubicBezTo>
                  <a:cubicBezTo>
                    <a:pt x="1214" y="276"/>
                    <a:pt x="1220" y="270"/>
                    <a:pt x="1220" y="263"/>
                  </a:cubicBezTo>
                  <a:cubicBezTo>
                    <a:pt x="1220" y="206"/>
                    <a:pt x="1220" y="206"/>
                    <a:pt x="1220" y="206"/>
                  </a:cubicBezTo>
                  <a:cubicBezTo>
                    <a:pt x="1220" y="199"/>
                    <a:pt x="1214" y="193"/>
                    <a:pt x="1207" y="193"/>
                  </a:cubicBezTo>
                  <a:cubicBezTo>
                    <a:pt x="1110" y="193"/>
                    <a:pt x="1110" y="193"/>
                    <a:pt x="1110" y="193"/>
                  </a:cubicBezTo>
                  <a:cubicBezTo>
                    <a:pt x="1110" y="70"/>
                    <a:pt x="1110" y="70"/>
                    <a:pt x="1110" y="70"/>
                  </a:cubicBezTo>
                  <a:cubicBezTo>
                    <a:pt x="1110" y="62"/>
                    <a:pt x="1104" y="56"/>
                    <a:pt x="1097" y="57"/>
                  </a:cubicBezTo>
                  <a:cubicBezTo>
                    <a:pt x="1021" y="64"/>
                    <a:pt x="1021" y="64"/>
                    <a:pt x="1021" y="64"/>
                  </a:cubicBezTo>
                  <a:cubicBezTo>
                    <a:pt x="1013" y="65"/>
                    <a:pt x="1007" y="70"/>
                    <a:pt x="1007" y="77"/>
                  </a:cubicBezTo>
                  <a:cubicBezTo>
                    <a:pt x="1007" y="535"/>
                    <a:pt x="1007" y="535"/>
                    <a:pt x="1007" y="535"/>
                  </a:cubicBezTo>
                  <a:cubicBezTo>
                    <a:pt x="1007" y="610"/>
                    <a:pt x="1041" y="664"/>
                    <a:pt x="1132" y="664"/>
                  </a:cubicBezTo>
                  <a:cubicBezTo>
                    <a:pt x="1159" y="664"/>
                    <a:pt x="1193" y="659"/>
                    <a:pt x="1219" y="647"/>
                  </a:cubicBezTo>
                  <a:cubicBezTo>
                    <a:pt x="1224" y="645"/>
                    <a:pt x="1228" y="643"/>
                    <a:pt x="1227" y="635"/>
                  </a:cubicBezTo>
                  <a:lnTo>
                    <a:pt x="1219" y="578"/>
                  </a:lnTo>
                  <a:close/>
                  <a:moveTo>
                    <a:pt x="3346" y="384"/>
                  </a:moveTo>
                  <a:cubicBezTo>
                    <a:pt x="3354" y="331"/>
                    <a:pt x="3379" y="267"/>
                    <a:pt x="3450" y="267"/>
                  </a:cubicBezTo>
                  <a:cubicBezTo>
                    <a:pt x="3524" y="267"/>
                    <a:pt x="3549" y="326"/>
                    <a:pt x="3552" y="384"/>
                  </a:cubicBezTo>
                  <a:lnTo>
                    <a:pt x="3346" y="384"/>
                  </a:lnTo>
                  <a:close/>
                  <a:moveTo>
                    <a:pt x="3458" y="664"/>
                  </a:moveTo>
                  <a:cubicBezTo>
                    <a:pt x="3524" y="664"/>
                    <a:pt x="3577" y="647"/>
                    <a:pt x="3617" y="625"/>
                  </a:cubicBezTo>
                  <a:cubicBezTo>
                    <a:pt x="3624" y="621"/>
                    <a:pt x="3627" y="614"/>
                    <a:pt x="3624" y="607"/>
                  </a:cubicBezTo>
                  <a:cubicBezTo>
                    <a:pt x="3603" y="555"/>
                    <a:pt x="3603" y="555"/>
                    <a:pt x="3603" y="555"/>
                  </a:cubicBezTo>
                  <a:cubicBezTo>
                    <a:pt x="3600" y="548"/>
                    <a:pt x="3592" y="545"/>
                    <a:pt x="3585" y="548"/>
                  </a:cubicBezTo>
                  <a:cubicBezTo>
                    <a:pt x="3548" y="566"/>
                    <a:pt x="3509" y="576"/>
                    <a:pt x="3464" y="576"/>
                  </a:cubicBezTo>
                  <a:cubicBezTo>
                    <a:pt x="3388" y="576"/>
                    <a:pt x="3352" y="521"/>
                    <a:pt x="3346" y="460"/>
                  </a:cubicBezTo>
                  <a:cubicBezTo>
                    <a:pt x="3644" y="460"/>
                    <a:pt x="3644" y="460"/>
                    <a:pt x="3644" y="460"/>
                  </a:cubicBezTo>
                  <a:cubicBezTo>
                    <a:pt x="3651" y="460"/>
                    <a:pt x="3656" y="454"/>
                    <a:pt x="3657" y="446"/>
                  </a:cubicBezTo>
                  <a:cubicBezTo>
                    <a:pt x="3657" y="436"/>
                    <a:pt x="3657" y="429"/>
                    <a:pt x="3657" y="420"/>
                  </a:cubicBezTo>
                  <a:cubicBezTo>
                    <a:pt x="3657" y="306"/>
                    <a:pt x="3599" y="182"/>
                    <a:pt x="3451" y="182"/>
                  </a:cubicBezTo>
                  <a:cubicBezTo>
                    <a:pt x="3318" y="182"/>
                    <a:pt x="3238" y="285"/>
                    <a:pt x="3238" y="425"/>
                  </a:cubicBezTo>
                  <a:cubicBezTo>
                    <a:pt x="3238" y="569"/>
                    <a:pt x="3324" y="664"/>
                    <a:pt x="3458" y="664"/>
                  </a:cubicBezTo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  <p:sp>
          <p:nvSpPr>
            <p:cNvPr id="25" name="Freeform 6"/>
            <p:cNvSpPr>
              <a:spLocks noSelect="1"/>
            </p:cNvSpPr>
            <p:nvPr/>
          </p:nvSpPr>
          <p:spPr bwMode="gray">
            <a:xfrm>
              <a:off x="621" y="3992"/>
              <a:ext cx="695" cy="93"/>
            </a:xfrm>
            <a:custGeom>
              <a:avLst/>
              <a:gdLst/>
              <a:ahLst/>
              <a:cxnLst>
                <a:cxn ang="0">
                  <a:pos x="13" y="193"/>
                </a:cxn>
                <a:cxn ang="0">
                  <a:pos x="234" y="182"/>
                </a:cxn>
                <a:cxn ang="0">
                  <a:pos x="300" y="653"/>
                </a:cxn>
                <a:cxn ang="0">
                  <a:pos x="103" y="410"/>
                </a:cxn>
                <a:cxn ang="0">
                  <a:pos x="2735" y="269"/>
                </a:cxn>
                <a:cxn ang="0">
                  <a:pos x="2832" y="406"/>
                </a:cxn>
                <a:cxn ang="0">
                  <a:pos x="2849" y="206"/>
                </a:cxn>
                <a:cxn ang="0">
                  <a:pos x="2935" y="640"/>
                </a:cxn>
                <a:cxn ang="0">
                  <a:pos x="2837" y="593"/>
                </a:cxn>
                <a:cxn ang="0">
                  <a:pos x="4643" y="653"/>
                </a:cxn>
                <a:cxn ang="0">
                  <a:pos x="4840" y="374"/>
                </a:cxn>
                <a:cxn ang="0">
                  <a:pos x="4943" y="640"/>
                </a:cxn>
                <a:cxn ang="0">
                  <a:pos x="4645" y="206"/>
                </a:cxn>
                <a:cxn ang="0">
                  <a:pos x="4553" y="640"/>
                </a:cxn>
                <a:cxn ang="0">
                  <a:pos x="3156" y="640"/>
                </a:cxn>
                <a:cxn ang="0">
                  <a:pos x="3341" y="640"/>
                </a:cxn>
                <a:cxn ang="0">
                  <a:pos x="3443" y="359"/>
                </a:cxn>
                <a:cxn ang="0">
                  <a:pos x="3132" y="193"/>
                </a:cxn>
                <a:cxn ang="0">
                  <a:pos x="3067" y="653"/>
                </a:cxn>
                <a:cxn ang="0">
                  <a:pos x="2331" y="640"/>
                </a:cxn>
                <a:cxn ang="0">
                  <a:pos x="2434" y="15"/>
                </a:cxn>
                <a:cxn ang="0">
                  <a:pos x="691" y="267"/>
                </a:cxn>
                <a:cxn ang="0">
                  <a:pos x="479" y="425"/>
                </a:cxn>
                <a:cxn ang="0">
                  <a:pos x="884" y="460"/>
                </a:cxn>
                <a:cxn ang="0">
                  <a:pos x="843" y="555"/>
                </a:cxn>
                <a:cxn ang="0">
                  <a:pos x="1803" y="384"/>
                </a:cxn>
                <a:cxn ang="0">
                  <a:pos x="1709" y="664"/>
                </a:cxn>
                <a:cxn ang="0">
                  <a:pos x="1907" y="447"/>
                </a:cxn>
                <a:cxn ang="0">
                  <a:pos x="1836" y="548"/>
                </a:cxn>
                <a:cxn ang="0">
                  <a:pos x="1709" y="664"/>
                </a:cxn>
                <a:cxn ang="0">
                  <a:pos x="1380" y="653"/>
                </a:cxn>
                <a:cxn ang="0">
                  <a:pos x="1164" y="664"/>
                </a:cxn>
                <a:cxn ang="0">
                  <a:pos x="1291" y="23"/>
                </a:cxn>
                <a:cxn ang="0">
                  <a:pos x="1184" y="269"/>
                </a:cxn>
                <a:cxn ang="0">
                  <a:pos x="1291" y="406"/>
                </a:cxn>
                <a:cxn ang="0">
                  <a:pos x="4359" y="384"/>
                </a:cxn>
                <a:cxn ang="0">
                  <a:pos x="4464" y="420"/>
                </a:cxn>
                <a:cxn ang="0">
                  <a:pos x="4271" y="576"/>
                </a:cxn>
                <a:cxn ang="0">
                  <a:pos x="4425" y="625"/>
                </a:cxn>
                <a:cxn ang="0">
                  <a:pos x="3955" y="640"/>
                </a:cxn>
                <a:cxn ang="0">
                  <a:pos x="3858" y="593"/>
                </a:cxn>
                <a:cxn ang="0">
                  <a:pos x="3852" y="233"/>
                </a:cxn>
                <a:cxn ang="0">
                  <a:pos x="3853" y="406"/>
                </a:cxn>
                <a:cxn ang="0">
                  <a:pos x="3853" y="427"/>
                </a:cxn>
                <a:cxn ang="0">
                  <a:pos x="2094" y="252"/>
                </a:cxn>
                <a:cxn ang="0">
                  <a:pos x="1998" y="206"/>
                </a:cxn>
                <a:cxn ang="0">
                  <a:pos x="2101" y="640"/>
                </a:cxn>
                <a:cxn ang="0">
                  <a:pos x="2248" y="276"/>
                </a:cxn>
              </a:cxnLst>
              <a:rect l="0" t="0" r="r" b="b"/>
              <a:pathLst>
                <a:path w="4943" h="664">
                  <a:moveTo>
                    <a:pt x="13" y="653"/>
                  </a:moveTo>
                  <a:cubicBezTo>
                    <a:pt x="6" y="653"/>
                    <a:pt x="0" y="647"/>
                    <a:pt x="0" y="64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0" y="199"/>
                    <a:pt x="6" y="193"/>
                    <a:pt x="13" y="193"/>
                  </a:cubicBezTo>
                  <a:cubicBezTo>
                    <a:pt x="79" y="193"/>
                    <a:pt x="79" y="193"/>
                    <a:pt x="79" y="193"/>
                  </a:cubicBezTo>
                  <a:cubicBezTo>
                    <a:pt x="85" y="193"/>
                    <a:pt x="91" y="199"/>
                    <a:pt x="92" y="206"/>
                  </a:cubicBezTo>
                  <a:cubicBezTo>
                    <a:pt x="96" y="252"/>
                    <a:pt x="96" y="252"/>
                    <a:pt x="96" y="252"/>
                  </a:cubicBezTo>
                  <a:cubicBezTo>
                    <a:pt x="127" y="215"/>
                    <a:pt x="178" y="182"/>
                    <a:pt x="234" y="182"/>
                  </a:cubicBezTo>
                  <a:cubicBezTo>
                    <a:pt x="321" y="182"/>
                    <a:pt x="390" y="234"/>
                    <a:pt x="390" y="359"/>
                  </a:cubicBezTo>
                  <a:cubicBezTo>
                    <a:pt x="390" y="640"/>
                    <a:pt x="390" y="640"/>
                    <a:pt x="390" y="640"/>
                  </a:cubicBezTo>
                  <a:cubicBezTo>
                    <a:pt x="390" y="647"/>
                    <a:pt x="384" y="653"/>
                    <a:pt x="377" y="653"/>
                  </a:cubicBezTo>
                  <a:cubicBezTo>
                    <a:pt x="300" y="653"/>
                    <a:pt x="300" y="653"/>
                    <a:pt x="300" y="653"/>
                  </a:cubicBezTo>
                  <a:cubicBezTo>
                    <a:pt x="293" y="653"/>
                    <a:pt x="287" y="647"/>
                    <a:pt x="287" y="640"/>
                  </a:cubicBezTo>
                  <a:cubicBezTo>
                    <a:pt x="287" y="374"/>
                    <a:pt x="287" y="374"/>
                    <a:pt x="287" y="374"/>
                  </a:cubicBezTo>
                  <a:cubicBezTo>
                    <a:pt x="287" y="299"/>
                    <a:pt x="247" y="276"/>
                    <a:pt x="206" y="276"/>
                  </a:cubicBezTo>
                  <a:cubicBezTo>
                    <a:pt x="152" y="276"/>
                    <a:pt x="103" y="323"/>
                    <a:pt x="103" y="410"/>
                  </a:cubicBezTo>
                  <a:cubicBezTo>
                    <a:pt x="103" y="640"/>
                    <a:pt x="103" y="640"/>
                    <a:pt x="103" y="640"/>
                  </a:cubicBezTo>
                  <a:cubicBezTo>
                    <a:pt x="103" y="647"/>
                    <a:pt x="97" y="653"/>
                    <a:pt x="90" y="653"/>
                  </a:cubicBezTo>
                  <a:lnTo>
                    <a:pt x="13" y="653"/>
                  </a:lnTo>
                  <a:close/>
                  <a:moveTo>
                    <a:pt x="2735" y="269"/>
                  </a:moveTo>
                  <a:cubicBezTo>
                    <a:pt x="2672" y="269"/>
                    <a:pt x="2629" y="330"/>
                    <a:pt x="2629" y="421"/>
                  </a:cubicBezTo>
                  <a:cubicBezTo>
                    <a:pt x="2629" y="503"/>
                    <a:pt x="2667" y="576"/>
                    <a:pt x="2736" y="576"/>
                  </a:cubicBezTo>
                  <a:cubicBezTo>
                    <a:pt x="2775" y="576"/>
                    <a:pt x="2832" y="547"/>
                    <a:pt x="2832" y="428"/>
                  </a:cubicBezTo>
                  <a:cubicBezTo>
                    <a:pt x="2832" y="406"/>
                    <a:pt x="2832" y="406"/>
                    <a:pt x="2832" y="406"/>
                  </a:cubicBezTo>
                  <a:cubicBezTo>
                    <a:pt x="2832" y="304"/>
                    <a:pt x="2782" y="269"/>
                    <a:pt x="2735" y="269"/>
                  </a:cubicBezTo>
                  <a:moveTo>
                    <a:pt x="2715" y="182"/>
                  </a:moveTo>
                  <a:cubicBezTo>
                    <a:pt x="2773" y="182"/>
                    <a:pt x="2815" y="210"/>
                    <a:pt x="2844" y="247"/>
                  </a:cubicBezTo>
                  <a:cubicBezTo>
                    <a:pt x="2849" y="206"/>
                    <a:pt x="2849" y="206"/>
                    <a:pt x="2849" y="206"/>
                  </a:cubicBezTo>
                  <a:cubicBezTo>
                    <a:pt x="2850" y="200"/>
                    <a:pt x="2856" y="193"/>
                    <a:pt x="2863" y="193"/>
                  </a:cubicBezTo>
                  <a:cubicBezTo>
                    <a:pt x="2922" y="193"/>
                    <a:pt x="2922" y="193"/>
                    <a:pt x="2922" y="193"/>
                  </a:cubicBezTo>
                  <a:cubicBezTo>
                    <a:pt x="2930" y="193"/>
                    <a:pt x="2935" y="199"/>
                    <a:pt x="2935" y="206"/>
                  </a:cubicBezTo>
                  <a:cubicBezTo>
                    <a:pt x="2935" y="640"/>
                    <a:pt x="2935" y="640"/>
                    <a:pt x="2935" y="640"/>
                  </a:cubicBezTo>
                  <a:cubicBezTo>
                    <a:pt x="2935" y="647"/>
                    <a:pt x="2930" y="653"/>
                    <a:pt x="2922" y="653"/>
                  </a:cubicBezTo>
                  <a:cubicBezTo>
                    <a:pt x="2858" y="653"/>
                    <a:pt x="2858" y="653"/>
                    <a:pt x="2858" y="653"/>
                  </a:cubicBezTo>
                  <a:cubicBezTo>
                    <a:pt x="2851" y="653"/>
                    <a:pt x="2845" y="646"/>
                    <a:pt x="2844" y="640"/>
                  </a:cubicBezTo>
                  <a:cubicBezTo>
                    <a:pt x="2837" y="593"/>
                    <a:pt x="2837" y="593"/>
                    <a:pt x="2837" y="593"/>
                  </a:cubicBezTo>
                  <a:cubicBezTo>
                    <a:pt x="2815" y="631"/>
                    <a:pt x="2768" y="664"/>
                    <a:pt x="2714" y="664"/>
                  </a:cubicBezTo>
                  <a:cubicBezTo>
                    <a:pt x="2593" y="664"/>
                    <a:pt x="2522" y="555"/>
                    <a:pt x="2522" y="422"/>
                  </a:cubicBezTo>
                  <a:cubicBezTo>
                    <a:pt x="2522" y="261"/>
                    <a:pt x="2616" y="182"/>
                    <a:pt x="2715" y="182"/>
                  </a:cubicBezTo>
                  <a:moveTo>
                    <a:pt x="4643" y="653"/>
                  </a:moveTo>
                  <a:cubicBezTo>
                    <a:pt x="4650" y="653"/>
                    <a:pt x="4656" y="647"/>
                    <a:pt x="4656" y="640"/>
                  </a:cubicBezTo>
                  <a:cubicBezTo>
                    <a:pt x="4656" y="410"/>
                    <a:pt x="4656" y="410"/>
                    <a:pt x="4656" y="410"/>
                  </a:cubicBezTo>
                  <a:cubicBezTo>
                    <a:pt x="4656" y="323"/>
                    <a:pt x="4705" y="276"/>
                    <a:pt x="4759" y="276"/>
                  </a:cubicBezTo>
                  <a:cubicBezTo>
                    <a:pt x="4800" y="276"/>
                    <a:pt x="4840" y="299"/>
                    <a:pt x="4840" y="374"/>
                  </a:cubicBezTo>
                  <a:cubicBezTo>
                    <a:pt x="4840" y="640"/>
                    <a:pt x="4840" y="640"/>
                    <a:pt x="4840" y="640"/>
                  </a:cubicBezTo>
                  <a:cubicBezTo>
                    <a:pt x="4840" y="647"/>
                    <a:pt x="4846" y="653"/>
                    <a:pt x="4853" y="653"/>
                  </a:cubicBezTo>
                  <a:cubicBezTo>
                    <a:pt x="4930" y="653"/>
                    <a:pt x="4930" y="653"/>
                    <a:pt x="4930" y="653"/>
                  </a:cubicBezTo>
                  <a:cubicBezTo>
                    <a:pt x="4937" y="653"/>
                    <a:pt x="4943" y="647"/>
                    <a:pt x="4943" y="640"/>
                  </a:cubicBezTo>
                  <a:cubicBezTo>
                    <a:pt x="4943" y="359"/>
                    <a:pt x="4943" y="359"/>
                    <a:pt x="4943" y="359"/>
                  </a:cubicBezTo>
                  <a:cubicBezTo>
                    <a:pt x="4943" y="234"/>
                    <a:pt x="4874" y="182"/>
                    <a:pt x="4787" y="182"/>
                  </a:cubicBezTo>
                  <a:cubicBezTo>
                    <a:pt x="4731" y="182"/>
                    <a:pt x="4680" y="215"/>
                    <a:pt x="4649" y="252"/>
                  </a:cubicBezTo>
                  <a:cubicBezTo>
                    <a:pt x="4645" y="206"/>
                    <a:pt x="4645" y="206"/>
                    <a:pt x="4645" y="206"/>
                  </a:cubicBezTo>
                  <a:cubicBezTo>
                    <a:pt x="4644" y="199"/>
                    <a:pt x="4638" y="193"/>
                    <a:pt x="4632" y="193"/>
                  </a:cubicBezTo>
                  <a:cubicBezTo>
                    <a:pt x="4566" y="193"/>
                    <a:pt x="4566" y="193"/>
                    <a:pt x="4566" y="193"/>
                  </a:cubicBezTo>
                  <a:cubicBezTo>
                    <a:pt x="4559" y="193"/>
                    <a:pt x="4553" y="199"/>
                    <a:pt x="4553" y="206"/>
                  </a:cubicBezTo>
                  <a:cubicBezTo>
                    <a:pt x="4553" y="640"/>
                    <a:pt x="4553" y="640"/>
                    <a:pt x="4553" y="640"/>
                  </a:cubicBezTo>
                  <a:cubicBezTo>
                    <a:pt x="4553" y="647"/>
                    <a:pt x="4559" y="653"/>
                    <a:pt x="4566" y="653"/>
                  </a:cubicBezTo>
                  <a:lnTo>
                    <a:pt x="4643" y="653"/>
                  </a:lnTo>
                  <a:close/>
                  <a:moveTo>
                    <a:pt x="3143" y="653"/>
                  </a:moveTo>
                  <a:cubicBezTo>
                    <a:pt x="3151" y="653"/>
                    <a:pt x="3156" y="647"/>
                    <a:pt x="3156" y="640"/>
                  </a:cubicBezTo>
                  <a:cubicBezTo>
                    <a:pt x="3156" y="410"/>
                    <a:pt x="3156" y="410"/>
                    <a:pt x="3156" y="410"/>
                  </a:cubicBezTo>
                  <a:cubicBezTo>
                    <a:pt x="3156" y="323"/>
                    <a:pt x="3206" y="276"/>
                    <a:pt x="3259" y="276"/>
                  </a:cubicBezTo>
                  <a:cubicBezTo>
                    <a:pt x="3301" y="276"/>
                    <a:pt x="3340" y="299"/>
                    <a:pt x="3341" y="374"/>
                  </a:cubicBezTo>
                  <a:cubicBezTo>
                    <a:pt x="3341" y="640"/>
                    <a:pt x="3341" y="640"/>
                    <a:pt x="3341" y="640"/>
                  </a:cubicBezTo>
                  <a:cubicBezTo>
                    <a:pt x="3341" y="647"/>
                    <a:pt x="3346" y="653"/>
                    <a:pt x="3354" y="653"/>
                  </a:cubicBezTo>
                  <a:cubicBezTo>
                    <a:pt x="3430" y="653"/>
                    <a:pt x="3430" y="653"/>
                    <a:pt x="3430" y="653"/>
                  </a:cubicBezTo>
                  <a:cubicBezTo>
                    <a:pt x="3437" y="653"/>
                    <a:pt x="3443" y="647"/>
                    <a:pt x="3443" y="640"/>
                  </a:cubicBezTo>
                  <a:cubicBezTo>
                    <a:pt x="3443" y="359"/>
                    <a:pt x="3443" y="359"/>
                    <a:pt x="3443" y="359"/>
                  </a:cubicBezTo>
                  <a:cubicBezTo>
                    <a:pt x="3443" y="234"/>
                    <a:pt x="3375" y="182"/>
                    <a:pt x="3287" y="182"/>
                  </a:cubicBezTo>
                  <a:cubicBezTo>
                    <a:pt x="3231" y="182"/>
                    <a:pt x="3180" y="215"/>
                    <a:pt x="3150" y="252"/>
                  </a:cubicBezTo>
                  <a:cubicBezTo>
                    <a:pt x="3146" y="206"/>
                    <a:pt x="3146" y="206"/>
                    <a:pt x="3146" y="206"/>
                  </a:cubicBezTo>
                  <a:cubicBezTo>
                    <a:pt x="3145" y="199"/>
                    <a:pt x="3139" y="193"/>
                    <a:pt x="3132" y="193"/>
                  </a:cubicBezTo>
                  <a:cubicBezTo>
                    <a:pt x="3067" y="193"/>
                    <a:pt x="3067" y="193"/>
                    <a:pt x="3067" y="193"/>
                  </a:cubicBezTo>
                  <a:cubicBezTo>
                    <a:pt x="3059" y="193"/>
                    <a:pt x="3054" y="199"/>
                    <a:pt x="3054" y="206"/>
                  </a:cubicBezTo>
                  <a:cubicBezTo>
                    <a:pt x="3054" y="640"/>
                    <a:pt x="3054" y="640"/>
                    <a:pt x="3054" y="640"/>
                  </a:cubicBezTo>
                  <a:cubicBezTo>
                    <a:pt x="3054" y="647"/>
                    <a:pt x="3059" y="653"/>
                    <a:pt x="3067" y="653"/>
                  </a:cubicBezTo>
                  <a:lnTo>
                    <a:pt x="3143" y="653"/>
                  </a:lnTo>
                  <a:close/>
                  <a:moveTo>
                    <a:pt x="2344" y="9"/>
                  </a:moveTo>
                  <a:cubicBezTo>
                    <a:pt x="2336" y="10"/>
                    <a:pt x="2331" y="15"/>
                    <a:pt x="2331" y="22"/>
                  </a:cubicBezTo>
                  <a:cubicBezTo>
                    <a:pt x="2331" y="640"/>
                    <a:pt x="2331" y="640"/>
                    <a:pt x="2331" y="640"/>
                  </a:cubicBezTo>
                  <a:cubicBezTo>
                    <a:pt x="2331" y="647"/>
                    <a:pt x="2337" y="653"/>
                    <a:pt x="2344" y="653"/>
                  </a:cubicBezTo>
                  <a:cubicBezTo>
                    <a:pt x="2421" y="653"/>
                    <a:pt x="2421" y="653"/>
                    <a:pt x="2421" y="653"/>
                  </a:cubicBezTo>
                  <a:cubicBezTo>
                    <a:pt x="2428" y="653"/>
                    <a:pt x="2434" y="647"/>
                    <a:pt x="2434" y="640"/>
                  </a:cubicBezTo>
                  <a:cubicBezTo>
                    <a:pt x="2434" y="15"/>
                    <a:pt x="2434" y="15"/>
                    <a:pt x="2434" y="15"/>
                  </a:cubicBezTo>
                  <a:cubicBezTo>
                    <a:pt x="2434" y="8"/>
                    <a:pt x="2428" y="0"/>
                    <a:pt x="2421" y="2"/>
                  </a:cubicBezTo>
                  <a:lnTo>
                    <a:pt x="2344" y="9"/>
                  </a:lnTo>
                  <a:close/>
                  <a:moveTo>
                    <a:pt x="793" y="384"/>
                  </a:moveTo>
                  <a:cubicBezTo>
                    <a:pt x="789" y="326"/>
                    <a:pt x="764" y="267"/>
                    <a:pt x="691" y="267"/>
                  </a:cubicBezTo>
                  <a:cubicBezTo>
                    <a:pt x="619" y="267"/>
                    <a:pt x="594" y="331"/>
                    <a:pt x="587" y="384"/>
                  </a:cubicBezTo>
                  <a:lnTo>
                    <a:pt x="793" y="384"/>
                  </a:lnTo>
                  <a:close/>
                  <a:moveTo>
                    <a:pt x="698" y="664"/>
                  </a:moveTo>
                  <a:cubicBezTo>
                    <a:pt x="565" y="664"/>
                    <a:pt x="479" y="569"/>
                    <a:pt x="479" y="425"/>
                  </a:cubicBezTo>
                  <a:cubicBezTo>
                    <a:pt x="479" y="286"/>
                    <a:pt x="558" y="182"/>
                    <a:pt x="692" y="182"/>
                  </a:cubicBezTo>
                  <a:cubicBezTo>
                    <a:pt x="840" y="182"/>
                    <a:pt x="897" y="307"/>
                    <a:pt x="897" y="420"/>
                  </a:cubicBezTo>
                  <a:cubicBezTo>
                    <a:pt x="897" y="429"/>
                    <a:pt x="898" y="436"/>
                    <a:pt x="897" y="447"/>
                  </a:cubicBezTo>
                  <a:cubicBezTo>
                    <a:pt x="897" y="454"/>
                    <a:pt x="891" y="460"/>
                    <a:pt x="884" y="460"/>
                  </a:cubicBezTo>
                  <a:cubicBezTo>
                    <a:pt x="587" y="460"/>
                    <a:pt x="587" y="460"/>
                    <a:pt x="587" y="460"/>
                  </a:cubicBezTo>
                  <a:cubicBezTo>
                    <a:pt x="593" y="522"/>
                    <a:pt x="628" y="576"/>
                    <a:pt x="704" y="576"/>
                  </a:cubicBezTo>
                  <a:cubicBezTo>
                    <a:pt x="750" y="576"/>
                    <a:pt x="788" y="566"/>
                    <a:pt x="826" y="548"/>
                  </a:cubicBezTo>
                  <a:cubicBezTo>
                    <a:pt x="833" y="545"/>
                    <a:pt x="840" y="548"/>
                    <a:pt x="843" y="555"/>
                  </a:cubicBezTo>
                  <a:cubicBezTo>
                    <a:pt x="865" y="607"/>
                    <a:pt x="865" y="607"/>
                    <a:pt x="865" y="607"/>
                  </a:cubicBezTo>
                  <a:cubicBezTo>
                    <a:pt x="868" y="614"/>
                    <a:pt x="864" y="621"/>
                    <a:pt x="858" y="625"/>
                  </a:cubicBezTo>
                  <a:cubicBezTo>
                    <a:pt x="817" y="647"/>
                    <a:pt x="765" y="664"/>
                    <a:pt x="698" y="664"/>
                  </a:cubicBezTo>
                  <a:moveTo>
                    <a:pt x="1803" y="384"/>
                  </a:moveTo>
                  <a:cubicBezTo>
                    <a:pt x="1800" y="326"/>
                    <a:pt x="1775" y="267"/>
                    <a:pt x="1701" y="267"/>
                  </a:cubicBezTo>
                  <a:cubicBezTo>
                    <a:pt x="1629" y="267"/>
                    <a:pt x="1604" y="331"/>
                    <a:pt x="1597" y="384"/>
                  </a:cubicBezTo>
                  <a:lnTo>
                    <a:pt x="1803" y="384"/>
                  </a:lnTo>
                  <a:close/>
                  <a:moveTo>
                    <a:pt x="1709" y="664"/>
                  </a:moveTo>
                  <a:cubicBezTo>
                    <a:pt x="1575" y="664"/>
                    <a:pt x="1489" y="569"/>
                    <a:pt x="1489" y="425"/>
                  </a:cubicBezTo>
                  <a:cubicBezTo>
                    <a:pt x="1489" y="286"/>
                    <a:pt x="1569" y="182"/>
                    <a:pt x="1702" y="182"/>
                  </a:cubicBezTo>
                  <a:cubicBezTo>
                    <a:pt x="1850" y="182"/>
                    <a:pt x="1907" y="307"/>
                    <a:pt x="1907" y="420"/>
                  </a:cubicBezTo>
                  <a:cubicBezTo>
                    <a:pt x="1907" y="429"/>
                    <a:pt x="1908" y="436"/>
                    <a:pt x="1907" y="447"/>
                  </a:cubicBezTo>
                  <a:cubicBezTo>
                    <a:pt x="1907" y="454"/>
                    <a:pt x="1902" y="460"/>
                    <a:pt x="1894" y="460"/>
                  </a:cubicBezTo>
                  <a:cubicBezTo>
                    <a:pt x="1597" y="460"/>
                    <a:pt x="1597" y="460"/>
                    <a:pt x="1597" y="460"/>
                  </a:cubicBezTo>
                  <a:cubicBezTo>
                    <a:pt x="1603" y="522"/>
                    <a:pt x="1638" y="576"/>
                    <a:pt x="1714" y="576"/>
                  </a:cubicBezTo>
                  <a:cubicBezTo>
                    <a:pt x="1760" y="576"/>
                    <a:pt x="1798" y="566"/>
                    <a:pt x="1836" y="548"/>
                  </a:cubicBezTo>
                  <a:cubicBezTo>
                    <a:pt x="1843" y="545"/>
                    <a:pt x="1851" y="548"/>
                    <a:pt x="1854" y="555"/>
                  </a:cubicBezTo>
                  <a:cubicBezTo>
                    <a:pt x="1875" y="607"/>
                    <a:pt x="1875" y="607"/>
                    <a:pt x="1875" y="607"/>
                  </a:cubicBezTo>
                  <a:cubicBezTo>
                    <a:pt x="1878" y="614"/>
                    <a:pt x="1875" y="621"/>
                    <a:pt x="1868" y="625"/>
                  </a:cubicBezTo>
                  <a:cubicBezTo>
                    <a:pt x="1828" y="647"/>
                    <a:pt x="1775" y="664"/>
                    <a:pt x="1709" y="664"/>
                  </a:cubicBezTo>
                  <a:moveTo>
                    <a:pt x="1380" y="2"/>
                  </a:moveTo>
                  <a:cubicBezTo>
                    <a:pt x="1388" y="0"/>
                    <a:pt x="1393" y="8"/>
                    <a:pt x="1393" y="15"/>
                  </a:cubicBezTo>
                  <a:cubicBezTo>
                    <a:pt x="1393" y="640"/>
                    <a:pt x="1393" y="640"/>
                    <a:pt x="1393" y="640"/>
                  </a:cubicBezTo>
                  <a:cubicBezTo>
                    <a:pt x="1393" y="647"/>
                    <a:pt x="1388" y="653"/>
                    <a:pt x="1380" y="653"/>
                  </a:cubicBezTo>
                  <a:cubicBezTo>
                    <a:pt x="1317" y="653"/>
                    <a:pt x="1317" y="653"/>
                    <a:pt x="1317" y="653"/>
                  </a:cubicBezTo>
                  <a:cubicBezTo>
                    <a:pt x="1310" y="653"/>
                    <a:pt x="1305" y="646"/>
                    <a:pt x="1304" y="640"/>
                  </a:cubicBezTo>
                  <a:cubicBezTo>
                    <a:pt x="1297" y="593"/>
                    <a:pt x="1297" y="593"/>
                    <a:pt x="1297" y="593"/>
                  </a:cubicBezTo>
                  <a:cubicBezTo>
                    <a:pt x="1274" y="631"/>
                    <a:pt x="1217" y="664"/>
                    <a:pt x="1164" y="664"/>
                  </a:cubicBezTo>
                  <a:cubicBezTo>
                    <a:pt x="1042" y="664"/>
                    <a:pt x="971" y="555"/>
                    <a:pt x="971" y="422"/>
                  </a:cubicBezTo>
                  <a:cubicBezTo>
                    <a:pt x="971" y="261"/>
                    <a:pt x="1065" y="182"/>
                    <a:pt x="1164" y="182"/>
                  </a:cubicBezTo>
                  <a:cubicBezTo>
                    <a:pt x="1215" y="182"/>
                    <a:pt x="1260" y="203"/>
                    <a:pt x="1291" y="233"/>
                  </a:cubicBezTo>
                  <a:cubicBezTo>
                    <a:pt x="1291" y="23"/>
                    <a:pt x="1291" y="23"/>
                    <a:pt x="1291" y="23"/>
                  </a:cubicBezTo>
                  <a:cubicBezTo>
                    <a:pt x="1291" y="15"/>
                    <a:pt x="1296" y="10"/>
                    <a:pt x="1304" y="9"/>
                  </a:cubicBezTo>
                  <a:cubicBezTo>
                    <a:pt x="1380" y="2"/>
                    <a:pt x="1380" y="2"/>
                    <a:pt x="1380" y="2"/>
                  </a:cubicBezTo>
                  <a:moveTo>
                    <a:pt x="1291" y="406"/>
                  </a:moveTo>
                  <a:cubicBezTo>
                    <a:pt x="1291" y="304"/>
                    <a:pt x="1231" y="269"/>
                    <a:pt x="1184" y="269"/>
                  </a:cubicBezTo>
                  <a:cubicBezTo>
                    <a:pt x="1122" y="269"/>
                    <a:pt x="1078" y="330"/>
                    <a:pt x="1078" y="421"/>
                  </a:cubicBezTo>
                  <a:cubicBezTo>
                    <a:pt x="1078" y="503"/>
                    <a:pt x="1116" y="576"/>
                    <a:pt x="1186" y="576"/>
                  </a:cubicBezTo>
                  <a:cubicBezTo>
                    <a:pt x="1224" y="576"/>
                    <a:pt x="1291" y="547"/>
                    <a:pt x="1291" y="427"/>
                  </a:cubicBezTo>
                  <a:lnTo>
                    <a:pt x="1291" y="406"/>
                  </a:lnTo>
                  <a:close/>
                  <a:moveTo>
                    <a:pt x="4359" y="384"/>
                  </a:moveTo>
                  <a:cubicBezTo>
                    <a:pt x="4356" y="326"/>
                    <a:pt x="4331" y="267"/>
                    <a:pt x="4258" y="267"/>
                  </a:cubicBezTo>
                  <a:cubicBezTo>
                    <a:pt x="4186" y="267"/>
                    <a:pt x="4161" y="331"/>
                    <a:pt x="4154" y="384"/>
                  </a:cubicBezTo>
                  <a:lnTo>
                    <a:pt x="4359" y="384"/>
                  </a:lnTo>
                  <a:close/>
                  <a:moveTo>
                    <a:pt x="4265" y="664"/>
                  </a:moveTo>
                  <a:cubicBezTo>
                    <a:pt x="4131" y="664"/>
                    <a:pt x="4045" y="569"/>
                    <a:pt x="4045" y="425"/>
                  </a:cubicBezTo>
                  <a:cubicBezTo>
                    <a:pt x="4045" y="286"/>
                    <a:pt x="4125" y="182"/>
                    <a:pt x="4259" y="182"/>
                  </a:cubicBezTo>
                  <a:cubicBezTo>
                    <a:pt x="4406" y="182"/>
                    <a:pt x="4464" y="307"/>
                    <a:pt x="4464" y="420"/>
                  </a:cubicBezTo>
                  <a:cubicBezTo>
                    <a:pt x="4464" y="429"/>
                    <a:pt x="4464" y="436"/>
                    <a:pt x="4464" y="447"/>
                  </a:cubicBezTo>
                  <a:cubicBezTo>
                    <a:pt x="4464" y="454"/>
                    <a:pt x="4458" y="460"/>
                    <a:pt x="4451" y="460"/>
                  </a:cubicBezTo>
                  <a:cubicBezTo>
                    <a:pt x="4154" y="460"/>
                    <a:pt x="4154" y="460"/>
                    <a:pt x="4154" y="460"/>
                  </a:cubicBezTo>
                  <a:cubicBezTo>
                    <a:pt x="4159" y="522"/>
                    <a:pt x="4195" y="576"/>
                    <a:pt x="4271" y="576"/>
                  </a:cubicBezTo>
                  <a:cubicBezTo>
                    <a:pt x="4317" y="576"/>
                    <a:pt x="4355" y="566"/>
                    <a:pt x="4393" y="548"/>
                  </a:cubicBezTo>
                  <a:cubicBezTo>
                    <a:pt x="4399" y="545"/>
                    <a:pt x="4407" y="548"/>
                    <a:pt x="4410" y="555"/>
                  </a:cubicBezTo>
                  <a:cubicBezTo>
                    <a:pt x="4432" y="607"/>
                    <a:pt x="4432" y="607"/>
                    <a:pt x="4432" y="607"/>
                  </a:cubicBezTo>
                  <a:cubicBezTo>
                    <a:pt x="4434" y="614"/>
                    <a:pt x="4431" y="621"/>
                    <a:pt x="4425" y="625"/>
                  </a:cubicBezTo>
                  <a:cubicBezTo>
                    <a:pt x="4384" y="647"/>
                    <a:pt x="4332" y="664"/>
                    <a:pt x="4265" y="664"/>
                  </a:cubicBezTo>
                  <a:moveTo>
                    <a:pt x="3942" y="2"/>
                  </a:moveTo>
                  <a:cubicBezTo>
                    <a:pt x="3949" y="0"/>
                    <a:pt x="3955" y="8"/>
                    <a:pt x="3955" y="15"/>
                  </a:cubicBezTo>
                  <a:cubicBezTo>
                    <a:pt x="3955" y="640"/>
                    <a:pt x="3955" y="640"/>
                    <a:pt x="3955" y="640"/>
                  </a:cubicBezTo>
                  <a:cubicBezTo>
                    <a:pt x="3955" y="647"/>
                    <a:pt x="3949" y="653"/>
                    <a:pt x="3942" y="653"/>
                  </a:cubicBezTo>
                  <a:cubicBezTo>
                    <a:pt x="3879" y="653"/>
                    <a:pt x="3879" y="653"/>
                    <a:pt x="3879" y="653"/>
                  </a:cubicBezTo>
                  <a:cubicBezTo>
                    <a:pt x="3872" y="653"/>
                    <a:pt x="3866" y="646"/>
                    <a:pt x="3865" y="640"/>
                  </a:cubicBezTo>
                  <a:cubicBezTo>
                    <a:pt x="3858" y="593"/>
                    <a:pt x="3858" y="593"/>
                    <a:pt x="3858" y="593"/>
                  </a:cubicBezTo>
                  <a:cubicBezTo>
                    <a:pt x="3835" y="631"/>
                    <a:pt x="3779" y="664"/>
                    <a:pt x="3726" y="664"/>
                  </a:cubicBezTo>
                  <a:cubicBezTo>
                    <a:pt x="3604" y="664"/>
                    <a:pt x="3533" y="555"/>
                    <a:pt x="3533" y="422"/>
                  </a:cubicBezTo>
                  <a:cubicBezTo>
                    <a:pt x="3533" y="261"/>
                    <a:pt x="3627" y="182"/>
                    <a:pt x="3726" y="182"/>
                  </a:cubicBezTo>
                  <a:cubicBezTo>
                    <a:pt x="3777" y="182"/>
                    <a:pt x="3822" y="203"/>
                    <a:pt x="3852" y="233"/>
                  </a:cubicBezTo>
                  <a:cubicBezTo>
                    <a:pt x="3852" y="23"/>
                    <a:pt x="3852" y="23"/>
                    <a:pt x="3852" y="23"/>
                  </a:cubicBezTo>
                  <a:cubicBezTo>
                    <a:pt x="3852" y="15"/>
                    <a:pt x="3858" y="10"/>
                    <a:pt x="3866" y="9"/>
                  </a:cubicBezTo>
                  <a:cubicBezTo>
                    <a:pt x="3942" y="2"/>
                    <a:pt x="3942" y="2"/>
                    <a:pt x="3942" y="2"/>
                  </a:cubicBezTo>
                  <a:moveTo>
                    <a:pt x="3853" y="406"/>
                  </a:moveTo>
                  <a:cubicBezTo>
                    <a:pt x="3853" y="304"/>
                    <a:pt x="3793" y="269"/>
                    <a:pt x="3746" y="269"/>
                  </a:cubicBezTo>
                  <a:cubicBezTo>
                    <a:pt x="3683" y="269"/>
                    <a:pt x="3640" y="330"/>
                    <a:pt x="3640" y="421"/>
                  </a:cubicBezTo>
                  <a:cubicBezTo>
                    <a:pt x="3640" y="503"/>
                    <a:pt x="3677" y="576"/>
                    <a:pt x="3747" y="576"/>
                  </a:cubicBezTo>
                  <a:cubicBezTo>
                    <a:pt x="3786" y="576"/>
                    <a:pt x="3853" y="547"/>
                    <a:pt x="3853" y="427"/>
                  </a:cubicBezTo>
                  <a:lnTo>
                    <a:pt x="3853" y="406"/>
                  </a:lnTo>
                  <a:close/>
                  <a:moveTo>
                    <a:pt x="2248" y="195"/>
                  </a:moveTo>
                  <a:cubicBezTo>
                    <a:pt x="2248" y="188"/>
                    <a:pt x="2242" y="182"/>
                    <a:pt x="2235" y="182"/>
                  </a:cubicBezTo>
                  <a:cubicBezTo>
                    <a:pt x="2179" y="182"/>
                    <a:pt x="2125" y="215"/>
                    <a:pt x="2094" y="252"/>
                  </a:cubicBezTo>
                  <a:cubicBezTo>
                    <a:pt x="2090" y="206"/>
                    <a:pt x="2090" y="206"/>
                    <a:pt x="2090" y="206"/>
                  </a:cubicBezTo>
                  <a:cubicBezTo>
                    <a:pt x="2089" y="199"/>
                    <a:pt x="2083" y="193"/>
                    <a:pt x="2077" y="193"/>
                  </a:cubicBezTo>
                  <a:cubicBezTo>
                    <a:pt x="2011" y="193"/>
                    <a:pt x="2011" y="193"/>
                    <a:pt x="2011" y="193"/>
                  </a:cubicBezTo>
                  <a:cubicBezTo>
                    <a:pt x="2004" y="193"/>
                    <a:pt x="1998" y="199"/>
                    <a:pt x="1998" y="206"/>
                  </a:cubicBezTo>
                  <a:cubicBezTo>
                    <a:pt x="1998" y="640"/>
                    <a:pt x="1998" y="640"/>
                    <a:pt x="1998" y="640"/>
                  </a:cubicBezTo>
                  <a:cubicBezTo>
                    <a:pt x="1998" y="647"/>
                    <a:pt x="2004" y="653"/>
                    <a:pt x="2011" y="653"/>
                  </a:cubicBezTo>
                  <a:cubicBezTo>
                    <a:pt x="2088" y="653"/>
                    <a:pt x="2088" y="653"/>
                    <a:pt x="2088" y="653"/>
                  </a:cubicBezTo>
                  <a:cubicBezTo>
                    <a:pt x="2095" y="653"/>
                    <a:pt x="2101" y="647"/>
                    <a:pt x="2101" y="640"/>
                  </a:cubicBezTo>
                  <a:cubicBezTo>
                    <a:pt x="2101" y="415"/>
                    <a:pt x="2101" y="415"/>
                    <a:pt x="2101" y="415"/>
                  </a:cubicBezTo>
                  <a:cubicBezTo>
                    <a:pt x="2101" y="322"/>
                    <a:pt x="2158" y="286"/>
                    <a:pt x="2210" y="286"/>
                  </a:cubicBezTo>
                  <a:cubicBezTo>
                    <a:pt x="2218" y="286"/>
                    <a:pt x="2225" y="288"/>
                    <a:pt x="2230" y="288"/>
                  </a:cubicBezTo>
                  <a:cubicBezTo>
                    <a:pt x="2241" y="290"/>
                    <a:pt x="2248" y="284"/>
                    <a:pt x="2248" y="276"/>
                  </a:cubicBezTo>
                  <a:lnTo>
                    <a:pt x="2248" y="19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</p:grpSp>
      <p:grpSp>
        <p:nvGrpSpPr>
          <p:cNvPr id="26" name="HR logo"/>
          <p:cNvGrpSpPr>
            <a:grpSpLocks noSelect="1"/>
          </p:cNvGrpSpPr>
          <p:nvPr userDrawn="1"/>
        </p:nvGrpSpPr>
        <p:grpSpPr bwMode="gray">
          <a:xfrm>
            <a:off x="374401" y="6076800"/>
            <a:ext cx="504000" cy="514800"/>
            <a:chOff x="0" y="0"/>
            <a:chExt cx="562610" cy="574675"/>
          </a:xfrm>
        </p:grpSpPr>
        <p:sp>
          <p:nvSpPr>
            <p:cNvPr id="27" name="Freeform 35"/>
            <p:cNvSpPr>
              <a:spLocks noSelect="1"/>
            </p:cNvSpPr>
            <p:nvPr userDrawn="1"/>
          </p:nvSpPr>
          <p:spPr bwMode="gray">
            <a:xfrm>
              <a:off x="0" y="0"/>
              <a:ext cx="562610" cy="574675"/>
            </a:xfrm>
            <a:custGeom>
              <a:avLst/>
              <a:gdLst>
                <a:gd name="T0" fmla="*/ 1771 w 1771"/>
                <a:gd name="T1" fmla="*/ 874 h 1807"/>
                <a:gd name="T2" fmla="*/ 1770 w 1771"/>
                <a:gd name="T3" fmla="*/ 851 h 1807"/>
                <a:gd name="T4" fmla="*/ 1768 w 1771"/>
                <a:gd name="T5" fmla="*/ 828 h 1807"/>
                <a:gd name="T6" fmla="*/ 1765 w 1771"/>
                <a:gd name="T7" fmla="*/ 799 h 1807"/>
                <a:gd name="T8" fmla="*/ 1762 w 1771"/>
                <a:gd name="T9" fmla="*/ 775 h 1807"/>
                <a:gd name="T10" fmla="*/ 1758 w 1771"/>
                <a:gd name="T11" fmla="*/ 748 h 1807"/>
                <a:gd name="T12" fmla="*/ 1739 w 1771"/>
                <a:gd name="T13" fmla="*/ 663 h 1807"/>
                <a:gd name="T14" fmla="*/ 1732 w 1771"/>
                <a:gd name="T15" fmla="*/ 642 h 1807"/>
                <a:gd name="T16" fmla="*/ 1726 w 1771"/>
                <a:gd name="T17" fmla="*/ 622 h 1807"/>
                <a:gd name="T18" fmla="*/ 1589 w 1771"/>
                <a:gd name="T19" fmla="*/ 360 h 1807"/>
                <a:gd name="T20" fmla="*/ 1559 w 1771"/>
                <a:gd name="T21" fmla="*/ 322 h 1807"/>
                <a:gd name="T22" fmla="*/ 1544 w 1771"/>
                <a:gd name="T23" fmla="*/ 304 h 1807"/>
                <a:gd name="T24" fmla="*/ 1511 w 1771"/>
                <a:gd name="T25" fmla="*/ 269 h 1807"/>
                <a:gd name="T26" fmla="*/ 1477 w 1771"/>
                <a:gd name="T27" fmla="*/ 236 h 1807"/>
                <a:gd name="T28" fmla="*/ 1449 w 1771"/>
                <a:gd name="T29" fmla="*/ 212 h 1807"/>
                <a:gd name="T30" fmla="*/ 1431 w 1771"/>
                <a:gd name="T31" fmla="*/ 197 h 1807"/>
                <a:gd name="T32" fmla="*/ 1402 w 1771"/>
                <a:gd name="T33" fmla="*/ 175 h 1807"/>
                <a:gd name="T34" fmla="*/ 1383 w 1771"/>
                <a:gd name="T35" fmla="*/ 162 h 1807"/>
                <a:gd name="T36" fmla="*/ 1353 w 1771"/>
                <a:gd name="T37" fmla="*/ 141 h 1807"/>
                <a:gd name="T38" fmla="*/ 1321 w 1771"/>
                <a:gd name="T39" fmla="*/ 122 h 1807"/>
                <a:gd name="T40" fmla="*/ 1301 w 1771"/>
                <a:gd name="T41" fmla="*/ 111 h 1807"/>
                <a:gd name="T42" fmla="*/ 1263 w 1771"/>
                <a:gd name="T43" fmla="*/ 91 h 1807"/>
                <a:gd name="T44" fmla="*/ 1241 w 1771"/>
                <a:gd name="T45" fmla="*/ 81 h 1807"/>
                <a:gd name="T46" fmla="*/ 1208 w 1771"/>
                <a:gd name="T47" fmla="*/ 66 h 1807"/>
                <a:gd name="T48" fmla="*/ 1162 w 1771"/>
                <a:gd name="T49" fmla="*/ 49 h 1807"/>
                <a:gd name="T50" fmla="*/ 1120 w 1771"/>
                <a:gd name="T51" fmla="*/ 36 h 1807"/>
                <a:gd name="T52" fmla="*/ 1097 w 1771"/>
                <a:gd name="T53" fmla="*/ 30 h 1807"/>
                <a:gd name="T54" fmla="*/ 1061 w 1771"/>
                <a:gd name="T55" fmla="*/ 21 h 1807"/>
                <a:gd name="T56" fmla="*/ 1037 w 1771"/>
                <a:gd name="T57" fmla="*/ 16 h 1807"/>
                <a:gd name="T58" fmla="*/ 175 w 1771"/>
                <a:gd name="T59" fmla="*/ 323 h 1807"/>
                <a:gd name="T60" fmla="*/ 1304 w 1771"/>
                <a:gd name="T61" fmla="*/ 402 h 1807"/>
                <a:gd name="T62" fmla="*/ 1372 w 1771"/>
                <a:gd name="T63" fmla="*/ 1125 h 1807"/>
                <a:gd name="T64" fmla="*/ 590 w 1771"/>
                <a:gd name="T65" fmla="*/ 1394 h 1807"/>
                <a:gd name="T66" fmla="*/ 403 w 1771"/>
                <a:gd name="T67" fmla="*/ 1396 h 1807"/>
                <a:gd name="T68" fmla="*/ 400 w 1771"/>
                <a:gd name="T69" fmla="*/ 1396 h 1807"/>
                <a:gd name="T70" fmla="*/ 381 w 1771"/>
                <a:gd name="T71" fmla="*/ 1380 h 1807"/>
                <a:gd name="T72" fmla="*/ 380 w 1771"/>
                <a:gd name="T73" fmla="*/ 1371 h 1807"/>
                <a:gd name="T74" fmla="*/ 510 w 1771"/>
                <a:gd name="T75" fmla="*/ 732 h 1807"/>
                <a:gd name="T76" fmla="*/ 519 w 1771"/>
                <a:gd name="T77" fmla="*/ 716 h 1807"/>
                <a:gd name="T78" fmla="*/ 786 w 1771"/>
                <a:gd name="T79" fmla="*/ 705 h 1807"/>
                <a:gd name="T80" fmla="*/ 0 w 1771"/>
                <a:gd name="T81" fmla="*/ 1037 h 1807"/>
                <a:gd name="T82" fmla="*/ 1292 w 1771"/>
                <a:gd name="T83" fmla="*/ 1701 h 1807"/>
                <a:gd name="T84" fmla="*/ 1313 w 1771"/>
                <a:gd name="T85" fmla="*/ 1689 h 1807"/>
                <a:gd name="T86" fmla="*/ 1333 w 1771"/>
                <a:gd name="T87" fmla="*/ 1677 h 1807"/>
                <a:gd name="T88" fmla="*/ 1354 w 1771"/>
                <a:gd name="T89" fmla="*/ 1665 h 1807"/>
                <a:gd name="T90" fmla="*/ 1374 w 1771"/>
                <a:gd name="T91" fmla="*/ 1651 h 1807"/>
                <a:gd name="T92" fmla="*/ 1394 w 1771"/>
                <a:gd name="T93" fmla="*/ 1638 h 1807"/>
                <a:gd name="T94" fmla="*/ 1418 w 1771"/>
                <a:gd name="T95" fmla="*/ 1620 h 1807"/>
                <a:gd name="T96" fmla="*/ 1441 w 1771"/>
                <a:gd name="T97" fmla="*/ 1601 h 1807"/>
                <a:gd name="T98" fmla="*/ 1504 w 1771"/>
                <a:gd name="T99" fmla="*/ 1545 h 1807"/>
                <a:gd name="T100" fmla="*/ 1520 w 1771"/>
                <a:gd name="T101" fmla="*/ 1528 h 1807"/>
                <a:gd name="T102" fmla="*/ 1538 w 1771"/>
                <a:gd name="T103" fmla="*/ 1509 h 1807"/>
                <a:gd name="T104" fmla="*/ 1759 w 1771"/>
                <a:gd name="T105" fmla="*/ 1052 h 1807"/>
                <a:gd name="T106" fmla="*/ 1762 w 1771"/>
                <a:gd name="T107" fmla="*/ 1029 h 1807"/>
                <a:gd name="T108" fmla="*/ 1765 w 1771"/>
                <a:gd name="T109" fmla="*/ 1005 h 1807"/>
                <a:gd name="T110" fmla="*/ 1767 w 1771"/>
                <a:gd name="T111" fmla="*/ 986 h 1807"/>
                <a:gd name="T112" fmla="*/ 1769 w 1771"/>
                <a:gd name="T113" fmla="*/ 966 h 1807"/>
                <a:gd name="T114" fmla="*/ 1770 w 1771"/>
                <a:gd name="T115" fmla="*/ 947 h 1807"/>
                <a:gd name="T116" fmla="*/ 1771 w 1771"/>
                <a:gd name="T117" fmla="*/ 928 h 1807"/>
                <a:gd name="T118" fmla="*/ 1771 w 1771"/>
                <a:gd name="T119" fmla="*/ 908 h 1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71" h="1807">
                  <a:moveTo>
                    <a:pt x="1771" y="893"/>
                  </a:moveTo>
                  <a:cubicBezTo>
                    <a:pt x="1771" y="892"/>
                    <a:pt x="1771" y="892"/>
                    <a:pt x="1771" y="892"/>
                  </a:cubicBezTo>
                  <a:cubicBezTo>
                    <a:pt x="1771" y="887"/>
                    <a:pt x="1771" y="887"/>
                    <a:pt x="1771" y="887"/>
                  </a:cubicBezTo>
                  <a:cubicBezTo>
                    <a:pt x="1771" y="885"/>
                    <a:pt x="1771" y="885"/>
                    <a:pt x="1771" y="885"/>
                  </a:cubicBezTo>
                  <a:cubicBezTo>
                    <a:pt x="1771" y="881"/>
                    <a:pt x="1771" y="881"/>
                    <a:pt x="1771" y="881"/>
                  </a:cubicBezTo>
                  <a:cubicBezTo>
                    <a:pt x="1771" y="880"/>
                    <a:pt x="1771" y="880"/>
                    <a:pt x="1771" y="880"/>
                  </a:cubicBezTo>
                  <a:cubicBezTo>
                    <a:pt x="1771" y="875"/>
                    <a:pt x="1771" y="875"/>
                    <a:pt x="1771" y="875"/>
                  </a:cubicBezTo>
                  <a:cubicBezTo>
                    <a:pt x="1771" y="874"/>
                    <a:pt x="1771" y="874"/>
                    <a:pt x="1771" y="874"/>
                  </a:cubicBezTo>
                  <a:cubicBezTo>
                    <a:pt x="1771" y="870"/>
                    <a:pt x="1771" y="870"/>
                    <a:pt x="1771" y="870"/>
                  </a:cubicBezTo>
                  <a:cubicBezTo>
                    <a:pt x="1770" y="868"/>
                    <a:pt x="1770" y="868"/>
                    <a:pt x="1770" y="868"/>
                  </a:cubicBezTo>
                  <a:cubicBezTo>
                    <a:pt x="1770" y="864"/>
                    <a:pt x="1770" y="864"/>
                    <a:pt x="1770" y="864"/>
                  </a:cubicBezTo>
                  <a:cubicBezTo>
                    <a:pt x="1770" y="862"/>
                    <a:pt x="1770" y="862"/>
                    <a:pt x="1770" y="862"/>
                  </a:cubicBezTo>
                  <a:cubicBezTo>
                    <a:pt x="1770" y="859"/>
                    <a:pt x="1770" y="859"/>
                    <a:pt x="1770" y="859"/>
                  </a:cubicBezTo>
                  <a:cubicBezTo>
                    <a:pt x="1770" y="857"/>
                    <a:pt x="1770" y="857"/>
                    <a:pt x="1770" y="857"/>
                  </a:cubicBezTo>
                  <a:cubicBezTo>
                    <a:pt x="1770" y="852"/>
                    <a:pt x="1770" y="852"/>
                    <a:pt x="1770" y="852"/>
                  </a:cubicBezTo>
                  <a:cubicBezTo>
                    <a:pt x="1770" y="851"/>
                    <a:pt x="1770" y="851"/>
                    <a:pt x="1770" y="851"/>
                  </a:cubicBezTo>
                  <a:cubicBezTo>
                    <a:pt x="1769" y="847"/>
                    <a:pt x="1769" y="847"/>
                    <a:pt x="1769" y="847"/>
                  </a:cubicBezTo>
                  <a:cubicBezTo>
                    <a:pt x="1769" y="845"/>
                    <a:pt x="1769" y="845"/>
                    <a:pt x="1769" y="845"/>
                  </a:cubicBezTo>
                  <a:cubicBezTo>
                    <a:pt x="1769" y="841"/>
                    <a:pt x="1769" y="841"/>
                    <a:pt x="1769" y="841"/>
                  </a:cubicBezTo>
                  <a:cubicBezTo>
                    <a:pt x="1769" y="839"/>
                    <a:pt x="1769" y="839"/>
                    <a:pt x="1769" y="839"/>
                  </a:cubicBezTo>
                  <a:cubicBezTo>
                    <a:pt x="1769" y="836"/>
                    <a:pt x="1769" y="836"/>
                    <a:pt x="1769" y="836"/>
                  </a:cubicBezTo>
                  <a:cubicBezTo>
                    <a:pt x="1768" y="834"/>
                    <a:pt x="1768" y="834"/>
                    <a:pt x="1768" y="834"/>
                  </a:cubicBezTo>
                  <a:cubicBezTo>
                    <a:pt x="1768" y="830"/>
                    <a:pt x="1768" y="830"/>
                    <a:pt x="1768" y="830"/>
                  </a:cubicBezTo>
                  <a:cubicBezTo>
                    <a:pt x="1768" y="828"/>
                    <a:pt x="1768" y="828"/>
                    <a:pt x="1768" y="828"/>
                  </a:cubicBezTo>
                  <a:cubicBezTo>
                    <a:pt x="1768" y="824"/>
                    <a:pt x="1768" y="824"/>
                    <a:pt x="1768" y="824"/>
                  </a:cubicBezTo>
                  <a:cubicBezTo>
                    <a:pt x="1768" y="822"/>
                    <a:pt x="1768" y="822"/>
                    <a:pt x="1768" y="822"/>
                  </a:cubicBezTo>
                  <a:cubicBezTo>
                    <a:pt x="1767" y="819"/>
                    <a:pt x="1767" y="819"/>
                    <a:pt x="1767" y="819"/>
                  </a:cubicBezTo>
                  <a:cubicBezTo>
                    <a:pt x="1767" y="816"/>
                    <a:pt x="1767" y="816"/>
                    <a:pt x="1767" y="816"/>
                  </a:cubicBezTo>
                  <a:cubicBezTo>
                    <a:pt x="1767" y="813"/>
                    <a:pt x="1767" y="813"/>
                    <a:pt x="1767" y="813"/>
                  </a:cubicBezTo>
                  <a:cubicBezTo>
                    <a:pt x="1766" y="810"/>
                    <a:pt x="1766" y="810"/>
                    <a:pt x="1766" y="810"/>
                  </a:cubicBezTo>
                  <a:cubicBezTo>
                    <a:pt x="1766" y="808"/>
                    <a:pt x="1766" y="808"/>
                    <a:pt x="1766" y="808"/>
                  </a:cubicBezTo>
                  <a:cubicBezTo>
                    <a:pt x="1765" y="799"/>
                    <a:pt x="1765" y="799"/>
                    <a:pt x="1765" y="799"/>
                  </a:cubicBezTo>
                  <a:cubicBezTo>
                    <a:pt x="1765" y="797"/>
                    <a:pt x="1765" y="797"/>
                    <a:pt x="1765" y="797"/>
                  </a:cubicBezTo>
                  <a:cubicBezTo>
                    <a:pt x="1765" y="794"/>
                    <a:pt x="1765" y="794"/>
                    <a:pt x="1765" y="794"/>
                  </a:cubicBezTo>
                  <a:cubicBezTo>
                    <a:pt x="1764" y="793"/>
                    <a:pt x="1764" y="793"/>
                    <a:pt x="1764" y="793"/>
                  </a:cubicBezTo>
                  <a:cubicBezTo>
                    <a:pt x="1764" y="787"/>
                    <a:pt x="1764" y="787"/>
                    <a:pt x="1764" y="787"/>
                  </a:cubicBezTo>
                  <a:cubicBezTo>
                    <a:pt x="1763" y="786"/>
                    <a:pt x="1763" y="786"/>
                    <a:pt x="1763" y="786"/>
                  </a:cubicBezTo>
                  <a:cubicBezTo>
                    <a:pt x="1763" y="783"/>
                    <a:pt x="1763" y="783"/>
                    <a:pt x="1763" y="783"/>
                  </a:cubicBezTo>
                  <a:cubicBezTo>
                    <a:pt x="1763" y="782"/>
                    <a:pt x="1763" y="782"/>
                    <a:pt x="1763" y="782"/>
                  </a:cubicBezTo>
                  <a:cubicBezTo>
                    <a:pt x="1762" y="775"/>
                    <a:pt x="1762" y="775"/>
                    <a:pt x="1762" y="775"/>
                  </a:cubicBezTo>
                  <a:cubicBezTo>
                    <a:pt x="1762" y="774"/>
                    <a:pt x="1762" y="774"/>
                    <a:pt x="1762" y="774"/>
                  </a:cubicBezTo>
                  <a:cubicBezTo>
                    <a:pt x="1761" y="771"/>
                    <a:pt x="1761" y="771"/>
                    <a:pt x="1761" y="771"/>
                  </a:cubicBezTo>
                  <a:cubicBezTo>
                    <a:pt x="1761" y="770"/>
                    <a:pt x="1761" y="770"/>
                    <a:pt x="1761" y="770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0"/>
                    <a:pt x="1760" y="760"/>
                    <a:pt x="1760" y="760"/>
                  </a:cubicBezTo>
                  <a:cubicBezTo>
                    <a:pt x="1760" y="759"/>
                    <a:pt x="1760" y="759"/>
                    <a:pt x="1760" y="759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4" y="728"/>
                    <a:pt x="1750" y="708"/>
                    <a:pt x="1745" y="688"/>
                  </a:cubicBezTo>
                  <a:cubicBezTo>
                    <a:pt x="1745" y="688"/>
                    <a:pt x="1745" y="688"/>
                    <a:pt x="1745" y="688"/>
                  </a:cubicBezTo>
                  <a:cubicBezTo>
                    <a:pt x="1743" y="677"/>
                    <a:pt x="1743" y="677"/>
                    <a:pt x="1743" y="677"/>
                  </a:cubicBezTo>
                  <a:cubicBezTo>
                    <a:pt x="1742" y="677"/>
                    <a:pt x="1742" y="677"/>
                    <a:pt x="1742" y="677"/>
                  </a:cubicBezTo>
                  <a:cubicBezTo>
                    <a:pt x="1740" y="667"/>
                    <a:pt x="1740" y="667"/>
                    <a:pt x="1740" y="667"/>
                  </a:cubicBezTo>
                  <a:cubicBezTo>
                    <a:pt x="1739" y="665"/>
                    <a:pt x="1739" y="665"/>
                    <a:pt x="1739" y="665"/>
                  </a:cubicBezTo>
                  <a:cubicBezTo>
                    <a:pt x="1739" y="663"/>
                    <a:pt x="1739" y="663"/>
                    <a:pt x="1739" y="663"/>
                  </a:cubicBezTo>
                  <a:cubicBezTo>
                    <a:pt x="1738" y="661"/>
                    <a:pt x="1738" y="661"/>
                    <a:pt x="1738" y="661"/>
                  </a:cubicBezTo>
                  <a:cubicBezTo>
                    <a:pt x="1737" y="657"/>
                    <a:pt x="1737" y="657"/>
                    <a:pt x="1737" y="657"/>
                  </a:cubicBezTo>
                  <a:cubicBezTo>
                    <a:pt x="1736" y="654"/>
                    <a:pt x="1736" y="654"/>
                    <a:pt x="1736" y="654"/>
                  </a:cubicBezTo>
                  <a:cubicBezTo>
                    <a:pt x="1736" y="652"/>
                    <a:pt x="1736" y="652"/>
                    <a:pt x="1736" y="652"/>
                  </a:cubicBezTo>
                  <a:cubicBezTo>
                    <a:pt x="1735" y="650"/>
                    <a:pt x="1735" y="650"/>
                    <a:pt x="1735" y="650"/>
                  </a:cubicBezTo>
                  <a:cubicBezTo>
                    <a:pt x="1734" y="646"/>
                    <a:pt x="1734" y="646"/>
                    <a:pt x="1734" y="646"/>
                  </a:cubicBezTo>
                  <a:cubicBezTo>
                    <a:pt x="1733" y="643"/>
                    <a:pt x="1733" y="643"/>
                    <a:pt x="1733" y="643"/>
                  </a:cubicBezTo>
                  <a:cubicBezTo>
                    <a:pt x="1732" y="642"/>
                    <a:pt x="1732" y="642"/>
                    <a:pt x="1732" y="642"/>
                  </a:cubicBezTo>
                  <a:cubicBezTo>
                    <a:pt x="1732" y="638"/>
                    <a:pt x="1732" y="638"/>
                    <a:pt x="1732" y="638"/>
                  </a:cubicBezTo>
                  <a:cubicBezTo>
                    <a:pt x="1731" y="637"/>
                    <a:pt x="1731" y="637"/>
                    <a:pt x="1731" y="637"/>
                  </a:cubicBezTo>
                  <a:cubicBezTo>
                    <a:pt x="1730" y="633"/>
                    <a:pt x="1730" y="633"/>
                    <a:pt x="1730" y="633"/>
                  </a:cubicBezTo>
                  <a:cubicBezTo>
                    <a:pt x="1729" y="631"/>
                    <a:pt x="1729" y="631"/>
                    <a:pt x="1729" y="631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19" y="599"/>
                    <a:pt x="1710" y="577"/>
                    <a:pt x="1701" y="555"/>
                  </a:cubicBezTo>
                  <a:cubicBezTo>
                    <a:pt x="1696" y="543"/>
                    <a:pt x="1691" y="530"/>
                    <a:pt x="1685" y="518"/>
                  </a:cubicBezTo>
                  <a:cubicBezTo>
                    <a:pt x="1672" y="491"/>
                    <a:pt x="1658" y="465"/>
                    <a:pt x="1643" y="440"/>
                  </a:cubicBezTo>
                  <a:cubicBezTo>
                    <a:pt x="1640" y="435"/>
                    <a:pt x="1640" y="435"/>
                    <a:pt x="1640" y="435"/>
                  </a:cubicBezTo>
                  <a:cubicBezTo>
                    <a:pt x="1640" y="434"/>
                    <a:pt x="1640" y="434"/>
                    <a:pt x="1640" y="434"/>
                  </a:cubicBezTo>
                  <a:cubicBezTo>
                    <a:pt x="1625" y="410"/>
                    <a:pt x="1609" y="387"/>
                    <a:pt x="1593" y="365"/>
                  </a:cubicBezTo>
                  <a:cubicBezTo>
                    <a:pt x="1593" y="364"/>
                    <a:pt x="1593" y="364"/>
                    <a:pt x="1593" y="364"/>
                  </a:cubicBezTo>
                  <a:cubicBezTo>
                    <a:pt x="1589" y="360"/>
                    <a:pt x="1589" y="360"/>
                    <a:pt x="1589" y="360"/>
                  </a:cubicBezTo>
                  <a:cubicBezTo>
                    <a:pt x="1589" y="359"/>
                    <a:pt x="1589" y="359"/>
                    <a:pt x="1589" y="359"/>
                  </a:cubicBezTo>
                  <a:cubicBezTo>
                    <a:pt x="1586" y="355"/>
                    <a:pt x="1586" y="355"/>
                    <a:pt x="1586" y="355"/>
                  </a:cubicBezTo>
                  <a:cubicBezTo>
                    <a:pt x="1585" y="355"/>
                    <a:pt x="1585" y="355"/>
                    <a:pt x="1585" y="355"/>
                  </a:cubicBezTo>
                  <a:cubicBezTo>
                    <a:pt x="1582" y="351"/>
                    <a:pt x="1582" y="351"/>
                    <a:pt x="1582" y="351"/>
                  </a:cubicBezTo>
                  <a:cubicBezTo>
                    <a:pt x="1582" y="350"/>
                    <a:pt x="1582" y="350"/>
                    <a:pt x="1582" y="350"/>
                  </a:cubicBezTo>
                  <a:cubicBezTo>
                    <a:pt x="1578" y="346"/>
                    <a:pt x="1578" y="346"/>
                    <a:pt x="1578" y="346"/>
                  </a:cubicBezTo>
                  <a:cubicBezTo>
                    <a:pt x="1578" y="345"/>
                    <a:pt x="1578" y="345"/>
                    <a:pt x="1578" y="345"/>
                  </a:cubicBezTo>
                  <a:cubicBezTo>
                    <a:pt x="1572" y="338"/>
                    <a:pt x="1566" y="330"/>
                    <a:pt x="1559" y="322"/>
                  </a:cubicBezTo>
                  <a:cubicBezTo>
                    <a:pt x="1559" y="322"/>
                    <a:pt x="1559" y="322"/>
                    <a:pt x="1559" y="322"/>
                  </a:cubicBezTo>
                  <a:cubicBezTo>
                    <a:pt x="1555" y="318"/>
                    <a:pt x="1555" y="318"/>
                    <a:pt x="1555" y="318"/>
                  </a:cubicBezTo>
                  <a:cubicBezTo>
                    <a:pt x="1555" y="317"/>
                    <a:pt x="1555" y="317"/>
                    <a:pt x="1555" y="317"/>
                  </a:cubicBezTo>
                  <a:cubicBezTo>
                    <a:pt x="1552" y="313"/>
                    <a:pt x="1552" y="313"/>
                    <a:pt x="1552" y="313"/>
                  </a:cubicBezTo>
                  <a:cubicBezTo>
                    <a:pt x="1551" y="313"/>
                    <a:pt x="1551" y="313"/>
                    <a:pt x="1551" y="313"/>
                  </a:cubicBezTo>
                  <a:cubicBezTo>
                    <a:pt x="1548" y="309"/>
                    <a:pt x="1548" y="309"/>
                    <a:pt x="1548" y="309"/>
                  </a:cubicBezTo>
                  <a:cubicBezTo>
                    <a:pt x="1547" y="308"/>
                    <a:pt x="1547" y="308"/>
                    <a:pt x="1547" y="308"/>
                  </a:cubicBezTo>
                  <a:cubicBezTo>
                    <a:pt x="1544" y="304"/>
                    <a:pt x="1544" y="304"/>
                    <a:pt x="1544" y="304"/>
                  </a:cubicBezTo>
                  <a:cubicBezTo>
                    <a:pt x="1543" y="304"/>
                    <a:pt x="1543" y="304"/>
                    <a:pt x="1543" y="304"/>
                  </a:cubicBezTo>
                  <a:cubicBezTo>
                    <a:pt x="1537" y="297"/>
                    <a:pt x="1530" y="289"/>
                    <a:pt x="1523" y="282"/>
                  </a:cubicBezTo>
                  <a:cubicBezTo>
                    <a:pt x="1523" y="282"/>
                    <a:pt x="1523" y="282"/>
                    <a:pt x="1523" y="282"/>
                  </a:cubicBezTo>
                  <a:cubicBezTo>
                    <a:pt x="1519" y="278"/>
                    <a:pt x="1519" y="278"/>
                    <a:pt x="1519" y="278"/>
                  </a:cubicBezTo>
                  <a:cubicBezTo>
                    <a:pt x="1519" y="277"/>
                    <a:pt x="1519" y="277"/>
                    <a:pt x="1519" y="277"/>
                  </a:cubicBezTo>
                  <a:cubicBezTo>
                    <a:pt x="1515" y="274"/>
                    <a:pt x="1515" y="274"/>
                    <a:pt x="1515" y="274"/>
                  </a:cubicBezTo>
                  <a:cubicBezTo>
                    <a:pt x="1515" y="273"/>
                    <a:pt x="1515" y="273"/>
                    <a:pt x="1515" y="273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510" y="269"/>
                    <a:pt x="1510" y="269"/>
                    <a:pt x="1510" y="269"/>
                  </a:cubicBezTo>
                  <a:cubicBezTo>
                    <a:pt x="1507" y="265"/>
                    <a:pt x="1507" y="265"/>
                    <a:pt x="1507" y="265"/>
                  </a:cubicBezTo>
                  <a:cubicBezTo>
                    <a:pt x="1506" y="265"/>
                    <a:pt x="1506" y="265"/>
                    <a:pt x="1506" y="265"/>
                  </a:cubicBezTo>
                  <a:cubicBezTo>
                    <a:pt x="1499" y="258"/>
                    <a:pt x="1492" y="251"/>
                    <a:pt x="1485" y="244"/>
                  </a:cubicBezTo>
                  <a:cubicBezTo>
                    <a:pt x="1485" y="244"/>
                    <a:pt x="1485" y="244"/>
                    <a:pt x="1485" y="244"/>
                  </a:cubicBezTo>
                  <a:cubicBezTo>
                    <a:pt x="1481" y="240"/>
                    <a:pt x="1481" y="240"/>
                    <a:pt x="1481" y="240"/>
                  </a:cubicBezTo>
                  <a:cubicBezTo>
                    <a:pt x="1480" y="239"/>
                    <a:pt x="1480" y="239"/>
                    <a:pt x="1480" y="239"/>
                  </a:cubicBezTo>
                  <a:cubicBezTo>
                    <a:pt x="1477" y="236"/>
                    <a:pt x="1477" y="236"/>
                    <a:pt x="1477" y="236"/>
                  </a:cubicBezTo>
                  <a:cubicBezTo>
                    <a:pt x="1476" y="235"/>
                    <a:pt x="1476" y="235"/>
                    <a:pt x="1476" y="235"/>
                  </a:cubicBezTo>
                  <a:cubicBezTo>
                    <a:pt x="1472" y="232"/>
                    <a:pt x="1472" y="232"/>
                    <a:pt x="1472" y="232"/>
                  </a:cubicBezTo>
                  <a:cubicBezTo>
                    <a:pt x="1471" y="232"/>
                    <a:pt x="1471" y="232"/>
                    <a:pt x="1471" y="232"/>
                  </a:cubicBezTo>
                  <a:cubicBezTo>
                    <a:pt x="1468" y="228"/>
                    <a:pt x="1468" y="228"/>
                    <a:pt x="1468" y="228"/>
                  </a:cubicBezTo>
                  <a:cubicBezTo>
                    <a:pt x="1467" y="228"/>
                    <a:pt x="1467" y="228"/>
                    <a:pt x="1467" y="228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5" y="209"/>
                    <a:pt x="1445" y="209"/>
                    <a:pt x="1445" y="209"/>
                  </a:cubicBezTo>
                  <a:cubicBezTo>
                    <a:pt x="1444" y="208"/>
                    <a:pt x="1444" y="208"/>
                    <a:pt x="1444" y="208"/>
                  </a:cubicBezTo>
                  <a:cubicBezTo>
                    <a:pt x="1440" y="205"/>
                    <a:pt x="1440" y="205"/>
                    <a:pt x="1440" y="205"/>
                  </a:cubicBezTo>
                  <a:cubicBezTo>
                    <a:pt x="1439" y="204"/>
                    <a:pt x="1439" y="204"/>
                    <a:pt x="1439" y="204"/>
                  </a:cubicBezTo>
                  <a:cubicBezTo>
                    <a:pt x="1436" y="201"/>
                    <a:pt x="1436" y="201"/>
                    <a:pt x="1436" y="201"/>
                  </a:cubicBezTo>
                  <a:cubicBezTo>
                    <a:pt x="1435" y="200"/>
                    <a:pt x="1435" y="200"/>
                    <a:pt x="1435" y="200"/>
                  </a:cubicBezTo>
                  <a:cubicBezTo>
                    <a:pt x="1431" y="197"/>
                    <a:pt x="1431" y="197"/>
                    <a:pt x="1431" y="197"/>
                  </a:cubicBezTo>
                  <a:cubicBezTo>
                    <a:pt x="1430" y="197"/>
                    <a:pt x="1430" y="197"/>
                    <a:pt x="1430" y="197"/>
                  </a:cubicBezTo>
                  <a:cubicBezTo>
                    <a:pt x="1426" y="194"/>
                    <a:pt x="1426" y="194"/>
                    <a:pt x="1426" y="194"/>
                  </a:cubicBezTo>
                  <a:cubicBezTo>
                    <a:pt x="1425" y="193"/>
                    <a:pt x="1425" y="193"/>
                    <a:pt x="1425" y="193"/>
                  </a:cubicBezTo>
                  <a:cubicBezTo>
                    <a:pt x="1421" y="190"/>
                    <a:pt x="1421" y="190"/>
                    <a:pt x="1421" y="190"/>
                  </a:cubicBezTo>
                  <a:cubicBezTo>
                    <a:pt x="1421" y="189"/>
                    <a:pt x="1421" y="189"/>
                    <a:pt x="1421" y="189"/>
                  </a:cubicBezTo>
                  <a:cubicBezTo>
                    <a:pt x="1407" y="179"/>
                    <a:pt x="1407" y="179"/>
                    <a:pt x="1407" y="179"/>
                  </a:cubicBezTo>
                  <a:cubicBezTo>
                    <a:pt x="1406" y="178"/>
                    <a:pt x="1406" y="178"/>
                    <a:pt x="1406" y="178"/>
                  </a:cubicBezTo>
                  <a:cubicBezTo>
                    <a:pt x="1402" y="175"/>
                    <a:pt x="1402" y="175"/>
                    <a:pt x="1402" y="175"/>
                  </a:cubicBezTo>
                  <a:cubicBezTo>
                    <a:pt x="1401" y="174"/>
                    <a:pt x="1401" y="174"/>
                    <a:pt x="1401" y="174"/>
                  </a:cubicBezTo>
                  <a:cubicBezTo>
                    <a:pt x="1398" y="172"/>
                    <a:pt x="1398" y="172"/>
                    <a:pt x="1398" y="172"/>
                  </a:cubicBezTo>
                  <a:cubicBezTo>
                    <a:pt x="1396" y="171"/>
                    <a:pt x="1396" y="171"/>
                    <a:pt x="1396" y="171"/>
                  </a:cubicBezTo>
                  <a:cubicBezTo>
                    <a:pt x="1393" y="169"/>
                    <a:pt x="1393" y="169"/>
                    <a:pt x="1393" y="169"/>
                  </a:cubicBezTo>
                  <a:cubicBezTo>
                    <a:pt x="1391" y="167"/>
                    <a:pt x="1391" y="167"/>
                    <a:pt x="1391" y="167"/>
                  </a:cubicBezTo>
                  <a:cubicBezTo>
                    <a:pt x="1388" y="165"/>
                    <a:pt x="1388" y="165"/>
                    <a:pt x="1388" y="165"/>
                  </a:cubicBezTo>
                  <a:cubicBezTo>
                    <a:pt x="1387" y="164"/>
                    <a:pt x="1387" y="164"/>
                    <a:pt x="1387" y="164"/>
                  </a:cubicBezTo>
                  <a:cubicBezTo>
                    <a:pt x="1383" y="162"/>
                    <a:pt x="1383" y="162"/>
                    <a:pt x="1383" y="162"/>
                  </a:cubicBezTo>
                  <a:cubicBezTo>
                    <a:pt x="1382" y="161"/>
                    <a:pt x="1382" y="161"/>
                    <a:pt x="1382" y="161"/>
                  </a:cubicBezTo>
                  <a:cubicBezTo>
                    <a:pt x="1378" y="158"/>
                    <a:pt x="1378" y="158"/>
                    <a:pt x="1378" y="158"/>
                  </a:cubicBezTo>
                  <a:cubicBezTo>
                    <a:pt x="1377" y="158"/>
                    <a:pt x="1377" y="158"/>
                    <a:pt x="1377" y="158"/>
                  </a:cubicBezTo>
                  <a:cubicBezTo>
                    <a:pt x="1363" y="148"/>
                    <a:pt x="1363" y="148"/>
                    <a:pt x="1363" y="148"/>
                  </a:cubicBezTo>
                  <a:cubicBezTo>
                    <a:pt x="1362" y="147"/>
                    <a:pt x="1362" y="147"/>
                    <a:pt x="1362" y="147"/>
                  </a:cubicBezTo>
                  <a:cubicBezTo>
                    <a:pt x="1358" y="145"/>
                    <a:pt x="1358" y="145"/>
                    <a:pt x="1358" y="145"/>
                  </a:cubicBezTo>
                  <a:cubicBezTo>
                    <a:pt x="1356" y="144"/>
                    <a:pt x="1356" y="144"/>
                    <a:pt x="1356" y="144"/>
                  </a:cubicBezTo>
                  <a:cubicBezTo>
                    <a:pt x="1353" y="141"/>
                    <a:pt x="1353" y="141"/>
                    <a:pt x="1353" y="141"/>
                  </a:cubicBezTo>
                  <a:cubicBezTo>
                    <a:pt x="1352" y="141"/>
                    <a:pt x="1352" y="141"/>
                    <a:pt x="1352" y="141"/>
                  </a:cubicBezTo>
                  <a:cubicBezTo>
                    <a:pt x="1348" y="138"/>
                    <a:pt x="1348" y="138"/>
                    <a:pt x="1348" y="138"/>
                  </a:cubicBezTo>
                  <a:cubicBezTo>
                    <a:pt x="1347" y="138"/>
                    <a:pt x="1347" y="138"/>
                    <a:pt x="1347" y="138"/>
                  </a:cubicBezTo>
                  <a:cubicBezTo>
                    <a:pt x="1343" y="135"/>
                    <a:pt x="1343" y="135"/>
                    <a:pt x="1343" y="135"/>
                  </a:cubicBezTo>
                  <a:cubicBezTo>
                    <a:pt x="1342" y="134"/>
                    <a:pt x="1342" y="134"/>
                    <a:pt x="1342" y="134"/>
                  </a:cubicBezTo>
                  <a:cubicBezTo>
                    <a:pt x="1338" y="132"/>
                    <a:pt x="1338" y="132"/>
                    <a:pt x="1338" y="132"/>
                  </a:cubicBezTo>
                  <a:cubicBezTo>
                    <a:pt x="1337" y="131"/>
                    <a:pt x="1337" y="131"/>
                    <a:pt x="1337" y="131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16" y="119"/>
                    <a:pt x="1316" y="119"/>
                    <a:pt x="1316" y="119"/>
                  </a:cubicBezTo>
                  <a:cubicBezTo>
                    <a:pt x="1315" y="119"/>
                    <a:pt x="1315" y="119"/>
                    <a:pt x="1315" y="119"/>
                  </a:cubicBezTo>
                  <a:cubicBezTo>
                    <a:pt x="1311" y="116"/>
                    <a:pt x="1311" y="116"/>
                    <a:pt x="1311" y="116"/>
                  </a:cubicBezTo>
                  <a:cubicBezTo>
                    <a:pt x="1310" y="116"/>
                    <a:pt x="1310" y="116"/>
                    <a:pt x="1310" y="116"/>
                  </a:cubicBezTo>
                  <a:cubicBezTo>
                    <a:pt x="1306" y="114"/>
                    <a:pt x="1306" y="114"/>
                    <a:pt x="1306" y="114"/>
                  </a:cubicBezTo>
                  <a:cubicBezTo>
                    <a:pt x="1305" y="113"/>
                    <a:pt x="1305" y="113"/>
                    <a:pt x="1305" y="113"/>
                  </a:cubicBezTo>
                  <a:cubicBezTo>
                    <a:pt x="1301" y="111"/>
                    <a:pt x="1301" y="111"/>
                    <a:pt x="1301" y="111"/>
                  </a:cubicBezTo>
                  <a:cubicBezTo>
                    <a:pt x="1300" y="110"/>
                    <a:pt x="1300" y="110"/>
                    <a:pt x="1300" y="110"/>
                  </a:cubicBezTo>
                  <a:cubicBezTo>
                    <a:pt x="1296" y="108"/>
                    <a:pt x="1296" y="108"/>
                    <a:pt x="1296" y="108"/>
                  </a:cubicBezTo>
                  <a:cubicBezTo>
                    <a:pt x="1295" y="107"/>
                    <a:pt x="1295" y="107"/>
                    <a:pt x="1295" y="107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89" y="105"/>
                    <a:pt x="1289" y="105"/>
                    <a:pt x="1289" y="105"/>
                  </a:cubicBezTo>
                  <a:cubicBezTo>
                    <a:pt x="1282" y="101"/>
                    <a:pt x="1275" y="97"/>
                    <a:pt x="1268" y="94"/>
                  </a:cubicBezTo>
                  <a:cubicBezTo>
                    <a:pt x="1267" y="93"/>
                    <a:pt x="1267" y="93"/>
                    <a:pt x="1267" y="93"/>
                  </a:cubicBezTo>
                  <a:cubicBezTo>
                    <a:pt x="1263" y="91"/>
                    <a:pt x="1263" y="91"/>
                    <a:pt x="1263" y="91"/>
                  </a:cubicBezTo>
                  <a:cubicBezTo>
                    <a:pt x="1262" y="91"/>
                    <a:pt x="1262" y="91"/>
                    <a:pt x="1262" y="91"/>
                  </a:cubicBezTo>
                  <a:cubicBezTo>
                    <a:pt x="1258" y="89"/>
                    <a:pt x="1258" y="89"/>
                    <a:pt x="1258" y="89"/>
                  </a:cubicBezTo>
                  <a:cubicBezTo>
                    <a:pt x="1256" y="88"/>
                    <a:pt x="1256" y="88"/>
                    <a:pt x="1256" y="88"/>
                  </a:cubicBezTo>
                  <a:cubicBezTo>
                    <a:pt x="1252" y="86"/>
                    <a:pt x="1252" y="86"/>
                    <a:pt x="1252" y="86"/>
                  </a:cubicBezTo>
                  <a:cubicBezTo>
                    <a:pt x="1251" y="86"/>
                    <a:pt x="1251" y="86"/>
                    <a:pt x="1251" y="86"/>
                  </a:cubicBezTo>
                  <a:cubicBezTo>
                    <a:pt x="1247" y="83"/>
                    <a:pt x="1247" y="83"/>
                    <a:pt x="1247" y="83"/>
                  </a:cubicBezTo>
                  <a:cubicBezTo>
                    <a:pt x="1246" y="83"/>
                    <a:pt x="1246" y="83"/>
                    <a:pt x="1246" y="83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35" y="78"/>
                    <a:pt x="1229" y="76"/>
                    <a:pt x="1224" y="73"/>
                  </a:cubicBezTo>
                  <a:cubicBezTo>
                    <a:pt x="1224" y="73"/>
                    <a:pt x="1224" y="73"/>
                    <a:pt x="1224" y="73"/>
                  </a:cubicBezTo>
                  <a:cubicBezTo>
                    <a:pt x="1219" y="71"/>
                    <a:pt x="1219" y="71"/>
                    <a:pt x="1219" y="71"/>
                  </a:cubicBezTo>
                  <a:cubicBezTo>
                    <a:pt x="1218" y="71"/>
                    <a:pt x="1218" y="71"/>
                    <a:pt x="1218" y="71"/>
                  </a:cubicBezTo>
                  <a:cubicBezTo>
                    <a:pt x="1213" y="69"/>
                    <a:pt x="1213" y="69"/>
                    <a:pt x="1213" y="69"/>
                  </a:cubicBezTo>
                  <a:cubicBezTo>
                    <a:pt x="1212" y="68"/>
                    <a:pt x="1212" y="68"/>
                    <a:pt x="1212" y="68"/>
                  </a:cubicBezTo>
                  <a:cubicBezTo>
                    <a:pt x="1208" y="66"/>
                    <a:pt x="1208" y="66"/>
                    <a:pt x="1208" y="66"/>
                  </a:cubicBezTo>
                  <a:cubicBezTo>
                    <a:pt x="1207" y="66"/>
                    <a:pt x="1207" y="66"/>
                    <a:pt x="1207" y="66"/>
                  </a:cubicBezTo>
                  <a:cubicBezTo>
                    <a:pt x="1202" y="64"/>
                    <a:pt x="1202" y="64"/>
                    <a:pt x="1202" y="64"/>
                  </a:cubicBezTo>
                  <a:cubicBezTo>
                    <a:pt x="1201" y="64"/>
                    <a:pt x="1201" y="64"/>
                    <a:pt x="1201" y="64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86" y="58"/>
                    <a:pt x="1177" y="55"/>
                    <a:pt x="1167" y="51"/>
                  </a:cubicBezTo>
                  <a:cubicBezTo>
                    <a:pt x="1166" y="51"/>
                    <a:pt x="1166" y="51"/>
                    <a:pt x="1166" y="51"/>
                  </a:cubicBezTo>
                  <a:cubicBezTo>
                    <a:pt x="1162" y="49"/>
                    <a:pt x="1162" y="49"/>
                    <a:pt x="1162" y="49"/>
                  </a:cubicBezTo>
                  <a:cubicBezTo>
                    <a:pt x="1161" y="49"/>
                    <a:pt x="1161" y="49"/>
                    <a:pt x="1161" y="49"/>
                  </a:cubicBezTo>
                  <a:cubicBezTo>
                    <a:pt x="1156" y="47"/>
                    <a:pt x="1156" y="47"/>
                    <a:pt x="1156" y="47"/>
                  </a:cubicBezTo>
                  <a:cubicBezTo>
                    <a:pt x="1155" y="47"/>
                    <a:pt x="1155" y="47"/>
                    <a:pt x="1155" y="47"/>
                  </a:cubicBezTo>
                  <a:cubicBezTo>
                    <a:pt x="1150" y="45"/>
                    <a:pt x="1150" y="45"/>
                    <a:pt x="1150" y="45"/>
                  </a:cubicBezTo>
                  <a:cubicBezTo>
                    <a:pt x="1149" y="45"/>
                    <a:pt x="1149" y="45"/>
                    <a:pt x="1149" y="45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36" y="41"/>
                    <a:pt x="1128" y="38"/>
                    <a:pt x="1120" y="36"/>
                  </a:cubicBezTo>
                  <a:cubicBezTo>
                    <a:pt x="1120" y="36"/>
                    <a:pt x="1120" y="36"/>
                    <a:pt x="1120" y="36"/>
                  </a:cubicBezTo>
                  <a:cubicBezTo>
                    <a:pt x="1115" y="35"/>
                    <a:pt x="1115" y="35"/>
                    <a:pt x="1115" y="35"/>
                  </a:cubicBezTo>
                  <a:cubicBezTo>
                    <a:pt x="1114" y="34"/>
                    <a:pt x="1114" y="34"/>
                    <a:pt x="1114" y="34"/>
                  </a:cubicBezTo>
                  <a:cubicBezTo>
                    <a:pt x="1109" y="33"/>
                    <a:pt x="1109" y="33"/>
                    <a:pt x="1109" y="33"/>
                  </a:cubicBezTo>
                  <a:cubicBezTo>
                    <a:pt x="1108" y="33"/>
                    <a:pt x="1108" y="33"/>
                    <a:pt x="1108" y="33"/>
                  </a:cubicBezTo>
                  <a:cubicBezTo>
                    <a:pt x="1103" y="31"/>
                    <a:pt x="1103" y="31"/>
                    <a:pt x="1103" y="31"/>
                  </a:cubicBezTo>
                  <a:cubicBezTo>
                    <a:pt x="1102" y="31"/>
                    <a:pt x="1102" y="31"/>
                    <a:pt x="1102" y="31"/>
                  </a:cubicBezTo>
                  <a:cubicBezTo>
                    <a:pt x="1097" y="30"/>
                    <a:pt x="1097" y="30"/>
                    <a:pt x="1097" y="30"/>
                  </a:cubicBezTo>
                  <a:cubicBezTo>
                    <a:pt x="1096" y="29"/>
                    <a:pt x="1096" y="29"/>
                    <a:pt x="1096" y="29"/>
                  </a:cubicBezTo>
                  <a:cubicBezTo>
                    <a:pt x="1091" y="28"/>
                    <a:pt x="1091" y="28"/>
                    <a:pt x="1091" y="28"/>
                  </a:cubicBezTo>
                  <a:cubicBezTo>
                    <a:pt x="1090" y="28"/>
                    <a:pt x="1090" y="28"/>
                    <a:pt x="1090" y="28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79" y="25"/>
                    <a:pt x="1073" y="24"/>
                    <a:pt x="1067" y="22"/>
                  </a:cubicBezTo>
                  <a:cubicBezTo>
                    <a:pt x="1066" y="22"/>
                    <a:pt x="1066" y="22"/>
                    <a:pt x="1066" y="22"/>
                  </a:cubicBezTo>
                  <a:cubicBezTo>
                    <a:pt x="1061" y="21"/>
                    <a:pt x="1061" y="21"/>
                    <a:pt x="1061" y="21"/>
                  </a:cubicBezTo>
                  <a:cubicBezTo>
                    <a:pt x="1059" y="21"/>
                    <a:pt x="1059" y="21"/>
                    <a:pt x="1059" y="21"/>
                  </a:cubicBezTo>
                  <a:cubicBezTo>
                    <a:pt x="1055" y="20"/>
                    <a:pt x="1055" y="20"/>
                    <a:pt x="1055" y="20"/>
                  </a:cubicBezTo>
                  <a:cubicBezTo>
                    <a:pt x="1053" y="19"/>
                    <a:pt x="1053" y="19"/>
                    <a:pt x="1053" y="19"/>
                  </a:cubicBezTo>
                  <a:cubicBezTo>
                    <a:pt x="1049" y="19"/>
                    <a:pt x="1049" y="19"/>
                    <a:pt x="1049" y="19"/>
                  </a:cubicBezTo>
                  <a:cubicBezTo>
                    <a:pt x="1047" y="18"/>
                    <a:pt x="1047" y="18"/>
                    <a:pt x="1047" y="18"/>
                  </a:cubicBezTo>
                  <a:cubicBezTo>
                    <a:pt x="1043" y="17"/>
                    <a:pt x="1043" y="17"/>
                    <a:pt x="1043" y="17"/>
                  </a:cubicBezTo>
                  <a:cubicBezTo>
                    <a:pt x="1041" y="17"/>
                    <a:pt x="1041" y="17"/>
                    <a:pt x="1041" y="17"/>
                  </a:cubicBezTo>
                  <a:cubicBezTo>
                    <a:pt x="1037" y="16"/>
                    <a:pt x="1037" y="16"/>
                    <a:pt x="1037" y="16"/>
                  </a:cubicBezTo>
                  <a:cubicBezTo>
                    <a:pt x="1035" y="16"/>
                    <a:pt x="1035" y="16"/>
                    <a:pt x="1035" y="16"/>
                  </a:cubicBezTo>
                  <a:cubicBezTo>
                    <a:pt x="1031" y="15"/>
                    <a:pt x="1031" y="15"/>
                    <a:pt x="1031" y="15"/>
                  </a:cubicBezTo>
                  <a:cubicBezTo>
                    <a:pt x="1030" y="15"/>
                    <a:pt x="1030" y="15"/>
                    <a:pt x="1030" y="15"/>
                  </a:cubicBezTo>
                  <a:cubicBezTo>
                    <a:pt x="1024" y="14"/>
                    <a:pt x="1024" y="14"/>
                    <a:pt x="1024" y="14"/>
                  </a:cubicBezTo>
                  <a:cubicBezTo>
                    <a:pt x="1023" y="14"/>
                    <a:pt x="1023" y="14"/>
                    <a:pt x="1023" y="14"/>
                  </a:cubicBezTo>
                  <a:cubicBezTo>
                    <a:pt x="975" y="5"/>
                    <a:pt x="926" y="1"/>
                    <a:pt x="876" y="0"/>
                  </a:cubicBezTo>
                  <a:cubicBezTo>
                    <a:pt x="868" y="0"/>
                    <a:pt x="868" y="0"/>
                    <a:pt x="868" y="0"/>
                  </a:cubicBezTo>
                  <a:cubicBezTo>
                    <a:pt x="590" y="0"/>
                    <a:pt x="341" y="126"/>
                    <a:pt x="175" y="323"/>
                  </a:cubicBezTo>
                  <a:cubicBezTo>
                    <a:pt x="158" y="344"/>
                    <a:pt x="149" y="358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50" y="375"/>
                    <a:pt x="159" y="379"/>
                    <a:pt x="178" y="379"/>
                  </a:cubicBezTo>
                  <a:cubicBezTo>
                    <a:pt x="559" y="379"/>
                    <a:pt x="559" y="379"/>
                    <a:pt x="559" y="379"/>
                  </a:cubicBezTo>
                  <a:cubicBezTo>
                    <a:pt x="1261" y="379"/>
                    <a:pt x="1261" y="379"/>
                    <a:pt x="1261" y="379"/>
                  </a:cubicBezTo>
                  <a:cubicBezTo>
                    <a:pt x="1269" y="379"/>
                    <a:pt x="1278" y="382"/>
                    <a:pt x="1287" y="387"/>
                  </a:cubicBezTo>
                  <a:cubicBezTo>
                    <a:pt x="1294" y="391"/>
                    <a:pt x="1300" y="396"/>
                    <a:pt x="1304" y="402"/>
                  </a:cubicBezTo>
                  <a:cubicBezTo>
                    <a:pt x="1452" y="634"/>
                    <a:pt x="1452" y="634"/>
                    <a:pt x="1452" y="634"/>
                  </a:cubicBezTo>
                  <a:cubicBezTo>
                    <a:pt x="1455" y="638"/>
                    <a:pt x="1457" y="643"/>
                    <a:pt x="1459" y="648"/>
                  </a:cubicBezTo>
                  <a:cubicBezTo>
                    <a:pt x="1461" y="655"/>
                    <a:pt x="1461" y="655"/>
                    <a:pt x="1461" y="655"/>
                  </a:cubicBezTo>
                  <a:cubicBezTo>
                    <a:pt x="1461" y="656"/>
                    <a:pt x="1461" y="656"/>
                    <a:pt x="1461" y="656"/>
                  </a:cubicBezTo>
                  <a:cubicBezTo>
                    <a:pt x="1461" y="657"/>
                    <a:pt x="1461" y="657"/>
                    <a:pt x="1461" y="657"/>
                  </a:cubicBezTo>
                  <a:cubicBezTo>
                    <a:pt x="1463" y="664"/>
                    <a:pt x="1463" y="671"/>
                    <a:pt x="1463" y="677"/>
                  </a:cubicBezTo>
                  <a:cubicBezTo>
                    <a:pt x="1462" y="685"/>
                    <a:pt x="1462" y="685"/>
                    <a:pt x="1462" y="685"/>
                  </a:cubicBezTo>
                  <a:cubicBezTo>
                    <a:pt x="1372" y="1125"/>
                    <a:pt x="1372" y="1125"/>
                    <a:pt x="1372" y="1125"/>
                  </a:cubicBezTo>
                  <a:cubicBezTo>
                    <a:pt x="1322" y="1367"/>
                    <a:pt x="1322" y="1367"/>
                    <a:pt x="1322" y="1367"/>
                  </a:cubicBezTo>
                  <a:cubicBezTo>
                    <a:pt x="1319" y="1383"/>
                    <a:pt x="1304" y="1395"/>
                    <a:pt x="1289" y="1395"/>
                  </a:cubicBezTo>
                  <a:cubicBezTo>
                    <a:pt x="1046" y="1395"/>
                    <a:pt x="1046" y="1395"/>
                    <a:pt x="1046" y="1395"/>
                  </a:cubicBezTo>
                  <a:cubicBezTo>
                    <a:pt x="1030" y="1395"/>
                    <a:pt x="1011" y="1384"/>
                    <a:pt x="1002" y="1371"/>
                  </a:cubicBezTo>
                  <a:cubicBezTo>
                    <a:pt x="705" y="923"/>
                    <a:pt x="705" y="923"/>
                    <a:pt x="705" y="923"/>
                  </a:cubicBezTo>
                  <a:cubicBezTo>
                    <a:pt x="684" y="1030"/>
                    <a:pt x="684" y="1030"/>
                    <a:pt x="684" y="1030"/>
                  </a:cubicBezTo>
                  <a:cubicBezTo>
                    <a:pt x="615" y="1368"/>
                    <a:pt x="615" y="1368"/>
                    <a:pt x="615" y="1368"/>
                  </a:cubicBezTo>
                  <a:cubicBezTo>
                    <a:pt x="613" y="1380"/>
                    <a:pt x="602" y="1391"/>
                    <a:pt x="590" y="1394"/>
                  </a:cubicBezTo>
                  <a:cubicBezTo>
                    <a:pt x="590" y="1394"/>
                    <a:pt x="590" y="1394"/>
                    <a:pt x="590" y="1394"/>
                  </a:cubicBezTo>
                  <a:cubicBezTo>
                    <a:pt x="590" y="1395"/>
                    <a:pt x="590" y="1395"/>
                    <a:pt x="590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2" y="1396"/>
                    <a:pt x="582" y="1396"/>
                    <a:pt x="582" y="1396"/>
                  </a:cubicBezTo>
                  <a:cubicBezTo>
                    <a:pt x="581" y="1396"/>
                    <a:pt x="581" y="1396"/>
                    <a:pt x="581" y="1396"/>
                  </a:cubicBezTo>
                  <a:cubicBezTo>
                    <a:pt x="553" y="1396"/>
                    <a:pt x="553" y="1396"/>
                    <a:pt x="553" y="1396"/>
                  </a:cubicBezTo>
                  <a:cubicBezTo>
                    <a:pt x="403" y="1396"/>
                    <a:pt x="403" y="1396"/>
                    <a:pt x="403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1" y="1394"/>
                    <a:pt x="384" y="1389"/>
                    <a:pt x="382" y="1382"/>
                  </a:cubicBezTo>
                  <a:cubicBezTo>
                    <a:pt x="382" y="1382"/>
                    <a:pt x="382" y="1382"/>
                    <a:pt x="382" y="1382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1" y="1368"/>
                    <a:pt x="381" y="1368"/>
                    <a:pt x="381" y="1368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10" y="733"/>
                    <a:pt x="510" y="733"/>
                    <a:pt x="510" y="733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6" y="720"/>
                    <a:pt x="516" y="720"/>
                    <a:pt x="516" y="720"/>
                  </a:cubicBezTo>
                  <a:cubicBezTo>
                    <a:pt x="517" y="719"/>
                    <a:pt x="517" y="719"/>
                    <a:pt x="517" y="719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43" y="705"/>
                    <a:pt x="543" y="705"/>
                    <a:pt x="543" y="705"/>
                  </a:cubicBezTo>
                  <a:cubicBezTo>
                    <a:pt x="544" y="705"/>
                    <a:pt x="544" y="705"/>
                    <a:pt x="544" y="705"/>
                  </a:cubicBezTo>
                  <a:cubicBezTo>
                    <a:pt x="555" y="705"/>
                    <a:pt x="555" y="705"/>
                    <a:pt x="555" y="705"/>
                  </a:cubicBezTo>
                  <a:cubicBezTo>
                    <a:pt x="557" y="705"/>
                    <a:pt x="557" y="705"/>
                    <a:pt x="557" y="705"/>
                  </a:cubicBezTo>
                  <a:cubicBezTo>
                    <a:pt x="786" y="705"/>
                    <a:pt x="786" y="705"/>
                    <a:pt x="786" y="705"/>
                  </a:cubicBezTo>
                  <a:cubicBezTo>
                    <a:pt x="802" y="705"/>
                    <a:pt x="821" y="716"/>
                    <a:pt x="829" y="729"/>
                  </a:cubicBezTo>
                  <a:cubicBezTo>
                    <a:pt x="1127" y="1178"/>
                    <a:pt x="1127" y="1178"/>
                    <a:pt x="1127" y="1178"/>
                  </a:cubicBezTo>
                  <a:cubicBezTo>
                    <a:pt x="1244" y="590"/>
                    <a:pt x="1244" y="590"/>
                    <a:pt x="1244" y="590"/>
                  </a:cubicBezTo>
                  <a:cubicBezTo>
                    <a:pt x="557" y="590"/>
                    <a:pt x="557" y="590"/>
                    <a:pt x="557" y="590"/>
                  </a:cubicBezTo>
                  <a:cubicBezTo>
                    <a:pt x="555" y="590"/>
                    <a:pt x="555" y="590"/>
                    <a:pt x="555" y="590"/>
                  </a:cubicBezTo>
                  <a:cubicBezTo>
                    <a:pt x="475" y="590"/>
                    <a:pt x="475" y="590"/>
                    <a:pt x="475" y="590"/>
                  </a:cubicBezTo>
                  <a:cubicBezTo>
                    <a:pt x="435" y="590"/>
                    <a:pt x="395" y="593"/>
                    <a:pt x="357" y="600"/>
                  </a:cubicBezTo>
                  <a:cubicBezTo>
                    <a:pt x="162" y="632"/>
                    <a:pt x="0" y="756"/>
                    <a:pt x="0" y="1037"/>
                  </a:cubicBezTo>
                  <a:cubicBezTo>
                    <a:pt x="0" y="1321"/>
                    <a:pt x="239" y="1662"/>
                    <a:pt x="616" y="1772"/>
                  </a:cubicBezTo>
                  <a:cubicBezTo>
                    <a:pt x="694" y="1794"/>
                    <a:pt x="779" y="1807"/>
                    <a:pt x="868" y="1807"/>
                  </a:cubicBezTo>
                  <a:cubicBezTo>
                    <a:pt x="873" y="1807"/>
                    <a:pt x="873" y="1807"/>
                    <a:pt x="873" y="1807"/>
                  </a:cubicBezTo>
                  <a:cubicBezTo>
                    <a:pt x="1020" y="1806"/>
                    <a:pt x="1158" y="1770"/>
                    <a:pt x="1280" y="1707"/>
                  </a:cubicBezTo>
                  <a:cubicBezTo>
                    <a:pt x="1285" y="1705"/>
                    <a:pt x="1285" y="1705"/>
                    <a:pt x="1285" y="1705"/>
                  </a:cubicBezTo>
                  <a:cubicBezTo>
                    <a:pt x="1286" y="1704"/>
                    <a:pt x="1286" y="1704"/>
                    <a:pt x="1286" y="1704"/>
                  </a:cubicBezTo>
                  <a:cubicBezTo>
                    <a:pt x="1291" y="1702"/>
                    <a:pt x="1291" y="1702"/>
                    <a:pt x="1291" y="1702"/>
                  </a:cubicBezTo>
                  <a:cubicBezTo>
                    <a:pt x="1292" y="1701"/>
                    <a:pt x="1292" y="1701"/>
                    <a:pt x="1292" y="1701"/>
                  </a:cubicBezTo>
                  <a:cubicBezTo>
                    <a:pt x="1295" y="1699"/>
                    <a:pt x="1295" y="1699"/>
                    <a:pt x="1295" y="1699"/>
                  </a:cubicBezTo>
                  <a:cubicBezTo>
                    <a:pt x="1297" y="1698"/>
                    <a:pt x="1297" y="1698"/>
                    <a:pt x="1297" y="1698"/>
                  </a:cubicBezTo>
                  <a:cubicBezTo>
                    <a:pt x="1301" y="1696"/>
                    <a:pt x="1301" y="1696"/>
                    <a:pt x="1301" y="1696"/>
                  </a:cubicBezTo>
                  <a:cubicBezTo>
                    <a:pt x="1302" y="1695"/>
                    <a:pt x="1302" y="1695"/>
                    <a:pt x="1302" y="1695"/>
                  </a:cubicBezTo>
                  <a:cubicBezTo>
                    <a:pt x="1306" y="1693"/>
                    <a:pt x="1306" y="1693"/>
                    <a:pt x="1306" y="1693"/>
                  </a:cubicBezTo>
                  <a:cubicBezTo>
                    <a:pt x="1307" y="1693"/>
                    <a:pt x="1307" y="1693"/>
                    <a:pt x="1307" y="1693"/>
                  </a:cubicBezTo>
                  <a:cubicBezTo>
                    <a:pt x="1311" y="1690"/>
                    <a:pt x="1311" y="1690"/>
                    <a:pt x="1311" y="1690"/>
                  </a:cubicBezTo>
                  <a:cubicBezTo>
                    <a:pt x="1313" y="1689"/>
                    <a:pt x="1313" y="1689"/>
                    <a:pt x="1313" y="1689"/>
                  </a:cubicBezTo>
                  <a:cubicBezTo>
                    <a:pt x="1317" y="1687"/>
                    <a:pt x="1317" y="1687"/>
                    <a:pt x="1317" y="1687"/>
                  </a:cubicBezTo>
                  <a:cubicBezTo>
                    <a:pt x="1318" y="1687"/>
                    <a:pt x="1318" y="1687"/>
                    <a:pt x="1318" y="1687"/>
                  </a:cubicBezTo>
                  <a:cubicBezTo>
                    <a:pt x="1322" y="1684"/>
                    <a:pt x="1322" y="1684"/>
                    <a:pt x="1322" y="1684"/>
                  </a:cubicBezTo>
                  <a:cubicBezTo>
                    <a:pt x="1323" y="1684"/>
                    <a:pt x="1323" y="1684"/>
                    <a:pt x="1323" y="1684"/>
                  </a:cubicBezTo>
                  <a:cubicBezTo>
                    <a:pt x="1327" y="1681"/>
                    <a:pt x="1327" y="1681"/>
                    <a:pt x="1327" y="1681"/>
                  </a:cubicBezTo>
                  <a:cubicBezTo>
                    <a:pt x="1329" y="1680"/>
                    <a:pt x="1329" y="1680"/>
                    <a:pt x="1329" y="1680"/>
                  </a:cubicBezTo>
                  <a:cubicBezTo>
                    <a:pt x="1332" y="1678"/>
                    <a:pt x="1332" y="1678"/>
                    <a:pt x="1332" y="1678"/>
                  </a:cubicBezTo>
                  <a:cubicBezTo>
                    <a:pt x="1333" y="1677"/>
                    <a:pt x="1333" y="1677"/>
                    <a:pt x="1333" y="1677"/>
                  </a:cubicBezTo>
                  <a:cubicBezTo>
                    <a:pt x="1338" y="1675"/>
                    <a:pt x="1338" y="1675"/>
                    <a:pt x="1338" y="1675"/>
                  </a:cubicBezTo>
                  <a:cubicBezTo>
                    <a:pt x="1339" y="1674"/>
                    <a:pt x="1339" y="1674"/>
                    <a:pt x="1339" y="1674"/>
                  </a:cubicBezTo>
                  <a:cubicBezTo>
                    <a:pt x="1343" y="1672"/>
                    <a:pt x="1343" y="1672"/>
                    <a:pt x="1343" y="1672"/>
                  </a:cubicBezTo>
                  <a:cubicBezTo>
                    <a:pt x="1343" y="1671"/>
                    <a:pt x="1343" y="1671"/>
                    <a:pt x="1343" y="1671"/>
                  </a:cubicBezTo>
                  <a:cubicBezTo>
                    <a:pt x="1348" y="1669"/>
                    <a:pt x="1348" y="1669"/>
                    <a:pt x="1348" y="1669"/>
                  </a:cubicBezTo>
                  <a:cubicBezTo>
                    <a:pt x="1349" y="1668"/>
                    <a:pt x="1349" y="1668"/>
                    <a:pt x="1349" y="1668"/>
                  </a:cubicBezTo>
                  <a:cubicBezTo>
                    <a:pt x="1353" y="1665"/>
                    <a:pt x="1353" y="1665"/>
                    <a:pt x="1353" y="1665"/>
                  </a:cubicBezTo>
                  <a:cubicBezTo>
                    <a:pt x="1354" y="1665"/>
                    <a:pt x="1354" y="1665"/>
                    <a:pt x="1354" y="1665"/>
                  </a:cubicBezTo>
                  <a:cubicBezTo>
                    <a:pt x="1358" y="1662"/>
                    <a:pt x="1358" y="1662"/>
                    <a:pt x="1358" y="1662"/>
                  </a:cubicBezTo>
                  <a:cubicBezTo>
                    <a:pt x="1359" y="1661"/>
                    <a:pt x="1359" y="1661"/>
                    <a:pt x="1359" y="1661"/>
                  </a:cubicBezTo>
                  <a:cubicBezTo>
                    <a:pt x="1363" y="1659"/>
                    <a:pt x="1363" y="1659"/>
                    <a:pt x="1363" y="1659"/>
                  </a:cubicBezTo>
                  <a:cubicBezTo>
                    <a:pt x="1364" y="1658"/>
                    <a:pt x="1364" y="1658"/>
                    <a:pt x="1364" y="1658"/>
                  </a:cubicBezTo>
                  <a:cubicBezTo>
                    <a:pt x="1368" y="1655"/>
                    <a:pt x="1368" y="1655"/>
                    <a:pt x="1368" y="1655"/>
                  </a:cubicBezTo>
                  <a:cubicBezTo>
                    <a:pt x="1369" y="1655"/>
                    <a:pt x="1369" y="1655"/>
                    <a:pt x="1369" y="1655"/>
                  </a:cubicBezTo>
                  <a:cubicBezTo>
                    <a:pt x="1373" y="1652"/>
                    <a:pt x="1373" y="1652"/>
                    <a:pt x="1373" y="1652"/>
                  </a:cubicBezTo>
                  <a:cubicBezTo>
                    <a:pt x="1374" y="1651"/>
                    <a:pt x="1374" y="1651"/>
                    <a:pt x="1374" y="1651"/>
                  </a:cubicBezTo>
                  <a:cubicBezTo>
                    <a:pt x="1378" y="1648"/>
                    <a:pt x="1378" y="1648"/>
                    <a:pt x="1378" y="1648"/>
                  </a:cubicBezTo>
                  <a:cubicBezTo>
                    <a:pt x="1379" y="1648"/>
                    <a:pt x="1379" y="1648"/>
                    <a:pt x="1379" y="1648"/>
                  </a:cubicBezTo>
                  <a:cubicBezTo>
                    <a:pt x="1383" y="1645"/>
                    <a:pt x="1383" y="1645"/>
                    <a:pt x="1383" y="1645"/>
                  </a:cubicBezTo>
                  <a:cubicBezTo>
                    <a:pt x="1384" y="1645"/>
                    <a:pt x="1384" y="1645"/>
                    <a:pt x="1384" y="1645"/>
                  </a:cubicBezTo>
                  <a:cubicBezTo>
                    <a:pt x="1388" y="1642"/>
                    <a:pt x="1388" y="1642"/>
                    <a:pt x="1388" y="1642"/>
                  </a:cubicBezTo>
                  <a:cubicBezTo>
                    <a:pt x="1389" y="1641"/>
                    <a:pt x="1389" y="1641"/>
                    <a:pt x="1389" y="1641"/>
                  </a:cubicBezTo>
                  <a:cubicBezTo>
                    <a:pt x="1393" y="1638"/>
                    <a:pt x="1393" y="1638"/>
                    <a:pt x="1393" y="1638"/>
                  </a:cubicBezTo>
                  <a:cubicBezTo>
                    <a:pt x="1394" y="1638"/>
                    <a:pt x="1394" y="1638"/>
                    <a:pt x="1394" y="1638"/>
                  </a:cubicBezTo>
                  <a:cubicBezTo>
                    <a:pt x="1398" y="1635"/>
                    <a:pt x="1398" y="1635"/>
                    <a:pt x="1398" y="1635"/>
                  </a:cubicBezTo>
                  <a:cubicBezTo>
                    <a:pt x="1399" y="1634"/>
                    <a:pt x="1399" y="1634"/>
                    <a:pt x="1399" y="1634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8" y="1628"/>
                    <a:pt x="1408" y="1628"/>
                    <a:pt x="1408" y="1628"/>
                  </a:cubicBezTo>
                  <a:cubicBezTo>
                    <a:pt x="1408" y="1627"/>
                    <a:pt x="1408" y="1627"/>
                    <a:pt x="1408" y="1627"/>
                  </a:cubicBezTo>
                  <a:cubicBezTo>
                    <a:pt x="1417" y="1620"/>
                    <a:pt x="1417" y="1620"/>
                    <a:pt x="1417" y="1620"/>
                  </a:cubicBezTo>
                  <a:cubicBezTo>
                    <a:pt x="1418" y="1620"/>
                    <a:pt x="1418" y="1620"/>
                    <a:pt x="1418" y="1620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74" y="1573"/>
                    <a:pt x="1485" y="1563"/>
                    <a:pt x="1495" y="1554"/>
                  </a:cubicBezTo>
                  <a:cubicBezTo>
                    <a:pt x="1495" y="1553"/>
                    <a:pt x="1495" y="1553"/>
                    <a:pt x="1495" y="1553"/>
                  </a:cubicBezTo>
                  <a:cubicBezTo>
                    <a:pt x="1503" y="1545"/>
                    <a:pt x="1503" y="1545"/>
                    <a:pt x="1503" y="1545"/>
                  </a:cubicBezTo>
                  <a:cubicBezTo>
                    <a:pt x="1504" y="1545"/>
                    <a:pt x="1504" y="1545"/>
                    <a:pt x="1504" y="1545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12" y="1537"/>
                    <a:pt x="1512" y="1537"/>
                    <a:pt x="1512" y="1537"/>
                  </a:cubicBezTo>
                  <a:cubicBezTo>
                    <a:pt x="1512" y="1536"/>
                    <a:pt x="1512" y="1536"/>
                    <a:pt x="1512" y="1536"/>
                  </a:cubicBezTo>
                  <a:cubicBezTo>
                    <a:pt x="1516" y="1533"/>
                    <a:pt x="1516" y="1533"/>
                    <a:pt x="1516" y="1533"/>
                  </a:cubicBezTo>
                  <a:cubicBezTo>
                    <a:pt x="1516" y="1532"/>
                    <a:pt x="1516" y="1532"/>
                    <a:pt x="1516" y="1532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4" y="1524"/>
                    <a:pt x="1524" y="1524"/>
                    <a:pt x="1524" y="1524"/>
                  </a:cubicBezTo>
                  <a:cubicBezTo>
                    <a:pt x="1525" y="1523"/>
                    <a:pt x="1525" y="1523"/>
                    <a:pt x="1525" y="1523"/>
                  </a:cubicBezTo>
                  <a:cubicBezTo>
                    <a:pt x="1528" y="1519"/>
                    <a:pt x="1528" y="1519"/>
                    <a:pt x="1528" y="1519"/>
                  </a:cubicBezTo>
                  <a:cubicBezTo>
                    <a:pt x="1529" y="1519"/>
                    <a:pt x="1529" y="1519"/>
                    <a:pt x="1529" y="1519"/>
                  </a:cubicBezTo>
                  <a:cubicBezTo>
                    <a:pt x="1532" y="1516"/>
                    <a:pt x="1532" y="1516"/>
                    <a:pt x="1532" y="1516"/>
                  </a:cubicBezTo>
                  <a:cubicBezTo>
                    <a:pt x="1533" y="1514"/>
                    <a:pt x="1533" y="1514"/>
                    <a:pt x="1533" y="1514"/>
                  </a:cubicBezTo>
                  <a:cubicBezTo>
                    <a:pt x="1536" y="1511"/>
                    <a:pt x="1536" y="1511"/>
                    <a:pt x="1536" y="1511"/>
                  </a:cubicBezTo>
                  <a:cubicBezTo>
                    <a:pt x="1538" y="1509"/>
                    <a:pt x="1538" y="1509"/>
                    <a:pt x="1538" y="1509"/>
                  </a:cubicBezTo>
                  <a:cubicBezTo>
                    <a:pt x="1539" y="1507"/>
                    <a:pt x="1539" y="1507"/>
                    <a:pt x="1539" y="1507"/>
                  </a:cubicBezTo>
                  <a:cubicBezTo>
                    <a:pt x="1543" y="1504"/>
                    <a:pt x="1543" y="1504"/>
                    <a:pt x="1543" y="1504"/>
                  </a:cubicBezTo>
                  <a:cubicBezTo>
                    <a:pt x="1544" y="1502"/>
                    <a:pt x="1544" y="1502"/>
                    <a:pt x="1544" y="1502"/>
                  </a:cubicBezTo>
                  <a:cubicBezTo>
                    <a:pt x="1546" y="1500"/>
                    <a:pt x="1546" y="1500"/>
                    <a:pt x="1546" y="1500"/>
                  </a:cubicBezTo>
                  <a:cubicBezTo>
                    <a:pt x="1547" y="1499"/>
                    <a:pt x="1547" y="1499"/>
                    <a:pt x="1547" y="1499"/>
                  </a:cubicBezTo>
                  <a:cubicBezTo>
                    <a:pt x="1655" y="1376"/>
                    <a:pt x="1730" y="1224"/>
                    <a:pt x="1758" y="1056"/>
                  </a:cubicBezTo>
                  <a:cubicBezTo>
                    <a:pt x="1758" y="1056"/>
                    <a:pt x="1758" y="1056"/>
                    <a:pt x="1758" y="1056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1" y="1037"/>
                    <a:pt x="1761" y="1037"/>
                    <a:pt x="1761" y="1037"/>
                  </a:cubicBezTo>
                  <a:cubicBezTo>
                    <a:pt x="1761" y="1036"/>
                    <a:pt x="1761" y="1036"/>
                    <a:pt x="1761" y="1036"/>
                  </a:cubicBezTo>
                  <a:cubicBezTo>
                    <a:pt x="1762" y="1033"/>
                    <a:pt x="1762" y="1033"/>
                    <a:pt x="1762" y="1033"/>
                  </a:cubicBezTo>
                  <a:cubicBezTo>
                    <a:pt x="1762" y="1032"/>
                    <a:pt x="1762" y="1032"/>
                    <a:pt x="1762" y="1032"/>
                  </a:cubicBezTo>
                  <a:cubicBezTo>
                    <a:pt x="1762" y="1029"/>
                    <a:pt x="1762" y="1029"/>
                    <a:pt x="1762" y="1029"/>
                  </a:cubicBezTo>
                  <a:cubicBezTo>
                    <a:pt x="1763" y="1028"/>
                    <a:pt x="1763" y="1028"/>
                    <a:pt x="1763" y="1028"/>
                  </a:cubicBezTo>
                  <a:cubicBezTo>
                    <a:pt x="1763" y="1025"/>
                    <a:pt x="1763" y="1025"/>
                    <a:pt x="1763" y="1025"/>
                  </a:cubicBezTo>
                  <a:cubicBezTo>
                    <a:pt x="1763" y="1024"/>
                    <a:pt x="1763" y="1024"/>
                    <a:pt x="1763" y="1024"/>
                  </a:cubicBezTo>
                  <a:cubicBezTo>
                    <a:pt x="1764" y="1014"/>
                    <a:pt x="1764" y="1014"/>
                    <a:pt x="1764" y="1014"/>
                  </a:cubicBezTo>
                  <a:cubicBezTo>
                    <a:pt x="1765" y="1012"/>
                    <a:pt x="1765" y="1012"/>
                    <a:pt x="1765" y="1012"/>
                  </a:cubicBezTo>
                  <a:cubicBezTo>
                    <a:pt x="1765" y="1010"/>
                    <a:pt x="1765" y="1010"/>
                    <a:pt x="1765" y="1010"/>
                  </a:cubicBezTo>
                  <a:cubicBezTo>
                    <a:pt x="1765" y="1008"/>
                    <a:pt x="1765" y="1008"/>
                    <a:pt x="1765" y="1008"/>
                  </a:cubicBezTo>
                  <a:cubicBezTo>
                    <a:pt x="1765" y="1005"/>
                    <a:pt x="1765" y="1005"/>
                    <a:pt x="1765" y="1005"/>
                  </a:cubicBezTo>
                  <a:cubicBezTo>
                    <a:pt x="1766" y="1004"/>
                    <a:pt x="1766" y="1004"/>
                    <a:pt x="1766" y="1004"/>
                  </a:cubicBezTo>
                  <a:cubicBezTo>
                    <a:pt x="1766" y="1001"/>
                    <a:pt x="1766" y="1001"/>
                    <a:pt x="1766" y="1001"/>
                  </a:cubicBezTo>
                  <a:cubicBezTo>
                    <a:pt x="1766" y="999"/>
                    <a:pt x="1766" y="999"/>
                    <a:pt x="1766" y="999"/>
                  </a:cubicBezTo>
                  <a:cubicBezTo>
                    <a:pt x="1767" y="994"/>
                    <a:pt x="1767" y="994"/>
                    <a:pt x="1767" y="994"/>
                  </a:cubicBezTo>
                  <a:cubicBezTo>
                    <a:pt x="1767" y="993"/>
                    <a:pt x="1767" y="993"/>
                    <a:pt x="1767" y="993"/>
                  </a:cubicBezTo>
                  <a:cubicBezTo>
                    <a:pt x="1767" y="990"/>
                    <a:pt x="1767" y="990"/>
                    <a:pt x="1767" y="990"/>
                  </a:cubicBezTo>
                  <a:cubicBezTo>
                    <a:pt x="1767" y="988"/>
                    <a:pt x="1767" y="988"/>
                    <a:pt x="1767" y="988"/>
                  </a:cubicBezTo>
                  <a:cubicBezTo>
                    <a:pt x="1767" y="986"/>
                    <a:pt x="1767" y="986"/>
                    <a:pt x="1767" y="986"/>
                  </a:cubicBezTo>
                  <a:cubicBezTo>
                    <a:pt x="1768" y="984"/>
                    <a:pt x="1768" y="984"/>
                    <a:pt x="1768" y="984"/>
                  </a:cubicBezTo>
                  <a:cubicBezTo>
                    <a:pt x="1768" y="981"/>
                    <a:pt x="1768" y="981"/>
                    <a:pt x="1768" y="981"/>
                  </a:cubicBezTo>
                  <a:cubicBezTo>
                    <a:pt x="1768" y="979"/>
                    <a:pt x="1768" y="979"/>
                    <a:pt x="1768" y="979"/>
                  </a:cubicBezTo>
                  <a:cubicBezTo>
                    <a:pt x="1768" y="977"/>
                    <a:pt x="1768" y="977"/>
                    <a:pt x="1768" y="977"/>
                  </a:cubicBezTo>
                  <a:cubicBezTo>
                    <a:pt x="1768" y="974"/>
                    <a:pt x="1768" y="974"/>
                    <a:pt x="1768" y="974"/>
                  </a:cubicBezTo>
                  <a:cubicBezTo>
                    <a:pt x="1769" y="971"/>
                    <a:pt x="1769" y="971"/>
                    <a:pt x="1769" y="971"/>
                  </a:cubicBezTo>
                  <a:cubicBezTo>
                    <a:pt x="1769" y="968"/>
                    <a:pt x="1769" y="968"/>
                    <a:pt x="1769" y="968"/>
                  </a:cubicBezTo>
                  <a:cubicBezTo>
                    <a:pt x="1769" y="966"/>
                    <a:pt x="1769" y="966"/>
                    <a:pt x="1769" y="966"/>
                  </a:cubicBezTo>
                  <a:cubicBezTo>
                    <a:pt x="1769" y="964"/>
                    <a:pt x="1769" y="964"/>
                    <a:pt x="1769" y="964"/>
                  </a:cubicBezTo>
                  <a:cubicBezTo>
                    <a:pt x="1769" y="962"/>
                    <a:pt x="1769" y="962"/>
                    <a:pt x="1769" y="962"/>
                  </a:cubicBezTo>
                  <a:cubicBezTo>
                    <a:pt x="1769" y="959"/>
                    <a:pt x="1769" y="959"/>
                    <a:pt x="1769" y="959"/>
                  </a:cubicBezTo>
                  <a:cubicBezTo>
                    <a:pt x="1769" y="957"/>
                    <a:pt x="1769" y="957"/>
                    <a:pt x="1769" y="957"/>
                  </a:cubicBezTo>
                  <a:cubicBezTo>
                    <a:pt x="1770" y="954"/>
                    <a:pt x="1770" y="954"/>
                    <a:pt x="1770" y="954"/>
                  </a:cubicBezTo>
                  <a:cubicBezTo>
                    <a:pt x="1770" y="953"/>
                    <a:pt x="1770" y="953"/>
                    <a:pt x="1770" y="953"/>
                  </a:cubicBezTo>
                  <a:cubicBezTo>
                    <a:pt x="1770" y="948"/>
                    <a:pt x="1770" y="948"/>
                    <a:pt x="1770" y="948"/>
                  </a:cubicBezTo>
                  <a:cubicBezTo>
                    <a:pt x="1770" y="947"/>
                    <a:pt x="1770" y="947"/>
                    <a:pt x="1770" y="947"/>
                  </a:cubicBezTo>
                  <a:cubicBezTo>
                    <a:pt x="1770" y="944"/>
                    <a:pt x="1770" y="944"/>
                    <a:pt x="1770" y="944"/>
                  </a:cubicBezTo>
                  <a:cubicBezTo>
                    <a:pt x="1770" y="942"/>
                    <a:pt x="1770" y="942"/>
                    <a:pt x="1770" y="942"/>
                  </a:cubicBezTo>
                  <a:cubicBezTo>
                    <a:pt x="1770" y="939"/>
                    <a:pt x="1770" y="939"/>
                    <a:pt x="1770" y="939"/>
                  </a:cubicBezTo>
                  <a:cubicBezTo>
                    <a:pt x="1771" y="937"/>
                    <a:pt x="1771" y="937"/>
                    <a:pt x="1771" y="937"/>
                  </a:cubicBezTo>
                  <a:cubicBezTo>
                    <a:pt x="1771" y="934"/>
                    <a:pt x="1771" y="934"/>
                    <a:pt x="1771" y="934"/>
                  </a:cubicBezTo>
                  <a:cubicBezTo>
                    <a:pt x="1771" y="933"/>
                    <a:pt x="1771" y="933"/>
                    <a:pt x="1771" y="933"/>
                  </a:cubicBezTo>
                  <a:cubicBezTo>
                    <a:pt x="1771" y="929"/>
                    <a:pt x="1771" y="929"/>
                    <a:pt x="1771" y="929"/>
                  </a:cubicBezTo>
                  <a:cubicBezTo>
                    <a:pt x="1771" y="928"/>
                    <a:pt x="1771" y="928"/>
                    <a:pt x="1771" y="928"/>
                  </a:cubicBezTo>
                  <a:cubicBezTo>
                    <a:pt x="1771" y="924"/>
                    <a:pt x="1771" y="924"/>
                    <a:pt x="1771" y="924"/>
                  </a:cubicBezTo>
                  <a:cubicBezTo>
                    <a:pt x="1771" y="922"/>
                    <a:pt x="1771" y="922"/>
                    <a:pt x="1771" y="922"/>
                  </a:cubicBezTo>
                  <a:cubicBezTo>
                    <a:pt x="1771" y="919"/>
                    <a:pt x="1771" y="919"/>
                    <a:pt x="1771" y="919"/>
                  </a:cubicBezTo>
                  <a:cubicBezTo>
                    <a:pt x="1771" y="917"/>
                    <a:pt x="1771" y="917"/>
                    <a:pt x="1771" y="917"/>
                  </a:cubicBezTo>
                  <a:cubicBezTo>
                    <a:pt x="1771" y="914"/>
                    <a:pt x="1771" y="914"/>
                    <a:pt x="1771" y="914"/>
                  </a:cubicBezTo>
                  <a:cubicBezTo>
                    <a:pt x="1771" y="913"/>
                    <a:pt x="1771" y="913"/>
                    <a:pt x="1771" y="913"/>
                  </a:cubicBezTo>
                  <a:cubicBezTo>
                    <a:pt x="1771" y="910"/>
                    <a:pt x="1771" y="910"/>
                    <a:pt x="1771" y="910"/>
                  </a:cubicBezTo>
                  <a:cubicBezTo>
                    <a:pt x="1771" y="908"/>
                    <a:pt x="1771" y="908"/>
                    <a:pt x="1771" y="908"/>
                  </a:cubicBezTo>
                  <a:cubicBezTo>
                    <a:pt x="1771" y="898"/>
                    <a:pt x="1771" y="898"/>
                    <a:pt x="1771" y="898"/>
                  </a:cubicBezTo>
                  <a:cubicBezTo>
                    <a:pt x="1771" y="897"/>
                    <a:pt x="1771" y="897"/>
                    <a:pt x="1771" y="897"/>
                  </a:cubicBezTo>
                  <a:lnTo>
                    <a:pt x="1771" y="893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 sz="1350" dirty="0"/>
            </a:p>
          </p:txBody>
        </p:sp>
        <p:grpSp>
          <p:nvGrpSpPr>
            <p:cNvPr id="28" name="Groep 27"/>
            <p:cNvGrpSpPr>
              <a:grpSpLocks noSelect="1"/>
            </p:cNvGrpSpPr>
            <p:nvPr userDrawn="1"/>
          </p:nvGrpSpPr>
          <p:grpSpPr bwMode="gray">
            <a:xfrm>
              <a:off x="0" y="0"/>
              <a:ext cx="561975" cy="572770"/>
              <a:chOff x="902335" y="290830"/>
              <a:chExt cx="561975" cy="572770"/>
            </a:xfrm>
          </p:grpSpPr>
          <p:sp>
            <p:nvSpPr>
              <p:cNvPr id="29" name="Freeform 5"/>
              <p:cNvSpPr>
                <a:spLocks noSelect="1"/>
              </p:cNvSpPr>
              <p:nvPr userDrawn="1"/>
            </p:nvSpPr>
            <p:spPr bwMode="gray">
              <a:xfrm>
                <a:off x="984250" y="534035"/>
                <a:ext cx="77470" cy="199390"/>
              </a:xfrm>
              <a:custGeom>
                <a:avLst/>
                <a:gdLst>
                  <a:gd name="T0" fmla="*/ 155 w 244"/>
                  <a:gd name="T1" fmla="*/ 0 h 629"/>
                  <a:gd name="T2" fmla="*/ 120 w 244"/>
                  <a:gd name="T3" fmla="*/ 28 h 629"/>
                  <a:gd name="T4" fmla="*/ 0 w 244"/>
                  <a:gd name="T5" fmla="*/ 601 h 629"/>
                  <a:gd name="T6" fmla="*/ 0 w 244"/>
                  <a:gd name="T7" fmla="*/ 606 h 629"/>
                  <a:gd name="T8" fmla="*/ 0 w 244"/>
                  <a:gd name="T9" fmla="*/ 607 h 629"/>
                  <a:gd name="T10" fmla="*/ 23 w 244"/>
                  <a:gd name="T11" fmla="*/ 629 h 629"/>
                  <a:gd name="T12" fmla="*/ 145 w 244"/>
                  <a:gd name="T13" fmla="*/ 629 h 629"/>
                  <a:gd name="T14" fmla="*/ 144 w 244"/>
                  <a:gd name="T15" fmla="*/ 629 h 629"/>
                  <a:gd name="T16" fmla="*/ 144 w 244"/>
                  <a:gd name="T17" fmla="*/ 629 h 629"/>
                  <a:gd name="T18" fmla="*/ 143 w 244"/>
                  <a:gd name="T19" fmla="*/ 629 h 629"/>
                  <a:gd name="T20" fmla="*/ 143 w 244"/>
                  <a:gd name="T21" fmla="*/ 629 h 629"/>
                  <a:gd name="T22" fmla="*/ 143 w 244"/>
                  <a:gd name="T23" fmla="*/ 629 h 629"/>
                  <a:gd name="T24" fmla="*/ 142 w 244"/>
                  <a:gd name="T25" fmla="*/ 629 h 629"/>
                  <a:gd name="T26" fmla="*/ 142 w 244"/>
                  <a:gd name="T27" fmla="*/ 629 h 629"/>
                  <a:gd name="T28" fmla="*/ 142 w 244"/>
                  <a:gd name="T29" fmla="*/ 629 h 629"/>
                  <a:gd name="T30" fmla="*/ 141 w 244"/>
                  <a:gd name="T31" fmla="*/ 629 h 629"/>
                  <a:gd name="T32" fmla="*/ 141 w 244"/>
                  <a:gd name="T33" fmla="*/ 629 h 629"/>
                  <a:gd name="T34" fmla="*/ 141 w 244"/>
                  <a:gd name="T35" fmla="*/ 629 h 629"/>
                  <a:gd name="T36" fmla="*/ 141 w 244"/>
                  <a:gd name="T37" fmla="*/ 629 h 629"/>
                  <a:gd name="T38" fmla="*/ 123 w 244"/>
                  <a:gd name="T39" fmla="*/ 615 h 629"/>
                  <a:gd name="T40" fmla="*/ 123 w 244"/>
                  <a:gd name="T41" fmla="*/ 615 h 629"/>
                  <a:gd name="T42" fmla="*/ 123 w 244"/>
                  <a:gd name="T43" fmla="*/ 614 h 629"/>
                  <a:gd name="T44" fmla="*/ 123 w 244"/>
                  <a:gd name="T45" fmla="*/ 614 h 629"/>
                  <a:gd name="T46" fmla="*/ 122 w 244"/>
                  <a:gd name="T47" fmla="*/ 613 h 629"/>
                  <a:gd name="T48" fmla="*/ 122 w 244"/>
                  <a:gd name="T49" fmla="*/ 613 h 629"/>
                  <a:gd name="T50" fmla="*/ 122 w 244"/>
                  <a:gd name="T51" fmla="*/ 613 h 629"/>
                  <a:gd name="T52" fmla="*/ 122 w 244"/>
                  <a:gd name="T53" fmla="*/ 612 h 629"/>
                  <a:gd name="T54" fmla="*/ 122 w 244"/>
                  <a:gd name="T55" fmla="*/ 612 h 629"/>
                  <a:gd name="T56" fmla="*/ 122 w 244"/>
                  <a:gd name="T57" fmla="*/ 612 h 629"/>
                  <a:gd name="T58" fmla="*/ 122 w 244"/>
                  <a:gd name="T59" fmla="*/ 612 h 629"/>
                  <a:gd name="T60" fmla="*/ 122 w 244"/>
                  <a:gd name="T61" fmla="*/ 605 h 629"/>
                  <a:gd name="T62" fmla="*/ 122 w 244"/>
                  <a:gd name="T63" fmla="*/ 605 h 629"/>
                  <a:gd name="T64" fmla="*/ 122 w 244"/>
                  <a:gd name="T65" fmla="*/ 605 h 629"/>
                  <a:gd name="T66" fmla="*/ 122 w 244"/>
                  <a:gd name="T67" fmla="*/ 602 h 629"/>
                  <a:gd name="T68" fmla="*/ 244 w 244"/>
                  <a:gd name="T69" fmla="*/ 0 h 629"/>
                  <a:gd name="T70" fmla="*/ 155 w 244"/>
                  <a:gd name="T71" fmla="*/ 0 h 6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4" h="629">
                    <a:moveTo>
                      <a:pt x="155" y="0"/>
                    </a:moveTo>
                    <a:cubicBezTo>
                      <a:pt x="139" y="0"/>
                      <a:pt x="123" y="13"/>
                      <a:pt x="120" y="28"/>
                    </a:cubicBezTo>
                    <a:cubicBezTo>
                      <a:pt x="0" y="601"/>
                      <a:pt x="0" y="601"/>
                      <a:pt x="0" y="601"/>
                    </a:cubicBezTo>
                    <a:cubicBezTo>
                      <a:pt x="0" y="606"/>
                      <a:pt x="0" y="606"/>
                      <a:pt x="0" y="606"/>
                    </a:cubicBezTo>
                    <a:cubicBezTo>
                      <a:pt x="0" y="607"/>
                      <a:pt x="0" y="607"/>
                      <a:pt x="0" y="607"/>
                    </a:cubicBezTo>
                    <a:cubicBezTo>
                      <a:pt x="0" y="620"/>
                      <a:pt x="10" y="629"/>
                      <a:pt x="23" y="629"/>
                    </a:cubicBezTo>
                    <a:cubicBezTo>
                      <a:pt x="145" y="629"/>
                      <a:pt x="145" y="629"/>
                      <a:pt x="145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32" y="628"/>
                      <a:pt x="126" y="623"/>
                      <a:pt x="123" y="615"/>
                    </a:cubicBezTo>
                    <a:cubicBezTo>
                      <a:pt x="123" y="615"/>
                      <a:pt x="123" y="615"/>
                      <a:pt x="123" y="615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2"/>
                      <a:pt x="122" y="602"/>
                      <a:pt x="122" y="602"/>
                    </a:cubicBezTo>
                    <a:cubicBezTo>
                      <a:pt x="244" y="0"/>
                      <a:pt x="244" y="0"/>
                      <a:pt x="244" y="0"/>
                    </a:cubicBezTo>
                    <a:lnTo>
                      <a:pt x="155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0" name="Freeform 6"/>
              <p:cNvSpPr>
                <a:spLocks noSelect="1"/>
              </p:cNvSpPr>
              <p:nvPr userDrawn="1"/>
            </p:nvSpPr>
            <p:spPr bwMode="gray">
              <a:xfrm>
                <a:off x="1078865" y="478155"/>
                <a:ext cx="218440" cy="186055"/>
              </a:xfrm>
              <a:custGeom>
                <a:avLst/>
                <a:gdLst>
                  <a:gd name="T0" fmla="*/ 0 w 687"/>
                  <a:gd name="T1" fmla="*/ 0 h 587"/>
                  <a:gd name="T2" fmla="*/ 0 w 687"/>
                  <a:gd name="T3" fmla="*/ 115 h 587"/>
                  <a:gd name="T4" fmla="*/ 229 w 687"/>
                  <a:gd name="T5" fmla="*/ 115 h 587"/>
                  <a:gd name="T6" fmla="*/ 272 w 687"/>
                  <a:gd name="T7" fmla="*/ 139 h 587"/>
                  <a:gd name="T8" fmla="*/ 569 w 687"/>
                  <a:gd name="T9" fmla="*/ 587 h 587"/>
                  <a:gd name="T10" fmla="*/ 687 w 687"/>
                  <a:gd name="T11" fmla="*/ 0 h 587"/>
                  <a:gd name="T12" fmla="*/ 0 w 687"/>
                  <a:gd name="T13" fmla="*/ 0 h 5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7" h="587">
                    <a:moveTo>
                      <a:pt x="0" y="0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229" y="115"/>
                      <a:pt x="229" y="115"/>
                      <a:pt x="229" y="115"/>
                    </a:cubicBezTo>
                    <a:cubicBezTo>
                      <a:pt x="244" y="115"/>
                      <a:pt x="264" y="126"/>
                      <a:pt x="272" y="139"/>
                    </a:cubicBezTo>
                    <a:cubicBezTo>
                      <a:pt x="569" y="587"/>
                      <a:pt x="569" y="587"/>
                      <a:pt x="569" y="587"/>
                    </a:cubicBezTo>
                    <a:cubicBezTo>
                      <a:pt x="687" y="0"/>
                      <a:pt x="687" y="0"/>
                      <a:pt x="68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1" name="Freeform 7"/>
              <p:cNvSpPr>
                <a:spLocks noSelect="1"/>
              </p:cNvSpPr>
              <p:nvPr userDrawn="1"/>
            </p:nvSpPr>
            <p:spPr bwMode="gray">
              <a:xfrm>
                <a:off x="902335" y="478155"/>
                <a:ext cx="406400" cy="385445"/>
              </a:xfrm>
              <a:custGeom>
                <a:avLst/>
                <a:gdLst>
                  <a:gd name="T0" fmla="*/ 555 w 1280"/>
                  <a:gd name="T1" fmla="*/ 0 h 1216"/>
                  <a:gd name="T2" fmla="*/ 475 w 1280"/>
                  <a:gd name="T3" fmla="*/ 0 h 1216"/>
                  <a:gd name="T4" fmla="*/ 357 w 1280"/>
                  <a:gd name="T5" fmla="*/ 9 h 1216"/>
                  <a:gd name="T6" fmla="*/ 0 w 1280"/>
                  <a:gd name="T7" fmla="*/ 447 h 1216"/>
                  <a:gd name="T8" fmla="*/ 616 w 1280"/>
                  <a:gd name="T9" fmla="*/ 1181 h 1216"/>
                  <a:gd name="T10" fmla="*/ 867 w 1280"/>
                  <a:gd name="T11" fmla="*/ 1216 h 1216"/>
                  <a:gd name="T12" fmla="*/ 872 w 1280"/>
                  <a:gd name="T13" fmla="*/ 1216 h 1216"/>
                  <a:gd name="T14" fmla="*/ 1280 w 1280"/>
                  <a:gd name="T15" fmla="*/ 1117 h 1216"/>
                  <a:gd name="T16" fmla="*/ 1033 w 1280"/>
                  <a:gd name="T17" fmla="*/ 1153 h 1216"/>
                  <a:gd name="T18" fmla="*/ 1033 w 1280"/>
                  <a:gd name="T19" fmla="*/ 1153 h 1216"/>
                  <a:gd name="T20" fmla="*/ 1033 w 1280"/>
                  <a:gd name="T21" fmla="*/ 1153 h 1216"/>
                  <a:gd name="T22" fmla="*/ 552 w 1280"/>
                  <a:gd name="T23" fmla="*/ 805 h 1216"/>
                  <a:gd name="T24" fmla="*/ 403 w 1280"/>
                  <a:gd name="T25" fmla="*/ 805 h 1216"/>
                  <a:gd name="T26" fmla="*/ 281 w 1280"/>
                  <a:gd name="T27" fmla="*/ 805 h 1216"/>
                  <a:gd name="T28" fmla="*/ 258 w 1280"/>
                  <a:gd name="T29" fmla="*/ 783 h 1216"/>
                  <a:gd name="T30" fmla="*/ 258 w 1280"/>
                  <a:gd name="T31" fmla="*/ 782 h 1216"/>
                  <a:gd name="T32" fmla="*/ 258 w 1280"/>
                  <a:gd name="T33" fmla="*/ 777 h 1216"/>
                  <a:gd name="T34" fmla="*/ 378 w 1280"/>
                  <a:gd name="T35" fmla="*/ 204 h 1216"/>
                  <a:gd name="T36" fmla="*/ 413 w 1280"/>
                  <a:gd name="T37" fmla="*/ 176 h 1216"/>
                  <a:gd name="T38" fmla="*/ 502 w 1280"/>
                  <a:gd name="T39" fmla="*/ 176 h 1216"/>
                  <a:gd name="T40" fmla="*/ 502 w 1280"/>
                  <a:gd name="T41" fmla="*/ 176 h 1216"/>
                  <a:gd name="T42" fmla="*/ 509 w 1280"/>
                  <a:gd name="T43" fmla="*/ 143 h 1216"/>
                  <a:gd name="T44" fmla="*/ 509 w 1280"/>
                  <a:gd name="T45" fmla="*/ 141 h 1216"/>
                  <a:gd name="T46" fmla="*/ 509 w 1280"/>
                  <a:gd name="T47" fmla="*/ 141 h 1216"/>
                  <a:gd name="T48" fmla="*/ 515 w 1280"/>
                  <a:gd name="T49" fmla="*/ 130 h 1216"/>
                  <a:gd name="T50" fmla="*/ 516 w 1280"/>
                  <a:gd name="T51" fmla="*/ 128 h 1216"/>
                  <a:gd name="T52" fmla="*/ 517 w 1280"/>
                  <a:gd name="T53" fmla="*/ 128 h 1216"/>
                  <a:gd name="T54" fmla="*/ 517 w 1280"/>
                  <a:gd name="T55" fmla="*/ 127 h 1216"/>
                  <a:gd name="T56" fmla="*/ 518 w 1280"/>
                  <a:gd name="T57" fmla="*/ 127 h 1216"/>
                  <a:gd name="T58" fmla="*/ 518 w 1280"/>
                  <a:gd name="T59" fmla="*/ 127 h 1216"/>
                  <a:gd name="T60" fmla="*/ 518 w 1280"/>
                  <a:gd name="T61" fmla="*/ 126 h 1216"/>
                  <a:gd name="T62" fmla="*/ 518 w 1280"/>
                  <a:gd name="T63" fmla="*/ 126 h 1216"/>
                  <a:gd name="T64" fmla="*/ 532 w 1280"/>
                  <a:gd name="T65" fmla="*/ 117 h 1216"/>
                  <a:gd name="T66" fmla="*/ 532 w 1280"/>
                  <a:gd name="T67" fmla="*/ 117 h 1216"/>
                  <a:gd name="T68" fmla="*/ 532 w 1280"/>
                  <a:gd name="T69" fmla="*/ 117 h 1216"/>
                  <a:gd name="T70" fmla="*/ 543 w 1280"/>
                  <a:gd name="T71" fmla="*/ 115 h 1216"/>
                  <a:gd name="T72" fmla="*/ 543 w 1280"/>
                  <a:gd name="T73" fmla="*/ 115 h 1216"/>
                  <a:gd name="T74" fmla="*/ 555 w 1280"/>
                  <a:gd name="T75" fmla="*/ 115 h 1216"/>
                  <a:gd name="T76" fmla="*/ 557 w 1280"/>
                  <a:gd name="T77" fmla="*/ 115 h 1216"/>
                  <a:gd name="T78" fmla="*/ 557 w 1280"/>
                  <a:gd name="T79" fmla="*/ 0 h 1216"/>
                  <a:gd name="T80" fmla="*/ 555 w 1280"/>
                  <a:gd name="T81" fmla="*/ 0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280" h="1216">
                    <a:moveTo>
                      <a:pt x="555" y="0"/>
                    </a:moveTo>
                    <a:cubicBezTo>
                      <a:pt x="475" y="0"/>
                      <a:pt x="475" y="0"/>
                      <a:pt x="475" y="0"/>
                    </a:cubicBezTo>
                    <a:cubicBezTo>
                      <a:pt x="435" y="0"/>
                      <a:pt x="395" y="3"/>
                      <a:pt x="357" y="9"/>
                    </a:cubicBezTo>
                    <a:cubicBezTo>
                      <a:pt x="161" y="42"/>
                      <a:pt x="0" y="165"/>
                      <a:pt x="0" y="447"/>
                    </a:cubicBezTo>
                    <a:cubicBezTo>
                      <a:pt x="0" y="730"/>
                      <a:pt x="239" y="1072"/>
                      <a:pt x="616" y="1181"/>
                    </a:cubicBezTo>
                    <a:cubicBezTo>
                      <a:pt x="694" y="1204"/>
                      <a:pt x="778" y="1216"/>
                      <a:pt x="867" y="1216"/>
                    </a:cubicBezTo>
                    <a:cubicBezTo>
                      <a:pt x="872" y="1216"/>
                      <a:pt x="872" y="1216"/>
                      <a:pt x="872" y="1216"/>
                    </a:cubicBezTo>
                    <a:cubicBezTo>
                      <a:pt x="1019" y="1216"/>
                      <a:pt x="1157" y="1180"/>
                      <a:pt x="1280" y="1117"/>
                    </a:cubicBezTo>
                    <a:cubicBezTo>
                      <a:pt x="1190" y="1142"/>
                      <a:pt x="1108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728" y="1153"/>
                      <a:pt x="552" y="970"/>
                      <a:pt x="552" y="805"/>
                    </a:cubicBezTo>
                    <a:cubicBezTo>
                      <a:pt x="403" y="805"/>
                      <a:pt x="403" y="805"/>
                      <a:pt x="403" y="805"/>
                    </a:cubicBezTo>
                    <a:cubicBezTo>
                      <a:pt x="281" y="805"/>
                      <a:pt x="281" y="805"/>
                      <a:pt x="281" y="805"/>
                    </a:cubicBezTo>
                    <a:cubicBezTo>
                      <a:pt x="268" y="805"/>
                      <a:pt x="258" y="796"/>
                      <a:pt x="258" y="783"/>
                    </a:cubicBezTo>
                    <a:cubicBezTo>
                      <a:pt x="258" y="782"/>
                      <a:pt x="258" y="782"/>
                      <a:pt x="258" y="782"/>
                    </a:cubicBezTo>
                    <a:cubicBezTo>
                      <a:pt x="258" y="777"/>
                      <a:pt x="258" y="777"/>
                      <a:pt x="258" y="777"/>
                    </a:cubicBezTo>
                    <a:cubicBezTo>
                      <a:pt x="378" y="204"/>
                      <a:pt x="378" y="204"/>
                      <a:pt x="378" y="204"/>
                    </a:cubicBezTo>
                    <a:cubicBezTo>
                      <a:pt x="381" y="189"/>
                      <a:pt x="397" y="176"/>
                      <a:pt x="413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9" y="143"/>
                      <a:pt x="509" y="143"/>
                      <a:pt x="509" y="143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15" y="130"/>
                      <a:pt x="515" y="130"/>
                      <a:pt x="515" y="130"/>
                    </a:cubicBezTo>
                    <a:cubicBezTo>
                      <a:pt x="516" y="128"/>
                      <a:pt x="516" y="128"/>
                      <a:pt x="516" y="128"/>
                    </a:cubicBezTo>
                    <a:cubicBezTo>
                      <a:pt x="517" y="128"/>
                      <a:pt x="517" y="128"/>
                      <a:pt x="517" y="128"/>
                    </a:cubicBezTo>
                    <a:cubicBezTo>
                      <a:pt x="517" y="127"/>
                      <a:pt x="517" y="127"/>
                      <a:pt x="517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55" y="115"/>
                      <a:pt x="555" y="115"/>
                      <a:pt x="555" y="115"/>
                    </a:cubicBezTo>
                    <a:cubicBezTo>
                      <a:pt x="557" y="115"/>
                      <a:pt x="557" y="115"/>
                      <a:pt x="557" y="115"/>
                    </a:cubicBezTo>
                    <a:cubicBezTo>
                      <a:pt x="557" y="0"/>
                      <a:pt x="557" y="0"/>
                      <a:pt x="557" y="0"/>
                    </a:cubicBezTo>
                    <a:lnTo>
                      <a:pt x="555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3" name="Freeform 8"/>
              <p:cNvSpPr>
                <a:spLocks noSelect="1"/>
              </p:cNvSpPr>
              <p:nvPr userDrawn="1"/>
            </p:nvSpPr>
            <p:spPr bwMode="gray">
              <a:xfrm>
                <a:off x="1077595" y="429895"/>
                <a:ext cx="386715" cy="414020"/>
              </a:xfrm>
              <a:custGeom>
                <a:avLst/>
                <a:gdLst>
                  <a:gd name="T0" fmla="*/ 770 w 1219"/>
                  <a:gd name="T1" fmla="*/ 928 h 1304"/>
                  <a:gd name="T2" fmla="*/ 350 w 1219"/>
                  <a:gd name="T3" fmla="*/ 929 h 1304"/>
                  <a:gd name="T4" fmla="*/ 38 w 1219"/>
                  <a:gd name="T5" fmla="*/ 955 h 1304"/>
                  <a:gd name="T6" fmla="*/ 30 w 1219"/>
                  <a:gd name="T7" fmla="*/ 956 h 1304"/>
                  <a:gd name="T8" fmla="*/ 481 w 1219"/>
                  <a:gd name="T9" fmla="*/ 1304 h 1304"/>
                  <a:gd name="T10" fmla="*/ 734 w 1219"/>
                  <a:gd name="T11" fmla="*/ 1265 h 1304"/>
                  <a:gd name="T12" fmla="*/ 744 w 1219"/>
                  <a:gd name="T13" fmla="*/ 1259 h 1304"/>
                  <a:gd name="T14" fmla="*/ 755 w 1219"/>
                  <a:gd name="T15" fmla="*/ 1253 h 1304"/>
                  <a:gd name="T16" fmla="*/ 765 w 1219"/>
                  <a:gd name="T17" fmla="*/ 1247 h 1304"/>
                  <a:gd name="T18" fmla="*/ 776 w 1219"/>
                  <a:gd name="T19" fmla="*/ 1241 h 1304"/>
                  <a:gd name="T20" fmla="*/ 786 w 1219"/>
                  <a:gd name="T21" fmla="*/ 1235 h 1304"/>
                  <a:gd name="T22" fmla="*/ 797 w 1219"/>
                  <a:gd name="T23" fmla="*/ 1228 h 1304"/>
                  <a:gd name="T24" fmla="*/ 806 w 1219"/>
                  <a:gd name="T25" fmla="*/ 1222 h 1304"/>
                  <a:gd name="T26" fmla="*/ 816 w 1219"/>
                  <a:gd name="T27" fmla="*/ 1215 h 1304"/>
                  <a:gd name="T28" fmla="*/ 826 w 1219"/>
                  <a:gd name="T29" fmla="*/ 1209 h 1304"/>
                  <a:gd name="T30" fmla="*/ 836 w 1219"/>
                  <a:gd name="T31" fmla="*/ 1202 h 1304"/>
                  <a:gd name="T32" fmla="*/ 846 w 1219"/>
                  <a:gd name="T33" fmla="*/ 1195 h 1304"/>
                  <a:gd name="T34" fmla="*/ 856 w 1219"/>
                  <a:gd name="T35" fmla="*/ 1188 h 1304"/>
                  <a:gd name="T36" fmla="*/ 870 w 1219"/>
                  <a:gd name="T37" fmla="*/ 1177 h 1304"/>
                  <a:gd name="T38" fmla="*/ 879 w 1219"/>
                  <a:gd name="T39" fmla="*/ 1169 h 1304"/>
                  <a:gd name="T40" fmla="*/ 898 w 1219"/>
                  <a:gd name="T41" fmla="*/ 1154 h 1304"/>
                  <a:gd name="T42" fmla="*/ 942 w 1219"/>
                  <a:gd name="T43" fmla="*/ 1114 h 1304"/>
                  <a:gd name="T44" fmla="*/ 955 w 1219"/>
                  <a:gd name="T45" fmla="*/ 1101 h 1304"/>
                  <a:gd name="T46" fmla="*/ 964 w 1219"/>
                  <a:gd name="T47" fmla="*/ 1092 h 1304"/>
                  <a:gd name="T48" fmla="*/ 972 w 1219"/>
                  <a:gd name="T49" fmla="*/ 1084 h 1304"/>
                  <a:gd name="T50" fmla="*/ 981 w 1219"/>
                  <a:gd name="T51" fmla="*/ 1075 h 1304"/>
                  <a:gd name="T52" fmla="*/ 990 w 1219"/>
                  <a:gd name="T53" fmla="*/ 1064 h 1304"/>
                  <a:gd name="T54" fmla="*/ 1206 w 1219"/>
                  <a:gd name="T55" fmla="*/ 617 h 1304"/>
                  <a:gd name="T56" fmla="*/ 1207 w 1219"/>
                  <a:gd name="T57" fmla="*/ 609 h 1304"/>
                  <a:gd name="T58" fmla="*/ 1209 w 1219"/>
                  <a:gd name="T59" fmla="*/ 594 h 1304"/>
                  <a:gd name="T60" fmla="*/ 1211 w 1219"/>
                  <a:gd name="T61" fmla="*/ 585 h 1304"/>
                  <a:gd name="T62" fmla="*/ 1212 w 1219"/>
                  <a:gd name="T63" fmla="*/ 570 h 1304"/>
                  <a:gd name="T64" fmla="*/ 1213 w 1219"/>
                  <a:gd name="T65" fmla="*/ 561 h 1304"/>
                  <a:gd name="T66" fmla="*/ 1215 w 1219"/>
                  <a:gd name="T67" fmla="*/ 551 h 1304"/>
                  <a:gd name="T68" fmla="*/ 1215 w 1219"/>
                  <a:gd name="T69" fmla="*/ 542 h 1304"/>
                  <a:gd name="T70" fmla="*/ 1216 w 1219"/>
                  <a:gd name="T71" fmla="*/ 532 h 1304"/>
                  <a:gd name="T72" fmla="*/ 1217 w 1219"/>
                  <a:gd name="T73" fmla="*/ 522 h 1304"/>
                  <a:gd name="T74" fmla="*/ 1217 w 1219"/>
                  <a:gd name="T75" fmla="*/ 513 h 1304"/>
                  <a:gd name="T76" fmla="*/ 1218 w 1219"/>
                  <a:gd name="T77" fmla="*/ 502 h 1304"/>
                  <a:gd name="T78" fmla="*/ 1218 w 1219"/>
                  <a:gd name="T79" fmla="*/ 493 h 1304"/>
                  <a:gd name="T80" fmla="*/ 1218 w 1219"/>
                  <a:gd name="T81" fmla="*/ 483 h 1304"/>
                  <a:gd name="T82" fmla="*/ 1219 w 1219"/>
                  <a:gd name="T83" fmla="*/ 473 h 1304"/>
                  <a:gd name="T84" fmla="*/ 1219 w 1219"/>
                  <a:gd name="T85" fmla="*/ 459 h 1304"/>
                  <a:gd name="T86" fmla="*/ 1218 w 1219"/>
                  <a:gd name="T87" fmla="*/ 447 h 1304"/>
                  <a:gd name="T88" fmla="*/ 1218 w 1219"/>
                  <a:gd name="T89" fmla="*/ 436 h 1304"/>
                  <a:gd name="T90" fmla="*/ 1218 w 1219"/>
                  <a:gd name="T91" fmla="*/ 424 h 1304"/>
                  <a:gd name="T92" fmla="*/ 1217 w 1219"/>
                  <a:gd name="T93" fmla="*/ 413 h 1304"/>
                  <a:gd name="T94" fmla="*/ 1216 w 1219"/>
                  <a:gd name="T95" fmla="*/ 402 h 1304"/>
                  <a:gd name="T96" fmla="*/ 1216 w 1219"/>
                  <a:gd name="T97" fmla="*/ 391 h 1304"/>
                  <a:gd name="T98" fmla="*/ 1215 w 1219"/>
                  <a:gd name="T99" fmla="*/ 380 h 1304"/>
                  <a:gd name="T100" fmla="*/ 1214 w 1219"/>
                  <a:gd name="T101" fmla="*/ 369 h 1304"/>
                  <a:gd name="T102" fmla="*/ 1212 w 1219"/>
                  <a:gd name="T103" fmla="*/ 353 h 1304"/>
                  <a:gd name="T104" fmla="*/ 1210 w 1219"/>
                  <a:gd name="T105" fmla="*/ 342 h 1304"/>
                  <a:gd name="T106" fmla="*/ 1209 w 1219"/>
                  <a:gd name="T107" fmla="*/ 331 h 1304"/>
                  <a:gd name="T108" fmla="*/ 1207 w 1219"/>
                  <a:gd name="T109" fmla="*/ 320 h 1304"/>
                  <a:gd name="T110" fmla="*/ 1193 w 1219"/>
                  <a:gd name="T111" fmla="*/ 248 h 1304"/>
                  <a:gd name="T112" fmla="*/ 1187 w 1219"/>
                  <a:gd name="T113" fmla="*/ 226 h 1304"/>
                  <a:gd name="T114" fmla="*/ 1184 w 1219"/>
                  <a:gd name="T115" fmla="*/ 215 h 1304"/>
                  <a:gd name="T116" fmla="*/ 1181 w 1219"/>
                  <a:gd name="T117" fmla="*/ 204 h 1304"/>
                  <a:gd name="T118" fmla="*/ 1177 w 1219"/>
                  <a:gd name="T119" fmla="*/ 193 h 1304"/>
                  <a:gd name="T120" fmla="*/ 1174 w 1219"/>
                  <a:gd name="T121" fmla="*/ 182 h 1304"/>
                  <a:gd name="T122" fmla="*/ 1090 w 1219"/>
                  <a:gd name="T123" fmla="*/ 0 h 1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219" h="1304">
                    <a:moveTo>
                      <a:pt x="1126" y="206"/>
                    </a:moveTo>
                    <a:cubicBezTo>
                      <a:pt x="1126" y="329"/>
                      <a:pt x="1089" y="447"/>
                      <a:pt x="1016" y="537"/>
                    </a:cubicBezTo>
                    <a:cubicBezTo>
                      <a:pt x="972" y="592"/>
                      <a:pt x="902" y="646"/>
                      <a:pt x="820" y="685"/>
                    </a:cubicBezTo>
                    <a:cubicBezTo>
                      <a:pt x="770" y="928"/>
                      <a:pt x="770" y="928"/>
                      <a:pt x="770" y="928"/>
                    </a:cubicBezTo>
                    <a:cubicBezTo>
                      <a:pt x="767" y="943"/>
                      <a:pt x="751" y="956"/>
                      <a:pt x="736" y="956"/>
                    </a:cubicBezTo>
                    <a:cubicBezTo>
                      <a:pt x="493" y="956"/>
                      <a:pt x="493" y="956"/>
                      <a:pt x="493" y="956"/>
                    </a:cubicBezTo>
                    <a:cubicBezTo>
                      <a:pt x="399" y="956"/>
                      <a:pt x="399" y="956"/>
                      <a:pt x="399" y="956"/>
                    </a:cubicBezTo>
                    <a:cubicBezTo>
                      <a:pt x="381" y="956"/>
                      <a:pt x="359" y="944"/>
                      <a:pt x="350" y="929"/>
                    </a:cubicBezTo>
                    <a:cubicBezTo>
                      <a:pt x="131" y="590"/>
                      <a:pt x="131" y="590"/>
                      <a:pt x="131" y="590"/>
                    </a:cubicBezTo>
                    <a:cubicBezTo>
                      <a:pt x="63" y="929"/>
                      <a:pt x="63" y="929"/>
                      <a:pt x="63" y="929"/>
                    </a:cubicBezTo>
                    <a:cubicBezTo>
                      <a:pt x="60" y="941"/>
                      <a:pt x="50" y="951"/>
                      <a:pt x="38" y="955"/>
                    </a:cubicBezTo>
                    <a:cubicBezTo>
                      <a:pt x="38" y="955"/>
                      <a:pt x="38" y="955"/>
                      <a:pt x="38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0" y="956"/>
                      <a:pt x="30" y="956"/>
                      <a:pt x="30" y="956"/>
                    </a:cubicBezTo>
                    <a:cubicBezTo>
                      <a:pt x="29" y="956"/>
                      <a:pt x="29" y="956"/>
                      <a:pt x="29" y="956"/>
                    </a:cubicBezTo>
                    <a:cubicBezTo>
                      <a:pt x="0" y="956"/>
                      <a:pt x="0" y="956"/>
                      <a:pt x="0" y="956"/>
                    </a:cubicBezTo>
                    <a:cubicBezTo>
                      <a:pt x="0" y="1121"/>
                      <a:pt x="176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556" y="1304"/>
                      <a:pt x="638" y="1293"/>
                      <a:pt x="728" y="1268"/>
                    </a:cubicBezTo>
                    <a:cubicBezTo>
                      <a:pt x="732" y="1265"/>
                      <a:pt x="732" y="1265"/>
                      <a:pt x="732" y="1265"/>
                    </a:cubicBezTo>
                    <a:cubicBezTo>
                      <a:pt x="734" y="1265"/>
                      <a:pt x="734" y="1265"/>
                      <a:pt x="734" y="1265"/>
                    </a:cubicBezTo>
                    <a:cubicBezTo>
                      <a:pt x="738" y="1262"/>
                      <a:pt x="738" y="1262"/>
                      <a:pt x="738" y="1262"/>
                    </a:cubicBezTo>
                    <a:cubicBezTo>
                      <a:pt x="739" y="1262"/>
                      <a:pt x="739" y="1262"/>
                      <a:pt x="739" y="1262"/>
                    </a:cubicBezTo>
                    <a:cubicBezTo>
                      <a:pt x="743" y="1260"/>
                      <a:pt x="743" y="1260"/>
                      <a:pt x="743" y="1260"/>
                    </a:cubicBezTo>
                    <a:cubicBezTo>
                      <a:pt x="744" y="1259"/>
                      <a:pt x="744" y="1259"/>
                      <a:pt x="744" y="1259"/>
                    </a:cubicBezTo>
                    <a:cubicBezTo>
                      <a:pt x="749" y="1257"/>
                      <a:pt x="749" y="1257"/>
                      <a:pt x="749" y="1257"/>
                    </a:cubicBezTo>
                    <a:cubicBezTo>
                      <a:pt x="750" y="1256"/>
                      <a:pt x="750" y="1256"/>
                      <a:pt x="750" y="1256"/>
                    </a:cubicBezTo>
                    <a:cubicBezTo>
                      <a:pt x="754" y="1254"/>
                      <a:pt x="754" y="1254"/>
                      <a:pt x="754" y="1254"/>
                    </a:cubicBezTo>
                    <a:cubicBezTo>
                      <a:pt x="755" y="1253"/>
                      <a:pt x="755" y="1253"/>
                      <a:pt x="755" y="1253"/>
                    </a:cubicBezTo>
                    <a:cubicBezTo>
                      <a:pt x="759" y="1251"/>
                      <a:pt x="759" y="1251"/>
                      <a:pt x="759" y="1251"/>
                    </a:cubicBezTo>
                    <a:cubicBezTo>
                      <a:pt x="760" y="1250"/>
                      <a:pt x="760" y="1250"/>
                      <a:pt x="760" y="1250"/>
                    </a:cubicBezTo>
                    <a:cubicBezTo>
                      <a:pt x="765" y="1248"/>
                      <a:pt x="765" y="1248"/>
                      <a:pt x="765" y="1248"/>
                    </a:cubicBezTo>
                    <a:cubicBezTo>
                      <a:pt x="765" y="1247"/>
                      <a:pt x="765" y="1247"/>
                      <a:pt x="765" y="1247"/>
                    </a:cubicBezTo>
                    <a:cubicBezTo>
                      <a:pt x="769" y="1245"/>
                      <a:pt x="769" y="1245"/>
                      <a:pt x="769" y="1245"/>
                    </a:cubicBezTo>
                    <a:cubicBezTo>
                      <a:pt x="771" y="1244"/>
                      <a:pt x="771" y="1244"/>
                      <a:pt x="771" y="1244"/>
                    </a:cubicBezTo>
                    <a:cubicBezTo>
                      <a:pt x="775" y="1242"/>
                      <a:pt x="775" y="1242"/>
                      <a:pt x="775" y="1242"/>
                    </a:cubicBezTo>
                    <a:cubicBezTo>
                      <a:pt x="776" y="1241"/>
                      <a:pt x="776" y="1241"/>
                      <a:pt x="776" y="1241"/>
                    </a:cubicBezTo>
                    <a:cubicBezTo>
                      <a:pt x="780" y="1239"/>
                      <a:pt x="780" y="1239"/>
                      <a:pt x="780" y="1239"/>
                    </a:cubicBezTo>
                    <a:cubicBezTo>
                      <a:pt x="781" y="1238"/>
                      <a:pt x="781" y="1238"/>
                      <a:pt x="781" y="1238"/>
                    </a:cubicBezTo>
                    <a:cubicBezTo>
                      <a:pt x="785" y="1236"/>
                      <a:pt x="785" y="1236"/>
                      <a:pt x="785" y="1236"/>
                    </a:cubicBezTo>
                    <a:cubicBezTo>
                      <a:pt x="786" y="1235"/>
                      <a:pt x="786" y="1235"/>
                      <a:pt x="786" y="1235"/>
                    </a:cubicBezTo>
                    <a:cubicBezTo>
                      <a:pt x="790" y="1232"/>
                      <a:pt x="790" y="1232"/>
                      <a:pt x="790" y="1232"/>
                    </a:cubicBezTo>
                    <a:cubicBezTo>
                      <a:pt x="791" y="1232"/>
                      <a:pt x="791" y="1232"/>
                      <a:pt x="791" y="1232"/>
                    </a:cubicBezTo>
                    <a:cubicBezTo>
                      <a:pt x="795" y="1229"/>
                      <a:pt x="795" y="1229"/>
                      <a:pt x="795" y="1229"/>
                    </a:cubicBezTo>
                    <a:cubicBezTo>
                      <a:pt x="797" y="1228"/>
                      <a:pt x="797" y="1228"/>
                      <a:pt x="797" y="1228"/>
                    </a:cubicBezTo>
                    <a:cubicBezTo>
                      <a:pt x="801" y="1226"/>
                      <a:pt x="801" y="1226"/>
                      <a:pt x="801" y="1226"/>
                    </a:cubicBezTo>
                    <a:cubicBezTo>
                      <a:pt x="802" y="1225"/>
                      <a:pt x="802" y="1225"/>
                      <a:pt x="802" y="1225"/>
                    </a:cubicBezTo>
                    <a:cubicBezTo>
                      <a:pt x="805" y="1223"/>
                      <a:pt x="805" y="1223"/>
                      <a:pt x="805" y="1223"/>
                    </a:cubicBezTo>
                    <a:cubicBezTo>
                      <a:pt x="806" y="1222"/>
                      <a:pt x="806" y="1222"/>
                      <a:pt x="806" y="1222"/>
                    </a:cubicBezTo>
                    <a:cubicBezTo>
                      <a:pt x="811" y="1219"/>
                      <a:pt x="811" y="1219"/>
                      <a:pt x="811" y="1219"/>
                    </a:cubicBezTo>
                    <a:cubicBezTo>
                      <a:pt x="812" y="1219"/>
                      <a:pt x="812" y="1219"/>
                      <a:pt x="812" y="1219"/>
                    </a:cubicBezTo>
                    <a:cubicBezTo>
                      <a:pt x="815" y="1216"/>
                      <a:pt x="815" y="1216"/>
                      <a:pt x="815" y="1216"/>
                    </a:cubicBezTo>
                    <a:cubicBezTo>
                      <a:pt x="816" y="1215"/>
                      <a:pt x="816" y="1215"/>
                      <a:pt x="816" y="1215"/>
                    </a:cubicBezTo>
                    <a:cubicBezTo>
                      <a:pt x="821" y="1213"/>
                      <a:pt x="821" y="1213"/>
                      <a:pt x="821" y="1213"/>
                    </a:cubicBezTo>
                    <a:cubicBezTo>
                      <a:pt x="822" y="1212"/>
                      <a:pt x="822" y="1212"/>
                      <a:pt x="822" y="1212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31" y="1206"/>
                      <a:pt x="831" y="1206"/>
                      <a:pt x="831" y="1206"/>
                    </a:cubicBezTo>
                    <a:cubicBezTo>
                      <a:pt x="831" y="1205"/>
                      <a:pt x="831" y="1205"/>
                      <a:pt x="831" y="1205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40" y="1199"/>
                      <a:pt x="840" y="1199"/>
                      <a:pt x="840" y="1199"/>
                    </a:cubicBezTo>
                    <a:cubicBezTo>
                      <a:pt x="841" y="1198"/>
                      <a:pt x="841" y="1198"/>
                      <a:pt x="841" y="1198"/>
                    </a:cubicBezTo>
                    <a:cubicBezTo>
                      <a:pt x="845" y="1195"/>
                      <a:pt x="845" y="1195"/>
                      <a:pt x="845" y="1195"/>
                    </a:cubicBezTo>
                    <a:cubicBezTo>
                      <a:pt x="846" y="1195"/>
                      <a:pt x="846" y="1195"/>
                      <a:pt x="846" y="1195"/>
                    </a:cubicBezTo>
                    <a:cubicBezTo>
                      <a:pt x="850" y="1192"/>
                      <a:pt x="850" y="1192"/>
                      <a:pt x="850" y="1192"/>
                    </a:cubicBezTo>
                    <a:cubicBezTo>
                      <a:pt x="851" y="1191"/>
                      <a:pt x="851" y="1191"/>
                      <a:pt x="851" y="1191"/>
                    </a:cubicBezTo>
                    <a:cubicBezTo>
                      <a:pt x="855" y="1188"/>
                      <a:pt x="855" y="1188"/>
                      <a:pt x="855" y="1188"/>
                    </a:cubicBezTo>
                    <a:cubicBezTo>
                      <a:pt x="856" y="1188"/>
                      <a:pt x="856" y="1188"/>
                      <a:pt x="856" y="1188"/>
                    </a:cubicBezTo>
                    <a:cubicBezTo>
                      <a:pt x="865" y="1181"/>
                      <a:pt x="865" y="1181"/>
                      <a:pt x="865" y="1181"/>
                    </a:cubicBezTo>
                    <a:cubicBezTo>
                      <a:pt x="865" y="1180"/>
                      <a:pt x="865" y="1180"/>
                      <a:pt x="865" y="1180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4" y="1173"/>
                      <a:pt x="874" y="1173"/>
                      <a:pt x="874" y="1173"/>
                    </a:cubicBezTo>
                    <a:cubicBezTo>
                      <a:pt x="875" y="1173"/>
                      <a:pt x="875" y="1173"/>
                      <a:pt x="875" y="1173"/>
                    </a:cubicBezTo>
                    <a:cubicBezTo>
                      <a:pt x="879" y="1170"/>
                      <a:pt x="879" y="1170"/>
                      <a:pt x="879" y="1170"/>
                    </a:cubicBezTo>
                    <a:cubicBezTo>
                      <a:pt x="879" y="1169"/>
                      <a:pt x="879" y="1169"/>
                      <a:pt x="879" y="1169"/>
                    </a:cubicBezTo>
                    <a:cubicBezTo>
                      <a:pt x="888" y="1162"/>
                      <a:pt x="888" y="1162"/>
                      <a:pt x="888" y="1162"/>
                    </a:cubicBezTo>
                    <a:cubicBezTo>
                      <a:pt x="889" y="1162"/>
                      <a:pt x="889" y="1162"/>
                      <a:pt x="889" y="1162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911" y="1143"/>
                      <a:pt x="911" y="1143"/>
                      <a:pt x="911" y="1143"/>
                    </a:cubicBezTo>
                    <a:cubicBezTo>
                      <a:pt x="911" y="1142"/>
                      <a:pt x="911" y="1142"/>
                      <a:pt x="911" y="1142"/>
                    </a:cubicBezTo>
                    <a:cubicBezTo>
                      <a:pt x="922" y="1133"/>
                      <a:pt x="932" y="1124"/>
                      <a:pt x="942" y="1114"/>
                    </a:cubicBezTo>
                    <a:cubicBezTo>
                      <a:pt x="942" y="1114"/>
                      <a:pt x="942" y="1114"/>
                      <a:pt x="942" y="1114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9" y="1097"/>
                      <a:pt x="959" y="1097"/>
                      <a:pt x="959" y="1097"/>
                    </a:cubicBezTo>
                    <a:cubicBezTo>
                      <a:pt x="960" y="1097"/>
                      <a:pt x="960" y="1097"/>
                      <a:pt x="960" y="1097"/>
                    </a:cubicBezTo>
                    <a:cubicBezTo>
                      <a:pt x="963" y="1093"/>
                      <a:pt x="963" y="1093"/>
                      <a:pt x="963" y="1093"/>
                    </a:cubicBezTo>
                    <a:cubicBezTo>
                      <a:pt x="964" y="1092"/>
                      <a:pt x="964" y="1092"/>
                      <a:pt x="964" y="1092"/>
                    </a:cubicBezTo>
                    <a:cubicBezTo>
                      <a:pt x="967" y="1089"/>
                      <a:pt x="967" y="1089"/>
                      <a:pt x="967" y="1089"/>
                    </a:cubicBezTo>
                    <a:cubicBezTo>
                      <a:pt x="968" y="1088"/>
                      <a:pt x="968" y="1088"/>
                      <a:pt x="968" y="1088"/>
                    </a:cubicBezTo>
                    <a:cubicBezTo>
                      <a:pt x="971" y="1085"/>
                      <a:pt x="971" y="1085"/>
                      <a:pt x="971" y="1085"/>
                    </a:cubicBezTo>
                    <a:cubicBezTo>
                      <a:pt x="972" y="1084"/>
                      <a:pt x="972" y="1084"/>
                      <a:pt x="972" y="1084"/>
                    </a:cubicBezTo>
                    <a:cubicBezTo>
                      <a:pt x="976" y="1080"/>
                      <a:pt x="976" y="1080"/>
                      <a:pt x="976" y="1080"/>
                    </a:cubicBezTo>
                    <a:cubicBezTo>
                      <a:pt x="977" y="1079"/>
                      <a:pt x="977" y="1079"/>
                      <a:pt x="977" y="1079"/>
                    </a:cubicBezTo>
                    <a:cubicBezTo>
                      <a:pt x="979" y="1076"/>
                      <a:pt x="979" y="1076"/>
                      <a:pt x="979" y="1076"/>
                    </a:cubicBezTo>
                    <a:cubicBezTo>
                      <a:pt x="981" y="1075"/>
                      <a:pt x="981" y="1075"/>
                      <a:pt x="981" y="1075"/>
                    </a:cubicBezTo>
                    <a:cubicBezTo>
                      <a:pt x="984" y="1072"/>
                      <a:pt x="984" y="1072"/>
                      <a:pt x="984" y="1072"/>
                    </a:cubicBezTo>
                    <a:cubicBezTo>
                      <a:pt x="985" y="1070"/>
                      <a:pt x="985" y="1070"/>
                      <a:pt x="985" y="1070"/>
                    </a:cubicBezTo>
                    <a:cubicBezTo>
                      <a:pt x="987" y="1068"/>
                      <a:pt x="987" y="1068"/>
                      <a:pt x="987" y="1068"/>
                    </a:cubicBezTo>
                    <a:cubicBezTo>
                      <a:pt x="990" y="1064"/>
                      <a:pt x="990" y="1064"/>
                      <a:pt x="990" y="1064"/>
                    </a:cubicBezTo>
                    <a:cubicBezTo>
                      <a:pt x="991" y="1063"/>
                      <a:pt x="991" y="1063"/>
                      <a:pt x="991" y="1063"/>
                    </a:cubicBezTo>
                    <a:cubicBezTo>
                      <a:pt x="994" y="1061"/>
                      <a:pt x="994" y="1061"/>
                      <a:pt x="994" y="1061"/>
                    </a:cubicBezTo>
                    <a:cubicBezTo>
                      <a:pt x="994" y="1060"/>
                      <a:pt x="994" y="1060"/>
                      <a:pt x="994" y="1060"/>
                    </a:cubicBezTo>
                    <a:cubicBezTo>
                      <a:pt x="1102" y="937"/>
                      <a:pt x="1177" y="785"/>
                      <a:pt x="1206" y="617"/>
                    </a:cubicBezTo>
                    <a:cubicBezTo>
                      <a:pt x="1206" y="617"/>
                      <a:pt x="1206" y="617"/>
                      <a:pt x="1206" y="617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4"/>
                      <a:pt x="1209" y="594"/>
                      <a:pt x="1209" y="594"/>
                    </a:cubicBezTo>
                    <a:cubicBezTo>
                      <a:pt x="1210" y="593"/>
                      <a:pt x="1210" y="593"/>
                      <a:pt x="1210" y="593"/>
                    </a:cubicBezTo>
                    <a:cubicBezTo>
                      <a:pt x="1210" y="589"/>
                      <a:pt x="1210" y="589"/>
                      <a:pt x="1210" y="589"/>
                    </a:cubicBezTo>
                    <a:cubicBezTo>
                      <a:pt x="1210" y="588"/>
                      <a:pt x="1210" y="588"/>
                      <a:pt x="1210" y="588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2" y="574"/>
                      <a:pt x="1212" y="574"/>
                      <a:pt x="1212" y="574"/>
                    </a:cubicBezTo>
                    <a:cubicBezTo>
                      <a:pt x="1212" y="573"/>
                      <a:pt x="1212" y="573"/>
                      <a:pt x="1212" y="573"/>
                    </a:cubicBezTo>
                    <a:cubicBezTo>
                      <a:pt x="1212" y="570"/>
                      <a:pt x="1212" y="570"/>
                      <a:pt x="1212" y="570"/>
                    </a:cubicBezTo>
                    <a:cubicBezTo>
                      <a:pt x="1213" y="568"/>
                      <a:pt x="1213" y="568"/>
                      <a:pt x="1213" y="568"/>
                    </a:cubicBezTo>
                    <a:cubicBezTo>
                      <a:pt x="1213" y="566"/>
                      <a:pt x="1213" y="566"/>
                      <a:pt x="1213" y="566"/>
                    </a:cubicBezTo>
                    <a:cubicBezTo>
                      <a:pt x="1213" y="564"/>
                      <a:pt x="1213" y="564"/>
                      <a:pt x="1213" y="564"/>
                    </a:cubicBezTo>
                    <a:cubicBezTo>
                      <a:pt x="1213" y="561"/>
                      <a:pt x="1213" y="561"/>
                      <a:pt x="1213" y="561"/>
                    </a:cubicBezTo>
                    <a:cubicBezTo>
                      <a:pt x="1214" y="560"/>
                      <a:pt x="1214" y="560"/>
                      <a:pt x="1214" y="560"/>
                    </a:cubicBezTo>
                    <a:cubicBezTo>
                      <a:pt x="1214" y="555"/>
                      <a:pt x="1214" y="555"/>
                      <a:pt x="1214" y="555"/>
                    </a:cubicBezTo>
                    <a:cubicBezTo>
                      <a:pt x="1214" y="553"/>
                      <a:pt x="1214" y="553"/>
                      <a:pt x="1214" y="553"/>
                    </a:cubicBezTo>
                    <a:cubicBezTo>
                      <a:pt x="1215" y="551"/>
                      <a:pt x="1215" y="551"/>
                      <a:pt x="1215" y="551"/>
                    </a:cubicBezTo>
                    <a:cubicBezTo>
                      <a:pt x="1215" y="549"/>
                      <a:pt x="1215" y="549"/>
                      <a:pt x="1215" y="549"/>
                    </a:cubicBezTo>
                    <a:cubicBezTo>
                      <a:pt x="1215" y="546"/>
                      <a:pt x="1215" y="546"/>
                      <a:pt x="1215" y="546"/>
                    </a:cubicBezTo>
                    <a:cubicBezTo>
                      <a:pt x="1215" y="544"/>
                      <a:pt x="1215" y="544"/>
                      <a:pt x="1215" y="544"/>
                    </a:cubicBezTo>
                    <a:cubicBezTo>
                      <a:pt x="1215" y="542"/>
                      <a:pt x="1215" y="542"/>
                      <a:pt x="1215" y="542"/>
                    </a:cubicBezTo>
                    <a:cubicBezTo>
                      <a:pt x="1215" y="540"/>
                      <a:pt x="1215" y="540"/>
                      <a:pt x="1215" y="540"/>
                    </a:cubicBezTo>
                    <a:cubicBezTo>
                      <a:pt x="1216" y="537"/>
                      <a:pt x="1216" y="537"/>
                      <a:pt x="1216" y="537"/>
                    </a:cubicBezTo>
                    <a:cubicBezTo>
                      <a:pt x="1216" y="534"/>
                      <a:pt x="1216" y="534"/>
                      <a:pt x="1216" y="534"/>
                    </a:cubicBezTo>
                    <a:cubicBezTo>
                      <a:pt x="1216" y="532"/>
                      <a:pt x="1216" y="532"/>
                      <a:pt x="1216" y="532"/>
                    </a:cubicBezTo>
                    <a:cubicBezTo>
                      <a:pt x="1216" y="529"/>
                      <a:pt x="1216" y="529"/>
                      <a:pt x="1216" y="529"/>
                    </a:cubicBezTo>
                    <a:cubicBezTo>
                      <a:pt x="1216" y="527"/>
                      <a:pt x="1216" y="527"/>
                      <a:pt x="1216" y="527"/>
                    </a:cubicBezTo>
                    <a:cubicBezTo>
                      <a:pt x="1217" y="524"/>
                      <a:pt x="1217" y="524"/>
                      <a:pt x="1217" y="524"/>
                    </a:cubicBezTo>
                    <a:cubicBezTo>
                      <a:pt x="1217" y="522"/>
                      <a:pt x="1217" y="522"/>
                      <a:pt x="1217" y="522"/>
                    </a:cubicBezTo>
                    <a:cubicBezTo>
                      <a:pt x="1217" y="520"/>
                      <a:pt x="1217" y="520"/>
                      <a:pt x="1217" y="520"/>
                    </a:cubicBezTo>
                    <a:cubicBezTo>
                      <a:pt x="1217" y="518"/>
                      <a:pt x="1217" y="518"/>
                      <a:pt x="1217" y="518"/>
                    </a:cubicBezTo>
                    <a:cubicBezTo>
                      <a:pt x="1217" y="515"/>
                      <a:pt x="1217" y="515"/>
                      <a:pt x="1217" y="515"/>
                    </a:cubicBezTo>
                    <a:cubicBezTo>
                      <a:pt x="1217" y="513"/>
                      <a:pt x="1217" y="513"/>
                      <a:pt x="1217" y="513"/>
                    </a:cubicBezTo>
                    <a:cubicBezTo>
                      <a:pt x="1218" y="509"/>
                      <a:pt x="1218" y="509"/>
                      <a:pt x="1218" y="509"/>
                    </a:cubicBezTo>
                    <a:cubicBezTo>
                      <a:pt x="1218" y="507"/>
                      <a:pt x="1218" y="507"/>
                      <a:pt x="1218" y="507"/>
                    </a:cubicBezTo>
                    <a:cubicBezTo>
                      <a:pt x="1218" y="504"/>
                      <a:pt x="1218" y="504"/>
                      <a:pt x="1218" y="504"/>
                    </a:cubicBezTo>
                    <a:cubicBezTo>
                      <a:pt x="1218" y="502"/>
                      <a:pt x="1218" y="502"/>
                      <a:pt x="1218" y="502"/>
                    </a:cubicBezTo>
                    <a:cubicBezTo>
                      <a:pt x="1218" y="500"/>
                      <a:pt x="1218" y="500"/>
                      <a:pt x="1218" y="500"/>
                    </a:cubicBezTo>
                    <a:cubicBezTo>
                      <a:pt x="1218" y="498"/>
                      <a:pt x="1218" y="498"/>
                      <a:pt x="1218" y="498"/>
                    </a:cubicBezTo>
                    <a:cubicBezTo>
                      <a:pt x="1218" y="495"/>
                      <a:pt x="1218" y="495"/>
                      <a:pt x="1218" y="495"/>
                    </a:cubicBezTo>
                    <a:cubicBezTo>
                      <a:pt x="1218" y="493"/>
                      <a:pt x="1218" y="493"/>
                      <a:pt x="1218" y="493"/>
                    </a:cubicBezTo>
                    <a:cubicBezTo>
                      <a:pt x="1218" y="490"/>
                      <a:pt x="1218" y="490"/>
                      <a:pt x="1218" y="490"/>
                    </a:cubicBezTo>
                    <a:cubicBezTo>
                      <a:pt x="1218" y="489"/>
                      <a:pt x="1218" y="489"/>
                      <a:pt x="1218" y="489"/>
                    </a:cubicBezTo>
                    <a:cubicBezTo>
                      <a:pt x="1218" y="484"/>
                      <a:pt x="1218" y="484"/>
                      <a:pt x="1218" y="484"/>
                    </a:cubicBezTo>
                    <a:cubicBezTo>
                      <a:pt x="1218" y="483"/>
                      <a:pt x="1218" y="483"/>
                      <a:pt x="1218" y="483"/>
                    </a:cubicBezTo>
                    <a:cubicBezTo>
                      <a:pt x="1218" y="480"/>
                      <a:pt x="1218" y="480"/>
                      <a:pt x="1218" y="480"/>
                    </a:cubicBezTo>
                    <a:cubicBezTo>
                      <a:pt x="1219" y="478"/>
                      <a:pt x="1219" y="478"/>
                      <a:pt x="1219" y="478"/>
                    </a:cubicBezTo>
                    <a:cubicBezTo>
                      <a:pt x="1219" y="475"/>
                      <a:pt x="1219" y="475"/>
                      <a:pt x="1219" y="475"/>
                    </a:cubicBezTo>
                    <a:cubicBezTo>
                      <a:pt x="1219" y="473"/>
                      <a:pt x="1219" y="473"/>
                      <a:pt x="1219" y="473"/>
                    </a:cubicBezTo>
                    <a:cubicBezTo>
                      <a:pt x="1219" y="470"/>
                      <a:pt x="1219" y="470"/>
                      <a:pt x="1219" y="470"/>
                    </a:cubicBezTo>
                    <a:cubicBezTo>
                      <a:pt x="1219" y="469"/>
                      <a:pt x="1219" y="469"/>
                      <a:pt x="1219" y="469"/>
                    </a:cubicBezTo>
                    <a:cubicBezTo>
                      <a:pt x="1219" y="464"/>
                      <a:pt x="1219" y="464"/>
                      <a:pt x="1219" y="464"/>
                    </a:cubicBezTo>
                    <a:cubicBezTo>
                      <a:pt x="1219" y="459"/>
                      <a:pt x="1219" y="459"/>
                      <a:pt x="1219" y="459"/>
                    </a:cubicBezTo>
                    <a:cubicBezTo>
                      <a:pt x="1219" y="458"/>
                      <a:pt x="1219" y="458"/>
                      <a:pt x="1219" y="458"/>
                    </a:cubicBezTo>
                    <a:cubicBezTo>
                      <a:pt x="1219" y="453"/>
                      <a:pt x="1219" y="453"/>
                      <a:pt x="1219" y="453"/>
                    </a:cubicBezTo>
                    <a:cubicBezTo>
                      <a:pt x="1219" y="452"/>
                      <a:pt x="1219" y="452"/>
                      <a:pt x="1219" y="452"/>
                    </a:cubicBezTo>
                    <a:cubicBezTo>
                      <a:pt x="1218" y="447"/>
                      <a:pt x="1218" y="447"/>
                      <a:pt x="1218" y="447"/>
                    </a:cubicBezTo>
                    <a:cubicBezTo>
                      <a:pt x="1218" y="446"/>
                      <a:pt x="1218" y="446"/>
                      <a:pt x="1218" y="446"/>
                    </a:cubicBezTo>
                    <a:cubicBezTo>
                      <a:pt x="1218" y="442"/>
                      <a:pt x="1218" y="442"/>
                      <a:pt x="1218" y="442"/>
                    </a:cubicBezTo>
                    <a:cubicBezTo>
                      <a:pt x="1218" y="441"/>
                      <a:pt x="1218" y="441"/>
                      <a:pt x="1218" y="441"/>
                    </a:cubicBezTo>
                    <a:cubicBezTo>
                      <a:pt x="1218" y="436"/>
                      <a:pt x="1218" y="436"/>
                      <a:pt x="1218" y="436"/>
                    </a:cubicBezTo>
                    <a:cubicBezTo>
                      <a:pt x="1218" y="434"/>
                      <a:pt x="1218" y="434"/>
                      <a:pt x="1218" y="434"/>
                    </a:cubicBezTo>
                    <a:cubicBezTo>
                      <a:pt x="1218" y="430"/>
                      <a:pt x="1218" y="430"/>
                      <a:pt x="1218" y="430"/>
                    </a:cubicBezTo>
                    <a:cubicBezTo>
                      <a:pt x="1218" y="429"/>
                      <a:pt x="1218" y="429"/>
                      <a:pt x="1218" y="429"/>
                    </a:cubicBezTo>
                    <a:cubicBezTo>
                      <a:pt x="1218" y="424"/>
                      <a:pt x="1218" y="424"/>
                      <a:pt x="1218" y="424"/>
                    </a:cubicBezTo>
                    <a:cubicBezTo>
                      <a:pt x="1218" y="423"/>
                      <a:pt x="1218" y="423"/>
                      <a:pt x="1218" y="423"/>
                    </a:cubicBezTo>
                    <a:cubicBezTo>
                      <a:pt x="1217" y="419"/>
                      <a:pt x="1217" y="419"/>
                      <a:pt x="1217" y="419"/>
                    </a:cubicBezTo>
                    <a:cubicBezTo>
                      <a:pt x="1217" y="417"/>
                      <a:pt x="1217" y="417"/>
                      <a:pt x="1217" y="417"/>
                    </a:cubicBezTo>
                    <a:cubicBezTo>
                      <a:pt x="1217" y="413"/>
                      <a:pt x="1217" y="413"/>
                      <a:pt x="1217" y="413"/>
                    </a:cubicBezTo>
                    <a:cubicBezTo>
                      <a:pt x="1217" y="411"/>
                      <a:pt x="1217" y="411"/>
                      <a:pt x="1217" y="411"/>
                    </a:cubicBezTo>
                    <a:cubicBezTo>
                      <a:pt x="1217" y="408"/>
                      <a:pt x="1217" y="408"/>
                      <a:pt x="1217" y="408"/>
                    </a:cubicBezTo>
                    <a:cubicBezTo>
                      <a:pt x="1217" y="406"/>
                      <a:pt x="1217" y="406"/>
                      <a:pt x="1217" y="406"/>
                    </a:cubicBezTo>
                    <a:cubicBezTo>
                      <a:pt x="1216" y="402"/>
                      <a:pt x="1216" y="402"/>
                      <a:pt x="1216" y="402"/>
                    </a:cubicBezTo>
                    <a:cubicBezTo>
                      <a:pt x="1216" y="400"/>
                      <a:pt x="1216" y="400"/>
                      <a:pt x="1216" y="400"/>
                    </a:cubicBezTo>
                    <a:cubicBezTo>
                      <a:pt x="1216" y="396"/>
                      <a:pt x="1216" y="396"/>
                      <a:pt x="1216" y="396"/>
                    </a:cubicBezTo>
                    <a:cubicBezTo>
                      <a:pt x="1216" y="394"/>
                      <a:pt x="1216" y="394"/>
                      <a:pt x="1216" y="394"/>
                    </a:cubicBezTo>
                    <a:cubicBezTo>
                      <a:pt x="1216" y="391"/>
                      <a:pt x="1216" y="391"/>
                      <a:pt x="1216" y="391"/>
                    </a:cubicBezTo>
                    <a:cubicBezTo>
                      <a:pt x="1215" y="388"/>
                      <a:pt x="1215" y="388"/>
                      <a:pt x="1215" y="388"/>
                    </a:cubicBezTo>
                    <a:cubicBezTo>
                      <a:pt x="1215" y="385"/>
                      <a:pt x="1215" y="385"/>
                      <a:pt x="1215" y="385"/>
                    </a:cubicBezTo>
                    <a:cubicBezTo>
                      <a:pt x="1215" y="383"/>
                      <a:pt x="1215" y="383"/>
                      <a:pt x="1215" y="383"/>
                    </a:cubicBezTo>
                    <a:cubicBezTo>
                      <a:pt x="1215" y="380"/>
                      <a:pt x="1215" y="380"/>
                      <a:pt x="1215" y="380"/>
                    </a:cubicBezTo>
                    <a:cubicBezTo>
                      <a:pt x="1214" y="377"/>
                      <a:pt x="1214" y="377"/>
                      <a:pt x="1214" y="377"/>
                    </a:cubicBezTo>
                    <a:cubicBezTo>
                      <a:pt x="1214" y="374"/>
                      <a:pt x="1214" y="374"/>
                      <a:pt x="1214" y="374"/>
                    </a:cubicBezTo>
                    <a:cubicBezTo>
                      <a:pt x="1214" y="371"/>
                      <a:pt x="1214" y="371"/>
                      <a:pt x="1214" y="371"/>
                    </a:cubicBezTo>
                    <a:cubicBezTo>
                      <a:pt x="1214" y="369"/>
                      <a:pt x="1214" y="369"/>
                      <a:pt x="1214" y="369"/>
                    </a:cubicBezTo>
                    <a:cubicBezTo>
                      <a:pt x="1213" y="359"/>
                      <a:pt x="1213" y="359"/>
                      <a:pt x="1213" y="359"/>
                    </a:cubicBezTo>
                    <a:cubicBezTo>
                      <a:pt x="1212" y="358"/>
                      <a:pt x="1212" y="358"/>
                      <a:pt x="1212" y="358"/>
                    </a:cubicBezTo>
                    <a:cubicBezTo>
                      <a:pt x="1212" y="355"/>
                      <a:pt x="1212" y="355"/>
                      <a:pt x="1212" y="355"/>
                    </a:cubicBezTo>
                    <a:cubicBezTo>
                      <a:pt x="1212" y="353"/>
                      <a:pt x="1212" y="353"/>
                      <a:pt x="1212" y="353"/>
                    </a:cubicBezTo>
                    <a:cubicBezTo>
                      <a:pt x="1211" y="348"/>
                      <a:pt x="1211" y="348"/>
                      <a:pt x="1211" y="348"/>
                    </a:cubicBezTo>
                    <a:cubicBezTo>
                      <a:pt x="1211" y="346"/>
                      <a:pt x="1211" y="346"/>
                      <a:pt x="1211" y="346"/>
                    </a:cubicBezTo>
                    <a:cubicBezTo>
                      <a:pt x="1211" y="343"/>
                      <a:pt x="1211" y="343"/>
                      <a:pt x="1211" y="343"/>
                    </a:cubicBezTo>
                    <a:cubicBezTo>
                      <a:pt x="1210" y="342"/>
                      <a:pt x="1210" y="342"/>
                      <a:pt x="1210" y="342"/>
                    </a:cubicBezTo>
                    <a:cubicBezTo>
                      <a:pt x="1210" y="336"/>
                      <a:pt x="1210" y="336"/>
                      <a:pt x="1210" y="336"/>
                    </a:cubicBezTo>
                    <a:cubicBezTo>
                      <a:pt x="1209" y="335"/>
                      <a:pt x="1209" y="335"/>
                      <a:pt x="1209" y="335"/>
                    </a:cubicBezTo>
                    <a:cubicBezTo>
                      <a:pt x="1209" y="332"/>
                      <a:pt x="1209" y="332"/>
                      <a:pt x="1209" y="332"/>
                    </a:cubicBezTo>
                    <a:cubicBezTo>
                      <a:pt x="1209" y="331"/>
                      <a:pt x="1209" y="331"/>
                      <a:pt x="1209" y="331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5" y="309"/>
                      <a:pt x="1205" y="309"/>
                      <a:pt x="1205" y="309"/>
                    </a:cubicBezTo>
                    <a:cubicBezTo>
                      <a:pt x="1205" y="308"/>
                      <a:pt x="1205" y="308"/>
                      <a:pt x="1205" y="308"/>
                    </a:cubicBezTo>
                    <a:cubicBezTo>
                      <a:pt x="1202" y="288"/>
                      <a:pt x="1198" y="269"/>
                      <a:pt x="1193" y="249"/>
                    </a:cubicBezTo>
                    <a:cubicBezTo>
                      <a:pt x="1193" y="248"/>
                      <a:pt x="1193" y="248"/>
                      <a:pt x="1193" y="248"/>
                    </a:cubicBezTo>
                    <a:cubicBezTo>
                      <a:pt x="1190" y="238"/>
                      <a:pt x="1190" y="238"/>
                      <a:pt x="1190" y="238"/>
                    </a:cubicBezTo>
                    <a:cubicBezTo>
                      <a:pt x="1190" y="237"/>
                      <a:pt x="1190" y="237"/>
                      <a:pt x="1190" y="237"/>
                    </a:cubicBezTo>
                    <a:cubicBezTo>
                      <a:pt x="1187" y="228"/>
                      <a:pt x="1187" y="228"/>
                      <a:pt x="1187" y="228"/>
                    </a:cubicBezTo>
                    <a:cubicBezTo>
                      <a:pt x="1187" y="226"/>
                      <a:pt x="1187" y="226"/>
                      <a:pt x="1187" y="226"/>
                    </a:cubicBezTo>
                    <a:cubicBezTo>
                      <a:pt x="1186" y="223"/>
                      <a:pt x="1186" y="223"/>
                      <a:pt x="1186" y="223"/>
                    </a:cubicBezTo>
                    <a:cubicBezTo>
                      <a:pt x="1186" y="221"/>
                      <a:pt x="1186" y="221"/>
                      <a:pt x="1186" y="221"/>
                    </a:cubicBezTo>
                    <a:cubicBezTo>
                      <a:pt x="1184" y="217"/>
                      <a:pt x="1184" y="217"/>
                      <a:pt x="1184" y="217"/>
                    </a:cubicBezTo>
                    <a:cubicBezTo>
                      <a:pt x="1184" y="215"/>
                      <a:pt x="1184" y="215"/>
                      <a:pt x="1184" y="215"/>
                    </a:cubicBezTo>
                    <a:cubicBezTo>
                      <a:pt x="1183" y="213"/>
                      <a:pt x="1183" y="213"/>
                      <a:pt x="1183" y="213"/>
                    </a:cubicBezTo>
                    <a:cubicBezTo>
                      <a:pt x="1182" y="210"/>
                      <a:pt x="1182" y="210"/>
                      <a:pt x="1182" y="210"/>
                    </a:cubicBezTo>
                    <a:cubicBezTo>
                      <a:pt x="1181" y="207"/>
                      <a:pt x="1181" y="207"/>
                      <a:pt x="1181" y="207"/>
                    </a:cubicBezTo>
                    <a:cubicBezTo>
                      <a:pt x="1181" y="204"/>
                      <a:pt x="1181" y="204"/>
                      <a:pt x="1181" y="204"/>
                    </a:cubicBezTo>
                    <a:cubicBezTo>
                      <a:pt x="1180" y="202"/>
                      <a:pt x="1180" y="202"/>
                      <a:pt x="1180" y="202"/>
                    </a:cubicBezTo>
                    <a:cubicBezTo>
                      <a:pt x="1179" y="199"/>
                      <a:pt x="1179" y="199"/>
                      <a:pt x="1179" y="199"/>
                    </a:cubicBezTo>
                    <a:cubicBezTo>
                      <a:pt x="1179" y="198"/>
                      <a:pt x="1179" y="198"/>
                      <a:pt x="1179" y="198"/>
                    </a:cubicBezTo>
                    <a:cubicBezTo>
                      <a:pt x="1177" y="193"/>
                      <a:pt x="1177" y="193"/>
                      <a:pt x="1177" y="193"/>
                    </a:cubicBezTo>
                    <a:cubicBezTo>
                      <a:pt x="1177" y="192"/>
                      <a:pt x="1177" y="192"/>
                      <a:pt x="1177" y="192"/>
                    </a:cubicBezTo>
                    <a:cubicBezTo>
                      <a:pt x="1176" y="188"/>
                      <a:pt x="1176" y="188"/>
                      <a:pt x="1176" y="188"/>
                    </a:cubicBezTo>
                    <a:cubicBezTo>
                      <a:pt x="1175" y="187"/>
                      <a:pt x="1175" y="187"/>
                      <a:pt x="1175" y="187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66" y="160"/>
                      <a:pt x="1158" y="137"/>
                      <a:pt x="1149" y="116"/>
                    </a:cubicBezTo>
                    <a:cubicBezTo>
                      <a:pt x="1144" y="103"/>
                      <a:pt x="1138" y="91"/>
                      <a:pt x="1132" y="79"/>
                    </a:cubicBezTo>
                    <a:cubicBezTo>
                      <a:pt x="1120" y="52"/>
                      <a:pt x="1106" y="26"/>
                      <a:pt x="1090" y="0"/>
                    </a:cubicBezTo>
                    <a:cubicBezTo>
                      <a:pt x="1115" y="67"/>
                      <a:pt x="1126" y="137"/>
                      <a:pt x="1126" y="206"/>
                    </a:cubicBezTo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4" name="Freeform 9"/>
              <p:cNvSpPr>
                <a:spLocks noSelect="1"/>
              </p:cNvSpPr>
              <p:nvPr userDrawn="1"/>
            </p:nvSpPr>
            <p:spPr bwMode="gray">
              <a:xfrm>
                <a:off x="1118870" y="583565"/>
                <a:ext cx="114935" cy="149860"/>
              </a:xfrm>
              <a:custGeom>
                <a:avLst/>
                <a:gdLst>
                  <a:gd name="T0" fmla="*/ 0 w 362"/>
                  <a:gd name="T1" fmla="*/ 106 h 472"/>
                  <a:gd name="T2" fmla="*/ 219 w 362"/>
                  <a:gd name="T3" fmla="*/ 445 h 472"/>
                  <a:gd name="T4" fmla="*/ 268 w 362"/>
                  <a:gd name="T5" fmla="*/ 472 h 472"/>
                  <a:gd name="T6" fmla="*/ 362 w 362"/>
                  <a:gd name="T7" fmla="*/ 472 h 472"/>
                  <a:gd name="T8" fmla="*/ 319 w 362"/>
                  <a:gd name="T9" fmla="*/ 448 h 472"/>
                  <a:gd name="T10" fmla="*/ 22 w 362"/>
                  <a:gd name="T11" fmla="*/ 0 h 472"/>
                  <a:gd name="T12" fmla="*/ 0 w 362"/>
                  <a:gd name="T13" fmla="*/ 106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2" h="472">
                    <a:moveTo>
                      <a:pt x="0" y="106"/>
                    </a:moveTo>
                    <a:cubicBezTo>
                      <a:pt x="219" y="445"/>
                      <a:pt x="219" y="445"/>
                      <a:pt x="219" y="445"/>
                    </a:cubicBezTo>
                    <a:cubicBezTo>
                      <a:pt x="228" y="460"/>
                      <a:pt x="250" y="472"/>
                      <a:pt x="268" y="472"/>
                    </a:cubicBezTo>
                    <a:cubicBezTo>
                      <a:pt x="362" y="472"/>
                      <a:pt x="362" y="472"/>
                      <a:pt x="362" y="472"/>
                    </a:cubicBezTo>
                    <a:cubicBezTo>
                      <a:pt x="347" y="472"/>
                      <a:pt x="327" y="461"/>
                      <a:pt x="319" y="448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0" y="106"/>
                    </a:lnTo>
                    <a:close/>
                  </a:path>
                </a:pathLst>
              </a:cu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5" name="Freeform 10"/>
              <p:cNvSpPr>
                <a:spLocks noSelect="1"/>
              </p:cNvSpPr>
              <p:nvPr userDrawn="1"/>
            </p:nvSpPr>
            <p:spPr bwMode="gray">
              <a:xfrm>
                <a:off x="949325" y="290830"/>
                <a:ext cx="277495" cy="120015"/>
              </a:xfrm>
              <a:custGeom>
                <a:avLst/>
                <a:gdLst>
                  <a:gd name="T0" fmla="*/ 27 w 874"/>
                  <a:gd name="T1" fmla="*/ 323 h 378"/>
                  <a:gd name="T2" fmla="*/ 1 w 874"/>
                  <a:gd name="T3" fmla="*/ 366 h 378"/>
                  <a:gd name="T4" fmla="*/ 1 w 874"/>
                  <a:gd name="T5" fmla="*/ 367 h 378"/>
                  <a:gd name="T6" fmla="*/ 1 w 874"/>
                  <a:gd name="T7" fmla="*/ 367 h 378"/>
                  <a:gd name="T8" fmla="*/ 30 w 874"/>
                  <a:gd name="T9" fmla="*/ 378 h 378"/>
                  <a:gd name="T10" fmla="*/ 410 w 874"/>
                  <a:gd name="T11" fmla="*/ 378 h 378"/>
                  <a:gd name="T12" fmla="*/ 400 w 874"/>
                  <a:gd name="T13" fmla="*/ 293 h 378"/>
                  <a:gd name="T14" fmla="*/ 439 w 874"/>
                  <a:gd name="T15" fmla="*/ 165 h 378"/>
                  <a:gd name="T16" fmla="*/ 471 w 874"/>
                  <a:gd name="T17" fmla="*/ 129 h 378"/>
                  <a:gd name="T18" fmla="*/ 820 w 874"/>
                  <a:gd name="T19" fmla="*/ 11 h 378"/>
                  <a:gd name="T20" fmla="*/ 838 w 874"/>
                  <a:gd name="T21" fmla="*/ 12 h 378"/>
                  <a:gd name="T22" fmla="*/ 874 w 874"/>
                  <a:gd name="T23" fmla="*/ 13 h 378"/>
                  <a:gd name="T24" fmla="*/ 728 w 874"/>
                  <a:gd name="T25" fmla="*/ 0 h 378"/>
                  <a:gd name="T26" fmla="*/ 719 w 874"/>
                  <a:gd name="T27" fmla="*/ 0 h 378"/>
                  <a:gd name="T28" fmla="*/ 27 w 874"/>
                  <a:gd name="T29" fmla="*/ 323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4" h="378">
                    <a:moveTo>
                      <a:pt x="27" y="323"/>
                    </a:moveTo>
                    <a:cubicBezTo>
                      <a:pt x="10" y="343"/>
                      <a:pt x="0" y="357"/>
                      <a:pt x="1" y="366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2" y="375"/>
                      <a:pt x="11" y="378"/>
                      <a:pt x="30" y="378"/>
                    </a:cubicBezTo>
                    <a:cubicBezTo>
                      <a:pt x="410" y="378"/>
                      <a:pt x="410" y="378"/>
                      <a:pt x="410" y="378"/>
                    </a:cubicBezTo>
                    <a:cubicBezTo>
                      <a:pt x="404" y="349"/>
                      <a:pt x="400" y="320"/>
                      <a:pt x="400" y="293"/>
                    </a:cubicBezTo>
                    <a:cubicBezTo>
                      <a:pt x="400" y="244"/>
                      <a:pt x="412" y="200"/>
                      <a:pt x="439" y="165"/>
                    </a:cubicBezTo>
                    <a:cubicBezTo>
                      <a:pt x="449" y="152"/>
                      <a:pt x="460" y="140"/>
                      <a:pt x="471" y="129"/>
                    </a:cubicBezTo>
                    <a:cubicBezTo>
                      <a:pt x="555" y="49"/>
                      <a:pt x="683" y="11"/>
                      <a:pt x="820" y="11"/>
                    </a:cubicBezTo>
                    <a:cubicBezTo>
                      <a:pt x="826" y="11"/>
                      <a:pt x="832" y="11"/>
                      <a:pt x="838" y="12"/>
                    </a:cubicBezTo>
                    <a:cubicBezTo>
                      <a:pt x="850" y="12"/>
                      <a:pt x="862" y="12"/>
                      <a:pt x="874" y="13"/>
                    </a:cubicBezTo>
                    <a:cubicBezTo>
                      <a:pt x="827" y="5"/>
                      <a:pt x="778" y="0"/>
                      <a:pt x="728" y="0"/>
                    </a:cubicBezTo>
                    <a:cubicBezTo>
                      <a:pt x="719" y="0"/>
                      <a:pt x="719" y="0"/>
                      <a:pt x="719" y="0"/>
                    </a:cubicBezTo>
                    <a:cubicBezTo>
                      <a:pt x="441" y="0"/>
                      <a:pt x="192" y="125"/>
                      <a:pt x="27" y="323"/>
                    </a:cubicBezTo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6" name="Freeform 11"/>
              <p:cNvSpPr>
                <a:spLocks noSelect="1"/>
              </p:cNvSpPr>
              <p:nvPr userDrawn="1"/>
            </p:nvSpPr>
            <p:spPr bwMode="gray">
              <a:xfrm>
                <a:off x="1076325" y="294005"/>
                <a:ext cx="358775" cy="353695"/>
              </a:xfrm>
              <a:custGeom>
                <a:avLst/>
                <a:gdLst>
                  <a:gd name="T0" fmla="*/ 0 w 1130"/>
                  <a:gd name="T1" fmla="*/ 282 h 1113"/>
                  <a:gd name="T2" fmla="*/ 738 w 1130"/>
                  <a:gd name="T3" fmla="*/ 375 h 1113"/>
                  <a:gd name="T4" fmla="*/ 910 w 1130"/>
                  <a:gd name="T5" fmla="*/ 637 h 1113"/>
                  <a:gd name="T6" fmla="*/ 913 w 1130"/>
                  <a:gd name="T7" fmla="*/ 645 h 1113"/>
                  <a:gd name="T8" fmla="*/ 824 w 1130"/>
                  <a:gd name="T9" fmla="*/ 1113 h 1113"/>
                  <a:gd name="T10" fmla="*/ 1094 w 1130"/>
                  <a:gd name="T11" fmla="*/ 428 h 1113"/>
                  <a:gd name="T12" fmla="*/ 1044 w 1130"/>
                  <a:gd name="T13" fmla="*/ 353 h 1113"/>
                  <a:gd name="T14" fmla="*/ 1040 w 1130"/>
                  <a:gd name="T15" fmla="*/ 348 h 1113"/>
                  <a:gd name="T16" fmla="*/ 1034 w 1130"/>
                  <a:gd name="T17" fmla="*/ 339 h 1113"/>
                  <a:gd name="T18" fmla="*/ 1030 w 1130"/>
                  <a:gd name="T19" fmla="*/ 334 h 1113"/>
                  <a:gd name="T20" fmla="*/ 1007 w 1130"/>
                  <a:gd name="T21" fmla="*/ 306 h 1113"/>
                  <a:gd name="T22" fmla="*/ 1003 w 1130"/>
                  <a:gd name="T23" fmla="*/ 301 h 1113"/>
                  <a:gd name="T24" fmla="*/ 995 w 1130"/>
                  <a:gd name="T25" fmla="*/ 293 h 1113"/>
                  <a:gd name="T26" fmla="*/ 974 w 1130"/>
                  <a:gd name="T27" fmla="*/ 270 h 1113"/>
                  <a:gd name="T28" fmla="*/ 967 w 1130"/>
                  <a:gd name="T29" fmla="*/ 262 h 1113"/>
                  <a:gd name="T30" fmla="*/ 962 w 1130"/>
                  <a:gd name="T31" fmla="*/ 257 h 1113"/>
                  <a:gd name="T32" fmla="*/ 937 w 1130"/>
                  <a:gd name="T33" fmla="*/ 233 h 1113"/>
                  <a:gd name="T34" fmla="*/ 932 w 1130"/>
                  <a:gd name="T35" fmla="*/ 228 h 1113"/>
                  <a:gd name="T36" fmla="*/ 924 w 1130"/>
                  <a:gd name="T37" fmla="*/ 221 h 1113"/>
                  <a:gd name="T38" fmla="*/ 919 w 1130"/>
                  <a:gd name="T39" fmla="*/ 216 h 1113"/>
                  <a:gd name="T40" fmla="*/ 901 w 1130"/>
                  <a:gd name="T41" fmla="*/ 201 h 1113"/>
                  <a:gd name="T42" fmla="*/ 895 w 1130"/>
                  <a:gd name="T43" fmla="*/ 196 h 1113"/>
                  <a:gd name="T44" fmla="*/ 887 w 1130"/>
                  <a:gd name="T45" fmla="*/ 190 h 1113"/>
                  <a:gd name="T46" fmla="*/ 882 w 1130"/>
                  <a:gd name="T47" fmla="*/ 185 h 1113"/>
                  <a:gd name="T48" fmla="*/ 873 w 1130"/>
                  <a:gd name="T49" fmla="*/ 178 h 1113"/>
                  <a:gd name="T50" fmla="*/ 858 w 1130"/>
                  <a:gd name="T51" fmla="*/ 167 h 1113"/>
                  <a:gd name="T52" fmla="*/ 849 w 1130"/>
                  <a:gd name="T53" fmla="*/ 160 h 1113"/>
                  <a:gd name="T54" fmla="*/ 843 w 1130"/>
                  <a:gd name="T55" fmla="*/ 156 h 1113"/>
                  <a:gd name="T56" fmla="*/ 835 w 1130"/>
                  <a:gd name="T57" fmla="*/ 150 h 1113"/>
                  <a:gd name="T58" fmla="*/ 829 w 1130"/>
                  <a:gd name="T59" fmla="*/ 146 h 1113"/>
                  <a:gd name="T60" fmla="*/ 809 w 1130"/>
                  <a:gd name="T61" fmla="*/ 133 h 1113"/>
                  <a:gd name="T62" fmla="*/ 803 w 1130"/>
                  <a:gd name="T63" fmla="*/ 129 h 1113"/>
                  <a:gd name="T64" fmla="*/ 794 w 1130"/>
                  <a:gd name="T65" fmla="*/ 124 h 1113"/>
                  <a:gd name="T66" fmla="*/ 788 w 1130"/>
                  <a:gd name="T67" fmla="*/ 120 h 1113"/>
                  <a:gd name="T68" fmla="*/ 768 w 1130"/>
                  <a:gd name="T69" fmla="*/ 108 h 1113"/>
                  <a:gd name="T70" fmla="*/ 762 w 1130"/>
                  <a:gd name="T71" fmla="*/ 104 h 1113"/>
                  <a:gd name="T72" fmla="*/ 753 w 1130"/>
                  <a:gd name="T73" fmla="*/ 99 h 1113"/>
                  <a:gd name="T74" fmla="*/ 746 w 1130"/>
                  <a:gd name="T75" fmla="*/ 96 h 1113"/>
                  <a:gd name="T76" fmla="*/ 720 w 1130"/>
                  <a:gd name="T77" fmla="*/ 82 h 1113"/>
                  <a:gd name="T78" fmla="*/ 713 w 1130"/>
                  <a:gd name="T79" fmla="*/ 79 h 1113"/>
                  <a:gd name="T80" fmla="*/ 704 w 1130"/>
                  <a:gd name="T81" fmla="*/ 75 h 1113"/>
                  <a:gd name="T82" fmla="*/ 697 w 1130"/>
                  <a:gd name="T83" fmla="*/ 72 h 1113"/>
                  <a:gd name="T84" fmla="*/ 675 w 1130"/>
                  <a:gd name="T85" fmla="*/ 62 h 1113"/>
                  <a:gd name="T86" fmla="*/ 669 w 1130"/>
                  <a:gd name="T87" fmla="*/ 59 h 1113"/>
                  <a:gd name="T88" fmla="*/ 659 w 1130"/>
                  <a:gd name="T89" fmla="*/ 55 h 1113"/>
                  <a:gd name="T90" fmla="*/ 653 w 1130"/>
                  <a:gd name="T91" fmla="*/ 52 h 1113"/>
                  <a:gd name="T92" fmla="*/ 619 w 1130"/>
                  <a:gd name="T93" fmla="*/ 40 h 1113"/>
                  <a:gd name="T94" fmla="*/ 612 w 1130"/>
                  <a:gd name="T95" fmla="*/ 38 h 1113"/>
                  <a:gd name="T96" fmla="*/ 602 w 1130"/>
                  <a:gd name="T97" fmla="*/ 34 h 1113"/>
                  <a:gd name="T98" fmla="*/ 595 w 1130"/>
                  <a:gd name="T99" fmla="*/ 32 h 1113"/>
                  <a:gd name="T100" fmla="*/ 566 w 1130"/>
                  <a:gd name="T101" fmla="*/ 23 h 1113"/>
                  <a:gd name="T102" fmla="*/ 559 w 1130"/>
                  <a:gd name="T103" fmla="*/ 21 h 1113"/>
                  <a:gd name="T104" fmla="*/ 549 w 1130"/>
                  <a:gd name="T105" fmla="*/ 18 h 1113"/>
                  <a:gd name="T106" fmla="*/ 542 w 1130"/>
                  <a:gd name="T107" fmla="*/ 17 h 1113"/>
                  <a:gd name="T108" fmla="*/ 518 w 1130"/>
                  <a:gd name="T109" fmla="*/ 11 h 1113"/>
                  <a:gd name="T110" fmla="*/ 511 w 1130"/>
                  <a:gd name="T111" fmla="*/ 9 h 1113"/>
                  <a:gd name="T112" fmla="*/ 501 w 1130"/>
                  <a:gd name="T113" fmla="*/ 7 h 1113"/>
                  <a:gd name="T114" fmla="*/ 493 w 1130"/>
                  <a:gd name="T115" fmla="*/ 6 h 1113"/>
                  <a:gd name="T116" fmla="*/ 482 w 1130"/>
                  <a:gd name="T117" fmla="*/ 4 h 1113"/>
                  <a:gd name="T118" fmla="*/ 474 w 1130"/>
                  <a:gd name="T119" fmla="*/ 2 h 1113"/>
                  <a:gd name="T120" fmla="*/ 71 w 1130"/>
                  <a:gd name="T121" fmla="*/ 118 h 1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30" h="1113">
                    <a:moveTo>
                      <a:pt x="71" y="118"/>
                    </a:moveTo>
                    <a:cubicBezTo>
                      <a:pt x="60" y="129"/>
                      <a:pt x="49" y="141"/>
                      <a:pt x="39" y="154"/>
                    </a:cubicBezTo>
                    <a:cubicBezTo>
                      <a:pt x="12" y="189"/>
                      <a:pt x="0" y="233"/>
                      <a:pt x="0" y="282"/>
                    </a:cubicBezTo>
                    <a:cubicBezTo>
                      <a:pt x="0" y="309"/>
                      <a:pt x="4" y="338"/>
                      <a:pt x="10" y="367"/>
                    </a:cubicBezTo>
                    <a:cubicBezTo>
                      <a:pt x="712" y="367"/>
                      <a:pt x="712" y="367"/>
                      <a:pt x="712" y="367"/>
                    </a:cubicBezTo>
                    <a:cubicBezTo>
                      <a:pt x="720" y="367"/>
                      <a:pt x="730" y="370"/>
                      <a:pt x="738" y="375"/>
                    </a:cubicBezTo>
                    <a:cubicBezTo>
                      <a:pt x="745" y="380"/>
                      <a:pt x="752" y="385"/>
                      <a:pt x="756" y="391"/>
                    </a:cubicBezTo>
                    <a:cubicBezTo>
                      <a:pt x="904" y="622"/>
                      <a:pt x="904" y="622"/>
                      <a:pt x="904" y="622"/>
                    </a:cubicBezTo>
                    <a:cubicBezTo>
                      <a:pt x="907" y="626"/>
                      <a:pt x="909" y="632"/>
                      <a:pt x="910" y="637"/>
                    </a:cubicBezTo>
                    <a:cubicBezTo>
                      <a:pt x="912" y="644"/>
                      <a:pt x="912" y="644"/>
                      <a:pt x="912" y="644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4" y="652"/>
                      <a:pt x="915" y="660"/>
                      <a:pt x="914" y="666"/>
                    </a:cubicBezTo>
                    <a:cubicBezTo>
                      <a:pt x="914" y="674"/>
                      <a:pt x="914" y="674"/>
                      <a:pt x="914" y="674"/>
                    </a:cubicBezTo>
                    <a:cubicBezTo>
                      <a:pt x="824" y="1113"/>
                      <a:pt x="824" y="1113"/>
                      <a:pt x="824" y="1113"/>
                    </a:cubicBezTo>
                    <a:cubicBezTo>
                      <a:pt x="906" y="1074"/>
                      <a:pt x="976" y="1020"/>
                      <a:pt x="1020" y="965"/>
                    </a:cubicBezTo>
                    <a:cubicBezTo>
                      <a:pt x="1093" y="875"/>
                      <a:pt x="1130" y="757"/>
                      <a:pt x="1130" y="634"/>
                    </a:cubicBezTo>
                    <a:cubicBezTo>
                      <a:pt x="1130" y="565"/>
                      <a:pt x="1119" y="495"/>
                      <a:pt x="1094" y="428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77" y="399"/>
                      <a:pt x="1061" y="376"/>
                      <a:pt x="1044" y="353"/>
                    </a:cubicBezTo>
                    <a:cubicBezTo>
                      <a:pt x="1044" y="353"/>
                      <a:pt x="1044" y="353"/>
                      <a:pt x="1044" y="353"/>
                    </a:cubicBezTo>
                    <a:cubicBezTo>
                      <a:pt x="1041" y="349"/>
                      <a:pt x="1041" y="349"/>
                      <a:pt x="1041" y="349"/>
                    </a:cubicBezTo>
                    <a:cubicBezTo>
                      <a:pt x="1040" y="348"/>
                      <a:pt x="1040" y="348"/>
                      <a:pt x="1040" y="348"/>
                    </a:cubicBezTo>
                    <a:cubicBezTo>
                      <a:pt x="1037" y="344"/>
                      <a:pt x="1037" y="344"/>
                      <a:pt x="1037" y="344"/>
                    </a:cubicBezTo>
                    <a:cubicBezTo>
                      <a:pt x="1037" y="343"/>
                      <a:pt x="1037" y="343"/>
                      <a:pt x="1037" y="343"/>
                    </a:cubicBezTo>
                    <a:cubicBezTo>
                      <a:pt x="1034" y="339"/>
                      <a:pt x="1034" y="339"/>
                      <a:pt x="1034" y="339"/>
                    </a:cubicBezTo>
                    <a:cubicBezTo>
                      <a:pt x="1033" y="338"/>
                      <a:pt x="1033" y="338"/>
                      <a:pt x="1033" y="338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23" y="326"/>
                      <a:pt x="1017" y="318"/>
                      <a:pt x="1011" y="311"/>
                    </a:cubicBezTo>
                    <a:cubicBezTo>
                      <a:pt x="1011" y="311"/>
                      <a:pt x="1011" y="311"/>
                      <a:pt x="1011" y="311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3" y="302"/>
                      <a:pt x="1003" y="302"/>
                      <a:pt x="1003" y="302"/>
                    </a:cubicBezTo>
                    <a:cubicBezTo>
                      <a:pt x="1003" y="301"/>
                      <a:pt x="1003" y="301"/>
                      <a:pt x="1003" y="301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88" y="285"/>
                      <a:pt x="982" y="278"/>
                      <a:pt x="975" y="271"/>
                    </a:cubicBezTo>
                    <a:cubicBezTo>
                      <a:pt x="974" y="270"/>
                      <a:pt x="974" y="270"/>
                      <a:pt x="974" y="270"/>
                    </a:cubicBezTo>
                    <a:cubicBezTo>
                      <a:pt x="971" y="266"/>
                      <a:pt x="971" y="266"/>
                      <a:pt x="971" y="266"/>
                    </a:cubicBezTo>
                    <a:cubicBezTo>
                      <a:pt x="970" y="266"/>
                      <a:pt x="970" y="266"/>
                      <a:pt x="970" y="266"/>
                    </a:cubicBezTo>
                    <a:cubicBezTo>
                      <a:pt x="967" y="262"/>
                      <a:pt x="967" y="262"/>
                      <a:pt x="967" y="262"/>
                    </a:cubicBezTo>
                    <a:cubicBezTo>
                      <a:pt x="966" y="262"/>
                      <a:pt x="966" y="262"/>
                      <a:pt x="966" y="262"/>
                    </a:cubicBezTo>
                    <a:cubicBezTo>
                      <a:pt x="963" y="258"/>
                      <a:pt x="963" y="258"/>
                      <a:pt x="963" y="258"/>
                    </a:cubicBezTo>
                    <a:cubicBezTo>
                      <a:pt x="962" y="257"/>
                      <a:pt x="962" y="257"/>
                      <a:pt x="962" y="257"/>
                    </a:cubicBezTo>
                    <a:cubicBezTo>
                      <a:pt x="958" y="254"/>
                      <a:pt x="958" y="254"/>
                      <a:pt x="958" y="254"/>
                    </a:cubicBezTo>
                    <a:cubicBezTo>
                      <a:pt x="958" y="253"/>
                      <a:pt x="958" y="253"/>
                      <a:pt x="958" y="253"/>
                    </a:cubicBezTo>
                    <a:cubicBezTo>
                      <a:pt x="951" y="246"/>
                      <a:pt x="944" y="239"/>
                      <a:pt x="937" y="233"/>
                    </a:cubicBezTo>
                    <a:cubicBezTo>
                      <a:pt x="936" y="232"/>
                      <a:pt x="936" y="232"/>
                      <a:pt x="936" y="232"/>
                    </a:cubicBezTo>
                    <a:cubicBezTo>
                      <a:pt x="932" y="229"/>
                      <a:pt x="932" y="229"/>
                      <a:pt x="932" y="229"/>
                    </a:cubicBezTo>
                    <a:cubicBezTo>
                      <a:pt x="932" y="228"/>
                      <a:pt x="932" y="228"/>
                      <a:pt x="932" y="228"/>
                    </a:cubicBezTo>
                    <a:cubicBezTo>
                      <a:pt x="928" y="225"/>
                      <a:pt x="928" y="225"/>
                      <a:pt x="928" y="225"/>
                    </a:cubicBezTo>
                    <a:cubicBezTo>
                      <a:pt x="927" y="224"/>
                      <a:pt x="927" y="224"/>
                      <a:pt x="927" y="224"/>
                    </a:cubicBezTo>
                    <a:cubicBezTo>
                      <a:pt x="924" y="221"/>
                      <a:pt x="924" y="221"/>
                      <a:pt x="924" y="221"/>
                    </a:cubicBezTo>
                    <a:cubicBezTo>
                      <a:pt x="923" y="220"/>
                      <a:pt x="923" y="220"/>
                      <a:pt x="923" y="220"/>
                    </a:cubicBezTo>
                    <a:cubicBezTo>
                      <a:pt x="919" y="217"/>
                      <a:pt x="919" y="217"/>
                      <a:pt x="919" y="217"/>
                    </a:cubicBezTo>
                    <a:cubicBezTo>
                      <a:pt x="919" y="216"/>
                      <a:pt x="919" y="216"/>
                      <a:pt x="919" y="216"/>
                    </a:cubicBezTo>
                    <a:cubicBezTo>
                      <a:pt x="914" y="213"/>
                      <a:pt x="914" y="213"/>
                      <a:pt x="914" y="213"/>
                    </a:cubicBezTo>
                    <a:cubicBezTo>
                      <a:pt x="914" y="212"/>
                      <a:pt x="914" y="212"/>
                      <a:pt x="914" y="212"/>
                    </a:cubicBezTo>
                    <a:cubicBezTo>
                      <a:pt x="901" y="201"/>
                      <a:pt x="901" y="201"/>
                      <a:pt x="901" y="201"/>
                    </a:cubicBezTo>
                    <a:cubicBezTo>
                      <a:pt x="900" y="200"/>
                      <a:pt x="900" y="200"/>
                      <a:pt x="900" y="200"/>
                    </a:cubicBezTo>
                    <a:cubicBezTo>
                      <a:pt x="896" y="197"/>
                      <a:pt x="896" y="197"/>
                      <a:pt x="896" y="197"/>
                    </a:cubicBezTo>
                    <a:cubicBezTo>
                      <a:pt x="895" y="196"/>
                      <a:pt x="895" y="196"/>
                      <a:pt x="895" y="196"/>
                    </a:cubicBezTo>
                    <a:cubicBezTo>
                      <a:pt x="892" y="193"/>
                      <a:pt x="892" y="193"/>
                      <a:pt x="892" y="193"/>
                    </a:cubicBezTo>
                    <a:cubicBezTo>
                      <a:pt x="891" y="193"/>
                      <a:pt x="891" y="193"/>
                      <a:pt x="891" y="193"/>
                    </a:cubicBezTo>
                    <a:cubicBezTo>
                      <a:pt x="887" y="190"/>
                      <a:pt x="887" y="190"/>
                      <a:pt x="887" y="190"/>
                    </a:cubicBezTo>
                    <a:cubicBezTo>
                      <a:pt x="886" y="189"/>
                      <a:pt x="886" y="189"/>
                      <a:pt x="886" y="189"/>
                    </a:cubicBezTo>
                    <a:cubicBezTo>
                      <a:pt x="883" y="186"/>
                      <a:pt x="883" y="186"/>
                      <a:pt x="883" y="186"/>
                    </a:cubicBezTo>
                    <a:cubicBezTo>
                      <a:pt x="882" y="185"/>
                      <a:pt x="882" y="185"/>
                      <a:pt x="882" y="185"/>
                    </a:cubicBezTo>
                    <a:cubicBezTo>
                      <a:pt x="878" y="182"/>
                      <a:pt x="878" y="182"/>
                      <a:pt x="878" y="182"/>
                    </a:cubicBezTo>
                    <a:cubicBezTo>
                      <a:pt x="877" y="182"/>
                      <a:pt x="877" y="182"/>
                      <a:pt x="877" y="182"/>
                    </a:cubicBezTo>
                    <a:cubicBezTo>
                      <a:pt x="873" y="178"/>
                      <a:pt x="873" y="178"/>
                      <a:pt x="873" y="178"/>
                    </a:cubicBezTo>
                    <a:cubicBezTo>
                      <a:pt x="872" y="178"/>
                      <a:pt x="872" y="178"/>
                      <a:pt x="872" y="178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4" y="164"/>
                      <a:pt x="854" y="164"/>
                      <a:pt x="854" y="164"/>
                    </a:cubicBezTo>
                    <a:cubicBezTo>
                      <a:pt x="853" y="163"/>
                      <a:pt x="853" y="163"/>
                      <a:pt x="853" y="163"/>
                    </a:cubicBezTo>
                    <a:cubicBezTo>
                      <a:pt x="849" y="160"/>
                      <a:pt x="849" y="160"/>
                      <a:pt x="849" y="160"/>
                    </a:cubicBezTo>
                    <a:cubicBezTo>
                      <a:pt x="848" y="160"/>
                      <a:pt x="848" y="160"/>
                      <a:pt x="848" y="160"/>
                    </a:cubicBezTo>
                    <a:cubicBezTo>
                      <a:pt x="844" y="157"/>
                      <a:pt x="844" y="157"/>
                      <a:pt x="844" y="157"/>
                    </a:cubicBezTo>
                    <a:cubicBezTo>
                      <a:pt x="843" y="156"/>
                      <a:pt x="843" y="156"/>
                      <a:pt x="843" y="156"/>
                    </a:cubicBezTo>
                    <a:cubicBezTo>
                      <a:pt x="839" y="154"/>
                      <a:pt x="839" y="154"/>
                      <a:pt x="839" y="154"/>
                    </a:cubicBezTo>
                    <a:cubicBezTo>
                      <a:pt x="838" y="153"/>
                      <a:pt x="838" y="153"/>
                      <a:pt x="838" y="153"/>
                    </a:cubicBezTo>
                    <a:cubicBezTo>
                      <a:pt x="835" y="150"/>
                      <a:pt x="835" y="150"/>
                      <a:pt x="835" y="150"/>
                    </a:cubicBezTo>
                    <a:cubicBezTo>
                      <a:pt x="833" y="149"/>
                      <a:pt x="833" y="149"/>
                      <a:pt x="833" y="149"/>
                    </a:cubicBezTo>
                    <a:cubicBezTo>
                      <a:pt x="829" y="147"/>
                      <a:pt x="829" y="147"/>
                      <a:pt x="829" y="147"/>
                    </a:cubicBezTo>
                    <a:cubicBezTo>
                      <a:pt x="829" y="146"/>
                      <a:pt x="829" y="146"/>
                      <a:pt x="829" y="146"/>
                    </a:cubicBezTo>
                    <a:cubicBezTo>
                      <a:pt x="814" y="136"/>
                      <a:pt x="814" y="136"/>
                      <a:pt x="814" y="136"/>
                    </a:cubicBezTo>
                    <a:cubicBezTo>
                      <a:pt x="813" y="136"/>
                      <a:pt x="813" y="136"/>
                      <a:pt x="813" y="136"/>
                    </a:cubicBezTo>
                    <a:cubicBezTo>
                      <a:pt x="809" y="133"/>
                      <a:pt x="809" y="133"/>
                      <a:pt x="809" y="133"/>
                    </a:cubicBezTo>
                    <a:cubicBezTo>
                      <a:pt x="808" y="132"/>
                      <a:pt x="808" y="132"/>
                      <a:pt x="808" y="132"/>
                    </a:cubicBezTo>
                    <a:cubicBezTo>
                      <a:pt x="804" y="130"/>
                      <a:pt x="804" y="130"/>
                      <a:pt x="804" y="130"/>
                    </a:cubicBezTo>
                    <a:cubicBezTo>
                      <a:pt x="803" y="129"/>
                      <a:pt x="803" y="129"/>
                      <a:pt x="803" y="129"/>
                    </a:cubicBezTo>
                    <a:cubicBezTo>
                      <a:pt x="799" y="127"/>
                      <a:pt x="799" y="127"/>
                      <a:pt x="799" y="127"/>
                    </a:cubicBezTo>
                    <a:cubicBezTo>
                      <a:pt x="798" y="126"/>
                      <a:pt x="798" y="126"/>
                      <a:pt x="798" y="126"/>
                    </a:cubicBezTo>
                    <a:cubicBezTo>
                      <a:pt x="794" y="124"/>
                      <a:pt x="794" y="124"/>
                      <a:pt x="794" y="124"/>
                    </a:cubicBezTo>
                    <a:cubicBezTo>
                      <a:pt x="793" y="123"/>
                      <a:pt x="793" y="123"/>
                      <a:pt x="793" y="123"/>
                    </a:cubicBezTo>
                    <a:cubicBezTo>
                      <a:pt x="789" y="121"/>
                      <a:pt x="789" y="121"/>
                      <a:pt x="789" y="121"/>
                    </a:cubicBezTo>
                    <a:cubicBezTo>
                      <a:pt x="788" y="120"/>
                      <a:pt x="788" y="120"/>
                      <a:pt x="788" y="120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68" y="108"/>
                      <a:pt x="768" y="108"/>
                      <a:pt x="768" y="108"/>
                    </a:cubicBezTo>
                    <a:cubicBezTo>
                      <a:pt x="767" y="108"/>
                      <a:pt x="767" y="108"/>
                      <a:pt x="767" y="108"/>
                    </a:cubicBezTo>
                    <a:cubicBezTo>
                      <a:pt x="763" y="105"/>
                      <a:pt x="763" y="105"/>
                      <a:pt x="763" y="105"/>
                    </a:cubicBezTo>
                    <a:cubicBezTo>
                      <a:pt x="762" y="104"/>
                      <a:pt x="762" y="104"/>
                      <a:pt x="762" y="104"/>
                    </a:cubicBezTo>
                    <a:cubicBezTo>
                      <a:pt x="758" y="102"/>
                      <a:pt x="758" y="102"/>
                      <a:pt x="758" y="102"/>
                    </a:cubicBezTo>
                    <a:cubicBezTo>
                      <a:pt x="756" y="102"/>
                      <a:pt x="756" y="102"/>
                      <a:pt x="756" y="102"/>
                    </a:cubicBezTo>
                    <a:cubicBezTo>
                      <a:pt x="753" y="99"/>
                      <a:pt x="753" y="99"/>
                      <a:pt x="753" y="99"/>
                    </a:cubicBezTo>
                    <a:cubicBezTo>
                      <a:pt x="751" y="99"/>
                      <a:pt x="751" y="99"/>
                      <a:pt x="751" y="99"/>
                    </a:cubicBezTo>
                    <a:cubicBezTo>
                      <a:pt x="747" y="97"/>
                      <a:pt x="747" y="97"/>
                      <a:pt x="747" y="97"/>
                    </a:cubicBezTo>
                    <a:cubicBezTo>
                      <a:pt x="746" y="96"/>
                      <a:pt x="746" y="96"/>
                      <a:pt x="746" y="96"/>
                    </a:cubicBezTo>
                    <a:cubicBezTo>
                      <a:pt x="742" y="94"/>
                      <a:pt x="742" y="94"/>
                      <a:pt x="742" y="94"/>
                    </a:cubicBezTo>
                    <a:cubicBezTo>
                      <a:pt x="741" y="93"/>
                      <a:pt x="741" y="93"/>
                      <a:pt x="741" y="93"/>
                    </a:cubicBezTo>
                    <a:cubicBezTo>
                      <a:pt x="734" y="90"/>
                      <a:pt x="727" y="86"/>
                      <a:pt x="720" y="82"/>
                    </a:cubicBezTo>
                    <a:cubicBezTo>
                      <a:pt x="719" y="82"/>
                      <a:pt x="719" y="82"/>
                      <a:pt x="719" y="82"/>
                    </a:cubicBezTo>
                    <a:cubicBezTo>
                      <a:pt x="714" y="80"/>
                      <a:pt x="714" y="80"/>
                      <a:pt x="714" y="80"/>
                    </a:cubicBezTo>
                    <a:cubicBezTo>
                      <a:pt x="713" y="79"/>
                      <a:pt x="713" y="79"/>
                      <a:pt x="713" y="79"/>
                    </a:cubicBezTo>
                    <a:cubicBezTo>
                      <a:pt x="709" y="77"/>
                      <a:pt x="709" y="77"/>
                      <a:pt x="709" y="77"/>
                    </a:cubicBezTo>
                    <a:cubicBezTo>
                      <a:pt x="708" y="77"/>
                      <a:pt x="708" y="77"/>
                      <a:pt x="708" y="77"/>
                    </a:cubicBezTo>
                    <a:cubicBezTo>
                      <a:pt x="704" y="75"/>
                      <a:pt x="704" y="75"/>
                      <a:pt x="704" y="75"/>
                    </a:cubicBezTo>
                    <a:cubicBezTo>
                      <a:pt x="703" y="74"/>
                      <a:pt x="703" y="74"/>
                      <a:pt x="703" y="74"/>
                    </a:cubicBezTo>
                    <a:cubicBezTo>
                      <a:pt x="698" y="72"/>
                      <a:pt x="698" y="72"/>
                      <a:pt x="698" y="72"/>
                    </a:cubicBezTo>
                    <a:cubicBezTo>
                      <a:pt x="697" y="72"/>
                      <a:pt x="697" y="72"/>
                      <a:pt x="697" y="72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87" y="67"/>
                      <a:pt x="681" y="64"/>
                      <a:pt x="675" y="62"/>
                    </a:cubicBezTo>
                    <a:cubicBezTo>
                      <a:pt x="675" y="62"/>
                      <a:pt x="675" y="62"/>
                      <a:pt x="675" y="62"/>
                    </a:cubicBezTo>
                    <a:cubicBezTo>
                      <a:pt x="670" y="60"/>
                      <a:pt x="670" y="60"/>
                      <a:pt x="670" y="60"/>
                    </a:cubicBezTo>
                    <a:cubicBezTo>
                      <a:pt x="669" y="59"/>
                      <a:pt x="669" y="59"/>
                      <a:pt x="669" y="59"/>
                    </a:cubicBezTo>
                    <a:cubicBezTo>
                      <a:pt x="665" y="57"/>
                      <a:pt x="665" y="57"/>
                      <a:pt x="665" y="57"/>
                    </a:cubicBezTo>
                    <a:cubicBezTo>
                      <a:pt x="664" y="57"/>
                      <a:pt x="664" y="57"/>
                      <a:pt x="664" y="57"/>
                    </a:cubicBezTo>
                    <a:cubicBezTo>
                      <a:pt x="659" y="55"/>
                      <a:pt x="659" y="55"/>
                      <a:pt x="659" y="55"/>
                    </a:cubicBezTo>
                    <a:cubicBezTo>
                      <a:pt x="658" y="55"/>
                      <a:pt x="658" y="55"/>
                      <a:pt x="658" y="55"/>
                    </a:cubicBezTo>
                    <a:cubicBezTo>
                      <a:pt x="654" y="53"/>
                      <a:pt x="654" y="53"/>
                      <a:pt x="654" y="53"/>
                    </a:cubicBezTo>
                    <a:cubicBezTo>
                      <a:pt x="653" y="52"/>
                      <a:pt x="653" y="52"/>
                      <a:pt x="653" y="52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38" y="47"/>
                      <a:pt x="628" y="43"/>
                      <a:pt x="619" y="40"/>
                    </a:cubicBezTo>
                    <a:cubicBezTo>
                      <a:pt x="618" y="40"/>
                      <a:pt x="618" y="40"/>
                      <a:pt x="618" y="40"/>
                    </a:cubicBezTo>
                    <a:cubicBezTo>
                      <a:pt x="613" y="38"/>
                      <a:pt x="613" y="38"/>
                      <a:pt x="613" y="38"/>
                    </a:cubicBezTo>
                    <a:cubicBezTo>
                      <a:pt x="612" y="38"/>
                      <a:pt x="612" y="38"/>
                      <a:pt x="612" y="38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2" y="34"/>
                      <a:pt x="602" y="34"/>
                      <a:pt x="602" y="34"/>
                    </a:cubicBezTo>
                    <a:cubicBezTo>
                      <a:pt x="601" y="34"/>
                      <a:pt x="601" y="34"/>
                      <a:pt x="601" y="34"/>
                    </a:cubicBezTo>
                    <a:cubicBezTo>
                      <a:pt x="596" y="32"/>
                      <a:pt x="596" y="32"/>
                      <a:pt x="596" y="32"/>
                    </a:cubicBezTo>
                    <a:cubicBezTo>
                      <a:pt x="595" y="32"/>
                      <a:pt x="595" y="32"/>
                      <a:pt x="595" y="32"/>
                    </a:cubicBezTo>
                    <a:cubicBezTo>
                      <a:pt x="587" y="29"/>
                      <a:pt x="580" y="27"/>
                      <a:pt x="572" y="25"/>
                    </a:cubicBezTo>
                    <a:cubicBezTo>
                      <a:pt x="571" y="25"/>
                      <a:pt x="571" y="25"/>
                      <a:pt x="571" y="25"/>
                    </a:cubicBezTo>
                    <a:cubicBezTo>
                      <a:pt x="566" y="23"/>
                      <a:pt x="566" y="23"/>
                      <a:pt x="566" y="23"/>
                    </a:cubicBezTo>
                    <a:cubicBezTo>
                      <a:pt x="565" y="23"/>
                      <a:pt x="565" y="23"/>
                      <a:pt x="565" y="23"/>
                    </a:cubicBezTo>
                    <a:cubicBezTo>
                      <a:pt x="560" y="22"/>
                      <a:pt x="560" y="22"/>
                      <a:pt x="560" y="22"/>
                    </a:cubicBezTo>
                    <a:cubicBezTo>
                      <a:pt x="559" y="21"/>
                      <a:pt x="559" y="21"/>
                      <a:pt x="559" y="21"/>
                    </a:cubicBezTo>
                    <a:cubicBezTo>
                      <a:pt x="555" y="20"/>
                      <a:pt x="555" y="20"/>
                      <a:pt x="555" y="20"/>
                    </a:cubicBezTo>
                    <a:cubicBezTo>
                      <a:pt x="553" y="20"/>
                      <a:pt x="553" y="20"/>
                      <a:pt x="553" y="20"/>
                    </a:cubicBezTo>
                    <a:cubicBezTo>
                      <a:pt x="549" y="18"/>
                      <a:pt x="549" y="18"/>
                      <a:pt x="549" y="18"/>
                    </a:cubicBezTo>
                    <a:cubicBezTo>
                      <a:pt x="548" y="18"/>
                      <a:pt x="548" y="18"/>
                      <a:pt x="548" y="18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0" y="14"/>
                      <a:pt x="524" y="12"/>
                      <a:pt x="518" y="11"/>
                    </a:cubicBezTo>
                    <a:cubicBezTo>
                      <a:pt x="517" y="11"/>
                      <a:pt x="517" y="11"/>
                      <a:pt x="517" y="11"/>
                    </a:cubicBezTo>
                    <a:cubicBezTo>
                      <a:pt x="512" y="10"/>
                      <a:pt x="512" y="10"/>
                      <a:pt x="512" y="10"/>
                    </a:cubicBezTo>
                    <a:cubicBezTo>
                      <a:pt x="511" y="9"/>
                      <a:pt x="511" y="9"/>
                      <a:pt x="511" y="9"/>
                    </a:cubicBezTo>
                    <a:cubicBezTo>
                      <a:pt x="506" y="8"/>
                      <a:pt x="506" y="8"/>
                      <a:pt x="506" y="8"/>
                    </a:cubicBezTo>
                    <a:cubicBezTo>
                      <a:pt x="505" y="8"/>
                      <a:pt x="505" y="8"/>
                      <a:pt x="505" y="8"/>
                    </a:cubicBezTo>
                    <a:cubicBezTo>
                      <a:pt x="501" y="7"/>
                      <a:pt x="501" y="7"/>
                      <a:pt x="501" y="7"/>
                    </a:cubicBezTo>
                    <a:cubicBezTo>
                      <a:pt x="499" y="7"/>
                      <a:pt x="499" y="7"/>
                      <a:pt x="499" y="7"/>
                    </a:cubicBezTo>
                    <a:cubicBezTo>
                      <a:pt x="495" y="6"/>
                      <a:pt x="495" y="6"/>
                      <a:pt x="495" y="6"/>
                    </a:cubicBezTo>
                    <a:cubicBezTo>
                      <a:pt x="493" y="6"/>
                      <a:pt x="493" y="6"/>
                      <a:pt x="493" y="6"/>
                    </a:cubicBezTo>
                    <a:cubicBezTo>
                      <a:pt x="489" y="5"/>
                      <a:pt x="489" y="5"/>
                      <a:pt x="489" y="5"/>
                    </a:cubicBezTo>
                    <a:cubicBezTo>
                      <a:pt x="487" y="4"/>
                      <a:pt x="487" y="4"/>
                      <a:pt x="487" y="4"/>
                    </a:cubicBezTo>
                    <a:cubicBezTo>
                      <a:pt x="482" y="4"/>
                      <a:pt x="482" y="4"/>
                      <a:pt x="482" y="4"/>
                    </a:cubicBezTo>
                    <a:cubicBezTo>
                      <a:pt x="481" y="3"/>
                      <a:pt x="481" y="3"/>
                      <a:pt x="481" y="3"/>
                    </a:cubicBezTo>
                    <a:cubicBezTo>
                      <a:pt x="475" y="2"/>
                      <a:pt x="475" y="2"/>
                      <a:pt x="475" y="2"/>
                    </a:cubicBezTo>
                    <a:cubicBezTo>
                      <a:pt x="474" y="2"/>
                      <a:pt x="474" y="2"/>
                      <a:pt x="474" y="2"/>
                    </a:cubicBezTo>
                    <a:cubicBezTo>
                      <a:pt x="462" y="1"/>
                      <a:pt x="450" y="1"/>
                      <a:pt x="438" y="1"/>
                    </a:cubicBezTo>
                    <a:cubicBezTo>
                      <a:pt x="432" y="0"/>
                      <a:pt x="426" y="0"/>
                      <a:pt x="420" y="0"/>
                    </a:cubicBezTo>
                    <a:cubicBezTo>
                      <a:pt x="283" y="0"/>
                      <a:pt x="155" y="38"/>
                      <a:pt x="71" y="118"/>
                    </a:cubicBezTo>
                  </a:path>
                </a:pathLst>
              </a:cu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561094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Select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noProof="1"/>
              <a:t>Title</a:t>
            </a:r>
            <a:br>
              <a:rPr lang="en-GB" noProof="1"/>
            </a:br>
            <a:endParaRPr lang="en-GB" noProof="1"/>
          </a:p>
        </p:txBody>
      </p:sp>
      <p:sp>
        <p:nvSpPr>
          <p:cNvPr id="3" name="Tijdelijke aanduiding voor inhoud 2"/>
          <p:cNvSpPr>
            <a:spLocks noGrp="1" noSelect="1"/>
          </p:cNvSpPr>
          <p:nvPr>
            <p:ph idx="1" hasCustomPrompt="1"/>
          </p:nvPr>
        </p:nvSpPr>
        <p:spPr bwMode="gray"/>
        <p:txBody>
          <a:bodyPr/>
          <a:lstStyle/>
          <a:p>
            <a:pPr lvl="0"/>
            <a:r>
              <a:rPr lang="en-GB" noProof="1"/>
              <a:t>Klik om de modelstijlen te bewerken</a:t>
            </a:r>
          </a:p>
          <a:p>
            <a:pPr lvl="1"/>
            <a:r>
              <a:rPr lang="en-GB" noProof="1"/>
              <a:t>Tweede niveau</a:t>
            </a:r>
          </a:p>
          <a:p>
            <a:pPr lvl="2"/>
            <a:r>
              <a:rPr lang="en-GB" noProof="1"/>
              <a:t>Derde niveau</a:t>
            </a:r>
          </a:p>
          <a:p>
            <a:pPr lvl="3"/>
            <a:r>
              <a:rPr lang="en-GB" noProof="1"/>
              <a:t>Vierde niveau</a:t>
            </a:r>
          </a:p>
          <a:p>
            <a:pPr lvl="4"/>
            <a:r>
              <a:rPr lang="en-GB" noProof="1"/>
              <a:t>Vijfde niveau</a:t>
            </a:r>
          </a:p>
        </p:txBody>
      </p:sp>
      <p:sp>
        <p:nvSpPr>
          <p:cNvPr id="8" name="Tijdelijke aanduiding voor dianummer 7"/>
          <p:cNvSpPr>
            <a:spLocks noGrp="1" noSelect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1336C48C-F87C-4E4B-81EF-5027B17D1F61}" type="slidenum">
              <a:rPr lang="en-GB" noProof="1" smtClean="0"/>
              <a:pPr/>
              <a:t>‹Nº›</a:t>
            </a:fld>
            <a:endParaRPr lang="en-GB" noProof="1"/>
          </a:p>
        </p:txBody>
      </p:sp>
      <p:grpSp>
        <p:nvGrpSpPr>
          <p:cNvPr id="21" name="Group 4"/>
          <p:cNvGrpSpPr>
            <a:grpSpLocks noSelect="1" noChangeAspect="1"/>
          </p:cNvGrpSpPr>
          <p:nvPr userDrawn="1"/>
        </p:nvGrpSpPr>
        <p:grpSpPr bwMode="gray">
          <a:xfrm>
            <a:off x="380953" y="5843382"/>
            <a:ext cx="11424279" cy="12703"/>
            <a:chOff x="180" y="2760"/>
            <a:chExt cx="5398" cy="6"/>
          </a:xfrm>
        </p:grpSpPr>
        <p:sp>
          <p:nvSpPr>
            <p:cNvPr id="22" name="Freeform 6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  <p:sp>
          <p:nvSpPr>
            <p:cNvPr id="23" name="Rectangle 9"/>
            <p:cNvSpPr>
              <a:spLocks noSelect="1" noChangeArrowheads="1"/>
            </p:cNvSpPr>
            <p:nvPr/>
          </p:nvSpPr>
          <p:spPr bwMode="gray">
            <a:xfrm>
              <a:off x="180" y="2760"/>
              <a:ext cx="5398" cy="6"/>
            </a:xfrm>
            <a:prstGeom prst="rect">
              <a:avLst/>
            </a:prstGeom>
            <a:solidFill>
              <a:srgbClr val="EA650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  <p:sp>
          <p:nvSpPr>
            <p:cNvPr id="24" name="Freeform 10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</p:grpSp>
      <p:grpSp>
        <p:nvGrpSpPr>
          <p:cNvPr id="25" name="Group 4"/>
          <p:cNvGrpSpPr>
            <a:grpSpLocks noSelect="1" noChangeAspect="1"/>
          </p:cNvGrpSpPr>
          <p:nvPr userDrawn="1"/>
        </p:nvGrpSpPr>
        <p:grpSpPr bwMode="gray">
          <a:xfrm>
            <a:off x="985839" y="6148408"/>
            <a:ext cx="1103312" cy="336551"/>
            <a:chOff x="621" y="3873"/>
            <a:chExt cx="695" cy="212"/>
          </a:xfrm>
        </p:grpSpPr>
        <p:sp>
          <p:nvSpPr>
            <p:cNvPr id="26" name="Freeform 5"/>
            <p:cNvSpPr>
              <a:spLocks noSelect="1"/>
            </p:cNvSpPr>
            <p:nvPr userDrawn="1"/>
          </p:nvSpPr>
          <p:spPr bwMode="gray">
            <a:xfrm>
              <a:off x="621" y="3873"/>
              <a:ext cx="515" cy="93"/>
            </a:xfrm>
            <a:custGeom>
              <a:avLst/>
              <a:gdLst/>
              <a:ahLst/>
              <a:cxnLst>
                <a:cxn ang="0">
                  <a:pos x="1955" y="422"/>
                </a:cxn>
                <a:cxn ang="0">
                  <a:pos x="1849" y="422"/>
                </a:cxn>
                <a:cxn ang="0">
                  <a:pos x="1738" y="576"/>
                </a:cxn>
                <a:cxn ang="0">
                  <a:pos x="103" y="639"/>
                </a:cxn>
                <a:cxn ang="0">
                  <a:pos x="287" y="374"/>
                </a:cxn>
                <a:cxn ang="0">
                  <a:pos x="377" y="653"/>
                </a:cxn>
                <a:cxn ang="0">
                  <a:pos x="234" y="182"/>
                </a:cxn>
                <a:cxn ang="0">
                  <a:pos x="79" y="193"/>
                </a:cxn>
                <a:cxn ang="0">
                  <a:pos x="0" y="639"/>
                </a:cxn>
                <a:cxn ang="0">
                  <a:pos x="2133" y="653"/>
                </a:cxn>
                <a:cxn ang="0">
                  <a:pos x="2249" y="276"/>
                </a:cxn>
                <a:cxn ang="0">
                  <a:pos x="2344" y="653"/>
                </a:cxn>
                <a:cxn ang="0">
                  <a:pos x="2434" y="359"/>
                </a:cxn>
                <a:cxn ang="0">
                  <a:pos x="2136" y="206"/>
                </a:cxn>
                <a:cxn ang="0">
                  <a:pos x="2044" y="206"/>
                </a:cxn>
                <a:cxn ang="0">
                  <a:pos x="2133" y="653"/>
                </a:cxn>
                <a:cxn ang="0">
                  <a:pos x="786" y="427"/>
                </a:cxn>
                <a:cxn ang="0">
                  <a:pos x="688" y="269"/>
                </a:cxn>
                <a:cxn ang="0">
                  <a:pos x="668" y="664"/>
                </a:cxn>
                <a:cxn ang="0">
                  <a:pos x="812" y="652"/>
                </a:cxn>
                <a:cxn ang="0">
                  <a:pos x="889" y="206"/>
                </a:cxn>
                <a:cxn ang="0">
                  <a:pos x="803" y="206"/>
                </a:cxn>
                <a:cxn ang="0">
                  <a:pos x="2733" y="269"/>
                </a:cxn>
                <a:cxn ang="0">
                  <a:pos x="2734" y="576"/>
                </a:cxn>
                <a:cxn ang="0">
                  <a:pos x="2713" y="182"/>
                </a:cxn>
                <a:cxn ang="0">
                  <a:pos x="2836" y="593"/>
                </a:cxn>
                <a:cxn ang="0">
                  <a:pos x="2921" y="652"/>
                </a:cxn>
                <a:cxn ang="0">
                  <a:pos x="2921" y="193"/>
                </a:cxn>
                <a:cxn ang="0">
                  <a:pos x="2842" y="247"/>
                </a:cxn>
                <a:cxn ang="0">
                  <a:pos x="1324" y="214"/>
                </a:cxn>
                <a:cxn ang="0">
                  <a:pos x="1414" y="653"/>
                </a:cxn>
                <a:cxn ang="0">
                  <a:pos x="1414" y="193"/>
                </a:cxn>
                <a:cxn ang="0">
                  <a:pos x="3045" y="22"/>
                </a:cxn>
                <a:cxn ang="0">
                  <a:pos x="3135" y="653"/>
                </a:cxn>
                <a:cxn ang="0">
                  <a:pos x="3135" y="2"/>
                </a:cxn>
                <a:cxn ang="0">
                  <a:pos x="1375" y="12"/>
                </a:cxn>
                <a:cxn ang="0">
                  <a:pos x="1436" y="73"/>
                </a:cxn>
                <a:cxn ang="0">
                  <a:pos x="1154" y="578"/>
                </a:cxn>
                <a:cxn ang="0">
                  <a:pos x="1207" y="276"/>
                </a:cxn>
                <a:cxn ang="0">
                  <a:pos x="1207" y="193"/>
                </a:cxn>
                <a:cxn ang="0">
                  <a:pos x="1097" y="57"/>
                </a:cxn>
                <a:cxn ang="0">
                  <a:pos x="1007" y="535"/>
                </a:cxn>
                <a:cxn ang="0">
                  <a:pos x="1227" y="635"/>
                </a:cxn>
                <a:cxn ang="0">
                  <a:pos x="3450" y="267"/>
                </a:cxn>
                <a:cxn ang="0">
                  <a:pos x="3458" y="664"/>
                </a:cxn>
                <a:cxn ang="0">
                  <a:pos x="3603" y="555"/>
                </a:cxn>
                <a:cxn ang="0">
                  <a:pos x="3346" y="460"/>
                </a:cxn>
                <a:cxn ang="0">
                  <a:pos x="3657" y="420"/>
                </a:cxn>
                <a:cxn ang="0">
                  <a:pos x="3458" y="664"/>
                </a:cxn>
              </a:cxnLst>
              <a:rect l="0" t="0" r="r" b="b"/>
              <a:pathLst>
                <a:path w="3657" h="664">
                  <a:moveTo>
                    <a:pt x="1517" y="422"/>
                  </a:moveTo>
                  <a:cubicBezTo>
                    <a:pt x="1517" y="287"/>
                    <a:pt x="1600" y="182"/>
                    <a:pt x="1736" y="182"/>
                  </a:cubicBezTo>
                  <a:cubicBezTo>
                    <a:pt x="1874" y="182"/>
                    <a:pt x="1955" y="286"/>
                    <a:pt x="1955" y="422"/>
                  </a:cubicBezTo>
                  <a:cubicBezTo>
                    <a:pt x="1955" y="564"/>
                    <a:pt x="1867" y="664"/>
                    <a:pt x="1735" y="664"/>
                  </a:cubicBezTo>
                  <a:cubicBezTo>
                    <a:pt x="1603" y="664"/>
                    <a:pt x="1517" y="564"/>
                    <a:pt x="1517" y="422"/>
                  </a:cubicBezTo>
                  <a:moveTo>
                    <a:pt x="1849" y="422"/>
                  </a:moveTo>
                  <a:cubicBezTo>
                    <a:pt x="1849" y="331"/>
                    <a:pt x="1804" y="270"/>
                    <a:pt x="1736" y="269"/>
                  </a:cubicBezTo>
                  <a:cubicBezTo>
                    <a:pt x="1666" y="270"/>
                    <a:pt x="1624" y="333"/>
                    <a:pt x="1624" y="422"/>
                  </a:cubicBezTo>
                  <a:cubicBezTo>
                    <a:pt x="1624" y="503"/>
                    <a:pt x="1661" y="576"/>
                    <a:pt x="1738" y="576"/>
                  </a:cubicBezTo>
                  <a:cubicBezTo>
                    <a:pt x="1806" y="576"/>
                    <a:pt x="1849" y="513"/>
                    <a:pt x="1849" y="422"/>
                  </a:cubicBezTo>
                  <a:moveTo>
                    <a:pt x="90" y="653"/>
                  </a:moveTo>
                  <a:cubicBezTo>
                    <a:pt x="97" y="653"/>
                    <a:pt x="103" y="647"/>
                    <a:pt x="103" y="639"/>
                  </a:cubicBezTo>
                  <a:cubicBezTo>
                    <a:pt x="103" y="410"/>
                    <a:pt x="103" y="410"/>
                    <a:pt x="103" y="410"/>
                  </a:cubicBezTo>
                  <a:cubicBezTo>
                    <a:pt x="103" y="322"/>
                    <a:pt x="152" y="276"/>
                    <a:pt x="206" y="276"/>
                  </a:cubicBezTo>
                  <a:cubicBezTo>
                    <a:pt x="247" y="276"/>
                    <a:pt x="287" y="299"/>
                    <a:pt x="287" y="374"/>
                  </a:cubicBezTo>
                  <a:cubicBezTo>
                    <a:pt x="287" y="639"/>
                    <a:pt x="287" y="639"/>
                    <a:pt x="287" y="639"/>
                  </a:cubicBezTo>
                  <a:cubicBezTo>
                    <a:pt x="287" y="647"/>
                    <a:pt x="293" y="653"/>
                    <a:pt x="300" y="653"/>
                  </a:cubicBezTo>
                  <a:cubicBezTo>
                    <a:pt x="377" y="653"/>
                    <a:pt x="377" y="653"/>
                    <a:pt x="377" y="653"/>
                  </a:cubicBezTo>
                  <a:cubicBezTo>
                    <a:pt x="384" y="653"/>
                    <a:pt x="390" y="647"/>
                    <a:pt x="390" y="639"/>
                  </a:cubicBezTo>
                  <a:cubicBezTo>
                    <a:pt x="390" y="359"/>
                    <a:pt x="390" y="359"/>
                    <a:pt x="390" y="359"/>
                  </a:cubicBezTo>
                  <a:cubicBezTo>
                    <a:pt x="390" y="234"/>
                    <a:pt x="321" y="182"/>
                    <a:pt x="234" y="182"/>
                  </a:cubicBezTo>
                  <a:cubicBezTo>
                    <a:pt x="178" y="182"/>
                    <a:pt x="127" y="215"/>
                    <a:pt x="96" y="252"/>
                  </a:cubicBezTo>
                  <a:cubicBezTo>
                    <a:pt x="92" y="206"/>
                    <a:pt x="92" y="206"/>
                    <a:pt x="92" y="206"/>
                  </a:cubicBezTo>
                  <a:cubicBezTo>
                    <a:pt x="91" y="199"/>
                    <a:pt x="85" y="193"/>
                    <a:pt x="79" y="193"/>
                  </a:cubicBezTo>
                  <a:cubicBezTo>
                    <a:pt x="13" y="193"/>
                    <a:pt x="13" y="193"/>
                    <a:pt x="13" y="193"/>
                  </a:cubicBezTo>
                  <a:cubicBezTo>
                    <a:pt x="6" y="193"/>
                    <a:pt x="0" y="199"/>
                    <a:pt x="0" y="206"/>
                  </a:cubicBezTo>
                  <a:cubicBezTo>
                    <a:pt x="0" y="639"/>
                    <a:pt x="0" y="639"/>
                    <a:pt x="0" y="639"/>
                  </a:cubicBezTo>
                  <a:cubicBezTo>
                    <a:pt x="0" y="647"/>
                    <a:pt x="6" y="653"/>
                    <a:pt x="13" y="653"/>
                  </a:cubicBezTo>
                  <a:lnTo>
                    <a:pt x="90" y="653"/>
                  </a:lnTo>
                  <a:close/>
                  <a:moveTo>
                    <a:pt x="2133" y="653"/>
                  </a:moveTo>
                  <a:cubicBezTo>
                    <a:pt x="2141" y="653"/>
                    <a:pt x="2147" y="647"/>
                    <a:pt x="2147" y="639"/>
                  </a:cubicBezTo>
                  <a:cubicBezTo>
                    <a:pt x="2147" y="410"/>
                    <a:pt x="2147" y="410"/>
                    <a:pt x="2147" y="410"/>
                  </a:cubicBezTo>
                  <a:cubicBezTo>
                    <a:pt x="2147" y="322"/>
                    <a:pt x="2196" y="276"/>
                    <a:pt x="2249" y="276"/>
                  </a:cubicBezTo>
                  <a:cubicBezTo>
                    <a:pt x="2291" y="276"/>
                    <a:pt x="2331" y="299"/>
                    <a:pt x="2331" y="374"/>
                  </a:cubicBezTo>
                  <a:cubicBezTo>
                    <a:pt x="2331" y="639"/>
                    <a:pt x="2331" y="639"/>
                    <a:pt x="2331" y="639"/>
                  </a:cubicBezTo>
                  <a:cubicBezTo>
                    <a:pt x="2331" y="647"/>
                    <a:pt x="2337" y="653"/>
                    <a:pt x="2344" y="653"/>
                  </a:cubicBezTo>
                  <a:cubicBezTo>
                    <a:pt x="2420" y="653"/>
                    <a:pt x="2420" y="653"/>
                    <a:pt x="2420" y="653"/>
                  </a:cubicBezTo>
                  <a:cubicBezTo>
                    <a:pt x="2428" y="653"/>
                    <a:pt x="2434" y="647"/>
                    <a:pt x="2434" y="639"/>
                  </a:cubicBezTo>
                  <a:cubicBezTo>
                    <a:pt x="2434" y="359"/>
                    <a:pt x="2434" y="359"/>
                    <a:pt x="2434" y="359"/>
                  </a:cubicBezTo>
                  <a:cubicBezTo>
                    <a:pt x="2434" y="234"/>
                    <a:pt x="2365" y="182"/>
                    <a:pt x="2278" y="182"/>
                  </a:cubicBezTo>
                  <a:cubicBezTo>
                    <a:pt x="2222" y="182"/>
                    <a:pt x="2170" y="215"/>
                    <a:pt x="2140" y="252"/>
                  </a:cubicBezTo>
                  <a:cubicBezTo>
                    <a:pt x="2136" y="206"/>
                    <a:pt x="2136" y="206"/>
                    <a:pt x="2136" y="206"/>
                  </a:cubicBezTo>
                  <a:cubicBezTo>
                    <a:pt x="2135" y="199"/>
                    <a:pt x="2129" y="193"/>
                    <a:pt x="2123" y="193"/>
                  </a:cubicBezTo>
                  <a:cubicBezTo>
                    <a:pt x="2057" y="193"/>
                    <a:pt x="2057" y="193"/>
                    <a:pt x="2057" y="193"/>
                  </a:cubicBezTo>
                  <a:cubicBezTo>
                    <a:pt x="2050" y="193"/>
                    <a:pt x="2044" y="199"/>
                    <a:pt x="2044" y="206"/>
                  </a:cubicBezTo>
                  <a:cubicBezTo>
                    <a:pt x="2044" y="639"/>
                    <a:pt x="2044" y="639"/>
                    <a:pt x="2044" y="639"/>
                  </a:cubicBezTo>
                  <a:cubicBezTo>
                    <a:pt x="2044" y="647"/>
                    <a:pt x="2050" y="653"/>
                    <a:pt x="2057" y="653"/>
                  </a:cubicBezTo>
                  <a:lnTo>
                    <a:pt x="2133" y="653"/>
                  </a:lnTo>
                  <a:close/>
                  <a:moveTo>
                    <a:pt x="688" y="269"/>
                  </a:moveTo>
                  <a:cubicBezTo>
                    <a:pt x="736" y="269"/>
                    <a:pt x="786" y="304"/>
                    <a:pt x="786" y="406"/>
                  </a:cubicBezTo>
                  <a:cubicBezTo>
                    <a:pt x="786" y="427"/>
                    <a:pt x="786" y="427"/>
                    <a:pt x="786" y="427"/>
                  </a:cubicBezTo>
                  <a:cubicBezTo>
                    <a:pt x="786" y="547"/>
                    <a:pt x="729" y="576"/>
                    <a:pt x="690" y="576"/>
                  </a:cubicBezTo>
                  <a:cubicBezTo>
                    <a:pt x="621" y="576"/>
                    <a:pt x="582" y="502"/>
                    <a:pt x="582" y="421"/>
                  </a:cubicBezTo>
                  <a:cubicBezTo>
                    <a:pt x="582" y="329"/>
                    <a:pt x="626" y="269"/>
                    <a:pt x="688" y="269"/>
                  </a:cubicBezTo>
                  <a:moveTo>
                    <a:pt x="669" y="182"/>
                  </a:moveTo>
                  <a:cubicBezTo>
                    <a:pt x="570" y="182"/>
                    <a:pt x="476" y="261"/>
                    <a:pt x="476" y="422"/>
                  </a:cubicBezTo>
                  <a:cubicBezTo>
                    <a:pt x="476" y="554"/>
                    <a:pt x="547" y="664"/>
                    <a:pt x="668" y="664"/>
                  </a:cubicBezTo>
                  <a:cubicBezTo>
                    <a:pt x="722" y="664"/>
                    <a:pt x="768" y="631"/>
                    <a:pt x="791" y="593"/>
                  </a:cubicBezTo>
                  <a:cubicBezTo>
                    <a:pt x="798" y="639"/>
                    <a:pt x="798" y="639"/>
                    <a:pt x="798" y="639"/>
                  </a:cubicBezTo>
                  <a:cubicBezTo>
                    <a:pt x="799" y="646"/>
                    <a:pt x="805" y="652"/>
                    <a:pt x="812" y="652"/>
                  </a:cubicBezTo>
                  <a:cubicBezTo>
                    <a:pt x="876" y="652"/>
                    <a:pt x="876" y="652"/>
                    <a:pt x="876" y="652"/>
                  </a:cubicBezTo>
                  <a:cubicBezTo>
                    <a:pt x="883" y="652"/>
                    <a:pt x="889" y="647"/>
                    <a:pt x="889" y="639"/>
                  </a:cubicBezTo>
                  <a:cubicBezTo>
                    <a:pt x="889" y="206"/>
                    <a:pt x="889" y="206"/>
                    <a:pt x="889" y="206"/>
                  </a:cubicBezTo>
                  <a:cubicBezTo>
                    <a:pt x="889" y="199"/>
                    <a:pt x="883" y="193"/>
                    <a:pt x="876" y="193"/>
                  </a:cubicBezTo>
                  <a:cubicBezTo>
                    <a:pt x="817" y="193"/>
                    <a:pt x="817" y="193"/>
                    <a:pt x="817" y="193"/>
                  </a:cubicBezTo>
                  <a:cubicBezTo>
                    <a:pt x="810" y="193"/>
                    <a:pt x="804" y="199"/>
                    <a:pt x="803" y="206"/>
                  </a:cubicBezTo>
                  <a:cubicBezTo>
                    <a:pt x="798" y="247"/>
                    <a:pt x="798" y="247"/>
                    <a:pt x="798" y="247"/>
                  </a:cubicBezTo>
                  <a:cubicBezTo>
                    <a:pt x="768" y="210"/>
                    <a:pt x="727" y="182"/>
                    <a:pt x="669" y="182"/>
                  </a:cubicBezTo>
                  <a:moveTo>
                    <a:pt x="2733" y="269"/>
                  </a:moveTo>
                  <a:cubicBezTo>
                    <a:pt x="2780" y="269"/>
                    <a:pt x="2830" y="304"/>
                    <a:pt x="2830" y="406"/>
                  </a:cubicBezTo>
                  <a:cubicBezTo>
                    <a:pt x="2830" y="427"/>
                    <a:pt x="2830" y="427"/>
                    <a:pt x="2830" y="427"/>
                  </a:cubicBezTo>
                  <a:cubicBezTo>
                    <a:pt x="2830" y="547"/>
                    <a:pt x="2773" y="576"/>
                    <a:pt x="2734" y="576"/>
                  </a:cubicBezTo>
                  <a:cubicBezTo>
                    <a:pt x="2665" y="576"/>
                    <a:pt x="2627" y="502"/>
                    <a:pt x="2627" y="421"/>
                  </a:cubicBezTo>
                  <a:cubicBezTo>
                    <a:pt x="2627" y="329"/>
                    <a:pt x="2670" y="269"/>
                    <a:pt x="2733" y="269"/>
                  </a:cubicBezTo>
                  <a:moveTo>
                    <a:pt x="2713" y="182"/>
                  </a:moveTo>
                  <a:cubicBezTo>
                    <a:pt x="2614" y="182"/>
                    <a:pt x="2520" y="261"/>
                    <a:pt x="2520" y="422"/>
                  </a:cubicBezTo>
                  <a:cubicBezTo>
                    <a:pt x="2520" y="554"/>
                    <a:pt x="2591" y="664"/>
                    <a:pt x="2713" y="664"/>
                  </a:cubicBezTo>
                  <a:cubicBezTo>
                    <a:pt x="2766" y="664"/>
                    <a:pt x="2813" y="631"/>
                    <a:pt x="2836" y="593"/>
                  </a:cubicBezTo>
                  <a:cubicBezTo>
                    <a:pt x="2843" y="639"/>
                    <a:pt x="2843" y="639"/>
                    <a:pt x="2843" y="639"/>
                  </a:cubicBezTo>
                  <a:cubicBezTo>
                    <a:pt x="2844" y="646"/>
                    <a:pt x="2850" y="652"/>
                    <a:pt x="2856" y="652"/>
                  </a:cubicBezTo>
                  <a:cubicBezTo>
                    <a:pt x="2921" y="652"/>
                    <a:pt x="2921" y="652"/>
                    <a:pt x="2921" y="652"/>
                  </a:cubicBezTo>
                  <a:cubicBezTo>
                    <a:pt x="2928" y="652"/>
                    <a:pt x="2934" y="647"/>
                    <a:pt x="2934" y="639"/>
                  </a:cubicBezTo>
                  <a:cubicBezTo>
                    <a:pt x="2934" y="206"/>
                    <a:pt x="2934" y="206"/>
                    <a:pt x="2934" y="206"/>
                  </a:cubicBezTo>
                  <a:cubicBezTo>
                    <a:pt x="2934" y="199"/>
                    <a:pt x="2928" y="193"/>
                    <a:pt x="2921" y="193"/>
                  </a:cubicBezTo>
                  <a:cubicBezTo>
                    <a:pt x="2861" y="193"/>
                    <a:pt x="2861" y="193"/>
                    <a:pt x="2861" y="193"/>
                  </a:cubicBezTo>
                  <a:cubicBezTo>
                    <a:pt x="2855" y="193"/>
                    <a:pt x="2849" y="199"/>
                    <a:pt x="2848" y="206"/>
                  </a:cubicBezTo>
                  <a:cubicBezTo>
                    <a:pt x="2842" y="247"/>
                    <a:pt x="2842" y="247"/>
                    <a:pt x="2842" y="247"/>
                  </a:cubicBezTo>
                  <a:cubicBezTo>
                    <a:pt x="2813" y="210"/>
                    <a:pt x="2771" y="182"/>
                    <a:pt x="2713" y="182"/>
                  </a:cubicBezTo>
                  <a:moveTo>
                    <a:pt x="1337" y="200"/>
                  </a:moveTo>
                  <a:cubicBezTo>
                    <a:pt x="1330" y="201"/>
                    <a:pt x="1324" y="206"/>
                    <a:pt x="1324" y="214"/>
                  </a:cubicBezTo>
                  <a:cubicBezTo>
                    <a:pt x="1324" y="639"/>
                    <a:pt x="1324" y="639"/>
                    <a:pt x="1324" y="639"/>
                  </a:cubicBezTo>
                  <a:cubicBezTo>
                    <a:pt x="1324" y="647"/>
                    <a:pt x="1330" y="653"/>
                    <a:pt x="1337" y="653"/>
                  </a:cubicBezTo>
                  <a:cubicBezTo>
                    <a:pt x="1414" y="653"/>
                    <a:pt x="1414" y="653"/>
                    <a:pt x="1414" y="653"/>
                  </a:cubicBezTo>
                  <a:cubicBezTo>
                    <a:pt x="1421" y="653"/>
                    <a:pt x="1427" y="647"/>
                    <a:pt x="1427" y="639"/>
                  </a:cubicBezTo>
                  <a:cubicBezTo>
                    <a:pt x="1427" y="206"/>
                    <a:pt x="1427" y="206"/>
                    <a:pt x="1427" y="206"/>
                  </a:cubicBezTo>
                  <a:cubicBezTo>
                    <a:pt x="1427" y="199"/>
                    <a:pt x="1421" y="192"/>
                    <a:pt x="1414" y="193"/>
                  </a:cubicBezTo>
                  <a:lnTo>
                    <a:pt x="1337" y="200"/>
                  </a:lnTo>
                  <a:close/>
                  <a:moveTo>
                    <a:pt x="3058" y="9"/>
                  </a:moveTo>
                  <a:cubicBezTo>
                    <a:pt x="3051" y="10"/>
                    <a:pt x="3045" y="15"/>
                    <a:pt x="3045" y="22"/>
                  </a:cubicBezTo>
                  <a:cubicBezTo>
                    <a:pt x="3045" y="639"/>
                    <a:pt x="3045" y="639"/>
                    <a:pt x="3045" y="639"/>
                  </a:cubicBezTo>
                  <a:cubicBezTo>
                    <a:pt x="3045" y="647"/>
                    <a:pt x="3051" y="653"/>
                    <a:pt x="3058" y="653"/>
                  </a:cubicBezTo>
                  <a:cubicBezTo>
                    <a:pt x="3135" y="653"/>
                    <a:pt x="3135" y="653"/>
                    <a:pt x="3135" y="653"/>
                  </a:cubicBezTo>
                  <a:cubicBezTo>
                    <a:pt x="3142" y="653"/>
                    <a:pt x="3148" y="647"/>
                    <a:pt x="3148" y="639"/>
                  </a:cubicBezTo>
                  <a:cubicBezTo>
                    <a:pt x="3148" y="15"/>
                    <a:pt x="3148" y="15"/>
                    <a:pt x="3148" y="15"/>
                  </a:cubicBezTo>
                  <a:cubicBezTo>
                    <a:pt x="3148" y="7"/>
                    <a:pt x="3142" y="0"/>
                    <a:pt x="3135" y="2"/>
                  </a:cubicBezTo>
                  <a:lnTo>
                    <a:pt x="3058" y="9"/>
                  </a:lnTo>
                  <a:close/>
                  <a:moveTo>
                    <a:pt x="1436" y="73"/>
                  </a:moveTo>
                  <a:cubicBezTo>
                    <a:pt x="1436" y="39"/>
                    <a:pt x="1409" y="12"/>
                    <a:pt x="1375" y="12"/>
                  </a:cubicBezTo>
                  <a:cubicBezTo>
                    <a:pt x="1342" y="12"/>
                    <a:pt x="1315" y="39"/>
                    <a:pt x="1315" y="73"/>
                  </a:cubicBezTo>
                  <a:cubicBezTo>
                    <a:pt x="1315" y="106"/>
                    <a:pt x="1342" y="133"/>
                    <a:pt x="1375" y="133"/>
                  </a:cubicBezTo>
                  <a:cubicBezTo>
                    <a:pt x="1409" y="133"/>
                    <a:pt x="1436" y="106"/>
                    <a:pt x="1436" y="73"/>
                  </a:cubicBezTo>
                  <a:moveTo>
                    <a:pt x="1219" y="578"/>
                  </a:moveTo>
                  <a:cubicBezTo>
                    <a:pt x="1217" y="568"/>
                    <a:pt x="1211" y="565"/>
                    <a:pt x="1199" y="570"/>
                  </a:cubicBezTo>
                  <a:cubicBezTo>
                    <a:pt x="1192" y="572"/>
                    <a:pt x="1169" y="578"/>
                    <a:pt x="1154" y="578"/>
                  </a:cubicBezTo>
                  <a:cubicBezTo>
                    <a:pt x="1124" y="578"/>
                    <a:pt x="1111" y="567"/>
                    <a:pt x="1110" y="524"/>
                  </a:cubicBezTo>
                  <a:cubicBezTo>
                    <a:pt x="1110" y="276"/>
                    <a:pt x="1110" y="276"/>
                    <a:pt x="1110" y="276"/>
                  </a:cubicBezTo>
                  <a:cubicBezTo>
                    <a:pt x="1207" y="276"/>
                    <a:pt x="1207" y="276"/>
                    <a:pt x="1207" y="276"/>
                  </a:cubicBezTo>
                  <a:cubicBezTo>
                    <a:pt x="1214" y="276"/>
                    <a:pt x="1220" y="270"/>
                    <a:pt x="1220" y="263"/>
                  </a:cubicBezTo>
                  <a:cubicBezTo>
                    <a:pt x="1220" y="206"/>
                    <a:pt x="1220" y="206"/>
                    <a:pt x="1220" y="206"/>
                  </a:cubicBezTo>
                  <a:cubicBezTo>
                    <a:pt x="1220" y="199"/>
                    <a:pt x="1214" y="193"/>
                    <a:pt x="1207" y="193"/>
                  </a:cubicBezTo>
                  <a:cubicBezTo>
                    <a:pt x="1110" y="193"/>
                    <a:pt x="1110" y="193"/>
                    <a:pt x="1110" y="193"/>
                  </a:cubicBezTo>
                  <a:cubicBezTo>
                    <a:pt x="1110" y="70"/>
                    <a:pt x="1110" y="70"/>
                    <a:pt x="1110" y="70"/>
                  </a:cubicBezTo>
                  <a:cubicBezTo>
                    <a:pt x="1110" y="62"/>
                    <a:pt x="1104" y="56"/>
                    <a:pt x="1097" y="57"/>
                  </a:cubicBezTo>
                  <a:cubicBezTo>
                    <a:pt x="1021" y="64"/>
                    <a:pt x="1021" y="64"/>
                    <a:pt x="1021" y="64"/>
                  </a:cubicBezTo>
                  <a:cubicBezTo>
                    <a:pt x="1013" y="65"/>
                    <a:pt x="1007" y="70"/>
                    <a:pt x="1007" y="77"/>
                  </a:cubicBezTo>
                  <a:cubicBezTo>
                    <a:pt x="1007" y="535"/>
                    <a:pt x="1007" y="535"/>
                    <a:pt x="1007" y="535"/>
                  </a:cubicBezTo>
                  <a:cubicBezTo>
                    <a:pt x="1007" y="610"/>
                    <a:pt x="1041" y="664"/>
                    <a:pt x="1132" y="664"/>
                  </a:cubicBezTo>
                  <a:cubicBezTo>
                    <a:pt x="1159" y="664"/>
                    <a:pt x="1193" y="659"/>
                    <a:pt x="1219" y="647"/>
                  </a:cubicBezTo>
                  <a:cubicBezTo>
                    <a:pt x="1224" y="645"/>
                    <a:pt x="1228" y="643"/>
                    <a:pt x="1227" y="635"/>
                  </a:cubicBezTo>
                  <a:lnTo>
                    <a:pt x="1219" y="578"/>
                  </a:lnTo>
                  <a:close/>
                  <a:moveTo>
                    <a:pt x="3346" y="384"/>
                  </a:moveTo>
                  <a:cubicBezTo>
                    <a:pt x="3354" y="331"/>
                    <a:pt x="3379" y="267"/>
                    <a:pt x="3450" y="267"/>
                  </a:cubicBezTo>
                  <a:cubicBezTo>
                    <a:pt x="3524" y="267"/>
                    <a:pt x="3549" y="326"/>
                    <a:pt x="3552" y="384"/>
                  </a:cubicBezTo>
                  <a:lnTo>
                    <a:pt x="3346" y="384"/>
                  </a:lnTo>
                  <a:close/>
                  <a:moveTo>
                    <a:pt x="3458" y="664"/>
                  </a:moveTo>
                  <a:cubicBezTo>
                    <a:pt x="3524" y="664"/>
                    <a:pt x="3577" y="647"/>
                    <a:pt x="3617" y="625"/>
                  </a:cubicBezTo>
                  <a:cubicBezTo>
                    <a:pt x="3624" y="621"/>
                    <a:pt x="3627" y="614"/>
                    <a:pt x="3624" y="607"/>
                  </a:cubicBezTo>
                  <a:cubicBezTo>
                    <a:pt x="3603" y="555"/>
                    <a:pt x="3603" y="555"/>
                    <a:pt x="3603" y="555"/>
                  </a:cubicBezTo>
                  <a:cubicBezTo>
                    <a:pt x="3600" y="548"/>
                    <a:pt x="3592" y="545"/>
                    <a:pt x="3585" y="548"/>
                  </a:cubicBezTo>
                  <a:cubicBezTo>
                    <a:pt x="3548" y="566"/>
                    <a:pt x="3509" y="576"/>
                    <a:pt x="3464" y="576"/>
                  </a:cubicBezTo>
                  <a:cubicBezTo>
                    <a:pt x="3388" y="576"/>
                    <a:pt x="3352" y="521"/>
                    <a:pt x="3346" y="460"/>
                  </a:cubicBezTo>
                  <a:cubicBezTo>
                    <a:pt x="3644" y="460"/>
                    <a:pt x="3644" y="460"/>
                    <a:pt x="3644" y="460"/>
                  </a:cubicBezTo>
                  <a:cubicBezTo>
                    <a:pt x="3651" y="460"/>
                    <a:pt x="3656" y="454"/>
                    <a:pt x="3657" y="446"/>
                  </a:cubicBezTo>
                  <a:cubicBezTo>
                    <a:pt x="3657" y="436"/>
                    <a:pt x="3657" y="429"/>
                    <a:pt x="3657" y="420"/>
                  </a:cubicBezTo>
                  <a:cubicBezTo>
                    <a:pt x="3657" y="306"/>
                    <a:pt x="3599" y="182"/>
                    <a:pt x="3451" y="182"/>
                  </a:cubicBezTo>
                  <a:cubicBezTo>
                    <a:pt x="3318" y="182"/>
                    <a:pt x="3238" y="285"/>
                    <a:pt x="3238" y="425"/>
                  </a:cubicBezTo>
                  <a:cubicBezTo>
                    <a:pt x="3238" y="569"/>
                    <a:pt x="3324" y="664"/>
                    <a:pt x="3458" y="664"/>
                  </a:cubicBezTo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  <p:sp>
          <p:nvSpPr>
            <p:cNvPr id="27" name="Freeform 6"/>
            <p:cNvSpPr>
              <a:spLocks noSelect="1"/>
            </p:cNvSpPr>
            <p:nvPr/>
          </p:nvSpPr>
          <p:spPr bwMode="gray">
            <a:xfrm>
              <a:off x="621" y="3992"/>
              <a:ext cx="695" cy="93"/>
            </a:xfrm>
            <a:custGeom>
              <a:avLst/>
              <a:gdLst/>
              <a:ahLst/>
              <a:cxnLst>
                <a:cxn ang="0">
                  <a:pos x="13" y="193"/>
                </a:cxn>
                <a:cxn ang="0">
                  <a:pos x="234" y="182"/>
                </a:cxn>
                <a:cxn ang="0">
                  <a:pos x="300" y="653"/>
                </a:cxn>
                <a:cxn ang="0">
                  <a:pos x="103" y="410"/>
                </a:cxn>
                <a:cxn ang="0">
                  <a:pos x="2735" y="269"/>
                </a:cxn>
                <a:cxn ang="0">
                  <a:pos x="2832" y="406"/>
                </a:cxn>
                <a:cxn ang="0">
                  <a:pos x="2849" y="206"/>
                </a:cxn>
                <a:cxn ang="0">
                  <a:pos x="2935" y="640"/>
                </a:cxn>
                <a:cxn ang="0">
                  <a:pos x="2837" y="593"/>
                </a:cxn>
                <a:cxn ang="0">
                  <a:pos x="4643" y="653"/>
                </a:cxn>
                <a:cxn ang="0">
                  <a:pos x="4840" y="374"/>
                </a:cxn>
                <a:cxn ang="0">
                  <a:pos x="4943" y="640"/>
                </a:cxn>
                <a:cxn ang="0">
                  <a:pos x="4645" y="206"/>
                </a:cxn>
                <a:cxn ang="0">
                  <a:pos x="4553" y="640"/>
                </a:cxn>
                <a:cxn ang="0">
                  <a:pos x="3156" y="640"/>
                </a:cxn>
                <a:cxn ang="0">
                  <a:pos x="3341" y="640"/>
                </a:cxn>
                <a:cxn ang="0">
                  <a:pos x="3443" y="359"/>
                </a:cxn>
                <a:cxn ang="0">
                  <a:pos x="3132" y="193"/>
                </a:cxn>
                <a:cxn ang="0">
                  <a:pos x="3067" y="653"/>
                </a:cxn>
                <a:cxn ang="0">
                  <a:pos x="2331" y="640"/>
                </a:cxn>
                <a:cxn ang="0">
                  <a:pos x="2434" y="15"/>
                </a:cxn>
                <a:cxn ang="0">
                  <a:pos x="691" y="267"/>
                </a:cxn>
                <a:cxn ang="0">
                  <a:pos x="479" y="425"/>
                </a:cxn>
                <a:cxn ang="0">
                  <a:pos x="884" y="460"/>
                </a:cxn>
                <a:cxn ang="0">
                  <a:pos x="843" y="555"/>
                </a:cxn>
                <a:cxn ang="0">
                  <a:pos x="1803" y="384"/>
                </a:cxn>
                <a:cxn ang="0">
                  <a:pos x="1709" y="664"/>
                </a:cxn>
                <a:cxn ang="0">
                  <a:pos x="1907" y="447"/>
                </a:cxn>
                <a:cxn ang="0">
                  <a:pos x="1836" y="548"/>
                </a:cxn>
                <a:cxn ang="0">
                  <a:pos x="1709" y="664"/>
                </a:cxn>
                <a:cxn ang="0">
                  <a:pos x="1380" y="653"/>
                </a:cxn>
                <a:cxn ang="0">
                  <a:pos x="1164" y="664"/>
                </a:cxn>
                <a:cxn ang="0">
                  <a:pos x="1291" y="23"/>
                </a:cxn>
                <a:cxn ang="0">
                  <a:pos x="1184" y="269"/>
                </a:cxn>
                <a:cxn ang="0">
                  <a:pos x="1291" y="406"/>
                </a:cxn>
                <a:cxn ang="0">
                  <a:pos x="4359" y="384"/>
                </a:cxn>
                <a:cxn ang="0">
                  <a:pos x="4464" y="420"/>
                </a:cxn>
                <a:cxn ang="0">
                  <a:pos x="4271" y="576"/>
                </a:cxn>
                <a:cxn ang="0">
                  <a:pos x="4425" y="625"/>
                </a:cxn>
                <a:cxn ang="0">
                  <a:pos x="3955" y="640"/>
                </a:cxn>
                <a:cxn ang="0">
                  <a:pos x="3858" y="593"/>
                </a:cxn>
                <a:cxn ang="0">
                  <a:pos x="3852" y="233"/>
                </a:cxn>
                <a:cxn ang="0">
                  <a:pos x="3853" y="406"/>
                </a:cxn>
                <a:cxn ang="0">
                  <a:pos x="3853" y="427"/>
                </a:cxn>
                <a:cxn ang="0">
                  <a:pos x="2094" y="252"/>
                </a:cxn>
                <a:cxn ang="0">
                  <a:pos x="1998" y="206"/>
                </a:cxn>
                <a:cxn ang="0">
                  <a:pos x="2101" y="640"/>
                </a:cxn>
                <a:cxn ang="0">
                  <a:pos x="2248" y="276"/>
                </a:cxn>
              </a:cxnLst>
              <a:rect l="0" t="0" r="r" b="b"/>
              <a:pathLst>
                <a:path w="4943" h="664">
                  <a:moveTo>
                    <a:pt x="13" y="653"/>
                  </a:moveTo>
                  <a:cubicBezTo>
                    <a:pt x="6" y="653"/>
                    <a:pt x="0" y="647"/>
                    <a:pt x="0" y="64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0" y="199"/>
                    <a:pt x="6" y="193"/>
                    <a:pt x="13" y="193"/>
                  </a:cubicBezTo>
                  <a:cubicBezTo>
                    <a:pt x="79" y="193"/>
                    <a:pt x="79" y="193"/>
                    <a:pt x="79" y="193"/>
                  </a:cubicBezTo>
                  <a:cubicBezTo>
                    <a:pt x="85" y="193"/>
                    <a:pt x="91" y="199"/>
                    <a:pt x="92" y="206"/>
                  </a:cubicBezTo>
                  <a:cubicBezTo>
                    <a:pt x="96" y="252"/>
                    <a:pt x="96" y="252"/>
                    <a:pt x="96" y="252"/>
                  </a:cubicBezTo>
                  <a:cubicBezTo>
                    <a:pt x="127" y="215"/>
                    <a:pt x="178" y="182"/>
                    <a:pt x="234" y="182"/>
                  </a:cubicBezTo>
                  <a:cubicBezTo>
                    <a:pt x="321" y="182"/>
                    <a:pt x="390" y="234"/>
                    <a:pt x="390" y="359"/>
                  </a:cubicBezTo>
                  <a:cubicBezTo>
                    <a:pt x="390" y="640"/>
                    <a:pt x="390" y="640"/>
                    <a:pt x="390" y="640"/>
                  </a:cubicBezTo>
                  <a:cubicBezTo>
                    <a:pt x="390" y="647"/>
                    <a:pt x="384" y="653"/>
                    <a:pt x="377" y="653"/>
                  </a:cubicBezTo>
                  <a:cubicBezTo>
                    <a:pt x="300" y="653"/>
                    <a:pt x="300" y="653"/>
                    <a:pt x="300" y="653"/>
                  </a:cubicBezTo>
                  <a:cubicBezTo>
                    <a:pt x="293" y="653"/>
                    <a:pt x="287" y="647"/>
                    <a:pt x="287" y="640"/>
                  </a:cubicBezTo>
                  <a:cubicBezTo>
                    <a:pt x="287" y="374"/>
                    <a:pt x="287" y="374"/>
                    <a:pt x="287" y="374"/>
                  </a:cubicBezTo>
                  <a:cubicBezTo>
                    <a:pt x="287" y="299"/>
                    <a:pt x="247" y="276"/>
                    <a:pt x="206" y="276"/>
                  </a:cubicBezTo>
                  <a:cubicBezTo>
                    <a:pt x="152" y="276"/>
                    <a:pt x="103" y="323"/>
                    <a:pt x="103" y="410"/>
                  </a:cubicBezTo>
                  <a:cubicBezTo>
                    <a:pt x="103" y="640"/>
                    <a:pt x="103" y="640"/>
                    <a:pt x="103" y="640"/>
                  </a:cubicBezTo>
                  <a:cubicBezTo>
                    <a:pt x="103" y="647"/>
                    <a:pt x="97" y="653"/>
                    <a:pt x="90" y="653"/>
                  </a:cubicBezTo>
                  <a:lnTo>
                    <a:pt x="13" y="653"/>
                  </a:lnTo>
                  <a:close/>
                  <a:moveTo>
                    <a:pt x="2735" y="269"/>
                  </a:moveTo>
                  <a:cubicBezTo>
                    <a:pt x="2672" y="269"/>
                    <a:pt x="2629" y="330"/>
                    <a:pt x="2629" y="421"/>
                  </a:cubicBezTo>
                  <a:cubicBezTo>
                    <a:pt x="2629" y="503"/>
                    <a:pt x="2667" y="576"/>
                    <a:pt x="2736" y="576"/>
                  </a:cubicBezTo>
                  <a:cubicBezTo>
                    <a:pt x="2775" y="576"/>
                    <a:pt x="2832" y="547"/>
                    <a:pt x="2832" y="428"/>
                  </a:cubicBezTo>
                  <a:cubicBezTo>
                    <a:pt x="2832" y="406"/>
                    <a:pt x="2832" y="406"/>
                    <a:pt x="2832" y="406"/>
                  </a:cubicBezTo>
                  <a:cubicBezTo>
                    <a:pt x="2832" y="304"/>
                    <a:pt x="2782" y="269"/>
                    <a:pt x="2735" y="269"/>
                  </a:cubicBezTo>
                  <a:moveTo>
                    <a:pt x="2715" y="182"/>
                  </a:moveTo>
                  <a:cubicBezTo>
                    <a:pt x="2773" y="182"/>
                    <a:pt x="2815" y="210"/>
                    <a:pt x="2844" y="247"/>
                  </a:cubicBezTo>
                  <a:cubicBezTo>
                    <a:pt x="2849" y="206"/>
                    <a:pt x="2849" y="206"/>
                    <a:pt x="2849" y="206"/>
                  </a:cubicBezTo>
                  <a:cubicBezTo>
                    <a:pt x="2850" y="200"/>
                    <a:pt x="2856" y="193"/>
                    <a:pt x="2863" y="193"/>
                  </a:cubicBezTo>
                  <a:cubicBezTo>
                    <a:pt x="2922" y="193"/>
                    <a:pt x="2922" y="193"/>
                    <a:pt x="2922" y="193"/>
                  </a:cubicBezTo>
                  <a:cubicBezTo>
                    <a:pt x="2930" y="193"/>
                    <a:pt x="2935" y="199"/>
                    <a:pt x="2935" y="206"/>
                  </a:cubicBezTo>
                  <a:cubicBezTo>
                    <a:pt x="2935" y="640"/>
                    <a:pt x="2935" y="640"/>
                    <a:pt x="2935" y="640"/>
                  </a:cubicBezTo>
                  <a:cubicBezTo>
                    <a:pt x="2935" y="647"/>
                    <a:pt x="2930" y="653"/>
                    <a:pt x="2922" y="653"/>
                  </a:cubicBezTo>
                  <a:cubicBezTo>
                    <a:pt x="2858" y="653"/>
                    <a:pt x="2858" y="653"/>
                    <a:pt x="2858" y="653"/>
                  </a:cubicBezTo>
                  <a:cubicBezTo>
                    <a:pt x="2851" y="653"/>
                    <a:pt x="2845" y="646"/>
                    <a:pt x="2844" y="640"/>
                  </a:cubicBezTo>
                  <a:cubicBezTo>
                    <a:pt x="2837" y="593"/>
                    <a:pt x="2837" y="593"/>
                    <a:pt x="2837" y="593"/>
                  </a:cubicBezTo>
                  <a:cubicBezTo>
                    <a:pt x="2815" y="631"/>
                    <a:pt x="2768" y="664"/>
                    <a:pt x="2714" y="664"/>
                  </a:cubicBezTo>
                  <a:cubicBezTo>
                    <a:pt x="2593" y="664"/>
                    <a:pt x="2522" y="555"/>
                    <a:pt x="2522" y="422"/>
                  </a:cubicBezTo>
                  <a:cubicBezTo>
                    <a:pt x="2522" y="261"/>
                    <a:pt x="2616" y="182"/>
                    <a:pt x="2715" y="182"/>
                  </a:cubicBezTo>
                  <a:moveTo>
                    <a:pt x="4643" y="653"/>
                  </a:moveTo>
                  <a:cubicBezTo>
                    <a:pt x="4650" y="653"/>
                    <a:pt x="4656" y="647"/>
                    <a:pt x="4656" y="640"/>
                  </a:cubicBezTo>
                  <a:cubicBezTo>
                    <a:pt x="4656" y="410"/>
                    <a:pt x="4656" y="410"/>
                    <a:pt x="4656" y="410"/>
                  </a:cubicBezTo>
                  <a:cubicBezTo>
                    <a:pt x="4656" y="323"/>
                    <a:pt x="4705" y="276"/>
                    <a:pt x="4759" y="276"/>
                  </a:cubicBezTo>
                  <a:cubicBezTo>
                    <a:pt x="4800" y="276"/>
                    <a:pt x="4840" y="299"/>
                    <a:pt x="4840" y="374"/>
                  </a:cubicBezTo>
                  <a:cubicBezTo>
                    <a:pt x="4840" y="640"/>
                    <a:pt x="4840" y="640"/>
                    <a:pt x="4840" y="640"/>
                  </a:cubicBezTo>
                  <a:cubicBezTo>
                    <a:pt x="4840" y="647"/>
                    <a:pt x="4846" y="653"/>
                    <a:pt x="4853" y="653"/>
                  </a:cubicBezTo>
                  <a:cubicBezTo>
                    <a:pt x="4930" y="653"/>
                    <a:pt x="4930" y="653"/>
                    <a:pt x="4930" y="653"/>
                  </a:cubicBezTo>
                  <a:cubicBezTo>
                    <a:pt x="4937" y="653"/>
                    <a:pt x="4943" y="647"/>
                    <a:pt x="4943" y="640"/>
                  </a:cubicBezTo>
                  <a:cubicBezTo>
                    <a:pt x="4943" y="359"/>
                    <a:pt x="4943" y="359"/>
                    <a:pt x="4943" y="359"/>
                  </a:cubicBezTo>
                  <a:cubicBezTo>
                    <a:pt x="4943" y="234"/>
                    <a:pt x="4874" y="182"/>
                    <a:pt x="4787" y="182"/>
                  </a:cubicBezTo>
                  <a:cubicBezTo>
                    <a:pt x="4731" y="182"/>
                    <a:pt x="4680" y="215"/>
                    <a:pt x="4649" y="252"/>
                  </a:cubicBezTo>
                  <a:cubicBezTo>
                    <a:pt x="4645" y="206"/>
                    <a:pt x="4645" y="206"/>
                    <a:pt x="4645" y="206"/>
                  </a:cubicBezTo>
                  <a:cubicBezTo>
                    <a:pt x="4644" y="199"/>
                    <a:pt x="4638" y="193"/>
                    <a:pt x="4632" y="193"/>
                  </a:cubicBezTo>
                  <a:cubicBezTo>
                    <a:pt x="4566" y="193"/>
                    <a:pt x="4566" y="193"/>
                    <a:pt x="4566" y="193"/>
                  </a:cubicBezTo>
                  <a:cubicBezTo>
                    <a:pt x="4559" y="193"/>
                    <a:pt x="4553" y="199"/>
                    <a:pt x="4553" y="206"/>
                  </a:cubicBezTo>
                  <a:cubicBezTo>
                    <a:pt x="4553" y="640"/>
                    <a:pt x="4553" y="640"/>
                    <a:pt x="4553" y="640"/>
                  </a:cubicBezTo>
                  <a:cubicBezTo>
                    <a:pt x="4553" y="647"/>
                    <a:pt x="4559" y="653"/>
                    <a:pt x="4566" y="653"/>
                  </a:cubicBezTo>
                  <a:lnTo>
                    <a:pt x="4643" y="653"/>
                  </a:lnTo>
                  <a:close/>
                  <a:moveTo>
                    <a:pt x="3143" y="653"/>
                  </a:moveTo>
                  <a:cubicBezTo>
                    <a:pt x="3151" y="653"/>
                    <a:pt x="3156" y="647"/>
                    <a:pt x="3156" y="640"/>
                  </a:cubicBezTo>
                  <a:cubicBezTo>
                    <a:pt x="3156" y="410"/>
                    <a:pt x="3156" y="410"/>
                    <a:pt x="3156" y="410"/>
                  </a:cubicBezTo>
                  <a:cubicBezTo>
                    <a:pt x="3156" y="323"/>
                    <a:pt x="3206" y="276"/>
                    <a:pt x="3259" y="276"/>
                  </a:cubicBezTo>
                  <a:cubicBezTo>
                    <a:pt x="3301" y="276"/>
                    <a:pt x="3340" y="299"/>
                    <a:pt x="3341" y="374"/>
                  </a:cubicBezTo>
                  <a:cubicBezTo>
                    <a:pt x="3341" y="640"/>
                    <a:pt x="3341" y="640"/>
                    <a:pt x="3341" y="640"/>
                  </a:cubicBezTo>
                  <a:cubicBezTo>
                    <a:pt x="3341" y="647"/>
                    <a:pt x="3346" y="653"/>
                    <a:pt x="3354" y="653"/>
                  </a:cubicBezTo>
                  <a:cubicBezTo>
                    <a:pt x="3430" y="653"/>
                    <a:pt x="3430" y="653"/>
                    <a:pt x="3430" y="653"/>
                  </a:cubicBezTo>
                  <a:cubicBezTo>
                    <a:pt x="3437" y="653"/>
                    <a:pt x="3443" y="647"/>
                    <a:pt x="3443" y="640"/>
                  </a:cubicBezTo>
                  <a:cubicBezTo>
                    <a:pt x="3443" y="359"/>
                    <a:pt x="3443" y="359"/>
                    <a:pt x="3443" y="359"/>
                  </a:cubicBezTo>
                  <a:cubicBezTo>
                    <a:pt x="3443" y="234"/>
                    <a:pt x="3375" y="182"/>
                    <a:pt x="3287" y="182"/>
                  </a:cubicBezTo>
                  <a:cubicBezTo>
                    <a:pt x="3231" y="182"/>
                    <a:pt x="3180" y="215"/>
                    <a:pt x="3150" y="252"/>
                  </a:cubicBezTo>
                  <a:cubicBezTo>
                    <a:pt x="3146" y="206"/>
                    <a:pt x="3146" y="206"/>
                    <a:pt x="3146" y="206"/>
                  </a:cubicBezTo>
                  <a:cubicBezTo>
                    <a:pt x="3145" y="199"/>
                    <a:pt x="3139" y="193"/>
                    <a:pt x="3132" y="193"/>
                  </a:cubicBezTo>
                  <a:cubicBezTo>
                    <a:pt x="3067" y="193"/>
                    <a:pt x="3067" y="193"/>
                    <a:pt x="3067" y="193"/>
                  </a:cubicBezTo>
                  <a:cubicBezTo>
                    <a:pt x="3059" y="193"/>
                    <a:pt x="3054" y="199"/>
                    <a:pt x="3054" y="206"/>
                  </a:cubicBezTo>
                  <a:cubicBezTo>
                    <a:pt x="3054" y="640"/>
                    <a:pt x="3054" y="640"/>
                    <a:pt x="3054" y="640"/>
                  </a:cubicBezTo>
                  <a:cubicBezTo>
                    <a:pt x="3054" y="647"/>
                    <a:pt x="3059" y="653"/>
                    <a:pt x="3067" y="653"/>
                  </a:cubicBezTo>
                  <a:lnTo>
                    <a:pt x="3143" y="653"/>
                  </a:lnTo>
                  <a:close/>
                  <a:moveTo>
                    <a:pt x="2344" y="9"/>
                  </a:moveTo>
                  <a:cubicBezTo>
                    <a:pt x="2336" y="10"/>
                    <a:pt x="2331" y="15"/>
                    <a:pt x="2331" y="22"/>
                  </a:cubicBezTo>
                  <a:cubicBezTo>
                    <a:pt x="2331" y="640"/>
                    <a:pt x="2331" y="640"/>
                    <a:pt x="2331" y="640"/>
                  </a:cubicBezTo>
                  <a:cubicBezTo>
                    <a:pt x="2331" y="647"/>
                    <a:pt x="2337" y="653"/>
                    <a:pt x="2344" y="653"/>
                  </a:cubicBezTo>
                  <a:cubicBezTo>
                    <a:pt x="2421" y="653"/>
                    <a:pt x="2421" y="653"/>
                    <a:pt x="2421" y="653"/>
                  </a:cubicBezTo>
                  <a:cubicBezTo>
                    <a:pt x="2428" y="653"/>
                    <a:pt x="2434" y="647"/>
                    <a:pt x="2434" y="640"/>
                  </a:cubicBezTo>
                  <a:cubicBezTo>
                    <a:pt x="2434" y="15"/>
                    <a:pt x="2434" y="15"/>
                    <a:pt x="2434" y="15"/>
                  </a:cubicBezTo>
                  <a:cubicBezTo>
                    <a:pt x="2434" y="8"/>
                    <a:pt x="2428" y="0"/>
                    <a:pt x="2421" y="2"/>
                  </a:cubicBezTo>
                  <a:lnTo>
                    <a:pt x="2344" y="9"/>
                  </a:lnTo>
                  <a:close/>
                  <a:moveTo>
                    <a:pt x="793" y="384"/>
                  </a:moveTo>
                  <a:cubicBezTo>
                    <a:pt x="789" y="326"/>
                    <a:pt x="764" y="267"/>
                    <a:pt x="691" y="267"/>
                  </a:cubicBezTo>
                  <a:cubicBezTo>
                    <a:pt x="619" y="267"/>
                    <a:pt x="594" y="331"/>
                    <a:pt x="587" y="384"/>
                  </a:cubicBezTo>
                  <a:lnTo>
                    <a:pt x="793" y="384"/>
                  </a:lnTo>
                  <a:close/>
                  <a:moveTo>
                    <a:pt x="698" y="664"/>
                  </a:moveTo>
                  <a:cubicBezTo>
                    <a:pt x="565" y="664"/>
                    <a:pt x="479" y="569"/>
                    <a:pt x="479" y="425"/>
                  </a:cubicBezTo>
                  <a:cubicBezTo>
                    <a:pt x="479" y="286"/>
                    <a:pt x="558" y="182"/>
                    <a:pt x="692" y="182"/>
                  </a:cubicBezTo>
                  <a:cubicBezTo>
                    <a:pt x="840" y="182"/>
                    <a:pt x="897" y="307"/>
                    <a:pt x="897" y="420"/>
                  </a:cubicBezTo>
                  <a:cubicBezTo>
                    <a:pt x="897" y="429"/>
                    <a:pt x="898" y="436"/>
                    <a:pt x="897" y="447"/>
                  </a:cubicBezTo>
                  <a:cubicBezTo>
                    <a:pt x="897" y="454"/>
                    <a:pt x="891" y="460"/>
                    <a:pt x="884" y="460"/>
                  </a:cubicBezTo>
                  <a:cubicBezTo>
                    <a:pt x="587" y="460"/>
                    <a:pt x="587" y="460"/>
                    <a:pt x="587" y="460"/>
                  </a:cubicBezTo>
                  <a:cubicBezTo>
                    <a:pt x="593" y="522"/>
                    <a:pt x="628" y="576"/>
                    <a:pt x="704" y="576"/>
                  </a:cubicBezTo>
                  <a:cubicBezTo>
                    <a:pt x="750" y="576"/>
                    <a:pt x="788" y="566"/>
                    <a:pt x="826" y="548"/>
                  </a:cubicBezTo>
                  <a:cubicBezTo>
                    <a:pt x="833" y="545"/>
                    <a:pt x="840" y="548"/>
                    <a:pt x="843" y="555"/>
                  </a:cubicBezTo>
                  <a:cubicBezTo>
                    <a:pt x="865" y="607"/>
                    <a:pt x="865" y="607"/>
                    <a:pt x="865" y="607"/>
                  </a:cubicBezTo>
                  <a:cubicBezTo>
                    <a:pt x="868" y="614"/>
                    <a:pt x="864" y="621"/>
                    <a:pt x="858" y="625"/>
                  </a:cubicBezTo>
                  <a:cubicBezTo>
                    <a:pt x="817" y="647"/>
                    <a:pt x="765" y="664"/>
                    <a:pt x="698" y="664"/>
                  </a:cubicBezTo>
                  <a:moveTo>
                    <a:pt x="1803" y="384"/>
                  </a:moveTo>
                  <a:cubicBezTo>
                    <a:pt x="1800" y="326"/>
                    <a:pt x="1775" y="267"/>
                    <a:pt x="1701" y="267"/>
                  </a:cubicBezTo>
                  <a:cubicBezTo>
                    <a:pt x="1629" y="267"/>
                    <a:pt x="1604" y="331"/>
                    <a:pt x="1597" y="384"/>
                  </a:cubicBezTo>
                  <a:lnTo>
                    <a:pt x="1803" y="384"/>
                  </a:lnTo>
                  <a:close/>
                  <a:moveTo>
                    <a:pt x="1709" y="664"/>
                  </a:moveTo>
                  <a:cubicBezTo>
                    <a:pt x="1575" y="664"/>
                    <a:pt x="1489" y="569"/>
                    <a:pt x="1489" y="425"/>
                  </a:cubicBezTo>
                  <a:cubicBezTo>
                    <a:pt x="1489" y="286"/>
                    <a:pt x="1569" y="182"/>
                    <a:pt x="1702" y="182"/>
                  </a:cubicBezTo>
                  <a:cubicBezTo>
                    <a:pt x="1850" y="182"/>
                    <a:pt x="1907" y="307"/>
                    <a:pt x="1907" y="420"/>
                  </a:cubicBezTo>
                  <a:cubicBezTo>
                    <a:pt x="1907" y="429"/>
                    <a:pt x="1908" y="436"/>
                    <a:pt x="1907" y="447"/>
                  </a:cubicBezTo>
                  <a:cubicBezTo>
                    <a:pt x="1907" y="454"/>
                    <a:pt x="1902" y="460"/>
                    <a:pt x="1894" y="460"/>
                  </a:cubicBezTo>
                  <a:cubicBezTo>
                    <a:pt x="1597" y="460"/>
                    <a:pt x="1597" y="460"/>
                    <a:pt x="1597" y="460"/>
                  </a:cubicBezTo>
                  <a:cubicBezTo>
                    <a:pt x="1603" y="522"/>
                    <a:pt x="1638" y="576"/>
                    <a:pt x="1714" y="576"/>
                  </a:cubicBezTo>
                  <a:cubicBezTo>
                    <a:pt x="1760" y="576"/>
                    <a:pt x="1798" y="566"/>
                    <a:pt x="1836" y="548"/>
                  </a:cubicBezTo>
                  <a:cubicBezTo>
                    <a:pt x="1843" y="545"/>
                    <a:pt x="1851" y="548"/>
                    <a:pt x="1854" y="555"/>
                  </a:cubicBezTo>
                  <a:cubicBezTo>
                    <a:pt x="1875" y="607"/>
                    <a:pt x="1875" y="607"/>
                    <a:pt x="1875" y="607"/>
                  </a:cubicBezTo>
                  <a:cubicBezTo>
                    <a:pt x="1878" y="614"/>
                    <a:pt x="1875" y="621"/>
                    <a:pt x="1868" y="625"/>
                  </a:cubicBezTo>
                  <a:cubicBezTo>
                    <a:pt x="1828" y="647"/>
                    <a:pt x="1775" y="664"/>
                    <a:pt x="1709" y="664"/>
                  </a:cubicBezTo>
                  <a:moveTo>
                    <a:pt x="1380" y="2"/>
                  </a:moveTo>
                  <a:cubicBezTo>
                    <a:pt x="1388" y="0"/>
                    <a:pt x="1393" y="8"/>
                    <a:pt x="1393" y="15"/>
                  </a:cubicBezTo>
                  <a:cubicBezTo>
                    <a:pt x="1393" y="640"/>
                    <a:pt x="1393" y="640"/>
                    <a:pt x="1393" y="640"/>
                  </a:cubicBezTo>
                  <a:cubicBezTo>
                    <a:pt x="1393" y="647"/>
                    <a:pt x="1388" y="653"/>
                    <a:pt x="1380" y="653"/>
                  </a:cubicBezTo>
                  <a:cubicBezTo>
                    <a:pt x="1317" y="653"/>
                    <a:pt x="1317" y="653"/>
                    <a:pt x="1317" y="653"/>
                  </a:cubicBezTo>
                  <a:cubicBezTo>
                    <a:pt x="1310" y="653"/>
                    <a:pt x="1305" y="646"/>
                    <a:pt x="1304" y="640"/>
                  </a:cubicBezTo>
                  <a:cubicBezTo>
                    <a:pt x="1297" y="593"/>
                    <a:pt x="1297" y="593"/>
                    <a:pt x="1297" y="593"/>
                  </a:cubicBezTo>
                  <a:cubicBezTo>
                    <a:pt x="1274" y="631"/>
                    <a:pt x="1217" y="664"/>
                    <a:pt x="1164" y="664"/>
                  </a:cubicBezTo>
                  <a:cubicBezTo>
                    <a:pt x="1042" y="664"/>
                    <a:pt x="971" y="555"/>
                    <a:pt x="971" y="422"/>
                  </a:cubicBezTo>
                  <a:cubicBezTo>
                    <a:pt x="971" y="261"/>
                    <a:pt x="1065" y="182"/>
                    <a:pt x="1164" y="182"/>
                  </a:cubicBezTo>
                  <a:cubicBezTo>
                    <a:pt x="1215" y="182"/>
                    <a:pt x="1260" y="203"/>
                    <a:pt x="1291" y="233"/>
                  </a:cubicBezTo>
                  <a:cubicBezTo>
                    <a:pt x="1291" y="23"/>
                    <a:pt x="1291" y="23"/>
                    <a:pt x="1291" y="23"/>
                  </a:cubicBezTo>
                  <a:cubicBezTo>
                    <a:pt x="1291" y="15"/>
                    <a:pt x="1296" y="10"/>
                    <a:pt x="1304" y="9"/>
                  </a:cubicBezTo>
                  <a:cubicBezTo>
                    <a:pt x="1380" y="2"/>
                    <a:pt x="1380" y="2"/>
                    <a:pt x="1380" y="2"/>
                  </a:cubicBezTo>
                  <a:moveTo>
                    <a:pt x="1291" y="406"/>
                  </a:moveTo>
                  <a:cubicBezTo>
                    <a:pt x="1291" y="304"/>
                    <a:pt x="1231" y="269"/>
                    <a:pt x="1184" y="269"/>
                  </a:cubicBezTo>
                  <a:cubicBezTo>
                    <a:pt x="1122" y="269"/>
                    <a:pt x="1078" y="330"/>
                    <a:pt x="1078" y="421"/>
                  </a:cubicBezTo>
                  <a:cubicBezTo>
                    <a:pt x="1078" y="503"/>
                    <a:pt x="1116" y="576"/>
                    <a:pt x="1186" y="576"/>
                  </a:cubicBezTo>
                  <a:cubicBezTo>
                    <a:pt x="1224" y="576"/>
                    <a:pt x="1291" y="547"/>
                    <a:pt x="1291" y="427"/>
                  </a:cubicBezTo>
                  <a:lnTo>
                    <a:pt x="1291" y="406"/>
                  </a:lnTo>
                  <a:close/>
                  <a:moveTo>
                    <a:pt x="4359" y="384"/>
                  </a:moveTo>
                  <a:cubicBezTo>
                    <a:pt x="4356" y="326"/>
                    <a:pt x="4331" y="267"/>
                    <a:pt x="4258" y="267"/>
                  </a:cubicBezTo>
                  <a:cubicBezTo>
                    <a:pt x="4186" y="267"/>
                    <a:pt x="4161" y="331"/>
                    <a:pt x="4154" y="384"/>
                  </a:cubicBezTo>
                  <a:lnTo>
                    <a:pt x="4359" y="384"/>
                  </a:lnTo>
                  <a:close/>
                  <a:moveTo>
                    <a:pt x="4265" y="664"/>
                  </a:moveTo>
                  <a:cubicBezTo>
                    <a:pt x="4131" y="664"/>
                    <a:pt x="4045" y="569"/>
                    <a:pt x="4045" y="425"/>
                  </a:cubicBezTo>
                  <a:cubicBezTo>
                    <a:pt x="4045" y="286"/>
                    <a:pt x="4125" y="182"/>
                    <a:pt x="4259" y="182"/>
                  </a:cubicBezTo>
                  <a:cubicBezTo>
                    <a:pt x="4406" y="182"/>
                    <a:pt x="4464" y="307"/>
                    <a:pt x="4464" y="420"/>
                  </a:cubicBezTo>
                  <a:cubicBezTo>
                    <a:pt x="4464" y="429"/>
                    <a:pt x="4464" y="436"/>
                    <a:pt x="4464" y="447"/>
                  </a:cubicBezTo>
                  <a:cubicBezTo>
                    <a:pt x="4464" y="454"/>
                    <a:pt x="4458" y="460"/>
                    <a:pt x="4451" y="460"/>
                  </a:cubicBezTo>
                  <a:cubicBezTo>
                    <a:pt x="4154" y="460"/>
                    <a:pt x="4154" y="460"/>
                    <a:pt x="4154" y="460"/>
                  </a:cubicBezTo>
                  <a:cubicBezTo>
                    <a:pt x="4159" y="522"/>
                    <a:pt x="4195" y="576"/>
                    <a:pt x="4271" y="576"/>
                  </a:cubicBezTo>
                  <a:cubicBezTo>
                    <a:pt x="4317" y="576"/>
                    <a:pt x="4355" y="566"/>
                    <a:pt x="4393" y="548"/>
                  </a:cubicBezTo>
                  <a:cubicBezTo>
                    <a:pt x="4399" y="545"/>
                    <a:pt x="4407" y="548"/>
                    <a:pt x="4410" y="555"/>
                  </a:cubicBezTo>
                  <a:cubicBezTo>
                    <a:pt x="4432" y="607"/>
                    <a:pt x="4432" y="607"/>
                    <a:pt x="4432" y="607"/>
                  </a:cubicBezTo>
                  <a:cubicBezTo>
                    <a:pt x="4434" y="614"/>
                    <a:pt x="4431" y="621"/>
                    <a:pt x="4425" y="625"/>
                  </a:cubicBezTo>
                  <a:cubicBezTo>
                    <a:pt x="4384" y="647"/>
                    <a:pt x="4332" y="664"/>
                    <a:pt x="4265" y="664"/>
                  </a:cubicBezTo>
                  <a:moveTo>
                    <a:pt x="3942" y="2"/>
                  </a:moveTo>
                  <a:cubicBezTo>
                    <a:pt x="3949" y="0"/>
                    <a:pt x="3955" y="8"/>
                    <a:pt x="3955" y="15"/>
                  </a:cubicBezTo>
                  <a:cubicBezTo>
                    <a:pt x="3955" y="640"/>
                    <a:pt x="3955" y="640"/>
                    <a:pt x="3955" y="640"/>
                  </a:cubicBezTo>
                  <a:cubicBezTo>
                    <a:pt x="3955" y="647"/>
                    <a:pt x="3949" y="653"/>
                    <a:pt x="3942" y="653"/>
                  </a:cubicBezTo>
                  <a:cubicBezTo>
                    <a:pt x="3879" y="653"/>
                    <a:pt x="3879" y="653"/>
                    <a:pt x="3879" y="653"/>
                  </a:cubicBezTo>
                  <a:cubicBezTo>
                    <a:pt x="3872" y="653"/>
                    <a:pt x="3866" y="646"/>
                    <a:pt x="3865" y="640"/>
                  </a:cubicBezTo>
                  <a:cubicBezTo>
                    <a:pt x="3858" y="593"/>
                    <a:pt x="3858" y="593"/>
                    <a:pt x="3858" y="593"/>
                  </a:cubicBezTo>
                  <a:cubicBezTo>
                    <a:pt x="3835" y="631"/>
                    <a:pt x="3779" y="664"/>
                    <a:pt x="3726" y="664"/>
                  </a:cubicBezTo>
                  <a:cubicBezTo>
                    <a:pt x="3604" y="664"/>
                    <a:pt x="3533" y="555"/>
                    <a:pt x="3533" y="422"/>
                  </a:cubicBezTo>
                  <a:cubicBezTo>
                    <a:pt x="3533" y="261"/>
                    <a:pt x="3627" y="182"/>
                    <a:pt x="3726" y="182"/>
                  </a:cubicBezTo>
                  <a:cubicBezTo>
                    <a:pt x="3777" y="182"/>
                    <a:pt x="3822" y="203"/>
                    <a:pt x="3852" y="233"/>
                  </a:cubicBezTo>
                  <a:cubicBezTo>
                    <a:pt x="3852" y="23"/>
                    <a:pt x="3852" y="23"/>
                    <a:pt x="3852" y="23"/>
                  </a:cubicBezTo>
                  <a:cubicBezTo>
                    <a:pt x="3852" y="15"/>
                    <a:pt x="3858" y="10"/>
                    <a:pt x="3866" y="9"/>
                  </a:cubicBezTo>
                  <a:cubicBezTo>
                    <a:pt x="3942" y="2"/>
                    <a:pt x="3942" y="2"/>
                    <a:pt x="3942" y="2"/>
                  </a:cubicBezTo>
                  <a:moveTo>
                    <a:pt x="3853" y="406"/>
                  </a:moveTo>
                  <a:cubicBezTo>
                    <a:pt x="3853" y="304"/>
                    <a:pt x="3793" y="269"/>
                    <a:pt x="3746" y="269"/>
                  </a:cubicBezTo>
                  <a:cubicBezTo>
                    <a:pt x="3683" y="269"/>
                    <a:pt x="3640" y="330"/>
                    <a:pt x="3640" y="421"/>
                  </a:cubicBezTo>
                  <a:cubicBezTo>
                    <a:pt x="3640" y="503"/>
                    <a:pt x="3677" y="576"/>
                    <a:pt x="3747" y="576"/>
                  </a:cubicBezTo>
                  <a:cubicBezTo>
                    <a:pt x="3786" y="576"/>
                    <a:pt x="3853" y="547"/>
                    <a:pt x="3853" y="427"/>
                  </a:cubicBezTo>
                  <a:lnTo>
                    <a:pt x="3853" y="406"/>
                  </a:lnTo>
                  <a:close/>
                  <a:moveTo>
                    <a:pt x="2248" y="195"/>
                  </a:moveTo>
                  <a:cubicBezTo>
                    <a:pt x="2248" y="188"/>
                    <a:pt x="2242" y="182"/>
                    <a:pt x="2235" y="182"/>
                  </a:cubicBezTo>
                  <a:cubicBezTo>
                    <a:pt x="2179" y="182"/>
                    <a:pt x="2125" y="215"/>
                    <a:pt x="2094" y="252"/>
                  </a:cubicBezTo>
                  <a:cubicBezTo>
                    <a:pt x="2090" y="206"/>
                    <a:pt x="2090" y="206"/>
                    <a:pt x="2090" y="206"/>
                  </a:cubicBezTo>
                  <a:cubicBezTo>
                    <a:pt x="2089" y="199"/>
                    <a:pt x="2083" y="193"/>
                    <a:pt x="2077" y="193"/>
                  </a:cubicBezTo>
                  <a:cubicBezTo>
                    <a:pt x="2011" y="193"/>
                    <a:pt x="2011" y="193"/>
                    <a:pt x="2011" y="193"/>
                  </a:cubicBezTo>
                  <a:cubicBezTo>
                    <a:pt x="2004" y="193"/>
                    <a:pt x="1998" y="199"/>
                    <a:pt x="1998" y="206"/>
                  </a:cubicBezTo>
                  <a:cubicBezTo>
                    <a:pt x="1998" y="640"/>
                    <a:pt x="1998" y="640"/>
                    <a:pt x="1998" y="640"/>
                  </a:cubicBezTo>
                  <a:cubicBezTo>
                    <a:pt x="1998" y="647"/>
                    <a:pt x="2004" y="653"/>
                    <a:pt x="2011" y="653"/>
                  </a:cubicBezTo>
                  <a:cubicBezTo>
                    <a:pt x="2088" y="653"/>
                    <a:pt x="2088" y="653"/>
                    <a:pt x="2088" y="653"/>
                  </a:cubicBezTo>
                  <a:cubicBezTo>
                    <a:pt x="2095" y="653"/>
                    <a:pt x="2101" y="647"/>
                    <a:pt x="2101" y="640"/>
                  </a:cubicBezTo>
                  <a:cubicBezTo>
                    <a:pt x="2101" y="415"/>
                    <a:pt x="2101" y="415"/>
                    <a:pt x="2101" y="415"/>
                  </a:cubicBezTo>
                  <a:cubicBezTo>
                    <a:pt x="2101" y="322"/>
                    <a:pt x="2158" y="286"/>
                    <a:pt x="2210" y="286"/>
                  </a:cubicBezTo>
                  <a:cubicBezTo>
                    <a:pt x="2218" y="286"/>
                    <a:pt x="2225" y="288"/>
                    <a:pt x="2230" y="288"/>
                  </a:cubicBezTo>
                  <a:cubicBezTo>
                    <a:pt x="2241" y="290"/>
                    <a:pt x="2248" y="284"/>
                    <a:pt x="2248" y="276"/>
                  </a:cubicBezTo>
                  <a:lnTo>
                    <a:pt x="2248" y="19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</p:grpSp>
      <p:grpSp>
        <p:nvGrpSpPr>
          <p:cNvPr id="28" name="HR logo"/>
          <p:cNvGrpSpPr>
            <a:grpSpLocks noSelect="1"/>
          </p:cNvGrpSpPr>
          <p:nvPr userDrawn="1"/>
        </p:nvGrpSpPr>
        <p:grpSpPr bwMode="gray">
          <a:xfrm>
            <a:off x="374401" y="6076800"/>
            <a:ext cx="504000" cy="514800"/>
            <a:chOff x="0" y="0"/>
            <a:chExt cx="562610" cy="574675"/>
          </a:xfrm>
        </p:grpSpPr>
        <p:sp>
          <p:nvSpPr>
            <p:cNvPr id="29" name="Freeform 35"/>
            <p:cNvSpPr>
              <a:spLocks noSelect="1"/>
            </p:cNvSpPr>
            <p:nvPr userDrawn="1"/>
          </p:nvSpPr>
          <p:spPr bwMode="gray">
            <a:xfrm>
              <a:off x="0" y="0"/>
              <a:ext cx="562610" cy="574675"/>
            </a:xfrm>
            <a:custGeom>
              <a:avLst/>
              <a:gdLst>
                <a:gd name="T0" fmla="*/ 1771 w 1771"/>
                <a:gd name="T1" fmla="*/ 874 h 1807"/>
                <a:gd name="T2" fmla="*/ 1770 w 1771"/>
                <a:gd name="T3" fmla="*/ 851 h 1807"/>
                <a:gd name="T4" fmla="*/ 1768 w 1771"/>
                <a:gd name="T5" fmla="*/ 828 h 1807"/>
                <a:gd name="T6" fmla="*/ 1765 w 1771"/>
                <a:gd name="T7" fmla="*/ 799 h 1807"/>
                <a:gd name="T8" fmla="*/ 1762 w 1771"/>
                <a:gd name="T9" fmla="*/ 775 h 1807"/>
                <a:gd name="T10" fmla="*/ 1758 w 1771"/>
                <a:gd name="T11" fmla="*/ 748 h 1807"/>
                <a:gd name="T12" fmla="*/ 1739 w 1771"/>
                <a:gd name="T13" fmla="*/ 663 h 1807"/>
                <a:gd name="T14" fmla="*/ 1732 w 1771"/>
                <a:gd name="T15" fmla="*/ 642 h 1807"/>
                <a:gd name="T16" fmla="*/ 1726 w 1771"/>
                <a:gd name="T17" fmla="*/ 622 h 1807"/>
                <a:gd name="T18" fmla="*/ 1589 w 1771"/>
                <a:gd name="T19" fmla="*/ 360 h 1807"/>
                <a:gd name="T20" fmla="*/ 1559 w 1771"/>
                <a:gd name="T21" fmla="*/ 322 h 1807"/>
                <a:gd name="T22" fmla="*/ 1544 w 1771"/>
                <a:gd name="T23" fmla="*/ 304 h 1807"/>
                <a:gd name="T24" fmla="*/ 1511 w 1771"/>
                <a:gd name="T25" fmla="*/ 269 h 1807"/>
                <a:gd name="T26" fmla="*/ 1477 w 1771"/>
                <a:gd name="T27" fmla="*/ 236 h 1807"/>
                <a:gd name="T28" fmla="*/ 1449 w 1771"/>
                <a:gd name="T29" fmla="*/ 212 h 1807"/>
                <a:gd name="T30" fmla="*/ 1431 w 1771"/>
                <a:gd name="T31" fmla="*/ 197 h 1807"/>
                <a:gd name="T32" fmla="*/ 1402 w 1771"/>
                <a:gd name="T33" fmla="*/ 175 h 1807"/>
                <a:gd name="T34" fmla="*/ 1383 w 1771"/>
                <a:gd name="T35" fmla="*/ 162 h 1807"/>
                <a:gd name="T36" fmla="*/ 1353 w 1771"/>
                <a:gd name="T37" fmla="*/ 141 h 1807"/>
                <a:gd name="T38" fmla="*/ 1321 w 1771"/>
                <a:gd name="T39" fmla="*/ 122 h 1807"/>
                <a:gd name="T40" fmla="*/ 1301 w 1771"/>
                <a:gd name="T41" fmla="*/ 111 h 1807"/>
                <a:gd name="T42" fmla="*/ 1263 w 1771"/>
                <a:gd name="T43" fmla="*/ 91 h 1807"/>
                <a:gd name="T44" fmla="*/ 1241 w 1771"/>
                <a:gd name="T45" fmla="*/ 81 h 1807"/>
                <a:gd name="T46" fmla="*/ 1208 w 1771"/>
                <a:gd name="T47" fmla="*/ 66 h 1807"/>
                <a:gd name="T48" fmla="*/ 1162 w 1771"/>
                <a:gd name="T49" fmla="*/ 49 h 1807"/>
                <a:gd name="T50" fmla="*/ 1120 w 1771"/>
                <a:gd name="T51" fmla="*/ 36 h 1807"/>
                <a:gd name="T52" fmla="*/ 1097 w 1771"/>
                <a:gd name="T53" fmla="*/ 30 h 1807"/>
                <a:gd name="T54" fmla="*/ 1061 w 1771"/>
                <a:gd name="T55" fmla="*/ 21 h 1807"/>
                <a:gd name="T56" fmla="*/ 1037 w 1771"/>
                <a:gd name="T57" fmla="*/ 16 h 1807"/>
                <a:gd name="T58" fmla="*/ 175 w 1771"/>
                <a:gd name="T59" fmla="*/ 323 h 1807"/>
                <a:gd name="T60" fmla="*/ 1304 w 1771"/>
                <a:gd name="T61" fmla="*/ 402 h 1807"/>
                <a:gd name="T62" fmla="*/ 1372 w 1771"/>
                <a:gd name="T63" fmla="*/ 1125 h 1807"/>
                <a:gd name="T64" fmla="*/ 590 w 1771"/>
                <a:gd name="T65" fmla="*/ 1394 h 1807"/>
                <a:gd name="T66" fmla="*/ 403 w 1771"/>
                <a:gd name="T67" fmla="*/ 1396 h 1807"/>
                <a:gd name="T68" fmla="*/ 400 w 1771"/>
                <a:gd name="T69" fmla="*/ 1396 h 1807"/>
                <a:gd name="T70" fmla="*/ 381 w 1771"/>
                <a:gd name="T71" fmla="*/ 1380 h 1807"/>
                <a:gd name="T72" fmla="*/ 380 w 1771"/>
                <a:gd name="T73" fmla="*/ 1371 h 1807"/>
                <a:gd name="T74" fmla="*/ 510 w 1771"/>
                <a:gd name="T75" fmla="*/ 732 h 1807"/>
                <a:gd name="T76" fmla="*/ 519 w 1771"/>
                <a:gd name="T77" fmla="*/ 716 h 1807"/>
                <a:gd name="T78" fmla="*/ 786 w 1771"/>
                <a:gd name="T79" fmla="*/ 705 h 1807"/>
                <a:gd name="T80" fmla="*/ 0 w 1771"/>
                <a:gd name="T81" fmla="*/ 1037 h 1807"/>
                <a:gd name="T82" fmla="*/ 1292 w 1771"/>
                <a:gd name="T83" fmla="*/ 1701 h 1807"/>
                <a:gd name="T84" fmla="*/ 1313 w 1771"/>
                <a:gd name="T85" fmla="*/ 1689 h 1807"/>
                <a:gd name="T86" fmla="*/ 1333 w 1771"/>
                <a:gd name="T87" fmla="*/ 1677 h 1807"/>
                <a:gd name="T88" fmla="*/ 1354 w 1771"/>
                <a:gd name="T89" fmla="*/ 1665 h 1807"/>
                <a:gd name="T90" fmla="*/ 1374 w 1771"/>
                <a:gd name="T91" fmla="*/ 1651 h 1807"/>
                <a:gd name="T92" fmla="*/ 1394 w 1771"/>
                <a:gd name="T93" fmla="*/ 1638 h 1807"/>
                <a:gd name="T94" fmla="*/ 1418 w 1771"/>
                <a:gd name="T95" fmla="*/ 1620 h 1807"/>
                <a:gd name="T96" fmla="*/ 1441 w 1771"/>
                <a:gd name="T97" fmla="*/ 1601 h 1807"/>
                <a:gd name="T98" fmla="*/ 1504 w 1771"/>
                <a:gd name="T99" fmla="*/ 1545 h 1807"/>
                <a:gd name="T100" fmla="*/ 1520 w 1771"/>
                <a:gd name="T101" fmla="*/ 1528 h 1807"/>
                <a:gd name="T102" fmla="*/ 1538 w 1771"/>
                <a:gd name="T103" fmla="*/ 1509 h 1807"/>
                <a:gd name="T104" fmla="*/ 1759 w 1771"/>
                <a:gd name="T105" fmla="*/ 1052 h 1807"/>
                <a:gd name="T106" fmla="*/ 1762 w 1771"/>
                <a:gd name="T107" fmla="*/ 1029 h 1807"/>
                <a:gd name="T108" fmla="*/ 1765 w 1771"/>
                <a:gd name="T109" fmla="*/ 1005 h 1807"/>
                <a:gd name="T110" fmla="*/ 1767 w 1771"/>
                <a:gd name="T111" fmla="*/ 986 h 1807"/>
                <a:gd name="T112" fmla="*/ 1769 w 1771"/>
                <a:gd name="T113" fmla="*/ 966 h 1807"/>
                <a:gd name="T114" fmla="*/ 1770 w 1771"/>
                <a:gd name="T115" fmla="*/ 947 h 1807"/>
                <a:gd name="T116" fmla="*/ 1771 w 1771"/>
                <a:gd name="T117" fmla="*/ 928 h 1807"/>
                <a:gd name="T118" fmla="*/ 1771 w 1771"/>
                <a:gd name="T119" fmla="*/ 908 h 1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71" h="1807">
                  <a:moveTo>
                    <a:pt x="1771" y="893"/>
                  </a:moveTo>
                  <a:cubicBezTo>
                    <a:pt x="1771" y="892"/>
                    <a:pt x="1771" y="892"/>
                    <a:pt x="1771" y="892"/>
                  </a:cubicBezTo>
                  <a:cubicBezTo>
                    <a:pt x="1771" y="887"/>
                    <a:pt x="1771" y="887"/>
                    <a:pt x="1771" y="887"/>
                  </a:cubicBezTo>
                  <a:cubicBezTo>
                    <a:pt x="1771" y="885"/>
                    <a:pt x="1771" y="885"/>
                    <a:pt x="1771" y="885"/>
                  </a:cubicBezTo>
                  <a:cubicBezTo>
                    <a:pt x="1771" y="881"/>
                    <a:pt x="1771" y="881"/>
                    <a:pt x="1771" y="881"/>
                  </a:cubicBezTo>
                  <a:cubicBezTo>
                    <a:pt x="1771" y="880"/>
                    <a:pt x="1771" y="880"/>
                    <a:pt x="1771" y="880"/>
                  </a:cubicBezTo>
                  <a:cubicBezTo>
                    <a:pt x="1771" y="875"/>
                    <a:pt x="1771" y="875"/>
                    <a:pt x="1771" y="875"/>
                  </a:cubicBezTo>
                  <a:cubicBezTo>
                    <a:pt x="1771" y="874"/>
                    <a:pt x="1771" y="874"/>
                    <a:pt x="1771" y="874"/>
                  </a:cubicBezTo>
                  <a:cubicBezTo>
                    <a:pt x="1771" y="870"/>
                    <a:pt x="1771" y="870"/>
                    <a:pt x="1771" y="870"/>
                  </a:cubicBezTo>
                  <a:cubicBezTo>
                    <a:pt x="1770" y="868"/>
                    <a:pt x="1770" y="868"/>
                    <a:pt x="1770" y="868"/>
                  </a:cubicBezTo>
                  <a:cubicBezTo>
                    <a:pt x="1770" y="864"/>
                    <a:pt x="1770" y="864"/>
                    <a:pt x="1770" y="864"/>
                  </a:cubicBezTo>
                  <a:cubicBezTo>
                    <a:pt x="1770" y="862"/>
                    <a:pt x="1770" y="862"/>
                    <a:pt x="1770" y="862"/>
                  </a:cubicBezTo>
                  <a:cubicBezTo>
                    <a:pt x="1770" y="859"/>
                    <a:pt x="1770" y="859"/>
                    <a:pt x="1770" y="859"/>
                  </a:cubicBezTo>
                  <a:cubicBezTo>
                    <a:pt x="1770" y="857"/>
                    <a:pt x="1770" y="857"/>
                    <a:pt x="1770" y="857"/>
                  </a:cubicBezTo>
                  <a:cubicBezTo>
                    <a:pt x="1770" y="852"/>
                    <a:pt x="1770" y="852"/>
                    <a:pt x="1770" y="852"/>
                  </a:cubicBezTo>
                  <a:cubicBezTo>
                    <a:pt x="1770" y="851"/>
                    <a:pt x="1770" y="851"/>
                    <a:pt x="1770" y="851"/>
                  </a:cubicBezTo>
                  <a:cubicBezTo>
                    <a:pt x="1769" y="847"/>
                    <a:pt x="1769" y="847"/>
                    <a:pt x="1769" y="847"/>
                  </a:cubicBezTo>
                  <a:cubicBezTo>
                    <a:pt x="1769" y="845"/>
                    <a:pt x="1769" y="845"/>
                    <a:pt x="1769" y="845"/>
                  </a:cubicBezTo>
                  <a:cubicBezTo>
                    <a:pt x="1769" y="841"/>
                    <a:pt x="1769" y="841"/>
                    <a:pt x="1769" y="841"/>
                  </a:cubicBezTo>
                  <a:cubicBezTo>
                    <a:pt x="1769" y="839"/>
                    <a:pt x="1769" y="839"/>
                    <a:pt x="1769" y="839"/>
                  </a:cubicBezTo>
                  <a:cubicBezTo>
                    <a:pt x="1769" y="836"/>
                    <a:pt x="1769" y="836"/>
                    <a:pt x="1769" y="836"/>
                  </a:cubicBezTo>
                  <a:cubicBezTo>
                    <a:pt x="1768" y="834"/>
                    <a:pt x="1768" y="834"/>
                    <a:pt x="1768" y="834"/>
                  </a:cubicBezTo>
                  <a:cubicBezTo>
                    <a:pt x="1768" y="830"/>
                    <a:pt x="1768" y="830"/>
                    <a:pt x="1768" y="830"/>
                  </a:cubicBezTo>
                  <a:cubicBezTo>
                    <a:pt x="1768" y="828"/>
                    <a:pt x="1768" y="828"/>
                    <a:pt x="1768" y="828"/>
                  </a:cubicBezTo>
                  <a:cubicBezTo>
                    <a:pt x="1768" y="824"/>
                    <a:pt x="1768" y="824"/>
                    <a:pt x="1768" y="824"/>
                  </a:cubicBezTo>
                  <a:cubicBezTo>
                    <a:pt x="1768" y="822"/>
                    <a:pt x="1768" y="822"/>
                    <a:pt x="1768" y="822"/>
                  </a:cubicBezTo>
                  <a:cubicBezTo>
                    <a:pt x="1767" y="819"/>
                    <a:pt x="1767" y="819"/>
                    <a:pt x="1767" y="819"/>
                  </a:cubicBezTo>
                  <a:cubicBezTo>
                    <a:pt x="1767" y="816"/>
                    <a:pt x="1767" y="816"/>
                    <a:pt x="1767" y="816"/>
                  </a:cubicBezTo>
                  <a:cubicBezTo>
                    <a:pt x="1767" y="813"/>
                    <a:pt x="1767" y="813"/>
                    <a:pt x="1767" y="813"/>
                  </a:cubicBezTo>
                  <a:cubicBezTo>
                    <a:pt x="1766" y="810"/>
                    <a:pt x="1766" y="810"/>
                    <a:pt x="1766" y="810"/>
                  </a:cubicBezTo>
                  <a:cubicBezTo>
                    <a:pt x="1766" y="808"/>
                    <a:pt x="1766" y="808"/>
                    <a:pt x="1766" y="808"/>
                  </a:cubicBezTo>
                  <a:cubicBezTo>
                    <a:pt x="1765" y="799"/>
                    <a:pt x="1765" y="799"/>
                    <a:pt x="1765" y="799"/>
                  </a:cubicBezTo>
                  <a:cubicBezTo>
                    <a:pt x="1765" y="797"/>
                    <a:pt x="1765" y="797"/>
                    <a:pt x="1765" y="797"/>
                  </a:cubicBezTo>
                  <a:cubicBezTo>
                    <a:pt x="1765" y="794"/>
                    <a:pt x="1765" y="794"/>
                    <a:pt x="1765" y="794"/>
                  </a:cubicBezTo>
                  <a:cubicBezTo>
                    <a:pt x="1764" y="793"/>
                    <a:pt x="1764" y="793"/>
                    <a:pt x="1764" y="793"/>
                  </a:cubicBezTo>
                  <a:cubicBezTo>
                    <a:pt x="1764" y="787"/>
                    <a:pt x="1764" y="787"/>
                    <a:pt x="1764" y="787"/>
                  </a:cubicBezTo>
                  <a:cubicBezTo>
                    <a:pt x="1763" y="786"/>
                    <a:pt x="1763" y="786"/>
                    <a:pt x="1763" y="786"/>
                  </a:cubicBezTo>
                  <a:cubicBezTo>
                    <a:pt x="1763" y="783"/>
                    <a:pt x="1763" y="783"/>
                    <a:pt x="1763" y="783"/>
                  </a:cubicBezTo>
                  <a:cubicBezTo>
                    <a:pt x="1763" y="782"/>
                    <a:pt x="1763" y="782"/>
                    <a:pt x="1763" y="782"/>
                  </a:cubicBezTo>
                  <a:cubicBezTo>
                    <a:pt x="1762" y="775"/>
                    <a:pt x="1762" y="775"/>
                    <a:pt x="1762" y="775"/>
                  </a:cubicBezTo>
                  <a:cubicBezTo>
                    <a:pt x="1762" y="774"/>
                    <a:pt x="1762" y="774"/>
                    <a:pt x="1762" y="774"/>
                  </a:cubicBezTo>
                  <a:cubicBezTo>
                    <a:pt x="1761" y="771"/>
                    <a:pt x="1761" y="771"/>
                    <a:pt x="1761" y="771"/>
                  </a:cubicBezTo>
                  <a:cubicBezTo>
                    <a:pt x="1761" y="770"/>
                    <a:pt x="1761" y="770"/>
                    <a:pt x="1761" y="770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0"/>
                    <a:pt x="1760" y="760"/>
                    <a:pt x="1760" y="760"/>
                  </a:cubicBezTo>
                  <a:cubicBezTo>
                    <a:pt x="1760" y="759"/>
                    <a:pt x="1760" y="759"/>
                    <a:pt x="1760" y="759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4" y="728"/>
                    <a:pt x="1750" y="708"/>
                    <a:pt x="1745" y="688"/>
                  </a:cubicBezTo>
                  <a:cubicBezTo>
                    <a:pt x="1745" y="688"/>
                    <a:pt x="1745" y="688"/>
                    <a:pt x="1745" y="688"/>
                  </a:cubicBezTo>
                  <a:cubicBezTo>
                    <a:pt x="1743" y="677"/>
                    <a:pt x="1743" y="677"/>
                    <a:pt x="1743" y="677"/>
                  </a:cubicBezTo>
                  <a:cubicBezTo>
                    <a:pt x="1742" y="677"/>
                    <a:pt x="1742" y="677"/>
                    <a:pt x="1742" y="677"/>
                  </a:cubicBezTo>
                  <a:cubicBezTo>
                    <a:pt x="1740" y="667"/>
                    <a:pt x="1740" y="667"/>
                    <a:pt x="1740" y="667"/>
                  </a:cubicBezTo>
                  <a:cubicBezTo>
                    <a:pt x="1739" y="665"/>
                    <a:pt x="1739" y="665"/>
                    <a:pt x="1739" y="665"/>
                  </a:cubicBezTo>
                  <a:cubicBezTo>
                    <a:pt x="1739" y="663"/>
                    <a:pt x="1739" y="663"/>
                    <a:pt x="1739" y="663"/>
                  </a:cubicBezTo>
                  <a:cubicBezTo>
                    <a:pt x="1738" y="661"/>
                    <a:pt x="1738" y="661"/>
                    <a:pt x="1738" y="661"/>
                  </a:cubicBezTo>
                  <a:cubicBezTo>
                    <a:pt x="1737" y="657"/>
                    <a:pt x="1737" y="657"/>
                    <a:pt x="1737" y="657"/>
                  </a:cubicBezTo>
                  <a:cubicBezTo>
                    <a:pt x="1736" y="654"/>
                    <a:pt x="1736" y="654"/>
                    <a:pt x="1736" y="654"/>
                  </a:cubicBezTo>
                  <a:cubicBezTo>
                    <a:pt x="1736" y="652"/>
                    <a:pt x="1736" y="652"/>
                    <a:pt x="1736" y="652"/>
                  </a:cubicBezTo>
                  <a:cubicBezTo>
                    <a:pt x="1735" y="650"/>
                    <a:pt x="1735" y="650"/>
                    <a:pt x="1735" y="650"/>
                  </a:cubicBezTo>
                  <a:cubicBezTo>
                    <a:pt x="1734" y="646"/>
                    <a:pt x="1734" y="646"/>
                    <a:pt x="1734" y="646"/>
                  </a:cubicBezTo>
                  <a:cubicBezTo>
                    <a:pt x="1733" y="643"/>
                    <a:pt x="1733" y="643"/>
                    <a:pt x="1733" y="643"/>
                  </a:cubicBezTo>
                  <a:cubicBezTo>
                    <a:pt x="1732" y="642"/>
                    <a:pt x="1732" y="642"/>
                    <a:pt x="1732" y="642"/>
                  </a:cubicBezTo>
                  <a:cubicBezTo>
                    <a:pt x="1732" y="638"/>
                    <a:pt x="1732" y="638"/>
                    <a:pt x="1732" y="638"/>
                  </a:cubicBezTo>
                  <a:cubicBezTo>
                    <a:pt x="1731" y="637"/>
                    <a:pt x="1731" y="637"/>
                    <a:pt x="1731" y="637"/>
                  </a:cubicBezTo>
                  <a:cubicBezTo>
                    <a:pt x="1730" y="633"/>
                    <a:pt x="1730" y="633"/>
                    <a:pt x="1730" y="633"/>
                  </a:cubicBezTo>
                  <a:cubicBezTo>
                    <a:pt x="1729" y="631"/>
                    <a:pt x="1729" y="631"/>
                    <a:pt x="1729" y="631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19" y="599"/>
                    <a:pt x="1710" y="577"/>
                    <a:pt x="1701" y="555"/>
                  </a:cubicBezTo>
                  <a:cubicBezTo>
                    <a:pt x="1696" y="543"/>
                    <a:pt x="1691" y="530"/>
                    <a:pt x="1685" y="518"/>
                  </a:cubicBezTo>
                  <a:cubicBezTo>
                    <a:pt x="1672" y="491"/>
                    <a:pt x="1658" y="465"/>
                    <a:pt x="1643" y="440"/>
                  </a:cubicBezTo>
                  <a:cubicBezTo>
                    <a:pt x="1640" y="435"/>
                    <a:pt x="1640" y="435"/>
                    <a:pt x="1640" y="435"/>
                  </a:cubicBezTo>
                  <a:cubicBezTo>
                    <a:pt x="1640" y="434"/>
                    <a:pt x="1640" y="434"/>
                    <a:pt x="1640" y="434"/>
                  </a:cubicBezTo>
                  <a:cubicBezTo>
                    <a:pt x="1625" y="410"/>
                    <a:pt x="1609" y="387"/>
                    <a:pt x="1593" y="365"/>
                  </a:cubicBezTo>
                  <a:cubicBezTo>
                    <a:pt x="1593" y="364"/>
                    <a:pt x="1593" y="364"/>
                    <a:pt x="1593" y="364"/>
                  </a:cubicBezTo>
                  <a:cubicBezTo>
                    <a:pt x="1589" y="360"/>
                    <a:pt x="1589" y="360"/>
                    <a:pt x="1589" y="360"/>
                  </a:cubicBezTo>
                  <a:cubicBezTo>
                    <a:pt x="1589" y="359"/>
                    <a:pt x="1589" y="359"/>
                    <a:pt x="1589" y="359"/>
                  </a:cubicBezTo>
                  <a:cubicBezTo>
                    <a:pt x="1586" y="355"/>
                    <a:pt x="1586" y="355"/>
                    <a:pt x="1586" y="355"/>
                  </a:cubicBezTo>
                  <a:cubicBezTo>
                    <a:pt x="1585" y="355"/>
                    <a:pt x="1585" y="355"/>
                    <a:pt x="1585" y="355"/>
                  </a:cubicBezTo>
                  <a:cubicBezTo>
                    <a:pt x="1582" y="351"/>
                    <a:pt x="1582" y="351"/>
                    <a:pt x="1582" y="351"/>
                  </a:cubicBezTo>
                  <a:cubicBezTo>
                    <a:pt x="1582" y="350"/>
                    <a:pt x="1582" y="350"/>
                    <a:pt x="1582" y="350"/>
                  </a:cubicBezTo>
                  <a:cubicBezTo>
                    <a:pt x="1578" y="346"/>
                    <a:pt x="1578" y="346"/>
                    <a:pt x="1578" y="346"/>
                  </a:cubicBezTo>
                  <a:cubicBezTo>
                    <a:pt x="1578" y="345"/>
                    <a:pt x="1578" y="345"/>
                    <a:pt x="1578" y="345"/>
                  </a:cubicBezTo>
                  <a:cubicBezTo>
                    <a:pt x="1572" y="338"/>
                    <a:pt x="1566" y="330"/>
                    <a:pt x="1559" y="322"/>
                  </a:cubicBezTo>
                  <a:cubicBezTo>
                    <a:pt x="1559" y="322"/>
                    <a:pt x="1559" y="322"/>
                    <a:pt x="1559" y="322"/>
                  </a:cubicBezTo>
                  <a:cubicBezTo>
                    <a:pt x="1555" y="318"/>
                    <a:pt x="1555" y="318"/>
                    <a:pt x="1555" y="318"/>
                  </a:cubicBezTo>
                  <a:cubicBezTo>
                    <a:pt x="1555" y="317"/>
                    <a:pt x="1555" y="317"/>
                    <a:pt x="1555" y="317"/>
                  </a:cubicBezTo>
                  <a:cubicBezTo>
                    <a:pt x="1552" y="313"/>
                    <a:pt x="1552" y="313"/>
                    <a:pt x="1552" y="313"/>
                  </a:cubicBezTo>
                  <a:cubicBezTo>
                    <a:pt x="1551" y="313"/>
                    <a:pt x="1551" y="313"/>
                    <a:pt x="1551" y="313"/>
                  </a:cubicBezTo>
                  <a:cubicBezTo>
                    <a:pt x="1548" y="309"/>
                    <a:pt x="1548" y="309"/>
                    <a:pt x="1548" y="309"/>
                  </a:cubicBezTo>
                  <a:cubicBezTo>
                    <a:pt x="1547" y="308"/>
                    <a:pt x="1547" y="308"/>
                    <a:pt x="1547" y="308"/>
                  </a:cubicBezTo>
                  <a:cubicBezTo>
                    <a:pt x="1544" y="304"/>
                    <a:pt x="1544" y="304"/>
                    <a:pt x="1544" y="304"/>
                  </a:cubicBezTo>
                  <a:cubicBezTo>
                    <a:pt x="1543" y="304"/>
                    <a:pt x="1543" y="304"/>
                    <a:pt x="1543" y="304"/>
                  </a:cubicBezTo>
                  <a:cubicBezTo>
                    <a:pt x="1537" y="297"/>
                    <a:pt x="1530" y="289"/>
                    <a:pt x="1523" y="282"/>
                  </a:cubicBezTo>
                  <a:cubicBezTo>
                    <a:pt x="1523" y="282"/>
                    <a:pt x="1523" y="282"/>
                    <a:pt x="1523" y="282"/>
                  </a:cubicBezTo>
                  <a:cubicBezTo>
                    <a:pt x="1519" y="278"/>
                    <a:pt x="1519" y="278"/>
                    <a:pt x="1519" y="278"/>
                  </a:cubicBezTo>
                  <a:cubicBezTo>
                    <a:pt x="1519" y="277"/>
                    <a:pt x="1519" y="277"/>
                    <a:pt x="1519" y="277"/>
                  </a:cubicBezTo>
                  <a:cubicBezTo>
                    <a:pt x="1515" y="274"/>
                    <a:pt x="1515" y="274"/>
                    <a:pt x="1515" y="274"/>
                  </a:cubicBezTo>
                  <a:cubicBezTo>
                    <a:pt x="1515" y="273"/>
                    <a:pt x="1515" y="273"/>
                    <a:pt x="1515" y="273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510" y="269"/>
                    <a:pt x="1510" y="269"/>
                    <a:pt x="1510" y="269"/>
                  </a:cubicBezTo>
                  <a:cubicBezTo>
                    <a:pt x="1507" y="265"/>
                    <a:pt x="1507" y="265"/>
                    <a:pt x="1507" y="265"/>
                  </a:cubicBezTo>
                  <a:cubicBezTo>
                    <a:pt x="1506" y="265"/>
                    <a:pt x="1506" y="265"/>
                    <a:pt x="1506" y="265"/>
                  </a:cubicBezTo>
                  <a:cubicBezTo>
                    <a:pt x="1499" y="258"/>
                    <a:pt x="1492" y="251"/>
                    <a:pt x="1485" y="244"/>
                  </a:cubicBezTo>
                  <a:cubicBezTo>
                    <a:pt x="1485" y="244"/>
                    <a:pt x="1485" y="244"/>
                    <a:pt x="1485" y="244"/>
                  </a:cubicBezTo>
                  <a:cubicBezTo>
                    <a:pt x="1481" y="240"/>
                    <a:pt x="1481" y="240"/>
                    <a:pt x="1481" y="240"/>
                  </a:cubicBezTo>
                  <a:cubicBezTo>
                    <a:pt x="1480" y="239"/>
                    <a:pt x="1480" y="239"/>
                    <a:pt x="1480" y="239"/>
                  </a:cubicBezTo>
                  <a:cubicBezTo>
                    <a:pt x="1477" y="236"/>
                    <a:pt x="1477" y="236"/>
                    <a:pt x="1477" y="236"/>
                  </a:cubicBezTo>
                  <a:cubicBezTo>
                    <a:pt x="1476" y="235"/>
                    <a:pt x="1476" y="235"/>
                    <a:pt x="1476" y="235"/>
                  </a:cubicBezTo>
                  <a:cubicBezTo>
                    <a:pt x="1472" y="232"/>
                    <a:pt x="1472" y="232"/>
                    <a:pt x="1472" y="232"/>
                  </a:cubicBezTo>
                  <a:cubicBezTo>
                    <a:pt x="1471" y="232"/>
                    <a:pt x="1471" y="232"/>
                    <a:pt x="1471" y="232"/>
                  </a:cubicBezTo>
                  <a:cubicBezTo>
                    <a:pt x="1468" y="228"/>
                    <a:pt x="1468" y="228"/>
                    <a:pt x="1468" y="228"/>
                  </a:cubicBezTo>
                  <a:cubicBezTo>
                    <a:pt x="1467" y="228"/>
                    <a:pt x="1467" y="228"/>
                    <a:pt x="1467" y="228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5" y="209"/>
                    <a:pt x="1445" y="209"/>
                    <a:pt x="1445" y="209"/>
                  </a:cubicBezTo>
                  <a:cubicBezTo>
                    <a:pt x="1444" y="208"/>
                    <a:pt x="1444" y="208"/>
                    <a:pt x="1444" y="208"/>
                  </a:cubicBezTo>
                  <a:cubicBezTo>
                    <a:pt x="1440" y="205"/>
                    <a:pt x="1440" y="205"/>
                    <a:pt x="1440" y="205"/>
                  </a:cubicBezTo>
                  <a:cubicBezTo>
                    <a:pt x="1439" y="204"/>
                    <a:pt x="1439" y="204"/>
                    <a:pt x="1439" y="204"/>
                  </a:cubicBezTo>
                  <a:cubicBezTo>
                    <a:pt x="1436" y="201"/>
                    <a:pt x="1436" y="201"/>
                    <a:pt x="1436" y="201"/>
                  </a:cubicBezTo>
                  <a:cubicBezTo>
                    <a:pt x="1435" y="200"/>
                    <a:pt x="1435" y="200"/>
                    <a:pt x="1435" y="200"/>
                  </a:cubicBezTo>
                  <a:cubicBezTo>
                    <a:pt x="1431" y="197"/>
                    <a:pt x="1431" y="197"/>
                    <a:pt x="1431" y="197"/>
                  </a:cubicBezTo>
                  <a:cubicBezTo>
                    <a:pt x="1430" y="197"/>
                    <a:pt x="1430" y="197"/>
                    <a:pt x="1430" y="197"/>
                  </a:cubicBezTo>
                  <a:cubicBezTo>
                    <a:pt x="1426" y="194"/>
                    <a:pt x="1426" y="194"/>
                    <a:pt x="1426" y="194"/>
                  </a:cubicBezTo>
                  <a:cubicBezTo>
                    <a:pt x="1425" y="193"/>
                    <a:pt x="1425" y="193"/>
                    <a:pt x="1425" y="193"/>
                  </a:cubicBezTo>
                  <a:cubicBezTo>
                    <a:pt x="1421" y="190"/>
                    <a:pt x="1421" y="190"/>
                    <a:pt x="1421" y="190"/>
                  </a:cubicBezTo>
                  <a:cubicBezTo>
                    <a:pt x="1421" y="189"/>
                    <a:pt x="1421" y="189"/>
                    <a:pt x="1421" y="189"/>
                  </a:cubicBezTo>
                  <a:cubicBezTo>
                    <a:pt x="1407" y="179"/>
                    <a:pt x="1407" y="179"/>
                    <a:pt x="1407" y="179"/>
                  </a:cubicBezTo>
                  <a:cubicBezTo>
                    <a:pt x="1406" y="178"/>
                    <a:pt x="1406" y="178"/>
                    <a:pt x="1406" y="178"/>
                  </a:cubicBezTo>
                  <a:cubicBezTo>
                    <a:pt x="1402" y="175"/>
                    <a:pt x="1402" y="175"/>
                    <a:pt x="1402" y="175"/>
                  </a:cubicBezTo>
                  <a:cubicBezTo>
                    <a:pt x="1401" y="174"/>
                    <a:pt x="1401" y="174"/>
                    <a:pt x="1401" y="174"/>
                  </a:cubicBezTo>
                  <a:cubicBezTo>
                    <a:pt x="1398" y="172"/>
                    <a:pt x="1398" y="172"/>
                    <a:pt x="1398" y="172"/>
                  </a:cubicBezTo>
                  <a:cubicBezTo>
                    <a:pt x="1396" y="171"/>
                    <a:pt x="1396" y="171"/>
                    <a:pt x="1396" y="171"/>
                  </a:cubicBezTo>
                  <a:cubicBezTo>
                    <a:pt x="1393" y="169"/>
                    <a:pt x="1393" y="169"/>
                    <a:pt x="1393" y="169"/>
                  </a:cubicBezTo>
                  <a:cubicBezTo>
                    <a:pt x="1391" y="167"/>
                    <a:pt x="1391" y="167"/>
                    <a:pt x="1391" y="167"/>
                  </a:cubicBezTo>
                  <a:cubicBezTo>
                    <a:pt x="1388" y="165"/>
                    <a:pt x="1388" y="165"/>
                    <a:pt x="1388" y="165"/>
                  </a:cubicBezTo>
                  <a:cubicBezTo>
                    <a:pt x="1387" y="164"/>
                    <a:pt x="1387" y="164"/>
                    <a:pt x="1387" y="164"/>
                  </a:cubicBezTo>
                  <a:cubicBezTo>
                    <a:pt x="1383" y="162"/>
                    <a:pt x="1383" y="162"/>
                    <a:pt x="1383" y="162"/>
                  </a:cubicBezTo>
                  <a:cubicBezTo>
                    <a:pt x="1382" y="161"/>
                    <a:pt x="1382" y="161"/>
                    <a:pt x="1382" y="161"/>
                  </a:cubicBezTo>
                  <a:cubicBezTo>
                    <a:pt x="1378" y="158"/>
                    <a:pt x="1378" y="158"/>
                    <a:pt x="1378" y="158"/>
                  </a:cubicBezTo>
                  <a:cubicBezTo>
                    <a:pt x="1377" y="158"/>
                    <a:pt x="1377" y="158"/>
                    <a:pt x="1377" y="158"/>
                  </a:cubicBezTo>
                  <a:cubicBezTo>
                    <a:pt x="1363" y="148"/>
                    <a:pt x="1363" y="148"/>
                    <a:pt x="1363" y="148"/>
                  </a:cubicBezTo>
                  <a:cubicBezTo>
                    <a:pt x="1362" y="147"/>
                    <a:pt x="1362" y="147"/>
                    <a:pt x="1362" y="147"/>
                  </a:cubicBezTo>
                  <a:cubicBezTo>
                    <a:pt x="1358" y="145"/>
                    <a:pt x="1358" y="145"/>
                    <a:pt x="1358" y="145"/>
                  </a:cubicBezTo>
                  <a:cubicBezTo>
                    <a:pt x="1356" y="144"/>
                    <a:pt x="1356" y="144"/>
                    <a:pt x="1356" y="144"/>
                  </a:cubicBezTo>
                  <a:cubicBezTo>
                    <a:pt x="1353" y="141"/>
                    <a:pt x="1353" y="141"/>
                    <a:pt x="1353" y="141"/>
                  </a:cubicBezTo>
                  <a:cubicBezTo>
                    <a:pt x="1352" y="141"/>
                    <a:pt x="1352" y="141"/>
                    <a:pt x="1352" y="141"/>
                  </a:cubicBezTo>
                  <a:cubicBezTo>
                    <a:pt x="1348" y="138"/>
                    <a:pt x="1348" y="138"/>
                    <a:pt x="1348" y="138"/>
                  </a:cubicBezTo>
                  <a:cubicBezTo>
                    <a:pt x="1347" y="138"/>
                    <a:pt x="1347" y="138"/>
                    <a:pt x="1347" y="138"/>
                  </a:cubicBezTo>
                  <a:cubicBezTo>
                    <a:pt x="1343" y="135"/>
                    <a:pt x="1343" y="135"/>
                    <a:pt x="1343" y="135"/>
                  </a:cubicBezTo>
                  <a:cubicBezTo>
                    <a:pt x="1342" y="134"/>
                    <a:pt x="1342" y="134"/>
                    <a:pt x="1342" y="134"/>
                  </a:cubicBezTo>
                  <a:cubicBezTo>
                    <a:pt x="1338" y="132"/>
                    <a:pt x="1338" y="132"/>
                    <a:pt x="1338" y="132"/>
                  </a:cubicBezTo>
                  <a:cubicBezTo>
                    <a:pt x="1337" y="131"/>
                    <a:pt x="1337" y="131"/>
                    <a:pt x="1337" y="131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16" y="119"/>
                    <a:pt x="1316" y="119"/>
                    <a:pt x="1316" y="119"/>
                  </a:cubicBezTo>
                  <a:cubicBezTo>
                    <a:pt x="1315" y="119"/>
                    <a:pt x="1315" y="119"/>
                    <a:pt x="1315" y="119"/>
                  </a:cubicBezTo>
                  <a:cubicBezTo>
                    <a:pt x="1311" y="116"/>
                    <a:pt x="1311" y="116"/>
                    <a:pt x="1311" y="116"/>
                  </a:cubicBezTo>
                  <a:cubicBezTo>
                    <a:pt x="1310" y="116"/>
                    <a:pt x="1310" y="116"/>
                    <a:pt x="1310" y="116"/>
                  </a:cubicBezTo>
                  <a:cubicBezTo>
                    <a:pt x="1306" y="114"/>
                    <a:pt x="1306" y="114"/>
                    <a:pt x="1306" y="114"/>
                  </a:cubicBezTo>
                  <a:cubicBezTo>
                    <a:pt x="1305" y="113"/>
                    <a:pt x="1305" y="113"/>
                    <a:pt x="1305" y="113"/>
                  </a:cubicBezTo>
                  <a:cubicBezTo>
                    <a:pt x="1301" y="111"/>
                    <a:pt x="1301" y="111"/>
                    <a:pt x="1301" y="111"/>
                  </a:cubicBezTo>
                  <a:cubicBezTo>
                    <a:pt x="1300" y="110"/>
                    <a:pt x="1300" y="110"/>
                    <a:pt x="1300" y="110"/>
                  </a:cubicBezTo>
                  <a:cubicBezTo>
                    <a:pt x="1296" y="108"/>
                    <a:pt x="1296" y="108"/>
                    <a:pt x="1296" y="108"/>
                  </a:cubicBezTo>
                  <a:cubicBezTo>
                    <a:pt x="1295" y="107"/>
                    <a:pt x="1295" y="107"/>
                    <a:pt x="1295" y="107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89" y="105"/>
                    <a:pt x="1289" y="105"/>
                    <a:pt x="1289" y="105"/>
                  </a:cubicBezTo>
                  <a:cubicBezTo>
                    <a:pt x="1282" y="101"/>
                    <a:pt x="1275" y="97"/>
                    <a:pt x="1268" y="94"/>
                  </a:cubicBezTo>
                  <a:cubicBezTo>
                    <a:pt x="1267" y="93"/>
                    <a:pt x="1267" y="93"/>
                    <a:pt x="1267" y="93"/>
                  </a:cubicBezTo>
                  <a:cubicBezTo>
                    <a:pt x="1263" y="91"/>
                    <a:pt x="1263" y="91"/>
                    <a:pt x="1263" y="91"/>
                  </a:cubicBezTo>
                  <a:cubicBezTo>
                    <a:pt x="1262" y="91"/>
                    <a:pt x="1262" y="91"/>
                    <a:pt x="1262" y="91"/>
                  </a:cubicBezTo>
                  <a:cubicBezTo>
                    <a:pt x="1258" y="89"/>
                    <a:pt x="1258" y="89"/>
                    <a:pt x="1258" y="89"/>
                  </a:cubicBezTo>
                  <a:cubicBezTo>
                    <a:pt x="1256" y="88"/>
                    <a:pt x="1256" y="88"/>
                    <a:pt x="1256" y="88"/>
                  </a:cubicBezTo>
                  <a:cubicBezTo>
                    <a:pt x="1252" y="86"/>
                    <a:pt x="1252" y="86"/>
                    <a:pt x="1252" y="86"/>
                  </a:cubicBezTo>
                  <a:cubicBezTo>
                    <a:pt x="1251" y="86"/>
                    <a:pt x="1251" y="86"/>
                    <a:pt x="1251" y="86"/>
                  </a:cubicBezTo>
                  <a:cubicBezTo>
                    <a:pt x="1247" y="83"/>
                    <a:pt x="1247" y="83"/>
                    <a:pt x="1247" y="83"/>
                  </a:cubicBezTo>
                  <a:cubicBezTo>
                    <a:pt x="1246" y="83"/>
                    <a:pt x="1246" y="83"/>
                    <a:pt x="1246" y="83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35" y="78"/>
                    <a:pt x="1229" y="76"/>
                    <a:pt x="1224" y="73"/>
                  </a:cubicBezTo>
                  <a:cubicBezTo>
                    <a:pt x="1224" y="73"/>
                    <a:pt x="1224" y="73"/>
                    <a:pt x="1224" y="73"/>
                  </a:cubicBezTo>
                  <a:cubicBezTo>
                    <a:pt x="1219" y="71"/>
                    <a:pt x="1219" y="71"/>
                    <a:pt x="1219" y="71"/>
                  </a:cubicBezTo>
                  <a:cubicBezTo>
                    <a:pt x="1218" y="71"/>
                    <a:pt x="1218" y="71"/>
                    <a:pt x="1218" y="71"/>
                  </a:cubicBezTo>
                  <a:cubicBezTo>
                    <a:pt x="1213" y="69"/>
                    <a:pt x="1213" y="69"/>
                    <a:pt x="1213" y="69"/>
                  </a:cubicBezTo>
                  <a:cubicBezTo>
                    <a:pt x="1212" y="68"/>
                    <a:pt x="1212" y="68"/>
                    <a:pt x="1212" y="68"/>
                  </a:cubicBezTo>
                  <a:cubicBezTo>
                    <a:pt x="1208" y="66"/>
                    <a:pt x="1208" y="66"/>
                    <a:pt x="1208" y="66"/>
                  </a:cubicBezTo>
                  <a:cubicBezTo>
                    <a:pt x="1207" y="66"/>
                    <a:pt x="1207" y="66"/>
                    <a:pt x="1207" y="66"/>
                  </a:cubicBezTo>
                  <a:cubicBezTo>
                    <a:pt x="1202" y="64"/>
                    <a:pt x="1202" y="64"/>
                    <a:pt x="1202" y="64"/>
                  </a:cubicBezTo>
                  <a:cubicBezTo>
                    <a:pt x="1201" y="64"/>
                    <a:pt x="1201" y="64"/>
                    <a:pt x="1201" y="64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86" y="58"/>
                    <a:pt x="1177" y="55"/>
                    <a:pt x="1167" y="51"/>
                  </a:cubicBezTo>
                  <a:cubicBezTo>
                    <a:pt x="1166" y="51"/>
                    <a:pt x="1166" y="51"/>
                    <a:pt x="1166" y="51"/>
                  </a:cubicBezTo>
                  <a:cubicBezTo>
                    <a:pt x="1162" y="49"/>
                    <a:pt x="1162" y="49"/>
                    <a:pt x="1162" y="49"/>
                  </a:cubicBezTo>
                  <a:cubicBezTo>
                    <a:pt x="1161" y="49"/>
                    <a:pt x="1161" y="49"/>
                    <a:pt x="1161" y="49"/>
                  </a:cubicBezTo>
                  <a:cubicBezTo>
                    <a:pt x="1156" y="47"/>
                    <a:pt x="1156" y="47"/>
                    <a:pt x="1156" y="47"/>
                  </a:cubicBezTo>
                  <a:cubicBezTo>
                    <a:pt x="1155" y="47"/>
                    <a:pt x="1155" y="47"/>
                    <a:pt x="1155" y="47"/>
                  </a:cubicBezTo>
                  <a:cubicBezTo>
                    <a:pt x="1150" y="45"/>
                    <a:pt x="1150" y="45"/>
                    <a:pt x="1150" y="45"/>
                  </a:cubicBezTo>
                  <a:cubicBezTo>
                    <a:pt x="1149" y="45"/>
                    <a:pt x="1149" y="45"/>
                    <a:pt x="1149" y="45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36" y="41"/>
                    <a:pt x="1128" y="38"/>
                    <a:pt x="1120" y="36"/>
                  </a:cubicBezTo>
                  <a:cubicBezTo>
                    <a:pt x="1120" y="36"/>
                    <a:pt x="1120" y="36"/>
                    <a:pt x="1120" y="36"/>
                  </a:cubicBezTo>
                  <a:cubicBezTo>
                    <a:pt x="1115" y="35"/>
                    <a:pt x="1115" y="35"/>
                    <a:pt x="1115" y="35"/>
                  </a:cubicBezTo>
                  <a:cubicBezTo>
                    <a:pt x="1114" y="34"/>
                    <a:pt x="1114" y="34"/>
                    <a:pt x="1114" y="34"/>
                  </a:cubicBezTo>
                  <a:cubicBezTo>
                    <a:pt x="1109" y="33"/>
                    <a:pt x="1109" y="33"/>
                    <a:pt x="1109" y="33"/>
                  </a:cubicBezTo>
                  <a:cubicBezTo>
                    <a:pt x="1108" y="33"/>
                    <a:pt x="1108" y="33"/>
                    <a:pt x="1108" y="33"/>
                  </a:cubicBezTo>
                  <a:cubicBezTo>
                    <a:pt x="1103" y="31"/>
                    <a:pt x="1103" y="31"/>
                    <a:pt x="1103" y="31"/>
                  </a:cubicBezTo>
                  <a:cubicBezTo>
                    <a:pt x="1102" y="31"/>
                    <a:pt x="1102" y="31"/>
                    <a:pt x="1102" y="31"/>
                  </a:cubicBezTo>
                  <a:cubicBezTo>
                    <a:pt x="1097" y="30"/>
                    <a:pt x="1097" y="30"/>
                    <a:pt x="1097" y="30"/>
                  </a:cubicBezTo>
                  <a:cubicBezTo>
                    <a:pt x="1096" y="29"/>
                    <a:pt x="1096" y="29"/>
                    <a:pt x="1096" y="29"/>
                  </a:cubicBezTo>
                  <a:cubicBezTo>
                    <a:pt x="1091" y="28"/>
                    <a:pt x="1091" y="28"/>
                    <a:pt x="1091" y="28"/>
                  </a:cubicBezTo>
                  <a:cubicBezTo>
                    <a:pt x="1090" y="28"/>
                    <a:pt x="1090" y="28"/>
                    <a:pt x="1090" y="28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79" y="25"/>
                    <a:pt x="1073" y="24"/>
                    <a:pt x="1067" y="22"/>
                  </a:cubicBezTo>
                  <a:cubicBezTo>
                    <a:pt x="1066" y="22"/>
                    <a:pt x="1066" y="22"/>
                    <a:pt x="1066" y="22"/>
                  </a:cubicBezTo>
                  <a:cubicBezTo>
                    <a:pt x="1061" y="21"/>
                    <a:pt x="1061" y="21"/>
                    <a:pt x="1061" y="21"/>
                  </a:cubicBezTo>
                  <a:cubicBezTo>
                    <a:pt x="1059" y="21"/>
                    <a:pt x="1059" y="21"/>
                    <a:pt x="1059" y="21"/>
                  </a:cubicBezTo>
                  <a:cubicBezTo>
                    <a:pt x="1055" y="20"/>
                    <a:pt x="1055" y="20"/>
                    <a:pt x="1055" y="20"/>
                  </a:cubicBezTo>
                  <a:cubicBezTo>
                    <a:pt x="1053" y="19"/>
                    <a:pt x="1053" y="19"/>
                    <a:pt x="1053" y="19"/>
                  </a:cubicBezTo>
                  <a:cubicBezTo>
                    <a:pt x="1049" y="19"/>
                    <a:pt x="1049" y="19"/>
                    <a:pt x="1049" y="19"/>
                  </a:cubicBezTo>
                  <a:cubicBezTo>
                    <a:pt x="1047" y="18"/>
                    <a:pt x="1047" y="18"/>
                    <a:pt x="1047" y="18"/>
                  </a:cubicBezTo>
                  <a:cubicBezTo>
                    <a:pt x="1043" y="17"/>
                    <a:pt x="1043" y="17"/>
                    <a:pt x="1043" y="17"/>
                  </a:cubicBezTo>
                  <a:cubicBezTo>
                    <a:pt x="1041" y="17"/>
                    <a:pt x="1041" y="17"/>
                    <a:pt x="1041" y="17"/>
                  </a:cubicBezTo>
                  <a:cubicBezTo>
                    <a:pt x="1037" y="16"/>
                    <a:pt x="1037" y="16"/>
                    <a:pt x="1037" y="16"/>
                  </a:cubicBezTo>
                  <a:cubicBezTo>
                    <a:pt x="1035" y="16"/>
                    <a:pt x="1035" y="16"/>
                    <a:pt x="1035" y="16"/>
                  </a:cubicBezTo>
                  <a:cubicBezTo>
                    <a:pt x="1031" y="15"/>
                    <a:pt x="1031" y="15"/>
                    <a:pt x="1031" y="15"/>
                  </a:cubicBezTo>
                  <a:cubicBezTo>
                    <a:pt x="1030" y="15"/>
                    <a:pt x="1030" y="15"/>
                    <a:pt x="1030" y="15"/>
                  </a:cubicBezTo>
                  <a:cubicBezTo>
                    <a:pt x="1024" y="14"/>
                    <a:pt x="1024" y="14"/>
                    <a:pt x="1024" y="14"/>
                  </a:cubicBezTo>
                  <a:cubicBezTo>
                    <a:pt x="1023" y="14"/>
                    <a:pt x="1023" y="14"/>
                    <a:pt x="1023" y="14"/>
                  </a:cubicBezTo>
                  <a:cubicBezTo>
                    <a:pt x="975" y="5"/>
                    <a:pt x="926" y="1"/>
                    <a:pt x="876" y="0"/>
                  </a:cubicBezTo>
                  <a:cubicBezTo>
                    <a:pt x="868" y="0"/>
                    <a:pt x="868" y="0"/>
                    <a:pt x="868" y="0"/>
                  </a:cubicBezTo>
                  <a:cubicBezTo>
                    <a:pt x="590" y="0"/>
                    <a:pt x="341" y="126"/>
                    <a:pt x="175" y="323"/>
                  </a:cubicBezTo>
                  <a:cubicBezTo>
                    <a:pt x="158" y="344"/>
                    <a:pt x="149" y="358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50" y="375"/>
                    <a:pt x="159" y="379"/>
                    <a:pt x="178" y="379"/>
                  </a:cubicBezTo>
                  <a:cubicBezTo>
                    <a:pt x="559" y="379"/>
                    <a:pt x="559" y="379"/>
                    <a:pt x="559" y="379"/>
                  </a:cubicBezTo>
                  <a:cubicBezTo>
                    <a:pt x="1261" y="379"/>
                    <a:pt x="1261" y="379"/>
                    <a:pt x="1261" y="379"/>
                  </a:cubicBezTo>
                  <a:cubicBezTo>
                    <a:pt x="1269" y="379"/>
                    <a:pt x="1278" y="382"/>
                    <a:pt x="1287" y="387"/>
                  </a:cubicBezTo>
                  <a:cubicBezTo>
                    <a:pt x="1294" y="391"/>
                    <a:pt x="1300" y="396"/>
                    <a:pt x="1304" y="402"/>
                  </a:cubicBezTo>
                  <a:cubicBezTo>
                    <a:pt x="1452" y="634"/>
                    <a:pt x="1452" y="634"/>
                    <a:pt x="1452" y="634"/>
                  </a:cubicBezTo>
                  <a:cubicBezTo>
                    <a:pt x="1455" y="638"/>
                    <a:pt x="1457" y="643"/>
                    <a:pt x="1459" y="648"/>
                  </a:cubicBezTo>
                  <a:cubicBezTo>
                    <a:pt x="1461" y="655"/>
                    <a:pt x="1461" y="655"/>
                    <a:pt x="1461" y="655"/>
                  </a:cubicBezTo>
                  <a:cubicBezTo>
                    <a:pt x="1461" y="656"/>
                    <a:pt x="1461" y="656"/>
                    <a:pt x="1461" y="656"/>
                  </a:cubicBezTo>
                  <a:cubicBezTo>
                    <a:pt x="1461" y="657"/>
                    <a:pt x="1461" y="657"/>
                    <a:pt x="1461" y="657"/>
                  </a:cubicBezTo>
                  <a:cubicBezTo>
                    <a:pt x="1463" y="664"/>
                    <a:pt x="1463" y="671"/>
                    <a:pt x="1463" y="677"/>
                  </a:cubicBezTo>
                  <a:cubicBezTo>
                    <a:pt x="1462" y="685"/>
                    <a:pt x="1462" y="685"/>
                    <a:pt x="1462" y="685"/>
                  </a:cubicBezTo>
                  <a:cubicBezTo>
                    <a:pt x="1372" y="1125"/>
                    <a:pt x="1372" y="1125"/>
                    <a:pt x="1372" y="1125"/>
                  </a:cubicBezTo>
                  <a:cubicBezTo>
                    <a:pt x="1322" y="1367"/>
                    <a:pt x="1322" y="1367"/>
                    <a:pt x="1322" y="1367"/>
                  </a:cubicBezTo>
                  <a:cubicBezTo>
                    <a:pt x="1319" y="1383"/>
                    <a:pt x="1304" y="1395"/>
                    <a:pt x="1289" y="1395"/>
                  </a:cubicBezTo>
                  <a:cubicBezTo>
                    <a:pt x="1046" y="1395"/>
                    <a:pt x="1046" y="1395"/>
                    <a:pt x="1046" y="1395"/>
                  </a:cubicBezTo>
                  <a:cubicBezTo>
                    <a:pt x="1030" y="1395"/>
                    <a:pt x="1011" y="1384"/>
                    <a:pt x="1002" y="1371"/>
                  </a:cubicBezTo>
                  <a:cubicBezTo>
                    <a:pt x="705" y="923"/>
                    <a:pt x="705" y="923"/>
                    <a:pt x="705" y="923"/>
                  </a:cubicBezTo>
                  <a:cubicBezTo>
                    <a:pt x="684" y="1030"/>
                    <a:pt x="684" y="1030"/>
                    <a:pt x="684" y="1030"/>
                  </a:cubicBezTo>
                  <a:cubicBezTo>
                    <a:pt x="615" y="1368"/>
                    <a:pt x="615" y="1368"/>
                    <a:pt x="615" y="1368"/>
                  </a:cubicBezTo>
                  <a:cubicBezTo>
                    <a:pt x="613" y="1380"/>
                    <a:pt x="602" y="1391"/>
                    <a:pt x="590" y="1394"/>
                  </a:cubicBezTo>
                  <a:cubicBezTo>
                    <a:pt x="590" y="1394"/>
                    <a:pt x="590" y="1394"/>
                    <a:pt x="590" y="1394"/>
                  </a:cubicBezTo>
                  <a:cubicBezTo>
                    <a:pt x="590" y="1395"/>
                    <a:pt x="590" y="1395"/>
                    <a:pt x="590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2" y="1396"/>
                    <a:pt x="582" y="1396"/>
                    <a:pt x="582" y="1396"/>
                  </a:cubicBezTo>
                  <a:cubicBezTo>
                    <a:pt x="581" y="1396"/>
                    <a:pt x="581" y="1396"/>
                    <a:pt x="581" y="1396"/>
                  </a:cubicBezTo>
                  <a:cubicBezTo>
                    <a:pt x="553" y="1396"/>
                    <a:pt x="553" y="1396"/>
                    <a:pt x="553" y="1396"/>
                  </a:cubicBezTo>
                  <a:cubicBezTo>
                    <a:pt x="403" y="1396"/>
                    <a:pt x="403" y="1396"/>
                    <a:pt x="403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1" y="1394"/>
                    <a:pt x="384" y="1389"/>
                    <a:pt x="382" y="1382"/>
                  </a:cubicBezTo>
                  <a:cubicBezTo>
                    <a:pt x="382" y="1382"/>
                    <a:pt x="382" y="1382"/>
                    <a:pt x="382" y="1382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1" y="1368"/>
                    <a:pt x="381" y="1368"/>
                    <a:pt x="381" y="1368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10" y="733"/>
                    <a:pt x="510" y="733"/>
                    <a:pt x="510" y="733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6" y="720"/>
                    <a:pt x="516" y="720"/>
                    <a:pt x="516" y="720"/>
                  </a:cubicBezTo>
                  <a:cubicBezTo>
                    <a:pt x="517" y="719"/>
                    <a:pt x="517" y="719"/>
                    <a:pt x="517" y="719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43" y="705"/>
                    <a:pt x="543" y="705"/>
                    <a:pt x="543" y="705"/>
                  </a:cubicBezTo>
                  <a:cubicBezTo>
                    <a:pt x="544" y="705"/>
                    <a:pt x="544" y="705"/>
                    <a:pt x="544" y="705"/>
                  </a:cubicBezTo>
                  <a:cubicBezTo>
                    <a:pt x="555" y="705"/>
                    <a:pt x="555" y="705"/>
                    <a:pt x="555" y="705"/>
                  </a:cubicBezTo>
                  <a:cubicBezTo>
                    <a:pt x="557" y="705"/>
                    <a:pt x="557" y="705"/>
                    <a:pt x="557" y="705"/>
                  </a:cubicBezTo>
                  <a:cubicBezTo>
                    <a:pt x="786" y="705"/>
                    <a:pt x="786" y="705"/>
                    <a:pt x="786" y="705"/>
                  </a:cubicBezTo>
                  <a:cubicBezTo>
                    <a:pt x="802" y="705"/>
                    <a:pt x="821" y="716"/>
                    <a:pt x="829" y="729"/>
                  </a:cubicBezTo>
                  <a:cubicBezTo>
                    <a:pt x="1127" y="1178"/>
                    <a:pt x="1127" y="1178"/>
                    <a:pt x="1127" y="1178"/>
                  </a:cubicBezTo>
                  <a:cubicBezTo>
                    <a:pt x="1244" y="590"/>
                    <a:pt x="1244" y="590"/>
                    <a:pt x="1244" y="590"/>
                  </a:cubicBezTo>
                  <a:cubicBezTo>
                    <a:pt x="557" y="590"/>
                    <a:pt x="557" y="590"/>
                    <a:pt x="557" y="590"/>
                  </a:cubicBezTo>
                  <a:cubicBezTo>
                    <a:pt x="555" y="590"/>
                    <a:pt x="555" y="590"/>
                    <a:pt x="555" y="590"/>
                  </a:cubicBezTo>
                  <a:cubicBezTo>
                    <a:pt x="475" y="590"/>
                    <a:pt x="475" y="590"/>
                    <a:pt x="475" y="590"/>
                  </a:cubicBezTo>
                  <a:cubicBezTo>
                    <a:pt x="435" y="590"/>
                    <a:pt x="395" y="593"/>
                    <a:pt x="357" y="600"/>
                  </a:cubicBezTo>
                  <a:cubicBezTo>
                    <a:pt x="162" y="632"/>
                    <a:pt x="0" y="756"/>
                    <a:pt x="0" y="1037"/>
                  </a:cubicBezTo>
                  <a:cubicBezTo>
                    <a:pt x="0" y="1321"/>
                    <a:pt x="239" y="1662"/>
                    <a:pt x="616" y="1772"/>
                  </a:cubicBezTo>
                  <a:cubicBezTo>
                    <a:pt x="694" y="1794"/>
                    <a:pt x="779" y="1807"/>
                    <a:pt x="868" y="1807"/>
                  </a:cubicBezTo>
                  <a:cubicBezTo>
                    <a:pt x="873" y="1807"/>
                    <a:pt x="873" y="1807"/>
                    <a:pt x="873" y="1807"/>
                  </a:cubicBezTo>
                  <a:cubicBezTo>
                    <a:pt x="1020" y="1806"/>
                    <a:pt x="1158" y="1770"/>
                    <a:pt x="1280" y="1707"/>
                  </a:cubicBezTo>
                  <a:cubicBezTo>
                    <a:pt x="1285" y="1705"/>
                    <a:pt x="1285" y="1705"/>
                    <a:pt x="1285" y="1705"/>
                  </a:cubicBezTo>
                  <a:cubicBezTo>
                    <a:pt x="1286" y="1704"/>
                    <a:pt x="1286" y="1704"/>
                    <a:pt x="1286" y="1704"/>
                  </a:cubicBezTo>
                  <a:cubicBezTo>
                    <a:pt x="1291" y="1702"/>
                    <a:pt x="1291" y="1702"/>
                    <a:pt x="1291" y="1702"/>
                  </a:cubicBezTo>
                  <a:cubicBezTo>
                    <a:pt x="1292" y="1701"/>
                    <a:pt x="1292" y="1701"/>
                    <a:pt x="1292" y="1701"/>
                  </a:cubicBezTo>
                  <a:cubicBezTo>
                    <a:pt x="1295" y="1699"/>
                    <a:pt x="1295" y="1699"/>
                    <a:pt x="1295" y="1699"/>
                  </a:cubicBezTo>
                  <a:cubicBezTo>
                    <a:pt x="1297" y="1698"/>
                    <a:pt x="1297" y="1698"/>
                    <a:pt x="1297" y="1698"/>
                  </a:cubicBezTo>
                  <a:cubicBezTo>
                    <a:pt x="1301" y="1696"/>
                    <a:pt x="1301" y="1696"/>
                    <a:pt x="1301" y="1696"/>
                  </a:cubicBezTo>
                  <a:cubicBezTo>
                    <a:pt x="1302" y="1695"/>
                    <a:pt x="1302" y="1695"/>
                    <a:pt x="1302" y="1695"/>
                  </a:cubicBezTo>
                  <a:cubicBezTo>
                    <a:pt x="1306" y="1693"/>
                    <a:pt x="1306" y="1693"/>
                    <a:pt x="1306" y="1693"/>
                  </a:cubicBezTo>
                  <a:cubicBezTo>
                    <a:pt x="1307" y="1693"/>
                    <a:pt x="1307" y="1693"/>
                    <a:pt x="1307" y="1693"/>
                  </a:cubicBezTo>
                  <a:cubicBezTo>
                    <a:pt x="1311" y="1690"/>
                    <a:pt x="1311" y="1690"/>
                    <a:pt x="1311" y="1690"/>
                  </a:cubicBezTo>
                  <a:cubicBezTo>
                    <a:pt x="1313" y="1689"/>
                    <a:pt x="1313" y="1689"/>
                    <a:pt x="1313" y="1689"/>
                  </a:cubicBezTo>
                  <a:cubicBezTo>
                    <a:pt x="1317" y="1687"/>
                    <a:pt x="1317" y="1687"/>
                    <a:pt x="1317" y="1687"/>
                  </a:cubicBezTo>
                  <a:cubicBezTo>
                    <a:pt x="1318" y="1687"/>
                    <a:pt x="1318" y="1687"/>
                    <a:pt x="1318" y="1687"/>
                  </a:cubicBezTo>
                  <a:cubicBezTo>
                    <a:pt x="1322" y="1684"/>
                    <a:pt x="1322" y="1684"/>
                    <a:pt x="1322" y="1684"/>
                  </a:cubicBezTo>
                  <a:cubicBezTo>
                    <a:pt x="1323" y="1684"/>
                    <a:pt x="1323" y="1684"/>
                    <a:pt x="1323" y="1684"/>
                  </a:cubicBezTo>
                  <a:cubicBezTo>
                    <a:pt x="1327" y="1681"/>
                    <a:pt x="1327" y="1681"/>
                    <a:pt x="1327" y="1681"/>
                  </a:cubicBezTo>
                  <a:cubicBezTo>
                    <a:pt x="1329" y="1680"/>
                    <a:pt x="1329" y="1680"/>
                    <a:pt x="1329" y="1680"/>
                  </a:cubicBezTo>
                  <a:cubicBezTo>
                    <a:pt x="1332" y="1678"/>
                    <a:pt x="1332" y="1678"/>
                    <a:pt x="1332" y="1678"/>
                  </a:cubicBezTo>
                  <a:cubicBezTo>
                    <a:pt x="1333" y="1677"/>
                    <a:pt x="1333" y="1677"/>
                    <a:pt x="1333" y="1677"/>
                  </a:cubicBezTo>
                  <a:cubicBezTo>
                    <a:pt x="1338" y="1675"/>
                    <a:pt x="1338" y="1675"/>
                    <a:pt x="1338" y="1675"/>
                  </a:cubicBezTo>
                  <a:cubicBezTo>
                    <a:pt x="1339" y="1674"/>
                    <a:pt x="1339" y="1674"/>
                    <a:pt x="1339" y="1674"/>
                  </a:cubicBezTo>
                  <a:cubicBezTo>
                    <a:pt x="1343" y="1672"/>
                    <a:pt x="1343" y="1672"/>
                    <a:pt x="1343" y="1672"/>
                  </a:cubicBezTo>
                  <a:cubicBezTo>
                    <a:pt x="1343" y="1671"/>
                    <a:pt x="1343" y="1671"/>
                    <a:pt x="1343" y="1671"/>
                  </a:cubicBezTo>
                  <a:cubicBezTo>
                    <a:pt x="1348" y="1669"/>
                    <a:pt x="1348" y="1669"/>
                    <a:pt x="1348" y="1669"/>
                  </a:cubicBezTo>
                  <a:cubicBezTo>
                    <a:pt x="1349" y="1668"/>
                    <a:pt x="1349" y="1668"/>
                    <a:pt x="1349" y="1668"/>
                  </a:cubicBezTo>
                  <a:cubicBezTo>
                    <a:pt x="1353" y="1665"/>
                    <a:pt x="1353" y="1665"/>
                    <a:pt x="1353" y="1665"/>
                  </a:cubicBezTo>
                  <a:cubicBezTo>
                    <a:pt x="1354" y="1665"/>
                    <a:pt x="1354" y="1665"/>
                    <a:pt x="1354" y="1665"/>
                  </a:cubicBezTo>
                  <a:cubicBezTo>
                    <a:pt x="1358" y="1662"/>
                    <a:pt x="1358" y="1662"/>
                    <a:pt x="1358" y="1662"/>
                  </a:cubicBezTo>
                  <a:cubicBezTo>
                    <a:pt x="1359" y="1661"/>
                    <a:pt x="1359" y="1661"/>
                    <a:pt x="1359" y="1661"/>
                  </a:cubicBezTo>
                  <a:cubicBezTo>
                    <a:pt x="1363" y="1659"/>
                    <a:pt x="1363" y="1659"/>
                    <a:pt x="1363" y="1659"/>
                  </a:cubicBezTo>
                  <a:cubicBezTo>
                    <a:pt x="1364" y="1658"/>
                    <a:pt x="1364" y="1658"/>
                    <a:pt x="1364" y="1658"/>
                  </a:cubicBezTo>
                  <a:cubicBezTo>
                    <a:pt x="1368" y="1655"/>
                    <a:pt x="1368" y="1655"/>
                    <a:pt x="1368" y="1655"/>
                  </a:cubicBezTo>
                  <a:cubicBezTo>
                    <a:pt x="1369" y="1655"/>
                    <a:pt x="1369" y="1655"/>
                    <a:pt x="1369" y="1655"/>
                  </a:cubicBezTo>
                  <a:cubicBezTo>
                    <a:pt x="1373" y="1652"/>
                    <a:pt x="1373" y="1652"/>
                    <a:pt x="1373" y="1652"/>
                  </a:cubicBezTo>
                  <a:cubicBezTo>
                    <a:pt x="1374" y="1651"/>
                    <a:pt x="1374" y="1651"/>
                    <a:pt x="1374" y="1651"/>
                  </a:cubicBezTo>
                  <a:cubicBezTo>
                    <a:pt x="1378" y="1648"/>
                    <a:pt x="1378" y="1648"/>
                    <a:pt x="1378" y="1648"/>
                  </a:cubicBezTo>
                  <a:cubicBezTo>
                    <a:pt x="1379" y="1648"/>
                    <a:pt x="1379" y="1648"/>
                    <a:pt x="1379" y="1648"/>
                  </a:cubicBezTo>
                  <a:cubicBezTo>
                    <a:pt x="1383" y="1645"/>
                    <a:pt x="1383" y="1645"/>
                    <a:pt x="1383" y="1645"/>
                  </a:cubicBezTo>
                  <a:cubicBezTo>
                    <a:pt x="1384" y="1645"/>
                    <a:pt x="1384" y="1645"/>
                    <a:pt x="1384" y="1645"/>
                  </a:cubicBezTo>
                  <a:cubicBezTo>
                    <a:pt x="1388" y="1642"/>
                    <a:pt x="1388" y="1642"/>
                    <a:pt x="1388" y="1642"/>
                  </a:cubicBezTo>
                  <a:cubicBezTo>
                    <a:pt x="1389" y="1641"/>
                    <a:pt x="1389" y="1641"/>
                    <a:pt x="1389" y="1641"/>
                  </a:cubicBezTo>
                  <a:cubicBezTo>
                    <a:pt x="1393" y="1638"/>
                    <a:pt x="1393" y="1638"/>
                    <a:pt x="1393" y="1638"/>
                  </a:cubicBezTo>
                  <a:cubicBezTo>
                    <a:pt x="1394" y="1638"/>
                    <a:pt x="1394" y="1638"/>
                    <a:pt x="1394" y="1638"/>
                  </a:cubicBezTo>
                  <a:cubicBezTo>
                    <a:pt x="1398" y="1635"/>
                    <a:pt x="1398" y="1635"/>
                    <a:pt x="1398" y="1635"/>
                  </a:cubicBezTo>
                  <a:cubicBezTo>
                    <a:pt x="1399" y="1634"/>
                    <a:pt x="1399" y="1634"/>
                    <a:pt x="1399" y="1634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8" y="1628"/>
                    <a:pt x="1408" y="1628"/>
                    <a:pt x="1408" y="1628"/>
                  </a:cubicBezTo>
                  <a:cubicBezTo>
                    <a:pt x="1408" y="1627"/>
                    <a:pt x="1408" y="1627"/>
                    <a:pt x="1408" y="1627"/>
                  </a:cubicBezTo>
                  <a:cubicBezTo>
                    <a:pt x="1417" y="1620"/>
                    <a:pt x="1417" y="1620"/>
                    <a:pt x="1417" y="1620"/>
                  </a:cubicBezTo>
                  <a:cubicBezTo>
                    <a:pt x="1418" y="1620"/>
                    <a:pt x="1418" y="1620"/>
                    <a:pt x="1418" y="1620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74" y="1573"/>
                    <a:pt x="1485" y="1563"/>
                    <a:pt x="1495" y="1554"/>
                  </a:cubicBezTo>
                  <a:cubicBezTo>
                    <a:pt x="1495" y="1553"/>
                    <a:pt x="1495" y="1553"/>
                    <a:pt x="1495" y="1553"/>
                  </a:cubicBezTo>
                  <a:cubicBezTo>
                    <a:pt x="1503" y="1545"/>
                    <a:pt x="1503" y="1545"/>
                    <a:pt x="1503" y="1545"/>
                  </a:cubicBezTo>
                  <a:cubicBezTo>
                    <a:pt x="1504" y="1545"/>
                    <a:pt x="1504" y="1545"/>
                    <a:pt x="1504" y="1545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12" y="1537"/>
                    <a:pt x="1512" y="1537"/>
                    <a:pt x="1512" y="1537"/>
                  </a:cubicBezTo>
                  <a:cubicBezTo>
                    <a:pt x="1512" y="1536"/>
                    <a:pt x="1512" y="1536"/>
                    <a:pt x="1512" y="1536"/>
                  </a:cubicBezTo>
                  <a:cubicBezTo>
                    <a:pt x="1516" y="1533"/>
                    <a:pt x="1516" y="1533"/>
                    <a:pt x="1516" y="1533"/>
                  </a:cubicBezTo>
                  <a:cubicBezTo>
                    <a:pt x="1516" y="1532"/>
                    <a:pt x="1516" y="1532"/>
                    <a:pt x="1516" y="1532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4" y="1524"/>
                    <a:pt x="1524" y="1524"/>
                    <a:pt x="1524" y="1524"/>
                  </a:cubicBezTo>
                  <a:cubicBezTo>
                    <a:pt x="1525" y="1523"/>
                    <a:pt x="1525" y="1523"/>
                    <a:pt x="1525" y="1523"/>
                  </a:cubicBezTo>
                  <a:cubicBezTo>
                    <a:pt x="1528" y="1519"/>
                    <a:pt x="1528" y="1519"/>
                    <a:pt x="1528" y="1519"/>
                  </a:cubicBezTo>
                  <a:cubicBezTo>
                    <a:pt x="1529" y="1519"/>
                    <a:pt x="1529" y="1519"/>
                    <a:pt x="1529" y="1519"/>
                  </a:cubicBezTo>
                  <a:cubicBezTo>
                    <a:pt x="1532" y="1516"/>
                    <a:pt x="1532" y="1516"/>
                    <a:pt x="1532" y="1516"/>
                  </a:cubicBezTo>
                  <a:cubicBezTo>
                    <a:pt x="1533" y="1514"/>
                    <a:pt x="1533" y="1514"/>
                    <a:pt x="1533" y="1514"/>
                  </a:cubicBezTo>
                  <a:cubicBezTo>
                    <a:pt x="1536" y="1511"/>
                    <a:pt x="1536" y="1511"/>
                    <a:pt x="1536" y="1511"/>
                  </a:cubicBezTo>
                  <a:cubicBezTo>
                    <a:pt x="1538" y="1509"/>
                    <a:pt x="1538" y="1509"/>
                    <a:pt x="1538" y="1509"/>
                  </a:cubicBezTo>
                  <a:cubicBezTo>
                    <a:pt x="1539" y="1507"/>
                    <a:pt x="1539" y="1507"/>
                    <a:pt x="1539" y="1507"/>
                  </a:cubicBezTo>
                  <a:cubicBezTo>
                    <a:pt x="1543" y="1504"/>
                    <a:pt x="1543" y="1504"/>
                    <a:pt x="1543" y="1504"/>
                  </a:cubicBezTo>
                  <a:cubicBezTo>
                    <a:pt x="1544" y="1502"/>
                    <a:pt x="1544" y="1502"/>
                    <a:pt x="1544" y="1502"/>
                  </a:cubicBezTo>
                  <a:cubicBezTo>
                    <a:pt x="1546" y="1500"/>
                    <a:pt x="1546" y="1500"/>
                    <a:pt x="1546" y="1500"/>
                  </a:cubicBezTo>
                  <a:cubicBezTo>
                    <a:pt x="1547" y="1499"/>
                    <a:pt x="1547" y="1499"/>
                    <a:pt x="1547" y="1499"/>
                  </a:cubicBezTo>
                  <a:cubicBezTo>
                    <a:pt x="1655" y="1376"/>
                    <a:pt x="1730" y="1224"/>
                    <a:pt x="1758" y="1056"/>
                  </a:cubicBezTo>
                  <a:cubicBezTo>
                    <a:pt x="1758" y="1056"/>
                    <a:pt x="1758" y="1056"/>
                    <a:pt x="1758" y="1056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1" y="1037"/>
                    <a:pt x="1761" y="1037"/>
                    <a:pt x="1761" y="1037"/>
                  </a:cubicBezTo>
                  <a:cubicBezTo>
                    <a:pt x="1761" y="1036"/>
                    <a:pt x="1761" y="1036"/>
                    <a:pt x="1761" y="1036"/>
                  </a:cubicBezTo>
                  <a:cubicBezTo>
                    <a:pt x="1762" y="1033"/>
                    <a:pt x="1762" y="1033"/>
                    <a:pt x="1762" y="1033"/>
                  </a:cubicBezTo>
                  <a:cubicBezTo>
                    <a:pt x="1762" y="1032"/>
                    <a:pt x="1762" y="1032"/>
                    <a:pt x="1762" y="1032"/>
                  </a:cubicBezTo>
                  <a:cubicBezTo>
                    <a:pt x="1762" y="1029"/>
                    <a:pt x="1762" y="1029"/>
                    <a:pt x="1762" y="1029"/>
                  </a:cubicBezTo>
                  <a:cubicBezTo>
                    <a:pt x="1763" y="1028"/>
                    <a:pt x="1763" y="1028"/>
                    <a:pt x="1763" y="1028"/>
                  </a:cubicBezTo>
                  <a:cubicBezTo>
                    <a:pt x="1763" y="1025"/>
                    <a:pt x="1763" y="1025"/>
                    <a:pt x="1763" y="1025"/>
                  </a:cubicBezTo>
                  <a:cubicBezTo>
                    <a:pt x="1763" y="1024"/>
                    <a:pt x="1763" y="1024"/>
                    <a:pt x="1763" y="1024"/>
                  </a:cubicBezTo>
                  <a:cubicBezTo>
                    <a:pt x="1764" y="1014"/>
                    <a:pt x="1764" y="1014"/>
                    <a:pt x="1764" y="1014"/>
                  </a:cubicBezTo>
                  <a:cubicBezTo>
                    <a:pt x="1765" y="1012"/>
                    <a:pt x="1765" y="1012"/>
                    <a:pt x="1765" y="1012"/>
                  </a:cubicBezTo>
                  <a:cubicBezTo>
                    <a:pt x="1765" y="1010"/>
                    <a:pt x="1765" y="1010"/>
                    <a:pt x="1765" y="1010"/>
                  </a:cubicBezTo>
                  <a:cubicBezTo>
                    <a:pt x="1765" y="1008"/>
                    <a:pt x="1765" y="1008"/>
                    <a:pt x="1765" y="1008"/>
                  </a:cubicBezTo>
                  <a:cubicBezTo>
                    <a:pt x="1765" y="1005"/>
                    <a:pt x="1765" y="1005"/>
                    <a:pt x="1765" y="1005"/>
                  </a:cubicBezTo>
                  <a:cubicBezTo>
                    <a:pt x="1766" y="1004"/>
                    <a:pt x="1766" y="1004"/>
                    <a:pt x="1766" y="1004"/>
                  </a:cubicBezTo>
                  <a:cubicBezTo>
                    <a:pt x="1766" y="1001"/>
                    <a:pt x="1766" y="1001"/>
                    <a:pt x="1766" y="1001"/>
                  </a:cubicBezTo>
                  <a:cubicBezTo>
                    <a:pt x="1766" y="999"/>
                    <a:pt x="1766" y="999"/>
                    <a:pt x="1766" y="999"/>
                  </a:cubicBezTo>
                  <a:cubicBezTo>
                    <a:pt x="1767" y="994"/>
                    <a:pt x="1767" y="994"/>
                    <a:pt x="1767" y="994"/>
                  </a:cubicBezTo>
                  <a:cubicBezTo>
                    <a:pt x="1767" y="993"/>
                    <a:pt x="1767" y="993"/>
                    <a:pt x="1767" y="993"/>
                  </a:cubicBezTo>
                  <a:cubicBezTo>
                    <a:pt x="1767" y="990"/>
                    <a:pt x="1767" y="990"/>
                    <a:pt x="1767" y="990"/>
                  </a:cubicBezTo>
                  <a:cubicBezTo>
                    <a:pt x="1767" y="988"/>
                    <a:pt x="1767" y="988"/>
                    <a:pt x="1767" y="988"/>
                  </a:cubicBezTo>
                  <a:cubicBezTo>
                    <a:pt x="1767" y="986"/>
                    <a:pt x="1767" y="986"/>
                    <a:pt x="1767" y="986"/>
                  </a:cubicBezTo>
                  <a:cubicBezTo>
                    <a:pt x="1768" y="984"/>
                    <a:pt x="1768" y="984"/>
                    <a:pt x="1768" y="984"/>
                  </a:cubicBezTo>
                  <a:cubicBezTo>
                    <a:pt x="1768" y="981"/>
                    <a:pt x="1768" y="981"/>
                    <a:pt x="1768" y="981"/>
                  </a:cubicBezTo>
                  <a:cubicBezTo>
                    <a:pt x="1768" y="979"/>
                    <a:pt x="1768" y="979"/>
                    <a:pt x="1768" y="979"/>
                  </a:cubicBezTo>
                  <a:cubicBezTo>
                    <a:pt x="1768" y="977"/>
                    <a:pt x="1768" y="977"/>
                    <a:pt x="1768" y="977"/>
                  </a:cubicBezTo>
                  <a:cubicBezTo>
                    <a:pt x="1768" y="974"/>
                    <a:pt x="1768" y="974"/>
                    <a:pt x="1768" y="974"/>
                  </a:cubicBezTo>
                  <a:cubicBezTo>
                    <a:pt x="1769" y="971"/>
                    <a:pt x="1769" y="971"/>
                    <a:pt x="1769" y="971"/>
                  </a:cubicBezTo>
                  <a:cubicBezTo>
                    <a:pt x="1769" y="968"/>
                    <a:pt x="1769" y="968"/>
                    <a:pt x="1769" y="968"/>
                  </a:cubicBezTo>
                  <a:cubicBezTo>
                    <a:pt x="1769" y="966"/>
                    <a:pt x="1769" y="966"/>
                    <a:pt x="1769" y="966"/>
                  </a:cubicBezTo>
                  <a:cubicBezTo>
                    <a:pt x="1769" y="964"/>
                    <a:pt x="1769" y="964"/>
                    <a:pt x="1769" y="964"/>
                  </a:cubicBezTo>
                  <a:cubicBezTo>
                    <a:pt x="1769" y="962"/>
                    <a:pt x="1769" y="962"/>
                    <a:pt x="1769" y="962"/>
                  </a:cubicBezTo>
                  <a:cubicBezTo>
                    <a:pt x="1769" y="959"/>
                    <a:pt x="1769" y="959"/>
                    <a:pt x="1769" y="959"/>
                  </a:cubicBezTo>
                  <a:cubicBezTo>
                    <a:pt x="1769" y="957"/>
                    <a:pt x="1769" y="957"/>
                    <a:pt x="1769" y="957"/>
                  </a:cubicBezTo>
                  <a:cubicBezTo>
                    <a:pt x="1770" y="954"/>
                    <a:pt x="1770" y="954"/>
                    <a:pt x="1770" y="954"/>
                  </a:cubicBezTo>
                  <a:cubicBezTo>
                    <a:pt x="1770" y="953"/>
                    <a:pt x="1770" y="953"/>
                    <a:pt x="1770" y="953"/>
                  </a:cubicBezTo>
                  <a:cubicBezTo>
                    <a:pt x="1770" y="948"/>
                    <a:pt x="1770" y="948"/>
                    <a:pt x="1770" y="948"/>
                  </a:cubicBezTo>
                  <a:cubicBezTo>
                    <a:pt x="1770" y="947"/>
                    <a:pt x="1770" y="947"/>
                    <a:pt x="1770" y="947"/>
                  </a:cubicBezTo>
                  <a:cubicBezTo>
                    <a:pt x="1770" y="944"/>
                    <a:pt x="1770" y="944"/>
                    <a:pt x="1770" y="944"/>
                  </a:cubicBezTo>
                  <a:cubicBezTo>
                    <a:pt x="1770" y="942"/>
                    <a:pt x="1770" y="942"/>
                    <a:pt x="1770" y="942"/>
                  </a:cubicBezTo>
                  <a:cubicBezTo>
                    <a:pt x="1770" y="939"/>
                    <a:pt x="1770" y="939"/>
                    <a:pt x="1770" y="939"/>
                  </a:cubicBezTo>
                  <a:cubicBezTo>
                    <a:pt x="1771" y="937"/>
                    <a:pt x="1771" y="937"/>
                    <a:pt x="1771" y="937"/>
                  </a:cubicBezTo>
                  <a:cubicBezTo>
                    <a:pt x="1771" y="934"/>
                    <a:pt x="1771" y="934"/>
                    <a:pt x="1771" y="934"/>
                  </a:cubicBezTo>
                  <a:cubicBezTo>
                    <a:pt x="1771" y="933"/>
                    <a:pt x="1771" y="933"/>
                    <a:pt x="1771" y="933"/>
                  </a:cubicBezTo>
                  <a:cubicBezTo>
                    <a:pt x="1771" y="929"/>
                    <a:pt x="1771" y="929"/>
                    <a:pt x="1771" y="929"/>
                  </a:cubicBezTo>
                  <a:cubicBezTo>
                    <a:pt x="1771" y="928"/>
                    <a:pt x="1771" y="928"/>
                    <a:pt x="1771" y="928"/>
                  </a:cubicBezTo>
                  <a:cubicBezTo>
                    <a:pt x="1771" y="924"/>
                    <a:pt x="1771" y="924"/>
                    <a:pt x="1771" y="924"/>
                  </a:cubicBezTo>
                  <a:cubicBezTo>
                    <a:pt x="1771" y="922"/>
                    <a:pt x="1771" y="922"/>
                    <a:pt x="1771" y="922"/>
                  </a:cubicBezTo>
                  <a:cubicBezTo>
                    <a:pt x="1771" y="919"/>
                    <a:pt x="1771" y="919"/>
                    <a:pt x="1771" y="919"/>
                  </a:cubicBezTo>
                  <a:cubicBezTo>
                    <a:pt x="1771" y="917"/>
                    <a:pt x="1771" y="917"/>
                    <a:pt x="1771" y="917"/>
                  </a:cubicBezTo>
                  <a:cubicBezTo>
                    <a:pt x="1771" y="914"/>
                    <a:pt x="1771" y="914"/>
                    <a:pt x="1771" y="914"/>
                  </a:cubicBezTo>
                  <a:cubicBezTo>
                    <a:pt x="1771" y="913"/>
                    <a:pt x="1771" y="913"/>
                    <a:pt x="1771" y="913"/>
                  </a:cubicBezTo>
                  <a:cubicBezTo>
                    <a:pt x="1771" y="910"/>
                    <a:pt x="1771" y="910"/>
                    <a:pt x="1771" y="910"/>
                  </a:cubicBezTo>
                  <a:cubicBezTo>
                    <a:pt x="1771" y="908"/>
                    <a:pt x="1771" y="908"/>
                    <a:pt x="1771" y="908"/>
                  </a:cubicBezTo>
                  <a:cubicBezTo>
                    <a:pt x="1771" y="898"/>
                    <a:pt x="1771" y="898"/>
                    <a:pt x="1771" y="898"/>
                  </a:cubicBezTo>
                  <a:cubicBezTo>
                    <a:pt x="1771" y="897"/>
                    <a:pt x="1771" y="897"/>
                    <a:pt x="1771" y="897"/>
                  </a:cubicBezTo>
                  <a:lnTo>
                    <a:pt x="1771" y="893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 sz="1350" dirty="0"/>
            </a:p>
          </p:txBody>
        </p:sp>
        <p:grpSp>
          <p:nvGrpSpPr>
            <p:cNvPr id="30" name="Groep 29"/>
            <p:cNvGrpSpPr>
              <a:grpSpLocks noSelect="1"/>
            </p:cNvGrpSpPr>
            <p:nvPr userDrawn="1"/>
          </p:nvGrpSpPr>
          <p:grpSpPr bwMode="gray">
            <a:xfrm>
              <a:off x="0" y="0"/>
              <a:ext cx="561975" cy="572770"/>
              <a:chOff x="902335" y="290830"/>
              <a:chExt cx="561975" cy="572770"/>
            </a:xfrm>
          </p:grpSpPr>
          <p:sp>
            <p:nvSpPr>
              <p:cNvPr id="31" name="Freeform 5"/>
              <p:cNvSpPr>
                <a:spLocks noSelect="1"/>
              </p:cNvSpPr>
              <p:nvPr userDrawn="1"/>
            </p:nvSpPr>
            <p:spPr bwMode="gray">
              <a:xfrm>
                <a:off x="984250" y="534035"/>
                <a:ext cx="77470" cy="199390"/>
              </a:xfrm>
              <a:custGeom>
                <a:avLst/>
                <a:gdLst>
                  <a:gd name="T0" fmla="*/ 155 w 244"/>
                  <a:gd name="T1" fmla="*/ 0 h 629"/>
                  <a:gd name="T2" fmla="*/ 120 w 244"/>
                  <a:gd name="T3" fmla="*/ 28 h 629"/>
                  <a:gd name="T4" fmla="*/ 0 w 244"/>
                  <a:gd name="T5" fmla="*/ 601 h 629"/>
                  <a:gd name="T6" fmla="*/ 0 w 244"/>
                  <a:gd name="T7" fmla="*/ 606 h 629"/>
                  <a:gd name="T8" fmla="*/ 0 w 244"/>
                  <a:gd name="T9" fmla="*/ 607 h 629"/>
                  <a:gd name="T10" fmla="*/ 23 w 244"/>
                  <a:gd name="T11" fmla="*/ 629 h 629"/>
                  <a:gd name="T12" fmla="*/ 145 w 244"/>
                  <a:gd name="T13" fmla="*/ 629 h 629"/>
                  <a:gd name="T14" fmla="*/ 144 w 244"/>
                  <a:gd name="T15" fmla="*/ 629 h 629"/>
                  <a:gd name="T16" fmla="*/ 144 w 244"/>
                  <a:gd name="T17" fmla="*/ 629 h 629"/>
                  <a:gd name="T18" fmla="*/ 143 w 244"/>
                  <a:gd name="T19" fmla="*/ 629 h 629"/>
                  <a:gd name="T20" fmla="*/ 143 w 244"/>
                  <a:gd name="T21" fmla="*/ 629 h 629"/>
                  <a:gd name="T22" fmla="*/ 143 w 244"/>
                  <a:gd name="T23" fmla="*/ 629 h 629"/>
                  <a:gd name="T24" fmla="*/ 142 w 244"/>
                  <a:gd name="T25" fmla="*/ 629 h 629"/>
                  <a:gd name="T26" fmla="*/ 142 w 244"/>
                  <a:gd name="T27" fmla="*/ 629 h 629"/>
                  <a:gd name="T28" fmla="*/ 142 w 244"/>
                  <a:gd name="T29" fmla="*/ 629 h 629"/>
                  <a:gd name="T30" fmla="*/ 141 w 244"/>
                  <a:gd name="T31" fmla="*/ 629 h 629"/>
                  <a:gd name="T32" fmla="*/ 141 w 244"/>
                  <a:gd name="T33" fmla="*/ 629 h 629"/>
                  <a:gd name="T34" fmla="*/ 141 w 244"/>
                  <a:gd name="T35" fmla="*/ 629 h 629"/>
                  <a:gd name="T36" fmla="*/ 141 w 244"/>
                  <a:gd name="T37" fmla="*/ 629 h 629"/>
                  <a:gd name="T38" fmla="*/ 123 w 244"/>
                  <a:gd name="T39" fmla="*/ 615 h 629"/>
                  <a:gd name="T40" fmla="*/ 123 w 244"/>
                  <a:gd name="T41" fmla="*/ 615 h 629"/>
                  <a:gd name="T42" fmla="*/ 123 w 244"/>
                  <a:gd name="T43" fmla="*/ 614 h 629"/>
                  <a:gd name="T44" fmla="*/ 123 w 244"/>
                  <a:gd name="T45" fmla="*/ 614 h 629"/>
                  <a:gd name="T46" fmla="*/ 122 w 244"/>
                  <a:gd name="T47" fmla="*/ 613 h 629"/>
                  <a:gd name="T48" fmla="*/ 122 w 244"/>
                  <a:gd name="T49" fmla="*/ 613 h 629"/>
                  <a:gd name="T50" fmla="*/ 122 w 244"/>
                  <a:gd name="T51" fmla="*/ 613 h 629"/>
                  <a:gd name="T52" fmla="*/ 122 w 244"/>
                  <a:gd name="T53" fmla="*/ 612 h 629"/>
                  <a:gd name="T54" fmla="*/ 122 w 244"/>
                  <a:gd name="T55" fmla="*/ 612 h 629"/>
                  <a:gd name="T56" fmla="*/ 122 w 244"/>
                  <a:gd name="T57" fmla="*/ 612 h 629"/>
                  <a:gd name="T58" fmla="*/ 122 w 244"/>
                  <a:gd name="T59" fmla="*/ 612 h 629"/>
                  <a:gd name="T60" fmla="*/ 122 w 244"/>
                  <a:gd name="T61" fmla="*/ 605 h 629"/>
                  <a:gd name="T62" fmla="*/ 122 w 244"/>
                  <a:gd name="T63" fmla="*/ 605 h 629"/>
                  <a:gd name="T64" fmla="*/ 122 w 244"/>
                  <a:gd name="T65" fmla="*/ 605 h 629"/>
                  <a:gd name="T66" fmla="*/ 122 w 244"/>
                  <a:gd name="T67" fmla="*/ 602 h 629"/>
                  <a:gd name="T68" fmla="*/ 244 w 244"/>
                  <a:gd name="T69" fmla="*/ 0 h 629"/>
                  <a:gd name="T70" fmla="*/ 155 w 244"/>
                  <a:gd name="T71" fmla="*/ 0 h 6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4" h="629">
                    <a:moveTo>
                      <a:pt x="155" y="0"/>
                    </a:moveTo>
                    <a:cubicBezTo>
                      <a:pt x="139" y="0"/>
                      <a:pt x="123" y="13"/>
                      <a:pt x="120" y="28"/>
                    </a:cubicBezTo>
                    <a:cubicBezTo>
                      <a:pt x="0" y="601"/>
                      <a:pt x="0" y="601"/>
                      <a:pt x="0" y="601"/>
                    </a:cubicBezTo>
                    <a:cubicBezTo>
                      <a:pt x="0" y="606"/>
                      <a:pt x="0" y="606"/>
                      <a:pt x="0" y="606"/>
                    </a:cubicBezTo>
                    <a:cubicBezTo>
                      <a:pt x="0" y="607"/>
                      <a:pt x="0" y="607"/>
                      <a:pt x="0" y="607"/>
                    </a:cubicBezTo>
                    <a:cubicBezTo>
                      <a:pt x="0" y="620"/>
                      <a:pt x="10" y="629"/>
                      <a:pt x="23" y="629"/>
                    </a:cubicBezTo>
                    <a:cubicBezTo>
                      <a:pt x="145" y="629"/>
                      <a:pt x="145" y="629"/>
                      <a:pt x="145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32" y="628"/>
                      <a:pt x="126" y="623"/>
                      <a:pt x="123" y="615"/>
                    </a:cubicBezTo>
                    <a:cubicBezTo>
                      <a:pt x="123" y="615"/>
                      <a:pt x="123" y="615"/>
                      <a:pt x="123" y="615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2"/>
                      <a:pt x="122" y="602"/>
                      <a:pt x="122" y="602"/>
                    </a:cubicBezTo>
                    <a:cubicBezTo>
                      <a:pt x="244" y="0"/>
                      <a:pt x="244" y="0"/>
                      <a:pt x="244" y="0"/>
                    </a:cubicBezTo>
                    <a:lnTo>
                      <a:pt x="155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2" name="Freeform 6"/>
              <p:cNvSpPr>
                <a:spLocks noSelect="1"/>
              </p:cNvSpPr>
              <p:nvPr userDrawn="1"/>
            </p:nvSpPr>
            <p:spPr bwMode="gray">
              <a:xfrm>
                <a:off x="1078865" y="478155"/>
                <a:ext cx="218440" cy="186055"/>
              </a:xfrm>
              <a:custGeom>
                <a:avLst/>
                <a:gdLst>
                  <a:gd name="T0" fmla="*/ 0 w 687"/>
                  <a:gd name="T1" fmla="*/ 0 h 587"/>
                  <a:gd name="T2" fmla="*/ 0 w 687"/>
                  <a:gd name="T3" fmla="*/ 115 h 587"/>
                  <a:gd name="T4" fmla="*/ 229 w 687"/>
                  <a:gd name="T5" fmla="*/ 115 h 587"/>
                  <a:gd name="T6" fmla="*/ 272 w 687"/>
                  <a:gd name="T7" fmla="*/ 139 h 587"/>
                  <a:gd name="T8" fmla="*/ 569 w 687"/>
                  <a:gd name="T9" fmla="*/ 587 h 587"/>
                  <a:gd name="T10" fmla="*/ 687 w 687"/>
                  <a:gd name="T11" fmla="*/ 0 h 587"/>
                  <a:gd name="T12" fmla="*/ 0 w 687"/>
                  <a:gd name="T13" fmla="*/ 0 h 5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7" h="587">
                    <a:moveTo>
                      <a:pt x="0" y="0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229" y="115"/>
                      <a:pt x="229" y="115"/>
                      <a:pt x="229" y="115"/>
                    </a:cubicBezTo>
                    <a:cubicBezTo>
                      <a:pt x="244" y="115"/>
                      <a:pt x="264" y="126"/>
                      <a:pt x="272" y="139"/>
                    </a:cubicBezTo>
                    <a:cubicBezTo>
                      <a:pt x="569" y="587"/>
                      <a:pt x="569" y="587"/>
                      <a:pt x="569" y="587"/>
                    </a:cubicBezTo>
                    <a:cubicBezTo>
                      <a:pt x="687" y="0"/>
                      <a:pt x="687" y="0"/>
                      <a:pt x="68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3" name="Freeform 7"/>
              <p:cNvSpPr>
                <a:spLocks noSelect="1"/>
              </p:cNvSpPr>
              <p:nvPr userDrawn="1"/>
            </p:nvSpPr>
            <p:spPr bwMode="gray">
              <a:xfrm>
                <a:off x="902335" y="478155"/>
                <a:ext cx="406400" cy="385445"/>
              </a:xfrm>
              <a:custGeom>
                <a:avLst/>
                <a:gdLst>
                  <a:gd name="T0" fmla="*/ 555 w 1280"/>
                  <a:gd name="T1" fmla="*/ 0 h 1216"/>
                  <a:gd name="T2" fmla="*/ 475 w 1280"/>
                  <a:gd name="T3" fmla="*/ 0 h 1216"/>
                  <a:gd name="T4" fmla="*/ 357 w 1280"/>
                  <a:gd name="T5" fmla="*/ 9 h 1216"/>
                  <a:gd name="T6" fmla="*/ 0 w 1280"/>
                  <a:gd name="T7" fmla="*/ 447 h 1216"/>
                  <a:gd name="T8" fmla="*/ 616 w 1280"/>
                  <a:gd name="T9" fmla="*/ 1181 h 1216"/>
                  <a:gd name="T10" fmla="*/ 867 w 1280"/>
                  <a:gd name="T11" fmla="*/ 1216 h 1216"/>
                  <a:gd name="T12" fmla="*/ 872 w 1280"/>
                  <a:gd name="T13" fmla="*/ 1216 h 1216"/>
                  <a:gd name="T14" fmla="*/ 1280 w 1280"/>
                  <a:gd name="T15" fmla="*/ 1117 h 1216"/>
                  <a:gd name="T16" fmla="*/ 1033 w 1280"/>
                  <a:gd name="T17" fmla="*/ 1153 h 1216"/>
                  <a:gd name="T18" fmla="*/ 1033 w 1280"/>
                  <a:gd name="T19" fmla="*/ 1153 h 1216"/>
                  <a:gd name="T20" fmla="*/ 1033 w 1280"/>
                  <a:gd name="T21" fmla="*/ 1153 h 1216"/>
                  <a:gd name="T22" fmla="*/ 552 w 1280"/>
                  <a:gd name="T23" fmla="*/ 805 h 1216"/>
                  <a:gd name="T24" fmla="*/ 403 w 1280"/>
                  <a:gd name="T25" fmla="*/ 805 h 1216"/>
                  <a:gd name="T26" fmla="*/ 281 w 1280"/>
                  <a:gd name="T27" fmla="*/ 805 h 1216"/>
                  <a:gd name="T28" fmla="*/ 258 w 1280"/>
                  <a:gd name="T29" fmla="*/ 783 h 1216"/>
                  <a:gd name="T30" fmla="*/ 258 w 1280"/>
                  <a:gd name="T31" fmla="*/ 782 h 1216"/>
                  <a:gd name="T32" fmla="*/ 258 w 1280"/>
                  <a:gd name="T33" fmla="*/ 777 h 1216"/>
                  <a:gd name="T34" fmla="*/ 378 w 1280"/>
                  <a:gd name="T35" fmla="*/ 204 h 1216"/>
                  <a:gd name="T36" fmla="*/ 413 w 1280"/>
                  <a:gd name="T37" fmla="*/ 176 h 1216"/>
                  <a:gd name="T38" fmla="*/ 502 w 1280"/>
                  <a:gd name="T39" fmla="*/ 176 h 1216"/>
                  <a:gd name="T40" fmla="*/ 502 w 1280"/>
                  <a:gd name="T41" fmla="*/ 176 h 1216"/>
                  <a:gd name="T42" fmla="*/ 509 w 1280"/>
                  <a:gd name="T43" fmla="*/ 143 h 1216"/>
                  <a:gd name="T44" fmla="*/ 509 w 1280"/>
                  <a:gd name="T45" fmla="*/ 141 h 1216"/>
                  <a:gd name="T46" fmla="*/ 509 w 1280"/>
                  <a:gd name="T47" fmla="*/ 141 h 1216"/>
                  <a:gd name="T48" fmla="*/ 515 w 1280"/>
                  <a:gd name="T49" fmla="*/ 130 h 1216"/>
                  <a:gd name="T50" fmla="*/ 516 w 1280"/>
                  <a:gd name="T51" fmla="*/ 128 h 1216"/>
                  <a:gd name="T52" fmla="*/ 517 w 1280"/>
                  <a:gd name="T53" fmla="*/ 128 h 1216"/>
                  <a:gd name="T54" fmla="*/ 517 w 1280"/>
                  <a:gd name="T55" fmla="*/ 127 h 1216"/>
                  <a:gd name="T56" fmla="*/ 518 w 1280"/>
                  <a:gd name="T57" fmla="*/ 127 h 1216"/>
                  <a:gd name="T58" fmla="*/ 518 w 1280"/>
                  <a:gd name="T59" fmla="*/ 127 h 1216"/>
                  <a:gd name="T60" fmla="*/ 518 w 1280"/>
                  <a:gd name="T61" fmla="*/ 126 h 1216"/>
                  <a:gd name="T62" fmla="*/ 518 w 1280"/>
                  <a:gd name="T63" fmla="*/ 126 h 1216"/>
                  <a:gd name="T64" fmla="*/ 532 w 1280"/>
                  <a:gd name="T65" fmla="*/ 117 h 1216"/>
                  <a:gd name="T66" fmla="*/ 532 w 1280"/>
                  <a:gd name="T67" fmla="*/ 117 h 1216"/>
                  <a:gd name="T68" fmla="*/ 532 w 1280"/>
                  <a:gd name="T69" fmla="*/ 117 h 1216"/>
                  <a:gd name="T70" fmla="*/ 543 w 1280"/>
                  <a:gd name="T71" fmla="*/ 115 h 1216"/>
                  <a:gd name="T72" fmla="*/ 543 w 1280"/>
                  <a:gd name="T73" fmla="*/ 115 h 1216"/>
                  <a:gd name="T74" fmla="*/ 555 w 1280"/>
                  <a:gd name="T75" fmla="*/ 115 h 1216"/>
                  <a:gd name="T76" fmla="*/ 557 w 1280"/>
                  <a:gd name="T77" fmla="*/ 115 h 1216"/>
                  <a:gd name="T78" fmla="*/ 557 w 1280"/>
                  <a:gd name="T79" fmla="*/ 0 h 1216"/>
                  <a:gd name="T80" fmla="*/ 555 w 1280"/>
                  <a:gd name="T81" fmla="*/ 0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280" h="1216">
                    <a:moveTo>
                      <a:pt x="555" y="0"/>
                    </a:moveTo>
                    <a:cubicBezTo>
                      <a:pt x="475" y="0"/>
                      <a:pt x="475" y="0"/>
                      <a:pt x="475" y="0"/>
                    </a:cubicBezTo>
                    <a:cubicBezTo>
                      <a:pt x="435" y="0"/>
                      <a:pt x="395" y="3"/>
                      <a:pt x="357" y="9"/>
                    </a:cubicBezTo>
                    <a:cubicBezTo>
                      <a:pt x="161" y="42"/>
                      <a:pt x="0" y="165"/>
                      <a:pt x="0" y="447"/>
                    </a:cubicBezTo>
                    <a:cubicBezTo>
                      <a:pt x="0" y="730"/>
                      <a:pt x="239" y="1072"/>
                      <a:pt x="616" y="1181"/>
                    </a:cubicBezTo>
                    <a:cubicBezTo>
                      <a:pt x="694" y="1204"/>
                      <a:pt x="778" y="1216"/>
                      <a:pt x="867" y="1216"/>
                    </a:cubicBezTo>
                    <a:cubicBezTo>
                      <a:pt x="872" y="1216"/>
                      <a:pt x="872" y="1216"/>
                      <a:pt x="872" y="1216"/>
                    </a:cubicBezTo>
                    <a:cubicBezTo>
                      <a:pt x="1019" y="1216"/>
                      <a:pt x="1157" y="1180"/>
                      <a:pt x="1280" y="1117"/>
                    </a:cubicBezTo>
                    <a:cubicBezTo>
                      <a:pt x="1190" y="1142"/>
                      <a:pt x="1108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728" y="1153"/>
                      <a:pt x="552" y="970"/>
                      <a:pt x="552" y="805"/>
                    </a:cubicBezTo>
                    <a:cubicBezTo>
                      <a:pt x="403" y="805"/>
                      <a:pt x="403" y="805"/>
                      <a:pt x="403" y="805"/>
                    </a:cubicBezTo>
                    <a:cubicBezTo>
                      <a:pt x="281" y="805"/>
                      <a:pt x="281" y="805"/>
                      <a:pt x="281" y="805"/>
                    </a:cubicBezTo>
                    <a:cubicBezTo>
                      <a:pt x="268" y="805"/>
                      <a:pt x="258" y="796"/>
                      <a:pt x="258" y="783"/>
                    </a:cubicBezTo>
                    <a:cubicBezTo>
                      <a:pt x="258" y="782"/>
                      <a:pt x="258" y="782"/>
                      <a:pt x="258" y="782"/>
                    </a:cubicBezTo>
                    <a:cubicBezTo>
                      <a:pt x="258" y="777"/>
                      <a:pt x="258" y="777"/>
                      <a:pt x="258" y="777"/>
                    </a:cubicBezTo>
                    <a:cubicBezTo>
                      <a:pt x="378" y="204"/>
                      <a:pt x="378" y="204"/>
                      <a:pt x="378" y="204"/>
                    </a:cubicBezTo>
                    <a:cubicBezTo>
                      <a:pt x="381" y="189"/>
                      <a:pt x="397" y="176"/>
                      <a:pt x="413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9" y="143"/>
                      <a:pt x="509" y="143"/>
                      <a:pt x="509" y="143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15" y="130"/>
                      <a:pt x="515" y="130"/>
                      <a:pt x="515" y="130"/>
                    </a:cubicBezTo>
                    <a:cubicBezTo>
                      <a:pt x="516" y="128"/>
                      <a:pt x="516" y="128"/>
                      <a:pt x="516" y="128"/>
                    </a:cubicBezTo>
                    <a:cubicBezTo>
                      <a:pt x="517" y="128"/>
                      <a:pt x="517" y="128"/>
                      <a:pt x="517" y="128"/>
                    </a:cubicBezTo>
                    <a:cubicBezTo>
                      <a:pt x="517" y="127"/>
                      <a:pt x="517" y="127"/>
                      <a:pt x="517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55" y="115"/>
                      <a:pt x="555" y="115"/>
                      <a:pt x="555" y="115"/>
                    </a:cubicBezTo>
                    <a:cubicBezTo>
                      <a:pt x="557" y="115"/>
                      <a:pt x="557" y="115"/>
                      <a:pt x="557" y="115"/>
                    </a:cubicBezTo>
                    <a:cubicBezTo>
                      <a:pt x="557" y="0"/>
                      <a:pt x="557" y="0"/>
                      <a:pt x="557" y="0"/>
                    </a:cubicBezTo>
                    <a:lnTo>
                      <a:pt x="555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4" name="Freeform 8"/>
              <p:cNvSpPr>
                <a:spLocks noSelect="1"/>
              </p:cNvSpPr>
              <p:nvPr userDrawn="1"/>
            </p:nvSpPr>
            <p:spPr bwMode="gray">
              <a:xfrm>
                <a:off x="1077595" y="429895"/>
                <a:ext cx="386715" cy="414020"/>
              </a:xfrm>
              <a:custGeom>
                <a:avLst/>
                <a:gdLst>
                  <a:gd name="T0" fmla="*/ 770 w 1219"/>
                  <a:gd name="T1" fmla="*/ 928 h 1304"/>
                  <a:gd name="T2" fmla="*/ 350 w 1219"/>
                  <a:gd name="T3" fmla="*/ 929 h 1304"/>
                  <a:gd name="T4" fmla="*/ 38 w 1219"/>
                  <a:gd name="T5" fmla="*/ 955 h 1304"/>
                  <a:gd name="T6" fmla="*/ 30 w 1219"/>
                  <a:gd name="T7" fmla="*/ 956 h 1304"/>
                  <a:gd name="T8" fmla="*/ 481 w 1219"/>
                  <a:gd name="T9" fmla="*/ 1304 h 1304"/>
                  <a:gd name="T10" fmla="*/ 734 w 1219"/>
                  <a:gd name="T11" fmla="*/ 1265 h 1304"/>
                  <a:gd name="T12" fmla="*/ 744 w 1219"/>
                  <a:gd name="T13" fmla="*/ 1259 h 1304"/>
                  <a:gd name="T14" fmla="*/ 755 w 1219"/>
                  <a:gd name="T15" fmla="*/ 1253 h 1304"/>
                  <a:gd name="T16" fmla="*/ 765 w 1219"/>
                  <a:gd name="T17" fmla="*/ 1247 h 1304"/>
                  <a:gd name="T18" fmla="*/ 776 w 1219"/>
                  <a:gd name="T19" fmla="*/ 1241 h 1304"/>
                  <a:gd name="T20" fmla="*/ 786 w 1219"/>
                  <a:gd name="T21" fmla="*/ 1235 h 1304"/>
                  <a:gd name="T22" fmla="*/ 797 w 1219"/>
                  <a:gd name="T23" fmla="*/ 1228 h 1304"/>
                  <a:gd name="T24" fmla="*/ 806 w 1219"/>
                  <a:gd name="T25" fmla="*/ 1222 h 1304"/>
                  <a:gd name="T26" fmla="*/ 816 w 1219"/>
                  <a:gd name="T27" fmla="*/ 1215 h 1304"/>
                  <a:gd name="T28" fmla="*/ 826 w 1219"/>
                  <a:gd name="T29" fmla="*/ 1209 h 1304"/>
                  <a:gd name="T30" fmla="*/ 836 w 1219"/>
                  <a:gd name="T31" fmla="*/ 1202 h 1304"/>
                  <a:gd name="T32" fmla="*/ 846 w 1219"/>
                  <a:gd name="T33" fmla="*/ 1195 h 1304"/>
                  <a:gd name="T34" fmla="*/ 856 w 1219"/>
                  <a:gd name="T35" fmla="*/ 1188 h 1304"/>
                  <a:gd name="T36" fmla="*/ 870 w 1219"/>
                  <a:gd name="T37" fmla="*/ 1177 h 1304"/>
                  <a:gd name="T38" fmla="*/ 879 w 1219"/>
                  <a:gd name="T39" fmla="*/ 1169 h 1304"/>
                  <a:gd name="T40" fmla="*/ 898 w 1219"/>
                  <a:gd name="T41" fmla="*/ 1154 h 1304"/>
                  <a:gd name="T42" fmla="*/ 942 w 1219"/>
                  <a:gd name="T43" fmla="*/ 1114 h 1304"/>
                  <a:gd name="T44" fmla="*/ 955 w 1219"/>
                  <a:gd name="T45" fmla="*/ 1101 h 1304"/>
                  <a:gd name="T46" fmla="*/ 964 w 1219"/>
                  <a:gd name="T47" fmla="*/ 1092 h 1304"/>
                  <a:gd name="T48" fmla="*/ 972 w 1219"/>
                  <a:gd name="T49" fmla="*/ 1084 h 1304"/>
                  <a:gd name="T50" fmla="*/ 981 w 1219"/>
                  <a:gd name="T51" fmla="*/ 1075 h 1304"/>
                  <a:gd name="T52" fmla="*/ 990 w 1219"/>
                  <a:gd name="T53" fmla="*/ 1064 h 1304"/>
                  <a:gd name="T54" fmla="*/ 1206 w 1219"/>
                  <a:gd name="T55" fmla="*/ 617 h 1304"/>
                  <a:gd name="T56" fmla="*/ 1207 w 1219"/>
                  <a:gd name="T57" fmla="*/ 609 h 1304"/>
                  <a:gd name="T58" fmla="*/ 1209 w 1219"/>
                  <a:gd name="T59" fmla="*/ 594 h 1304"/>
                  <a:gd name="T60" fmla="*/ 1211 w 1219"/>
                  <a:gd name="T61" fmla="*/ 585 h 1304"/>
                  <a:gd name="T62" fmla="*/ 1212 w 1219"/>
                  <a:gd name="T63" fmla="*/ 570 h 1304"/>
                  <a:gd name="T64" fmla="*/ 1213 w 1219"/>
                  <a:gd name="T65" fmla="*/ 561 h 1304"/>
                  <a:gd name="T66" fmla="*/ 1215 w 1219"/>
                  <a:gd name="T67" fmla="*/ 551 h 1304"/>
                  <a:gd name="T68" fmla="*/ 1215 w 1219"/>
                  <a:gd name="T69" fmla="*/ 542 h 1304"/>
                  <a:gd name="T70" fmla="*/ 1216 w 1219"/>
                  <a:gd name="T71" fmla="*/ 532 h 1304"/>
                  <a:gd name="T72" fmla="*/ 1217 w 1219"/>
                  <a:gd name="T73" fmla="*/ 522 h 1304"/>
                  <a:gd name="T74" fmla="*/ 1217 w 1219"/>
                  <a:gd name="T75" fmla="*/ 513 h 1304"/>
                  <a:gd name="T76" fmla="*/ 1218 w 1219"/>
                  <a:gd name="T77" fmla="*/ 502 h 1304"/>
                  <a:gd name="T78" fmla="*/ 1218 w 1219"/>
                  <a:gd name="T79" fmla="*/ 493 h 1304"/>
                  <a:gd name="T80" fmla="*/ 1218 w 1219"/>
                  <a:gd name="T81" fmla="*/ 483 h 1304"/>
                  <a:gd name="T82" fmla="*/ 1219 w 1219"/>
                  <a:gd name="T83" fmla="*/ 473 h 1304"/>
                  <a:gd name="T84" fmla="*/ 1219 w 1219"/>
                  <a:gd name="T85" fmla="*/ 459 h 1304"/>
                  <a:gd name="T86" fmla="*/ 1218 w 1219"/>
                  <a:gd name="T87" fmla="*/ 447 h 1304"/>
                  <a:gd name="T88" fmla="*/ 1218 w 1219"/>
                  <a:gd name="T89" fmla="*/ 436 h 1304"/>
                  <a:gd name="T90" fmla="*/ 1218 w 1219"/>
                  <a:gd name="T91" fmla="*/ 424 h 1304"/>
                  <a:gd name="T92" fmla="*/ 1217 w 1219"/>
                  <a:gd name="T93" fmla="*/ 413 h 1304"/>
                  <a:gd name="T94" fmla="*/ 1216 w 1219"/>
                  <a:gd name="T95" fmla="*/ 402 h 1304"/>
                  <a:gd name="T96" fmla="*/ 1216 w 1219"/>
                  <a:gd name="T97" fmla="*/ 391 h 1304"/>
                  <a:gd name="T98" fmla="*/ 1215 w 1219"/>
                  <a:gd name="T99" fmla="*/ 380 h 1304"/>
                  <a:gd name="T100" fmla="*/ 1214 w 1219"/>
                  <a:gd name="T101" fmla="*/ 369 h 1304"/>
                  <a:gd name="T102" fmla="*/ 1212 w 1219"/>
                  <a:gd name="T103" fmla="*/ 353 h 1304"/>
                  <a:gd name="T104" fmla="*/ 1210 w 1219"/>
                  <a:gd name="T105" fmla="*/ 342 h 1304"/>
                  <a:gd name="T106" fmla="*/ 1209 w 1219"/>
                  <a:gd name="T107" fmla="*/ 331 h 1304"/>
                  <a:gd name="T108" fmla="*/ 1207 w 1219"/>
                  <a:gd name="T109" fmla="*/ 320 h 1304"/>
                  <a:gd name="T110" fmla="*/ 1193 w 1219"/>
                  <a:gd name="T111" fmla="*/ 248 h 1304"/>
                  <a:gd name="T112" fmla="*/ 1187 w 1219"/>
                  <a:gd name="T113" fmla="*/ 226 h 1304"/>
                  <a:gd name="T114" fmla="*/ 1184 w 1219"/>
                  <a:gd name="T115" fmla="*/ 215 h 1304"/>
                  <a:gd name="T116" fmla="*/ 1181 w 1219"/>
                  <a:gd name="T117" fmla="*/ 204 h 1304"/>
                  <a:gd name="T118" fmla="*/ 1177 w 1219"/>
                  <a:gd name="T119" fmla="*/ 193 h 1304"/>
                  <a:gd name="T120" fmla="*/ 1174 w 1219"/>
                  <a:gd name="T121" fmla="*/ 182 h 1304"/>
                  <a:gd name="T122" fmla="*/ 1090 w 1219"/>
                  <a:gd name="T123" fmla="*/ 0 h 1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219" h="1304">
                    <a:moveTo>
                      <a:pt x="1126" y="206"/>
                    </a:moveTo>
                    <a:cubicBezTo>
                      <a:pt x="1126" y="329"/>
                      <a:pt x="1089" y="447"/>
                      <a:pt x="1016" y="537"/>
                    </a:cubicBezTo>
                    <a:cubicBezTo>
                      <a:pt x="972" y="592"/>
                      <a:pt x="902" y="646"/>
                      <a:pt x="820" y="685"/>
                    </a:cubicBezTo>
                    <a:cubicBezTo>
                      <a:pt x="770" y="928"/>
                      <a:pt x="770" y="928"/>
                      <a:pt x="770" y="928"/>
                    </a:cubicBezTo>
                    <a:cubicBezTo>
                      <a:pt x="767" y="943"/>
                      <a:pt x="751" y="956"/>
                      <a:pt x="736" y="956"/>
                    </a:cubicBezTo>
                    <a:cubicBezTo>
                      <a:pt x="493" y="956"/>
                      <a:pt x="493" y="956"/>
                      <a:pt x="493" y="956"/>
                    </a:cubicBezTo>
                    <a:cubicBezTo>
                      <a:pt x="399" y="956"/>
                      <a:pt x="399" y="956"/>
                      <a:pt x="399" y="956"/>
                    </a:cubicBezTo>
                    <a:cubicBezTo>
                      <a:pt x="381" y="956"/>
                      <a:pt x="359" y="944"/>
                      <a:pt x="350" y="929"/>
                    </a:cubicBezTo>
                    <a:cubicBezTo>
                      <a:pt x="131" y="590"/>
                      <a:pt x="131" y="590"/>
                      <a:pt x="131" y="590"/>
                    </a:cubicBezTo>
                    <a:cubicBezTo>
                      <a:pt x="63" y="929"/>
                      <a:pt x="63" y="929"/>
                      <a:pt x="63" y="929"/>
                    </a:cubicBezTo>
                    <a:cubicBezTo>
                      <a:pt x="60" y="941"/>
                      <a:pt x="50" y="951"/>
                      <a:pt x="38" y="955"/>
                    </a:cubicBezTo>
                    <a:cubicBezTo>
                      <a:pt x="38" y="955"/>
                      <a:pt x="38" y="955"/>
                      <a:pt x="38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0" y="956"/>
                      <a:pt x="30" y="956"/>
                      <a:pt x="30" y="956"/>
                    </a:cubicBezTo>
                    <a:cubicBezTo>
                      <a:pt x="29" y="956"/>
                      <a:pt x="29" y="956"/>
                      <a:pt x="29" y="956"/>
                    </a:cubicBezTo>
                    <a:cubicBezTo>
                      <a:pt x="0" y="956"/>
                      <a:pt x="0" y="956"/>
                      <a:pt x="0" y="956"/>
                    </a:cubicBezTo>
                    <a:cubicBezTo>
                      <a:pt x="0" y="1121"/>
                      <a:pt x="176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556" y="1304"/>
                      <a:pt x="638" y="1293"/>
                      <a:pt x="728" y="1268"/>
                    </a:cubicBezTo>
                    <a:cubicBezTo>
                      <a:pt x="732" y="1265"/>
                      <a:pt x="732" y="1265"/>
                      <a:pt x="732" y="1265"/>
                    </a:cubicBezTo>
                    <a:cubicBezTo>
                      <a:pt x="734" y="1265"/>
                      <a:pt x="734" y="1265"/>
                      <a:pt x="734" y="1265"/>
                    </a:cubicBezTo>
                    <a:cubicBezTo>
                      <a:pt x="738" y="1262"/>
                      <a:pt x="738" y="1262"/>
                      <a:pt x="738" y="1262"/>
                    </a:cubicBezTo>
                    <a:cubicBezTo>
                      <a:pt x="739" y="1262"/>
                      <a:pt x="739" y="1262"/>
                      <a:pt x="739" y="1262"/>
                    </a:cubicBezTo>
                    <a:cubicBezTo>
                      <a:pt x="743" y="1260"/>
                      <a:pt x="743" y="1260"/>
                      <a:pt x="743" y="1260"/>
                    </a:cubicBezTo>
                    <a:cubicBezTo>
                      <a:pt x="744" y="1259"/>
                      <a:pt x="744" y="1259"/>
                      <a:pt x="744" y="1259"/>
                    </a:cubicBezTo>
                    <a:cubicBezTo>
                      <a:pt x="749" y="1257"/>
                      <a:pt x="749" y="1257"/>
                      <a:pt x="749" y="1257"/>
                    </a:cubicBezTo>
                    <a:cubicBezTo>
                      <a:pt x="750" y="1256"/>
                      <a:pt x="750" y="1256"/>
                      <a:pt x="750" y="1256"/>
                    </a:cubicBezTo>
                    <a:cubicBezTo>
                      <a:pt x="754" y="1254"/>
                      <a:pt x="754" y="1254"/>
                      <a:pt x="754" y="1254"/>
                    </a:cubicBezTo>
                    <a:cubicBezTo>
                      <a:pt x="755" y="1253"/>
                      <a:pt x="755" y="1253"/>
                      <a:pt x="755" y="1253"/>
                    </a:cubicBezTo>
                    <a:cubicBezTo>
                      <a:pt x="759" y="1251"/>
                      <a:pt x="759" y="1251"/>
                      <a:pt x="759" y="1251"/>
                    </a:cubicBezTo>
                    <a:cubicBezTo>
                      <a:pt x="760" y="1250"/>
                      <a:pt x="760" y="1250"/>
                      <a:pt x="760" y="1250"/>
                    </a:cubicBezTo>
                    <a:cubicBezTo>
                      <a:pt x="765" y="1248"/>
                      <a:pt x="765" y="1248"/>
                      <a:pt x="765" y="1248"/>
                    </a:cubicBezTo>
                    <a:cubicBezTo>
                      <a:pt x="765" y="1247"/>
                      <a:pt x="765" y="1247"/>
                      <a:pt x="765" y="1247"/>
                    </a:cubicBezTo>
                    <a:cubicBezTo>
                      <a:pt x="769" y="1245"/>
                      <a:pt x="769" y="1245"/>
                      <a:pt x="769" y="1245"/>
                    </a:cubicBezTo>
                    <a:cubicBezTo>
                      <a:pt x="771" y="1244"/>
                      <a:pt x="771" y="1244"/>
                      <a:pt x="771" y="1244"/>
                    </a:cubicBezTo>
                    <a:cubicBezTo>
                      <a:pt x="775" y="1242"/>
                      <a:pt x="775" y="1242"/>
                      <a:pt x="775" y="1242"/>
                    </a:cubicBezTo>
                    <a:cubicBezTo>
                      <a:pt x="776" y="1241"/>
                      <a:pt x="776" y="1241"/>
                      <a:pt x="776" y="1241"/>
                    </a:cubicBezTo>
                    <a:cubicBezTo>
                      <a:pt x="780" y="1239"/>
                      <a:pt x="780" y="1239"/>
                      <a:pt x="780" y="1239"/>
                    </a:cubicBezTo>
                    <a:cubicBezTo>
                      <a:pt x="781" y="1238"/>
                      <a:pt x="781" y="1238"/>
                      <a:pt x="781" y="1238"/>
                    </a:cubicBezTo>
                    <a:cubicBezTo>
                      <a:pt x="785" y="1236"/>
                      <a:pt x="785" y="1236"/>
                      <a:pt x="785" y="1236"/>
                    </a:cubicBezTo>
                    <a:cubicBezTo>
                      <a:pt x="786" y="1235"/>
                      <a:pt x="786" y="1235"/>
                      <a:pt x="786" y="1235"/>
                    </a:cubicBezTo>
                    <a:cubicBezTo>
                      <a:pt x="790" y="1232"/>
                      <a:pt x="790" y="1232"/>
                      <a:pt x="790" y="1232"/>
                    </a:cubicBezTo>
                    <a:cubicBezTo>
                      <a:pt x="791" y="1232"/>
                      <a:pt x="791" y="1232"/>
                      <a:pt x="791" y="1232"/>
                    </a:cubicBezTo>
                    <a:cubicBezTo>
                      <a:pt x="795" y="1229"/>
                      <a:pt x="795" y="1229"/>
                      <a:pt x="795" y="1229"/>
                    </a:cubicBezTo>
                    <a:cubicBezTo>
                      <a:pt x="797" y="1228"/>
                      <a:pt x="797" y="1228"/>
                      <a:pt x="797" y="1228"/>
                    </a:cubicBezTo>
                    <a:cubicBezTo>
                      <a:pt x="801" y="1226"/>
                      <a:pt x="801" y="1226"/>
                      <a:pt x="801" y="1226"/>
                    </a:cubicBezTo>
                    <a:cubicBezTo>
                      <a:pt x="802" y="1225"/>
                      <a:pt x="802" y="1225"/>
                      <a:pt x="802" y="1225"/>
                    </a:cubicBezTo>
                    <a:cubicBezTo>
                      <a:pt x="805" y="1223"/>
                      <a:pt x="805" y="1223"/>
                      <a:pt x="805" y="1223"/>
                    </a:cubicBezTo>
                    <a:cubicBezTo>
                      <a:pt x="806" y="1222"/>
                      <a:pt x="806" y="1222"/>
                      <a:pt x="806" y="1222"/>
                    </a:cubicBezTo>
                    <a:cubicBezTo>
                      <a:pt x="811" y="1219"/>
                      <a:pt x="811" y="1219"/>
                      <a:pt x="811" y="1219"/>
                    </a:cubicBezTo>
                    <a:cubicBezTo>
                      <a:pt x="812" y="1219"/>
                      <a:pt x="812" y="1219"/>
                      <a:pt x="812" y="1219"/>
                    </a:cubicBezTo>
                    <a:cubicBezTo>
                      <a:pt x="815" y="1216"/>
                      <a:pt x="815" y="1216"/>
                      <a:pt x="815" y="1216"/>
                    </a:cubicBezTo>
                    <a:cubicBezTo>
                      <a:pt x="816" y="1215"/>
                      <a:pt x="816" y="1215"/>
                      <a:pt x="816" y="1215"/>
                    </a:cubicBezTo>
                    <a:cubicBezTo>
                      <a:pt x="821" y="1213"/>
                      <a:pt x="821" y="1213"/>
                      <a:pt x="821" y="1213"/>
                    </a:cubicBezTo>
                    <a:cubicBezTo>
                      <a:pt x="822" y="1212"/>
                      <a:pt x="822" y="1212"/>
                      <a:pt x="822" y="1212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31" y="1206"/>
                      <a:pt x="831" y="1206"/>
                      <a:pt x="831" y="1206"/>
                    </a:cubicBezTo>
                    <a:cubicBezTo>
                      <a:pt x="831" y="1205"/>
                      <a:pt x="831" y="1205"/>
                      <a:pt x="831" y="1205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40" y="1199"/>
                      <a:pt x="840" y="1199"/>
                      <a:pt x="840" y="1199"/>
                    </a:cubicBezTo>
                    <a:cubicBezTo>
                      <a:pt x="841" y="1198"/>
                      <a:pt x="841" y="1198"/>
                      <a:pt x="841" y="1198"/>
                    </a:cubicBezTo>
                    <a:cubicBezTo>
                      <a:pt x="845" y="1195"/>
                      <a:pt x="845" y="1195"/>
                      <a:pt x="845" y="1195"/>
                    </a:cubicBezTo>
                    <a:cubicBezTo>
                      <a:pt x="846" y="1195"/>
                      <a:pt x="846" y="1195"/>
                      <a:pt x="846" y="1195"/>
                    </a:cubicBezTo>
                    <a:cubicBezTo>
                      <a:pt x="850" y="1192"/>
                      <a:pt x="850" y="1192"/>
                      <a:pt x="850" y="1192"/>
                    </a:cubicBezTo>
                    <a:cubicBezTo>
                      <a:pt x="851" y="1191"/>
                      <a:pt x="851" y="1191"/>
                      <a:pt x="851" y="1191"/>
                    </a:cubicBezTo>
                    <a:cubicBezTo>
                      <a:pt x="855" y="1188"/>
                      <a:pt x="855" y="1188"/>
                      <a:pt x="855" y="1188"/>
                    </a:cubicBezTo>
                    <a:cubicBezTo>
                      <a:pt x="856" y="1188"/>
                      <a:pt x="856" y="1188"/>
                      <a:pt x="856" y="1188"/>
                    </a:cubicBezTo>
                    <a:cubicBezTo>
                      <a:pt x="865" y="1181"/>
                      <a:pt x="865" y="1181"/>
                      <a:pt x="865" y="1181"/>
                    </a:cubicBezTo>
                    <a:cubicBezTo>
                      <a:pt x="865" y="1180"/>
                      <a:pt x="865" y="1180"/>
                      <a:pt x="865" y="1180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4" y="1173"/>
                      <a:pt x="874" y="1173"/>
                      <a:pt x="874" y="1173"/>
                    </a:cubicBezTo>
                    <a:cubicBezTo>
                      <a:pt x="875" y="1173"/>
                      <a:pt x="875" y="1173"/>
                      <a:pt x="875" y="1173"/>
                    </a:cubicBezTo>
                    <a:cubicBezTo>
                      <a:pt x="879" y="1170"/>
                      <a:pt x="879" y="1170"/>
                      <a:pt x="879" y="1170"/>
                    </a:cubicBezTo>
                    <a:cubicBezTo>
                      <a:pt x="879" y="1169"/>
                      <a:pt x="879" y="1169"/>
                      <a:pt x="879" y="1169"/>
                    </a:cubicBezTo>
                    <a:cubicBezTo>
                      <a:pt x="888" y="1162"/>
                      <a:pt x="888" y="1162"/>
                      <a:pt x="888" y="1162"/>
                    </a:cubicBezTo>
                    <a:cubicBezTo>
                      <a:pt x="889" y="1162"/>
                      <a:pt x="889" y="1162"/>
                      <a:pt x="889" y="1162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911" y="1143"/>
                      <a:pt x="911" y="1143"/>
                      <a:pt x="911" y="1143"/>
                    </a:cubicBezTo>
                    <a:cubicBezTo>
                      <a:pt x="911" y="1142"/>
                      <a:pt x="911" y="1142"/>
                      <a:pt x="911" y="1142"/>
                    </a:cubicBezTo>
                    <a:cubicBezTo>
                      <a:pt x="922" y="1133"/>
                      <a:pt x="932" y="1124"/>
                      <a:pt x="942" y="1114"/>
                    </a:cubicBezTo>
                    <a:cubicBezTo>
                      <a:pt x="942" y="1114"/>
                      <a:pt x="942" y="1114"/>
                      <a:pt x="942" y="1114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9" y="1097"/>
                      <a:pt x="959" y="1097"/>
                      <a:pt x="959" y="1097"/>
                    </a:cubicBezTo>
                    <a:cubicBezTo>
                      <a:pt x="960" y="1097"/>
                      <a:pt x="960" y="1097"/>
                      <a:pt x="960" y="1097"/>
                    </a:cubicBezTo>
                    <a:cubicBezTo>
                      <a:pt x="963" y="1093"/>
                      <a:pt x="963" y="1093"/>
                      <a:pt x="963" y="1093"/>
                    </a:cubicBezTo>
                    <a:cubicBezTo>
                      <a:pt x="964" y="1092"/>
                      <a:pt x="964" y="1092"/>
                      <a:pt x="964" y="1092"/>
                    </a:cubicBezTo>
                    <a:cubicBezTo>
                      <a:pt x="967" y="1089"/>
                      <a:pt x="967" y="1089"/>
                      <a:pt x="967" y="1089"/>
                    </a:cubicBezTo>
                    <a:cubicBezTo>
                      <a:pt x="968" y="1088"/>
                      <a:pt x="968" y="1088"/>
                      <a:pt x="968" y="1088"/>
                    </a:cubicBezTo>
                    <a:cubicBezTo>
                      <a:pt x="971" y="1085"/>
                      <a:pt x="971" y="1085"/>
                      <a:pt x="971" y="1085"/>
                    </a:cubicBezTo>
                    <a:cubicBezTo>
                      <a:pt x="972" y="1084"/>
                      <a:pt x="972" y="1084"/>
                      <a:pt x="972" y="1084"/>
                    </a:cubicBezTo>
                    <a:cubicBezTo>
                      <a:pt x="976" y="1080"/>
                      <a:pt x="976" y="1080"/>
                      <a:pt x="976" y="1080"/>
                    </a:cubicBezTo>
                    <a:cubicBezTo>
                      <a:pt x="977" y="1079"/>
                      <a:pt x="977" y="1079"/>
                      <a:pt x="977" y="1079"/>
                    </a:cubicBezTo>
                    <a:cubicBezTo>
                      <a:pt x="979" y="1076"/>
                      <a:pt x="979" y="1076"/>
                      <a:pt x="979" y="1076"/>
                    </a:cubicBezTo>
                    <a:cubicBezTo>
                      <a:pt x="981" y="1075"/>
                      <a:pt x="981" y="1075"/>
                      <a:pt x="981" y="1075"/>
                    </a:cubicBezTo>
                    <a:cubicBezTo>
                      <a:pt x="984" y="1072"/>
                      <a:pt x="984" y="1072"/>
                      <a:pt x="984" y="1072"/>
                    </a:cubicBezTo>
                    <a:cubicBezTo>
                      <a:pt x="985" y="1070"/>
                      <a:pt x="985" y="1070"/>
                      <a:pt x="985" y="1070"/>
                    </a:cubicBezTo>
                    <a:cubicBezTo>
                      <a:pt x="987" y="1068"/>
                      <a:pt x="987" y="1068"/>
                      <a:pt x="987" y="1068"/>
                    </a:cubicBezTo>
                    <a:cubicBezTo>
                      <a:pt x="990" y="1064"/>
                      <a:pt x="990" y="1064"/>
                      <a:pt x="990" y="1064"/>
                    </a:cubicBezTo>
                    <a:cubicBezTo>
                      <a:pt x="991" y="1063"/>
                      <a:pt x="991" y="1063"/>
                      <a:pt x="991" y="1063"/>
                    </a:cubicBezTo>
                    <a:cubicBezTo>
                      <a:pt x="994" y="1061"/>
                      <a:pt x="994" y="1061"/>
                      <a:pt x="994" y="1061"/>
                    </a:cubicBezTo>
                    <a:cubicBezTo>
                      <a:pt x="994" y="1060"/>
                      <a:pt x="994" y="1060"/>
                      <a:pt x="994" y="1060"/>
                    </a:cubicBezTo>
                    <a:cubicBezTo>
                      <a:pt x="1102" y="937"/>
                      <a:pt x="1177" y="785"/>
                      <a:pt x="1206" y="617"/>
                    </a:cubicBezTo>
                    <a:cubicBezTo>
                      <a:pt x="1206" y="617"/>
                      <a:pt x="1206" y="617"/>
                      <a:pt x="1206" y="617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4"/>
                      <a:pt x="1209" y="594"/>
                      <a:pt x="1209" y="594"/>
                    </a:cubicBezTo>
                    <a:cubicBezTo>
                      <a:pt x="1210" y="593"/>
                      <a:pt x="1210" y="593"/>
                      <a:pt x="1210" y="593"/>
                    </a:cubicBezTo>
                    <a:cubicBezTo>
                      <a:pt x="1210" y="589"/>
                      <a:pt x="1210" y="589"/>
                      <a:pt x="1210" y="589"/>
                    </a:cubicBezTo>
                    <a:cubicBezTo>
                      <a:pt x="1210" y="588"/>
                      <a:pt x="1210" y="588"/>
                      <a:pt x="1210" y="588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2" y="574"/>
                      <a:pt x="1212" y="574"/>
                      <a:pt x="1212" y="574"/>
                    </a:cubicBezTo>
                    <a:cubicBezTo>
                      <a:pt x="1212" y="573"/>
                      <a:pt x="1212" y="573"/>
                      <a:pt x="1212" y="573"/>
                    </a:cubicBezTo>
                    <a:cubicBezTo>
                      <a:pt x="1212" y="570"/>
                      <a:pt x="1212" y="570"/>
                      <a:pt x="1212" y="570"/>
                    </a:cubicBezTo>
                    <a:cubicBezTo>
                      <a:pt x="1213" y="568"/>
                      <a:pt x="1213" y="568"/>
                      <a:pt x="1213" y="568"/>
                    </a:cubicBezTo>
                    <a:cubicBezTo>
                      <a:pt x="1213" y="566"/>
                      <a:pt x="1213" y="566"/>
                      <a:pt x="1213" y="566"/>
                    </a:cubicBezTo>
                    <a:cubicBezTo>
                      <a:pt x="1213" y="564"/>
                      <a:pt x="1213" y="564"/>
                      <a:pt x="1213" y="564"/>
                    </a:cubicBezTo>
                    <a:cubicBezTo>
                      <a:pt x="1213" y="561"/>
                      <a:pt x="1213" y="561"/>
                      <a:pt x="1213" y="561"/>
                    </a:cubicBezTo>
                    <a:cubicBezTo>
                      <a:pt x="1214" y="560"/>
                      <a:pt x="1214" y="560"/>
                      <a:pt x="1214" y="560"/>
                    </a:cubicBezTo>
                    <a:cubicBezTo>
                      <a:pt x="1214" y="555"/>
                      <a:pt x="1214" y="555"/>
                      <a:pt x="1214" y="555"/>
                    </a:cubicBezTo>
                    <a:cubicBezTo>
                      <a:pt x="1214" y="553"/>
                      <a:pt x="1214" y="553"/>
                      <a:pt x="1214" y="553"/>
                    </a:cubicBezTo>
                    <a:cubicBezTo>
                      <a:pt x="1215" y="551"/>
                      <a:pt x="1215" y="551"/>
                      <a:pt x="1215" y="551"/>
                    </a:cubicBezTo>
                    <a:cubicBezTo>
                      <a:pt x="1215" y="549"/>
                      <a:pt x="1215" y="549"/>
                      <a:pt x="1215" y="549"/>
                    </a:cubicBezTo>
                    <a:cubicBezTo>
                      <a:pt x="1215" y="546"/>
                      <a:pt x="1215" y="546"/>
                      <a:pt x="1215" y="546"/>
                    </a:cubicBezTo>
                    <a:cubicBezTo>
                      <a:pt x="1215" y="544"/>
                      <a:pt x="1215" y="544"/>
                      <a:pt x="1215" y="544"/>
                    </a:cubicBezTo>
                    <a:cubicBezTo>
                      <a:pt x="1215" y="542"/>
                      <a:pt x="1215" y="542"/>
                      <a:pt x="1215" y="542"/>
                    </a:cubicBezTo>
                    <a:cubicBezTo>
                      <a:pt x="1215" y="540"/>
                      <a:pt x="1215" y="540"/>
                      <a:pt x="1215" y="540"/>
                    </a:cubicBezTo>
                    <a:cubicBezTo>
                      <a:pt x="1216" y="537"/>
                      <a:pt x="1216" y="537"/>
                      <a:pt x="1216" y="537"/>
                    </a:cubicBezTo>
                    <a:cubicBezTo>
                      <a:pt x="1216" y="534"/>
                      <a:pt x="1216" y="534"/>
                      <a:pt x="1216" y="534"/>
                    </a:cubicBezTo>
                    <a:cubicBezTo>
                      <a:pt x="1216" y="532"/>
                      <a:pt x="1216" y="532"/>
                      <a:pt x="1216" y="532"/>
                    </a:cubicBezTo>
                    <a:cubicBezTo>
                      <a:pt x="1216" y="529"/>
                      <a:pt x="1216" y="529"/>
                      <a:pt x="1216" y="529"/>
                    </a:cubicBezTo>
                    <a:cubicBezTo>
                      <a:pt x="1216" y="527"/>
                      <a:pt x="1216" y="527"/>
                      <a:pt x="1216" y="527"/>
                    </a:cubicBezTo>
                    <a:cubicBezTo>
                      <a:pt x="1217" y="524"/>
                      <a:pt x="1217" y="524"/>
                      <a:pt x="1217" y="524"/>
                    </a:cubicBezTo>
                    <a:cubicBezTo>
                      <a:pt x="1217" y="522"/>
                      <a:pt x="1217" y="522"/>
                      <a:pt x="1217" y="522"/>
                    </a:cubicBezTo>
                    <a:cubicBezTo>
                      <a:pt x="1217" y="520"/>
                      <a:pt x="1217" y="520"/>
                      <a:pt x="1217" y="520"/>
                    </a:cubicBezTo>
                    <a:cubicBezTo>
                      <a:pt x="1217" y="518"/>
                      <a:pt x="1217" y="518"/>
                      <a:pt x="1217" y="518"/>
                    </a:cubicBezTo>
                    <a:cubicBezTo>
                      <a:pt x="1217" y="515"/>
                      <a:pt x="1217" y="515"/>
                      <a:pt x="1217" y="515"/>
                    </a:cubicBezTo>
                    <a:cubicBezTo>
                      <a:pt x="1217" y="513"/>
                      <a:pt x="1217" y="513"/>
                      <a:pt x="1217" y="513"/>
                    </a:cubicBezTo>
                    <a:cubicBezTo>
                      <a:pt x="1218" y="509"/>
                      <a:pt x="1218" y="509"/>
                      <a:pt x="1218" y="509"/>
                    </a:cubicBezTo>
                    <a:cubicBezTo>
                      <a:pt x="1218" y="507"/>
                      <a:pt x="1218" y="507"/>
                      <a:pt x="1218" y="507"/>
                    </a:cubicBezTo>
                    <a:cubicBezTo>
                      <a:pt x="1218" y="504"/>
                      <a:pt x="1218" y="504"/>
                      <a:pt x="1218" y="504"/>
                    </a:cubicBezTo>
                    <a:cubicBezTo>
                      <a:pt x="1218" y="502"/>
                      <a:pt x="1218" y="502"/>
                      <a:pt x="1218" y="502"/>
                    </a:cubicBezTo>
                    <a:cubicBezTo>
                      <a:pt x="1218" y="500"/>
                      <a:pt x="1218" y="500"/>
                      <a:pt x="1218" y="500"/>
                    </a:cubicBezTo>
                    <a:cubicBezTo>
                      <a:pt x="1218" y="498"/>
                      <a:pt x="1218" y="498"/>
                      <a:pt x="1218" y="498"/>
                    </a:cubicBezTo>
                    <a:cubicBezTo>
                      <a:pt x="1218" y="495"/>
                      <a:pt x="1218" y="495"/>
                      <a:pt x="1218" y="495"/>
                    </a:cubicBezTo>
                    <a:cubicBezTo>
                      <a:pt x="1218" y="493"/>
                      <a:pt x="1218" y="493"/>
                      <a:pt x="1218" y="493"/>
                    </a:cubicBezTo>
                    <a:cubicBezTo>
                      <a:pt x="1218" y="490"/>
                      <a:pt x="1218" y="490"/>
                      <a:pt x="1218" y="490"/>
                    </a:cubicBezTo>
                    <a:cubicBezTo>
                      <a:pt x="1218" y="489"/>
                      <a:pt x="1218" y="489"/>
                      <a:pt x="1218" y="489"/>
                    </a:cubicBezTo>
                    <a:cubicBezTo>
                      <a:pt x="1218" y="484"/>
                      <a:pt x="1218" y="484"/>
                      <a:pt x="1218" y="484"/>
                    </a:cubicBezTo>
                    <a:cubicBezTo>
                      <a:pt x="1218" y="483"/>
                      <a:pt x="1218" y="483"/>
                      <a:pt x="1218" y="483"/>
                    </a:cubicBezTo>
                    <a:cubicBezTo>
                      <a:pt x="1218" y="480"/>
                      <a:pt x="1218" y="480"/>
                      <a:pt x="1218" y="480"/>
                    </a:cubicBezTo>
                    <a:cubicBezTo>
                      <a:pt x="1219" y="478"/>
                      <a:pt x="1219" y="478"/>
                      <a:pt x="1219" y="478"/>
                    </a:cubicBezTo>
                    <a:cubicBezTo>
                      <a:pt x="1219" y="475"/>
                      <a:pt x="1219" y="475"/>
                      <a:pt x="1219" y="475"/>
                    </a:cubicBezTo>
                    <a:cubicBezTo>
                      <a:pt x="1219" y="473"/>
                      <a:pt x="1219" y="473"/>
                      <a:pt x="1219" y="473"/>
                    </a:cubicBezTo>
                    <a:cubicBezTo>
                      <a:pt x="1219" y="470"/>
                      <a:pt x="1219" y="470"/>
                      <a:pt x="1219" y="470"/>
                    </a:cubicBezTo>
                    <a:cubicBezTo>
                      <a:pt x="1219" y="469"/>
                      <a:pt x="1219" y="469"/>
                      <a:pt x="1219" y="469"/>
                    </a:cubicBezTo>
                    <a:cubicBezTo>
                      <a:pt x="1219" y="464"/>
                      <a:pt x="1219" y="464"/>
                      <a:pt x="1219" y="464"/>
                    </a:cubicBezTo>
                    <a:cubicBezTo>
                      <a:pt x="1219" y="459"/>
                      <a:pt x="1219" y="459"/>
                      <a:pt x="1219" y="459"/>
                    </a:cubicBezTo>
                    <a:cubicBezTo>
                      <a:pt x="1219" y="458"/>
                      <a:pt x="1219" y="458"/>
                      <a:pt x="1219" y="458"/>
                    </a:cubicBezTo>
                    <a:cubicBezTo>
                      <a:pt x="1219" y="453"/>
                      <a:pt x="1219" y="453"/>
                      <a:pt x="1219" y="453"/>
                    </a:cubicBezTo>
                    <a:cubicBezTo>
                      <a:pt x="1219" y="452"/>
                      <a:pt x="1219" y="452"/>
                      <a:pt x="1219" y="452"/>
                    </a:cubicBezTo>
                    <a:cubicBezTo>
                      <a:pt x="1218" y="447"/>
                      <a:pt x="1218" y="447"/>
                      <a:pt x="1218" y="447"/>
                    </a:cubicBezTo>
                    <a:cubicBezTo>
                      <a:pt x="1218" y="446"/>
                      <a:pt x="1218" y="446"/>
                      <a:pt x="1218" y="446"/>
                    </a:cubicBezTo>
                    <a:cubicBezTo>
                      <a:pt x="1218" y="442"/>
                      <a:pt x="1218" y="442"/>
                      <a:pt x="1218" y="442"/>
                    </a:cubicBezTo>
                    <a:cubicBezTo>
                      <a:pt x="1218" y="441"/>
                      <a:pt x="1218" y="441"/>
                      <a:pt x="1218" y="441"/>
                    </a:cubicBezTo>
                    <a:cubicBezTo>
                      <a:pt x="1218" y="436"/>
                      <a:pt x="1218" y="436"/>
                      <a:pt x="1218" y="436"/>
                    </a:cubicBezTo>
                    <a:cubicBezTo>
                      <a:pt x="1218" y="434"/>
                      <a:pt x="1218" y="434"/>
                      <a:pt x="1218" y="434"/>
                    </a:cubicBezTo>
                    <a:cubicBezTo>
                      <a:pt x="1218" y="430"/>
                      <a:pt x="1218" y="430"/>
                      <a:pt x="1218" y="430"/>
                    </a:cubicBezTo>
                    <a:cubicBezTo>
                      <a:pt x="1218" y="429"/>
                      <a:pt x="1218" y="429"/>
                      <a:pt x="1218" y="429"/>
                    </a:cubicBezTo>
                    <a:cubicBezTo>
                      <a:pt x="1218" y="424"/>
                      <a:pt x="1218" y="424"/>
                      <a:pt x="1218" y="424"/>
                    </a:cubicBezTo>
                    <a:cubicBezTo>
                      <a:pt x="1218" y="423"/>
                      <a:pt x="1218" y="423"/>
                      <a:pt x="1218" y="423"/>
                    </a:cubicBezTo>
                    <a:cubicBezTo>
                      <a:pt x="1217" y="419"/>
                      <a:pt x="1217" y="419"/>
                      <a:pt x="1217" y="419"/>
                    </a:cubicBezTo>
                    <a:cubicBezTo>
                      <a:pt x="1217" y="417"/>
                      <a:pt x="1217" y="417"/>
                      <a:pt x="1217" y="417"/>
                    </a:cubicBezTo>
                    <a:cubicBezTo>
                      <a:pt x="1217" y="413"/>
                      <a:pt x="1217" y="413"/>
                      <a:pt x="1217" y="413"/>
                    </a:cubicBezTo>
                    <a:cubicBezTo>
                      <a:pt x="1217" y="411"/>
                      <a:pt x="1217" y="411"/>
                      <a:pt x="1217" y="411"/>
                    </a:cubicBezTo>
                    <a:cubicBezTo>
                      <a:pt x="1217" y="408"/>
                      <a:pt x="1217" y="408"/>
                      <a:pt x="1217" y="408"/>
                    </a:cubicBezTo>
                    <a:cubicBezTo>
                      <a:pt x="1217" y="406"/>
                      <a:pt x="1217" y="406"/>
                      <a:pt x="1217" y="406"/>
                    </a:cubicBezTo>
                    <a:cubicBezTo>
                      <a:pt x="1216" y="402"/>
                      <a:pt x="1216" y="402"/>
                      <a:pt x="1216" y="402"/>
                    </a:cubicBezTo>
                    <a:cubicBezTo>
                      <a:pt x="1216" y="400"/>
                      <a:pt x="1216" y="400"/>
                      <a:pt x="1216" y="400"/>
                    </a:cubicBezTo>
                    <a:cubicBezTo>
                      <a:pt x="1216" y="396"/>
                      <a:pt x="1216" y="396"/>
                      <a:pt x="1216" y="396"/>
                    </a:cubicBezTo>
                    <a:cubicBezTo>
                      <a:pt x="1216" y="394"/>
                      <a:pt x="1216" y="394"/>
                      <a:pt x="1216" y="394"/>
                    </a:cubicBezTo>
                    <a:cubicBezTo>
                      <a:pt x="1216" y="391"/>
                      <a:pt x="1216" y="391"/>
                      <a:pt x="1216" y="391"/>
                    </a:cubicBezTo>
                    <a:cubicBezTo>
                      <a:pt x="1215" y="388"/>
                      <a:pt x="1215" y="388"/>
                      <a:pt x="1215" y="388"/>
                    </a:cubicBezTo>
                    <a:cubicBezTo>
                      <a:pt x="1215" y="385"/>
                      <a:pt x="1215" y="385"/>
                      <a:pt x="1215" y="385"/>
                    </a:cubicBezTo>
                    <a:cubicBezTo>
                      <a:pt x="1215" y="383"/>
                      <a:pt x="1215" y="383"/>
                      <a:pt x="1215" y="383"/>
                    </a:cubicBezTo>
                    <a:cubicBezTo>
                      <a:pt x="1215" y="380"/>
                      <a:pt x="1215" y="380"/>
                      <a:pt x="1215" y="380"/>
                    </a:cubicBezTo>
                    <a:cubicBezTo>
                      <a:pt x="1214" y="377"/>
                      <a:pt x="1214" y="377"/>
                      <a:pt x="1214" y="377"/>
                    </a:cubicBezTo>
                    <a:cubicBezTo>
                      <a:pt x="1214" y="374"/>
                      <a:pt x="1214" y="374"/>
                      <a:pt x="1214" y="374"/>
                    </a:cubicBezTo>
                    <a:cubicBezTo>
                      <a:pt x="1214" y="371"/>
                      <a:pt x="1214" y="371"/>
                      <a:pt x="1214" y="371"/>
                    </a:cubicBezTo>
                    <a:cubicBezTo>
                      <a:pt x="1214" y="369"/>
                      <a:pt x="1214" y="369"/>
                      <a:pt x="1214" y="369"/>
                    </a:cubicBezTo>
                    <a:cubicBezTo>
                      <a:pt x="1213" y="359"/>
                      <a:pt x="1213" y="359"/>
                      <a:pt x="1213" y="359"/>
                    </a:cubicBezTo>
                    <a:cubicBezTo>
                      <a:pt x="1212" y="358"/>
                      <a:pt x="1212" y="358"/>
                      <a:pt x="1212" y="358"/>
                    </a:cubicBezTo>
                    <a:cubicBezTo>
                      <a:pt x="1212" y="355"/>
                      <a:pt x="1212" y="355"/>
                      <a:pt x="1212" y="355"/>
                    </a:cubicBezTo>
                    <a:cubicBezTo>
                      <a:pt x="1212" y="353"/>
                      <a:pt x="1212" y="353"/>
                      <a:pt x="1212" y="353"/>
                    </a:cubicBezTo>
                    <a:cubicBezTo>
                      <a:pt x="1211" y="348"/>
                      <a:pt x="1211" y="348"/>
                      <a:pt x="1211" y="348"/>
                    </a:cubicBezTo>
                    <a:cubicBezTo>
                      <a:pt x="1211" y="346"/>
                      <a:pt x="1211" y="346"/>
                      <a:pt x="1211" y="346"/>
                    </a:cubicBezTo>
                    <a:cubicBezTo>
                      <a:pt x="1211" y="343"/>
                      <a:pt x="1211" y="343"/>
                      <a:pt x="1211" y="343"/>
                    </a:cubicBezTo>
                    <a:cubicBezTo>
                      <a:pt x="1210" y="342"/>
                      <a:pt x="1210" y="342"/>
                      <a:pt x="1210" y="342"/>
                    </a:cubicBezTo>
                    <a:cubicBezTo>
                      <a:pt x="1210" y="336"/>
                      <a:pt x="1210" y="336"/>
                      <a:pt x="1210" y="336"/>
                    </a:cubicBezTo>
                    <a:cubicBezTo>
                      <a:pt x="1209" y="335"/>
                      <a:pt x="1209" y="335"/>
                      <a:pt x="1209" y="335"/>
                    </a:cubicBezTo>
                    <a:cubicBezTo>
                      <a:pt x="1209" y="332"/>
                      <a:pt x="1209" y="332"/>
                      <a:pt x="1209" y="332"/>
                    </a:cubicBezTo>
                    <a:cubicBezTo>
                      <a:pt x="1209" y="331"/>
                      <a:pt x="1209" y="331"/>
                      <a:pt x="1209" y="331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5" y="309"/>
                      <a:pt x="1205" y="309"/>
                      <a:pt x="1205" y="309"/>
                    </a:cubicBezTo>
                    <a:cubicBezTo>
                      <a:pt x="1205" y="308"/>
                      <a:pt x="1205" y="308"/>
                      <a:pt x="1205" y="308"/>
                    </a:cubicBezTo>
                    <a:cubicBezTo>
                      <a:pt x="1202" y="288"/>
                      <a:pt x="1198" y="269"/>
                      <a:pt x="1193" y="249"/>
                    </a:cubicBezTo>
                    <a:cubicBezTo>
                      <a:pt x="1193" y="248"/>
                      <a:pt x="1193" y="248"/>
                      <a:pt x="1193" y="248"/>
                    </a:cubicBezTo>
                    <a:cubicBezTo>
                      <a:pt x="1190" y="238"/>
                      <a:pt x="1190" y="238"/>
                      <a:pt x="1190" y="238"/>
                    </a:cubicBezTo>
                    <a:cubicBezTo>
                      <a:pt x="1190" y="237"/>
                      <a:pt x="1190" y="237"/>
                      <a:pt x="1190" y="237"/>
                    </a:cubicBezTo>
                    <a:cubicBezTo>
                      <a:pt x="1187" y="228"/>
                      <a:pt x="1187" y="228"/>
                      <a:pt x="1187" y="228"/>
                    </a:cubicBezTo>
                    <a:cubicBezTo>
                      <a:pt x="1187" y="226"/>
                      <a:pt x="1187" y="226"/>
                      <a:pt x="1187" y="226"/>
                    </a:cubicBezTo>
                    <a:cubicBezTo>
                      <a:pt x="1186" y="223"/>
                      <a:pt x="1186" y="223"/>
                      <a:pt x="1186" y="223"/>
                    </a:cubicBezTo>
                    <a:cubicBezTo>
                      <a:pt x="1186" y="221"/>
                      <a:pt x="1186" y="221"/>
                      <a:pt x="1186" y="221"/>
                    </a:cubicBezTo>
                    <a:cubicBezTo>
                      <a:pt x="1184" y="217"/>
                      <a:pt x="1184" y="217"/>
                      <a:pt x="1184" y="217"/>
                    </a:cubicBezTo>
                    <a:cubicBezTo>
                      <a:pt x="1184" y="215"/>
                      <a:pt x="1184" y="215"/>
                      <a:pt x="1184" y="215"/>
                    </a:cubicBezTo>
                    <a:cubicBezTo>
                      <a:pt x="1183" y="213"/>
                      <a:pt x="1183" y="213"/>
                      <a:pt x="1183" y="213"/>
                    </a:cubicBezTo>
                    <a:cubicBezTo>
                      <a:pt x="1182" y="210"/>
                      <a:pt x="1182" y="210"/>
                      <a:pt x="1182" y="210"/>
                    </a:cubicBezTo>
                    <a:cubicBezTo>
                      <a:pt x="1181" y="207"/>
                      <a:pt x="1181" y="207"/>
                      <a:pt x="1181" y="207"/>
                    </a:cubicBezTo>
                    <a:cubicBezTo>
                      <a:pt x="1181" y="204"/>
                      <a:pt x="1181" y="204"/>
                      <a:pt x="1181" y="204"/>
                    </a:cubicBezTo>
                    <a:cubicBezTo>
                      <a:pt x="1180" y="202"/>
                      <a:pt x="1180" y="202"/>
                      <a:pt x="1180" y="202"/>
                    </a:cubicBezTo>
                    <a:cubicBezTo>
                      <a:pt x="1179" y="199"/>
                      <a:pt x="1179" y="199"/>
                      <a:pt x="1179" y="199"/>
                    </a:cubicBezTo>
                    <a:cubicBezTo>
                      <a:pt x="1179" y="198"/>
                      <a:pt x="1179" y="198"/>
                      <a:pt x="1179" y="198"/>
                    </a:cubicBezTo>
                    <a:cubicBezTo>
                      <a:pt x="1177" y="193"/>
                      <a:pt x="1177" y="193"/>
                      <a:pt x="1177" y="193"/>
                    </a:cubicBezTo>
                    <a:cubicBezTo>
                      <a:pt x="1177" y="192"/>
                      <a:pt x="1177" y="192"/>
                      <a:pt x="1177" y="192"/>
                    </a:cubicBezTo>
                    <a:cubicBezTo>
                      <a:pt x="1176" y="188"/>
                      <a:pt x="1176" y="188"/>
                      <a:pt x="1176" y="188"/>
                    </a:cubicBezTo>
                    <a:cubicBezTo>
                      <a:pt x="1175" y="187"/>
                      <a:pt x="1175" y="187"/>
                      <a:pt x="1175" y="187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66" y="160"/>
                      <a:pt x="1158" y="137"/>
                      <a:pt x="1149" y="116"/>
                    </a:cubicBezTo>
                    <a:cubicBezTo>
                      <a:pt x="1144" y="103"/>
                      <a:pt x="1138" y="91"/>
                      <a:pt x="1132" y="79"/>
                    </a:cubicBezTo>
                    <a:cubicBezTo>
                      <a:pt x="1120" y="52"/>
                      <a:pt x="1106" y="26"/>
                      <a:pt x="1090" y="0"/>
                    </a:cubicBezTo>
                    <a:cubicBezTo>
                      <a:pt x="1115" y="67"/>
                      <a:pt x="1126" y="137"/>
                      <a:pt x="1126" y="206"/>
                    </a:cubicBezTo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5" name="Freeform 9"/>
              <p:cNvSpPr>
                <a:spLocks noSelect="1"/>
              </p:cNvSpPr>
              <p:nvPr userDrawn="1"/>
            </p:nvSpPr>
            <p:spPr bwMode="gray">
              <a:xfrm>
                <a:off x="1118870" y="583565"/>
                <a:ext cx="114935" cy="149860"/>
              </a:xfrm>
              <a:custGeom>
                <a:avLst/>
                <a:gdLst>
                  <a:gd name="T0" fmla="*/ 0 w 362"/>
                  <a:gd name="T1" fmla="*/ 106 h 472"/>
                  <a:gd name="T2" fmla="*/ 219 w 362"/>
                  <a:gd name="T3" fmla="*/ 445 h 472"/>
                  <a:gd name="T4" fmla="*/ 268 w 362"/>
                  <a:gd name="T5" fmla="*/ 472 h 472"/>
                  <a:gd name="T6" fmla="*/ 362 w 362"/>
                  <a:gd name="T7" fmla="*/ 472 h 472"/>
                  <a:gd name="T8" fmla="*/ 319 w 362"/>
                  <a:gd name="T9" fmla="*/ 448 h 472"/>
                  <a:gd name="T10" fmla="*/ 22 w 362"/>
                  <a:gd name="T11" fmla="*/ 0 h 472"/>
                  <a:gd name="T12" fmla="*/ 0 w 362"/>
                  <a:gd name="T13" fmla="*/ 106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2" h="472">
                    <a:moveTo>
                      <a:pt x="0" y="106"/>
                    </a:moveTo>
                    <a:cubicBezTo>
                      <a:pt x="219" y="445"/>
                      <a:pt x="219" y="445"/>
                      <a:pt x="219" y="445"/>
                    </a:cubicBezTo>
                    <a:cubicBezTo>
                      <a:pt x="228" y="460"/>
                      <a:pt x="250" y="472"/>
                      <a:pt x="268" y="472"/>
                    </a:cubicBezTo>
                    <a:cubicBezTo>
                      <a:pt x="362" y="472"/>
                      <a:pt x="362" y="472"/>
                      <a:pt x="362" y="472"/>
                    </a:cubicBezTo>
                    <a:cubicBezTo>
                      <a:pt x="347" y="472"/>
                      <a:pt x="327" y="461"/>
                      <a:pt x="319" y="448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0" y="106"/>
                    </a:lnTo>
                    <a:close/>
                  </a:path>
                </a:pathLst>
              </a:cu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6" name="Freeform 10"/>
              <p:cNvSpPr>
                <a:spLocks noSelect="1"/>
              </p:cNvSpPr>
              <p:nvPr userDrawn="1"/>
            </p:nvSpPr>
            <p:spPr bwMode="gray">
              <a:xfrm>
                <a:off x="949325" y="290830"/>
                <a:ext cx="277495" cy="120015"/>
              </a:xfrm>
              <a:custGeom>
                <a:avLst/>
                <a:gdLst>
                  <a:gd name="T0" fmla="*/ 27 w 874"/>
                  <a:gd name="T1" fmla="*/ 323 h 378"/>
                  <a:gd name="T2" fmla="*/ 1 w 874"/>
                  <a:gd name="T3" fmla="*/ 366 h 378"/>
                  <a:gd name="T4" fmla="*/ 1 w 874"/>
                  <a:gd name="T5" fmla="*/ 367 h 378"/>
                  <a:gd name="T6" fmla="*/ 1 w 874"/>
                  <a:gd name="T7" fmla="*/ 367 h 378"/>
                  <a:gd name="T8" fmla="*/ 30 w 874"/>
                  <a:gd name="T9" fmla="*/ 378 h 378"/>
                  <a:gd name="T10" fmla="*/ 410 w 874"/>
                  <a:gd name="T11" fmla="*/ 378 h 378"/>
                  <a:gd name="T12" fmla="*/ 400 w 874"/>
                  <a:gd name="T13" fmla="*/ 293 h 378"/>
                  <a:gd name="T14" fmla="*/ 439 w 874"/>
                  <a:gd name="T15" fmla="*/ 165 h 378"/>
                  <a:gd name="T16" fmla="*/ 471 w 874"/>
                  <a:gd name="T17" fmla="*/ 129 h 378"/>
                  <a:gd name="T18" fmla="*/ 820 w 874"/>
                  <a:gd name="T19" fmla="*/ 11 h 378"/>
                  <a:gd name="T20" fmla="*/ 838 w 874"/>
                  <a:gd name="T21" fmla="*/ 12 h 378"/>
                  <a:gd name="T22" fmla="*/ 874 w 874"/>
                  <a:gd name="T23" fmla="*/ 13 h 378"/>
                  <a:gd name="T24" fmla="*/ 728 w 874"/>
                  <a:gd name="T25" fmla="*/ 0 h 378"/>
                  <a:gd name="T26" fmla="*/ 719 w 874"/>
                  <a:gd name="T27" fmla="*/ 0 h 378"/>
                  <a:gd name="T28" fmla="*/ 27 w 874"/>
                  <a:gd name="T29" fmla="*/ 323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4" h="378">
                    <a:moveTo>
                      <a:pt x="27" y="323"/>
                    </a:moveTo>
                    <a:cubicBezTo>
                      <a:pt x="10" y="343"/>
                      <a:pt x="0" y="357"/>
                      <a:pt x="1" y="366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2" y="375"/>
                      <a:pt x="11" y="378"/>
                      <a:pt x="30" y="378"/>
                    </a:cubicBezTo>
                    <a:cubicBezTo>
                      <a:pt x="410" y="378"/>
                      <a:pt x="410" y="378"/>
                      <a:pt x="410" y="378"/>
                    </a:cubicBezTo>
                    <a:cubicBezTo>
                      <a:pt x="404" y="349"/>
                      <a:pt x="400" y="320"/>
                      <a:pt x="400" y="293"/>
                    </a:cubicBezTo>
                    <a:cubicBezTo>
                      <a:pt x="400" y="244"/>
                      <a:pt x="412" y="200"/>
                      <a:pt x="439" y="165"/>
                    </a:cubicBezTo>
                    <a:cubicBezTo>
                      <a:pt x="449" y="152"/>
                      <a:pt x="460" y="140"/>
                      <a:pt x="471" y="129"/>
                    </a:cubicBezTo>
                    <a:cubicBezTo>
                      <a:pt x="555" y="49"/>
                      <a:pt x="683" y="11"/>
                      <a:pt x="820" y="11"/>
                    </a:cubicBezTo>
                    <a:cubicBezTo>
                      <a:pt x="826" y="11"/>
                      <a:pt x="832" y="11"/>
                      <a:pt x="838" y="12"/>
                    </a:cubicBezTo>
                    <a:cubicBezTo>
                      <a:pt x="850" y="12"/>
                      <a:pt x="862" y="12"/>
                      <a:pt x="874" y="13"/>
                    </a:cubicBezTo>
                    <a:cubicBezTo>
                      <a:pt x="827" y="5"/>
                      <a:pt x="778" y="0"/>
                      <a:pt x="728" y="0"/>
                    </a:cubicBezTo>
                    <a:cubicBezTo>
                      <a:pt x="719" y="0"/>
                      <a:pt x="719" y="0"/>
                      <a:pt x="719" y="0"/>
                    </a:cubicBezTo>
                    <a:cubicBezTo>
                      <a:pt x="441" y="0"/>
                      <a:pt x="192" y="125"/>
                      <a:pt x="27" y="323"/>
                    </a:cubicBezTo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7" name="Freeform 11"/>
              <p:cNvSpPr>
                <a:spLocks noSelect="1"/>
              </p:cNvSpPr>
              <p:nvPr userDrawn="1"/>
            </p:nvSpPr>
            <p:spPr bwMode="gray">
              <a:xfrm>
                <a:off x="1076325" y="294005"/>
                <a:ext cx="358775" cy="353695"/>
              </a:xfrm>
              <a:custGeom>
                <a:avLst/>
                <a:gdLst>
                  <a:gd name="T0" fmla="*/ 0 w 1130"/>
                  <a:gd name="T1" fmla="*/ 282 h 1113"/>
                  <a:gd name="T2" fmla="*/ 738 w 1130"/>
                  <a:gd name="T3" fmla="*/ 375 h 1113"/>
                  <a:gd name="T4" fmla="*/ 910 w 1130"/>
                  <a:gd name="T5" fmla="*/ 637 h 1113"/>
                  <a:gd name="T6" fmla="*/ 913 w 1130"/>
                  <a:gd name="T7" fmla="*/ 645 h 1113"/>
                  <a:gd name="T8" fmla="*/ 824 w 1130"/>
                  <a:gd name="T9" fmla="*/ 1113 h 1113"/>
                  <a:gd name="T10" fmla="*/ 1094 w 1130"/>
                  <a:gd name="T11" fmla="*/ 428 h 1113"/>
                  <a:gd name="T12" fmla="*/ 1044 w 1130"/>
                  <a:gd name="T13" fmla="*/ 353 h 1113"/>
                  <a:gd name="T14" fmla="*/ 1040 w 1130"/>
                  <a:gd name="T15" fmla="*/ 348 h 1113"/>
                  <a:gd name="T16" fmla="*/ 1034 w 1130"/>
                  <a:gd name="T17" fmla="*/ 339 h 1113"/>
                  <a:gd name="T18" fmla="*/ 1030 w 1130"/>
                  <a:gd name="T19" fmla="*/ 334 h 1113"/>
                  <a:gd name="T20" fmla="*/ 1007 w 1130"/>
                  <a:gd name="T21" fmla="*/ 306 h 1113"/>
                  <a:gd name="T22" fmla="*/ 1003 w 1130"/>
                  <a:gd name="T23" fmla="*/ 301 h 1113"/>
                  <a:gd name="T24" fmla="*/ 995 w 1130"/>
                  <a:gd name="T25" fmla="*/ 293 h 1113"/>
                  <a:gd name="T26" fmla="*/ 974 w 1130"/>
                  <a:gd name="T27" fmla="*/ 270 h 1113"/>
                  <a:gd name="T28" fmla="*/ 967 w 1130"/>
                  <a:gd name="T29" fmla="*/ 262 h 1113"/>
                  <a:gd name="T30" fmla="*/ 962 w 1130"/>
                  <a:gd name="T31" fmla="*/ 257 h 1113"/>
                  <a:gd name="T32" fmla="*/ 937 w 1130"/>
                  <a:gd name="T33" fmla="*/ 233 h 1113"/>
                  <a:gd name="T34" fmla="*/ 932 w 1130"/>
                  <a:gd name="T35" fmla="*/ 228 h 1113"/>
                  <a:gd name="T36" fmla="*/ 924 w 1130"/>
                  <a:gd name="T37" fmla="*/ 221 h 1113"/>
                  <a:gd name="T38" fmla="*/ 919 w 1130"/>
                  <a:gd name="T39" fmla="*/ 216 h 1113"/>
                  <a:gd name="T40" fmla="*/ 901 w 1130"/>
                  <a:gd name="T41" fmla="*/ 201 h 1113"/>
                  <a:gd name="T42" fmla="*/ 895 w 1130"/>
                  <a:gd name="T43" fmla="*/ 196 h 1113"/>
                  <a:gd name="T44" fmla="*/ 887 w 1130"/>
                  <a:gd name="T45" fmla="*/ 190 h 1113"/>
                  <a:gd name="T46" fmla="*/ 882 w 1130"/>
                  <a:gd name="T47" fmla="*/ 185 h 1113"/>
                  <a:gd name="T48" fmla="*/ 873 w 1130"/>
                  <a:gd name="T49" fmla="*/ 178 h 1113"/>
                  <a:gd name="T50" fmla="*/ 858 w 1130"/>
                  <a:gd name="T51" fmla="*/ 167 h 1113"/>
                  <a:gd name="T52" fmla="*/ 849 w 1130"/>
                  <a:gd name="T53" fmla="*/ 160 h 1113"/>
                  <a:gd name="T54" fmla="*/ 843 w 1130"/>
                  <a:gd name="T55" fmla="*/ 156 h 1113"/>
                  <a:gd name="T56" fmla="*/ 835 w 1130"/>
                  <a:gd name="T57" fmla="*/ 150 h 1113"/>
                  <a:gd name="T58" fmla="*/ 829 w 1130"/>
                  <a:gd name="T59" fmla="*/ 146 h 1113"/>
                  <a:gd name="T60" fmla="*/ 809 w 1130"/>
                  <a:gd name="T61" fmla="*/ 133 h 1113"/>
                  <a:gd name="T62" fmla="*/ 803 w 1130"/>
                  <a:gd name="T63" fmla="*/ 129 h 1113"/>
                  <a:gd name="T64" fmla="*/ 794 w 1130"/>
                  <a:gd name="T65" fmla="*/ 124 h 1113"/>
                  <a:gd name="T66" fmla="*/ 788 w 1130"/>
                  <a:gd name="T67" fmla="*/ 120 h 1113"/>
                  <a:gd name="T68" fmla="*/ 768 w 1130"/>
                  <a:gd name="T69" fmla="*/ 108 h 1113"/>
                  <a:gd name="T70" fmla="*/ 762 w 1130"/>
                  <a:gd name="T71" fmla="*/ 104 h 1113"/>
                  <a:gd name="T72" fmla="*/ 753 w 1130"/>
                  <a:gd name="T73" fmla="*/ 99 h 1113"/>
                  <a:gd name="T74" fmla="*/ 746 w 1130"/>
                  <a:gd name="T75" fmla="*/ 96 h 1113"/>
                  <a:gd name="T76" fmla="*/ 720 w 1130"/>
                  <a:gd name="T77" fmla="*/ 82 h 1113"/>
                  <a:gd name="T78" fmla="*/ 713 w 1130"/>
                  <a:gd name="T79" fmla="*/ 79 h 1113"/>
                  <a:gd name="T80" fmla="*/ 704 w 1130"/>
                  <a:gd name="T81" fmla="*/ 75 h 1113"/>
                  <a:gd name="T82" fmla="*/ 697 w 1130"/>
                  <a:gd name="T83" fmla="*/ 72 h 1113"/>
                  <a:gd name="T84" fmla="*/ 675 w 1130"/>
                  <a:gd name="T85" fmla="*/ 62 h 1113"/>
                  <a:gd name="T86" fmla="*/ 669 w 1130"/>
                  <a:gd name="T87" fmla="*/ 59 h 1113"/>
                  <a:gd name="T88" fmla="*/ 659 w 1130"/>
                  <a:gd name="T89" fmla="*/ 55 h 1113"/>
                  <a:gd name="T90" fmla="*/ 653 w 1130"/>
                  <a:gd name="T91" fmla="*/ 52 h 1113"/>
                  <a:gd name="T92" fmla="*/ 619 w 1130"/>
                  <a:gd name="T93" fmla="*/ 40 h 1113"/>
                  <a:gd name="T94" fmla="*/ 612 w 1130"/>
                  <a:gd name="T95" fmla="*/ 38 h 1113"/>
                  <a:gd name="T96" fmla="*/ 602 w 1130"/>
                  <a:gd name="T97" fmla="*/ 34 h 1113"/>
                  <a:gd name="T98" fmla="*/ 595 w 1130"/>
                  <a:gd name="T99" fmla="*/ 32 h 1113"/>
                  <a:gd name="T100" fmla="*/ 566 w 1130"/>
                  <a:gd name="T101" fmla="*/ 23 h 1113"/>
                  <a:gd name="T102" fmla="*/ 559 w 1130"/>
                  <a:gd name="T103" fmla="*/ 21 h 1113"/>
                  <a:gd name="T104" fmla="*/ 549 w 1130"/>
                  <a:gd name="T105" fmla="*/ 18 h 1113"/>
                  <a:gd name="T106" fmla="*/ 542 w 1130"/>
                  <a:gd name="T107" fmla="*/ 17 h 1113"/>
                  <a:gd name="T108" fmla="*/ 518 w 1130"/>
                  <a:gd name="T109" fmla="*/ 11 h 1113"/>
                  <a:gd name="T110" fmla="*/ 511 w 1130"/>
                  <a:gd name="T111" fmla="*/ 9 h 1113"/>
                  <a:gd name="T112" fmla="*/ 501 w 1130"/>
                  <a:gd name="T113" fmla="*/ 7 h 1113"/>
                  <a:gd name="T114" fmla="*/ 493 w 1130"/>
                  <a:gd name="T115" fmla="*/ 6 h 1113"/>
                  <a:gd name="T116" fmla="*/ 482 w 1130"/>
                  <a:gd name="T117" fmla="*/ 4 h 1113"/>
                  <a:gd name="T118" fmla="*/ 474 w 1130"/>
                  <a:gd name="T119" fmla="*/ 2 h 1113"/>
                  <a:gd name="T120" fmla="*/ 71 w 1130"/>
                  <a:gd name="T121" fmla="*/ 118 h 1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30" h="1113">
                    <a:moveTo>
                      <a:pt x="71" y="118"/>
                    </a:moveTo>
                    <a:cubicBezTo>
                      <a:pt x="60" y="129"/>
                      <a:pt x="49" y="141"/>
                      <a:pt x="39" y="154"/>
                    </a:cubicBezTo>
                    <a:cubicBezTo>
                      <a:pt x="12" y="189"/>
                      <a:pt x="0" y="233"/>
                      <a:pt x="0" y="282"/>
                    </a:cubicBezTo>
                    <a:cubicBezTo>
                      <a:pt x="0" y="309"/>
                      <a:pt x="4" y="338"/>
                      <a:pt x="10" y="367"/>
                    </a:cubicBezTo>
                    <a:cubicBezTo>
                      <a:pt x="712" y="367"/>
                      <a:pt x="712" y="367"/>
                      <a:pt x="712" y="367"/>
                    </a:cubicBezTo>
                    <a:cubicBezTo>
                      <a:pt x="720" y="367"/>
                      <a:pt x="730" y="370"/>
                      <a:pt x="738" y="375"/>
                    </a:cubicBezTo>
                    <a:cubicBezTo>
                      <a:pt x="745" y="380"/>
                      <a:pt x="752" y="385"/>
                      <a:pt x="756" y="391"/>
                    </a:cubicBezTo>
                    <a:cubicBezTo>
                      <a:pt x="904" y="622"/>
                      <a:pt x="904" y="622"/>
                      <a:pt x="904" y="622"/>
                    </a:cubicBezTo>
                    <a:cubicBezTo>
                      <a:pt x="907" y="626"/>
                      <a:pt x="909" y="632"/>
                      <a:pt x="910" y="637"/>
                    </a:cubicBezTo>
                    <a:cubicBezTo>
                      <a:pt x="912" y="644"/>
                      <a:pt x="912" y="644"/>
                      <a:pt x="912" y="644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4" y="652"/>
                      <a:pt x="915" y="660"/>
                      <a:pt x="914" y="666"/>
                    </a:cubicBezTo>
                    <a:cubicBezTo>
                      <a:pt x="914" y="674"/>
                      <a:pt x="914" y="674"/>
                      <a:pt x="914" y="674"/>
                    </a:cubicBezTo>
                    <a:cubicBezTo>
                      <a:pt x="824" y="1113"/>
                      <a:pt x="824" y="1113"/>
                      <a:pt x="824" y="1113"/>
                    </a:cubicBezTo>
                    <a:cubicBezTo>
                      <a:pt x="906" y="1074"/>
                      <a:pt x="976" y="1020"/>
                      <a:pt x="1020" y="965"/>
                    </a:cubicBezTo>
                    <a:cubicBezTo>
                      <a:pt x="1093" y="875"/>
                      <a:pt x="1130" y="757"/>
                      <a:pt x="1130" y="634"/>
                    </a:cubicBezTo>
                    <a:cubicBezTo>
                      <a:pt x="1130" y="565"/>
                      <a:pt x="1119" y="495"/>
                      <a:pt x="1094" y="428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77" y="399"/>
                      <a:pt x="1061" y="376"/>
                      <a:pt x="1044" y="353"/>
                    </a:cubicBezTo>
                    <a:cubicBezTo>
                      <a:pt x="1044" y="353"/>
                      <a:pt x="1044" y="353"/>
                      <a:pt x="1044" y="353"/>
                    </a:cubicBezTo>
                    <a:cubicBezTo>
                      <a:pt x="1041" y="349"/>
                      <a:pt x="1041" y="349"/>
                      <a:pt x="1041" y="349"/>
                    </a:cubicBezTo>
                    <a:cubicBezTo>
                      <a:pt x="1040" y="348"/>
                      <a:pt x="1040" y="348"/>
                      <a:pt x="1040" y="348"/>
                    </a:cubicBezTo>
                    <a:cubicBezTo>
                      <a:pt x="1037" y="344"/>
                      <a:pt x="1037" y="344"/>
                      <a:pt x="1037" y="344"/>
                    </a:cubicBezTo>
                    <a:cubicBezTo>
                      <a:pt x="1037" y="343"/>
                      <a:pt x="1037" y="343"/>
                      <a:pt x="1037" y="343"/>
                    </a:cubicBezTo>
                    <a:cubicBezTo>
                      <a:pt x="1034" y="339"/>
                      <a:pt x="1034" y="339"/>
                      <a:pt x="1034" y="339"/>
                    </a:cubicBezTo>
                    <a:cubicBezTo>
                      <a:pt x="1033" y="338"/>
                      <a:pt x="1033" y="338"/>
                      <a:pt x="1033" y="338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23" y="326"/>
                      <a:pt x="1017" y="318"/>
                      <a:pt x="1011" y="311"/>
                    </a:cubicBezTo>
                    <a:cubicBezTo>
                      <a:pt x="1011" y="311"/>
                      <a:pt x="1011" y="311"/>
                      <a:pt x="1011" y="311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3" y="302"/>
                      <a:pt x="1003" y="302"/>
                      <a:pt x="1003" y="302"/>
                    </a:cubicBezTo>
                    <a:cubicBezTo>
                      <a:pt x="1003" y="301"/>
                      <a:pt x="1003" y="301"/>
                      <a:pt x="1003" y="301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88" y="285"/>
                      <a:pt x="982" y="278"/>
                      <a:pt x="975" y="271"/>
                    </a:cubicBezTo>
                    <a:cubicBezTo>
                      <a:pt x="974" y="270"/>
                      <a:pt x="974" y="270"/>
                      <a:pt x="974" y="270"/>
                    </a:cubicBezTo>
                    <a:cubicBezTo>
                      <a:pt x="971" y="266"/>
                      <a:pt x="971" y="266"/>
                      <a:pt x="971" y="266"/>
                    </a:cubicBezTo>
                    <a:cubicBezTo>
                      <a:pt x="970" y="266"/>
                      <a:pt x="970" y="266"/>
                      <a:pt x="970" y="266"/>
                    </a:cubicBezTo>
                    <a:cubicBezTo>
                      <a:pt x="967" y="262"/>
                      <a:pt x="967" y="262"/>
                      <a:pt x="967" y="262"/>
                    </a:cubicBezTo>
                    <a:cubicBezTo>
                      <a:pt x="966" y="262"/>
                      <a:pt x="966" y="262"/>
                      <a:pt x="966" y="262"/>
                    </a:cubicBezTo>
                    <a:cubicBezTo>
                      <a:pt x="963" y="258"/>
                      <a:pt x="963" y="258"/>
                      <a:pt x="963" y="258"/>
                    </a:cubicBezTo>
                    <a:cubicBezTo>
                      <a:pt x="962" y="257"/>
                      <a:pt x="962" y="257"/>
                      <a:pt x="962" y="257"/>
                    </a:cubicBezTo>
                    <a:cubicBezTo>
                      <a:pt x="958" y="254"/>
                      <a:pt x="958" y="254"/>
                      <a:pt x="958" y="254"/>
                    </a:cubicBezTo>
                    <a:cubicBezTo>
                      <a:pt x="958" y="253"/>
                      <a:pt x="958" y="253"/>
                      <a:pt x="958" y="253"/>
                    </a:cubicBezTo>
                    <a:cubicBezTo>
                      <a:pt x="951" y="246"/>
                      <a:pt x="944" y="239"/>
                      <a:pt x="937" y="233"/>
                    </a:cubicBezTo>
                    <a:cubicBezTo>
                      <a:pt x="936" y="232"/>
                      <a:pt x="936" y="232"/>
                      <a:pt x="936" y="232"/>
                    </a:cubicBezTo>
                    <a:cubicBezTo>
                      <a:pt x="932" y="229"/>
                      <a:pt x="932" y="229"/>
                      <a:pt x="932" y="229"/>
                    </a:cubicBezTo>
                    <a:cubicBezTo>
                      <a:pt x="932" y="228"/>
                      <a:pt x="932" y="228"/>
                      <a:pt x="932" y="228"/>
                    </a:cubicBezTo>
                    <a:cubicBezTo>
                      <a:pt x="928" y="225"/>
                      <a:pt x="928" y="225"/>
                      <a:pt x="928" y="225"/>
                    </a:cubicBezTo>
                    <a:cubicBezTo>
                      <a:pt x="927" y="224"/>
                      <a:pt x="927" y="224"/>
                      <a:pt x="927" y="224"/>
                    </a:cubicBezTo>
                    <a:cubicBezTo>
                      <a:pt x="924" y="221"/>
                      <a:pt x="924" y="221"/>
                      <a:pt x="924" y="221"/>
                    </a:cubicBezTo>
                    <a:cubicBezTo>
                      <a:pt x="923" y="220"/>
                      <a:pt x="923" y="220"/>
                      <a:pt x="923" y="220"/>
                    </a:cubicBezTo>
                    <a:cubicBezTo>
                      <a:pt x="919" y="217"/>
                      <a:pt x="919" y="217"/>
                      <a:pt x="919" y="217"/>
                    </a:cubicBezTo>
                    <a:cubicBezTo>
                      <a:pt x="919" y="216"/>
                      <a:pt x="919" y="216"/>
                      <a:pt x="919" y="216"/>
                    </a:cubicBezTo>
                    <a:cubicBezTo>
                      <a:pt x="914" y="213"/>
                      <a:pt x="914" y="213"/>
                      <a:pt x="914" y="213"/>
                    </a:cubicBezTo>
                    <a:cubicBezTo>
                      <a:pt x="914" y="212"/>
                      <a:pt x="914" y="212"/>
                      <a:pt x="914" y="212"/>
                    </a:cubicBezTo>
                    <a:cubicBezTo>
                      <a:pt x="901" y="201"/>
                      <a:pt x="901" y="201"/>
                      <a:pt x="901" y="201"/>
                    </a:cubicBezTo>
                    <a:cubicBezTo>
                      <a:pt x="900" y="200"/>
                      <a:pt x="900" y="200"/>
                      <a:pt x="900" y="200"/>
                    </a:cubicBezTo>
                    <a:cubicBezTo>
                      <a:pt x="896" y="197"/>
                      <a:pt x="896" y="197"/>
                      <a:pt x="896" y="197"/>
                    </a:cubicBezTo>
                    <a:cubicBezTo>
                      <a:pt x="895" y="196"/>
                      <a:pt x="895" y="196"/>
                      <a:pt x="895" y="196"/>
                    </a:cubicBezTo>
                    <a:cubicBezTo>
                      <a:pt x="892" y="193"/>
                      <a:pt x="892" y="193"/>
                      <a:pt x="892" y="193"/>
                    </a:cubicBezTo>
                    <a:cubicBezTo>
                      <a:pt x="891" y="193"/>
                      <a:pt x="891" y="193"/>
                      <a:pt x="891" y="193"/>
                    </a:cubicBezTo>
                    <a:cubicBezTo>
                      <a:pt x="887" y="190"/>
                      <a:pt x="887" y="190"/>
                      <a:pt x="887" y="190"/>
                    </a:cubicBezTo>
                    <a:cubicBezTo>
                      <a:pt x="886" y="189"/>
                      <a:pt x="886" y="189"/>
                      <a:pt x="886" y="189"/>
                    </a:cubicBezTo>
                    <a:cubicBezTo>
                      <a:pt x="883" y="186"/>
                      <a:pt x="883" y="186"/>
                      <a:pt x="883" y="186"/>
                    </a:cubicBezTo>
                    <a:cubicBezTo>
                      <a:pt x="882" y="185"/>
                      <a:pt x="882" y="185"/>
                      <a:pt x="882" y="185"/>
                    </a:cubicBezTo>
                    <a:cubicBezTo>
                      <a:pt x="878" y="182"/>
                      <a:pt x="878" y="182"/>
                      <a:pt x="878" y="182"/>
                    </a:cubicBezTo>
                    <a:cubicBezTo>
                      <a:pt x="877" y="182"/>
                      <a:pt x="877" y="182"/>
                      <a:pt x="877" y="182"/>
                    </a:cubicBezTo>
                    <a:cubicBezTo>
                      <a:pt x="873" y="178"/>
                      <a:pt x="873" y="178"/>
                      <a:pt x="873" y="178"/>
                    </a:cubicBezTo>
                    <a:cubicBezTo>
                      <a:pt x="872" y="178"/>
                      <a:pt x="872" y="178"/>
                      <a:pt x="872" y="178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4" y="164"/>
                      <a:pt x="854" y="164"/>
                      <a:pt x="854" y="164"/>
                    </a:cubicBezTo>
                    <a:cubicBezTo>
                      <a:pt x="853" y="163"/>
                      <a:pt x="853" y="163"/>
                      <a:pt x="853" y="163"/>
                    </a:cubicBezTo>
                    <a:cubicBezTo>
                      <a:pt x="849" y="160"/>
                      <a:pt x="849" y="160"/>
                      <a:pt x="849" y="160"/>
                    </a:cubicBezTo>
                    <a:cubicBezTo>
                      <a:pt x="848" y="160"/>
                      <a:pt x="848" y="160"/>
                      <a:pt x="848" y="160"/>
                    </a:cubicBezTo>
                    <a:cubicBezTo>
                      <a:pt x="844" y="157"/>
                      <a:pt x="844" y="157"/>
                      <a:pt x="844" y="157"/>
                    </a:cubicBezTo>
                    <a:cubicBezTo>
                      <a:pt x="843" y="156"/>
                      <a:pt x="843" y="156"/>
                      <a:pt x="843" y="156"/>
                    </a:cubicBezTo>
                    <a:cubicBezTo>
                      <a:pt x="839" y="154"/>
                      <a:pt x="839" y="154"/>
                      <a:pt x="839" y="154"/>
                    </a:cubicBezTo>
                    <a:cubicBezTo>
                      <a:pt x="838" y="153"/>
                      <a:pt x="838" y="153"/>
                      <a:pt x="838" y="153"/>
                    </a:cubicBezTo>
                    <a:cubicBezTo>
                      <a:pt x="835" y="150"/>
                      <a:pt x="835" y="150"/>
                      <a:pt x="835" y="150"/>
                    </a:cubicBezTo>
                    <a:cubicBezTo>
                      <a:pt x="833" y="149"/>
                      <a:pt x="833" y="149"/>
                      <a:pt x="833" y="149"/>
                    </a:cubicBezTo>
                    <a:cubicBezTo>
                      <a:pt x="829" y="147"/>
                      <a:pt x="829" y="147"/>
                      <a:pt x="829" y="147"/>
                    </a:cubicBezTo>
                    <a:cubicBezTo>
                      <a:pt x="829" y="146"/>
                      <a:pt x="829" y="146"/>
                      <a:pt x="829" y="146"/>
                    </a:cubicBezTo>
                    <a:cubicBezTo>
                      <a:pt x="814" y="136"/>
                      <a:pt x="814" y="136"/>
                      <a:pt x="814" y="136"/>
                    </a:cubicBezTo>
                    <a:cubicBezTo>
                      <a:pt x="813" y="136"/>
                      <a:pt x="813" y="136"/>
                      <a:pt x="813" y="136"/>
                    </a:cubicBezTo>
                    <a:cubicBezTo>
                      <a:pt x="809" y="133"/>
                      <a:pt x="809" y="133"/>
                      <a:pt x="809" y="133"/>
                    </a:cubicBezTo>
                    <a:cubicBezTo>
                      <a:pt x="808" y="132"/>
                      <a:pt x="808" y="132"/>
                      <a:pt x="808" y="132"/>
                    </a:cubicBezTo>
                    <a:cubicBezTo>
                      <a:pt x="804" y="130"/>
                      <a:pt x="804" y="130"/>
                      <a:pt x="804" y="130"/>
                    </a:cubicBezTo>
                    <a:cubicBezTo>
                      <a:pt x="803" y="129"/>
                      <a:pt x="803" y="129"/>
                      <a:pt x="803" y="129"/>
                    </a:cubicBezTo>
                    <a:cubicBezTo>
                      <a:pt x="799" y="127"/>
                      <a:pt x="799" y="127"/>
                      <a:pt x="799" y="127"/>
                    </a:cubicBezTo>
                    <a:cubicBezTo>
                      <a:pt x="798" y="126"/>
                      <a:pt x="798" y="126"/>
                      <a:pt x="798" y="126"/>
                    </a:cubicBezTo>
                    <a:cubicBezTo>
                      <a:pt x="794" y="124"/>
                      <a:pt x="794" y="124"/>
                      <a:pt x="794" y="124"/>
                    </a:cubicBezTo>
                    <a:cubicBezTo>
                      <a:pt x="793" y="123"/>
                      <a:pt x="793" y="123"/>
                      <a:pt x="793" y="123"/>
                    </a:cubicBezTo>
                    <a:cubicBezTo>
                      <a:pt x="789" y="121"/>
                      <a:pt x="789" y="121"/>
                      <a:pt x="789" y="121"/>
                    </a:cubicBezTo>
                    <a:cubicBezTo>
                      <a:pt x="788" y="120"/>
                      <a:pt x="788" y="120"/>
                      <a:pt x="788" y="120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68" y="108"/>
                      <a:pt x="768" y="108"/>
                      <a:pt x="768" y="108"/>
                    </a:cubicBezTo>
                    <a:cubicBezTo>
                      <a:pt x="767" y="108"/>
                      <a:pt x="767" y="108"/>
                      <a:pt x="767" y="108"/>
                    </a:cubicBezTo>
                    <a:cubicBezTo>
                      <a:pt x="763" y="105"/>
                      <a:pt x="763" y="105"/>
                      <a:pt x="763" y="105"/>
                    </a:cubicBezTo>
                    <a:cubicBezTo>
                      <a:pt x="762" y="104"/>
                      <a:pt x="762" y="104"/>
                      <a:pt x="762" y="104"/>
                    </a:cubicBezTo>
                    <a:cubicBezTo>
                      <a:pt x="758" y="102"/>
                      <a:pt x="758" y="102"/>
                      <a:pt x="758" y="102"/>
                    </a:cubicBezTo>
                    <a:cubicBezTo>
                      <a:pt x="756" y="102"/>
                      <a:pt x="756" y="102"/>
                      <a:pt x="756" y="102"/>
                    </a:cubicBezTo>
                    <a:cubicBezTo>
                      <a:pt x="753" y="99"/>
                      <a:pt x="753" y="99"/>
                      <a:pt x="753" y="99"/>
                    </a:cubicBezTo>
                    <a:cubicBezTo>
                      <a:pt x="751" y="99"/>
                      <a:pt x="751" y="99"/>
                      <a:pt x="751" y="99"/>
                    </a:cubicBezTo>
                    <a:cubicBezTo>
                      <a:pt x="747" y="97"/>
                      <a:pt x="747" y="97"/>
                      <a:pt x="747" y="97"/>
                    </a:cubicBezTo>
                    <a:cubicBezTo>
                      <a:pt x="746" y="96"/>
                      <a:pt x="746" y="96"/>
                      <a:pt x="746" y="96"/>
                    </a:cubicBezTo>
                    <a:cubicBezTo>
                      <a:pt x="742" y="94"/>
                      <a:pt x="742" y="94"/>
                      <a:pt x="742" y="94"/>
                    </a:cubicBezTo>
                    <a:cubicBezTo>
                      <a:pt x="741" y="93"/>
                      <a:pt x="741" y="93"/>
                      <a:pt x="741" y="93"/>
                    </a:cubicBezTo>
                    <a:cubicBezTo>
                      <a:pt x="734" y="90"/>
                      <a:pt x="727" y="86"/>
                      <a:pt x="720" y="82"/>
                    </a:cubicBezTo>
                    <a:cubicBezTo>
                      <a:pt x="719" y="82"/>
                      <a:pt x="719" y="82"/>
                      <a:pt x="719" y="82"/>
                    </a:cubicBezTo>
                    <a:cubicBezTo>
                      <a:pt x="714" y="80"/>
                      <a:pt x="714" y="80"/>
                      <a:pt x="714" y="80"/>
                    </a:cubicBezTo>
                    <a:cubicBezTo>
                      <a:pt x="713" y="79"/>
                      <a:pt x="713" y="79"/>
                      <a:pt x="713" y="79"/>
                    </a:cubicBezTo>
                    <a:cubicBezTo>
                      <a:pt x="709" y="77"/>
                      <a:pt x="709" y="77"/>
                      <a:pt x="709" y="77"/>
                    </a:cubicBezTo>
                    <a:cubicBezTo>
                      <a:pt x="708" y="77"/>
                      <a:pt x="708" y="77"/>
                      <a:pt x="708" y="77"/>
                    </a:cubicBezTo>
                    <a:cubicBezTo>
                      <a:pt x="704" y="75"/>
                      <a:pt x="704" y="75"/>
                      <a:pt x="704" y="75"/>
                    </a:cubicBezTo>
                    <a:cubicBezTo>
                      <a:pt x="703" y="74"/>
                      <a:pt x="703" y="74"/>
                      <a:pt x="703" y="74"/>
                    </a:cubicBezTo>
                    <a:cubicBezTo>
                      <a:pt x="698" y="72"/>
                      <a:pt x="698" y="72"/>
                      <a:pt x="698" y="72"/>
                    </a:cubicBezTo>
                    <a:cubicBezTo>
                      <a:pt x="697" y="72"/>
                      <a:pt x="697" y="72"/>
                      <a:pt x="697" y="72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87" y="67"/>
                      <a:pt x="681" y="64"/>
                      <a:pt x="675" y="62"/>
                    </a:cubicBezTo>
                    <a:cubicBezTo>
                      <a:pt x="675" y="62"/>
                      <a:pt x="675" y="62"/>
                      <a:pt x="675" y="62"/>
                    </a:cubicBezTo>
                    <a:cubicBezTo>
                      <a:pt x="670" y="60"/>
                      <a:pt x="670" y="60"/>
                      <a:pt x="670" y="60"/>
                    </a:cubicBezTo>
                    <a:cubicBezTo>
                      <a:pt x="669" y="59"/>
                      <a:pt x="669" y="59"/>
                      <a:pt x="669" y="59"/>
                    </a:cubicBezTo>
                    <a:cubicBezTo>
                      <a:pt x="665" y="57"/>
                      <a:pt x="665" y="57"/>
                      <a:pt x="665" y="57"/>
                    </a:cubicBezTo>
                    <a:cubicBezTo>
                      <a:pt x="664" y="57"/>
                      <a:pt x="664" y="57"/>
                      <a:pt x="664" y="57"/>
                    </a:cubicBezTo>
                    <a:cubicBezTo>
                      <a:pt x="659" y="55"/>
                      <a:pt x="659" y="55"/>
                      <a:pt x="659" y="55"/>
                    </a:cubicBezTo>
                    <a:cubicBezTo>
                      <a:pt x="658" y="55"/>
                      <a:pt x="658" y="55"/>
                      <a:pt x="658" y="55"/>
                    </a:cubicBezTo>
                    <a:cubicBezTo>
                      <a:pt x="654" y="53"/>
                      <a:pt x="654" y="53"/>
                      <a:pt x="654" y="53"/>
                    </a:cubicBezTo>
                    <a:cubicBezTo>
                      <a:pt x="653" y="52"/>
                      <a:pt x="653" y="52"/>
                      <a:pt x="653" y="52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38" y="47"/>
                      <a:pt x="628" y="43"/>
                      <a:pt x="619" y="40"/>
                    </a:cubicBezTo>
                    <a:cubicBezTo>
                      <a:pt x="618" y="40"/>
                      <a:pt x="618" y="40"/>
                      <a:pt x="618" y="40"/>
                    </a:cubicBezTo>
                    <a:cubicBezTo>
                      <a:pt x="613" y="38"/>
                      <a:pt x="613" y="38"/>
                      <a:pt x="613" y="38"/>
                    </a:cubicBezTo>
                    <a:cubicBezTo>
                      <a:pt x="612" y="38"/>
                      <a:pt x="612" y="38"/>
                      <a:pt x="612" y="38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2" y="34"/>
                      <a:pt x="602" y="34"/>
                      <a:pt x="602" y="34"/>
                    </a:cubicBezTo>
                    <a:cubicBezTo>
                      <a:pt x="601" y="34"/>
                      <a:pt x="601" y="34"/>
                      <a:pt x="601" y="34"/>
                    </a:cubicBezTo>
                    <a:cubicBezTo>
                      <a:pt x="596" y="32"/>
                      <a:pt x="596" y="32"/>
                      <a:pt x="596" y="32"/>
                    </a:cubicBezTo>
                    <a:cubicBezTo>
                      <a:pt x="595" y="32"/>
                      <a:pt x="595" y="32"/>
                      <a:pt x="595" y="32"/>
                    </a:cubicBezTo>
                    <a:cubicBezTo>
                      <a:pt x="587" y="29"/>
                      <a:pt x="580" y="27"/>
                      <a:pt x="572" y="25"/>
                    </a:cubicBezTo>
                    <a:cubicBezTo>
                      <a:pt x="571" y="25"/>
                      <a:pt x="571" y="25"/>
                      <a:pt x="571" y="25"/>
                    </a:cubicBezTo>
                    <a:cubicBezTo>
                      <a:pt x="566" y="23"/>
                      <a:pt x="566" y="23"/>
                      <a:pt x="566" y="23"/>
                    </a:cubicBezTo>
                    <a:cubicBezTo>
                      <a:pt x="565" y="23"/>
                      <a:pt x="565" y="23"/>
                      <a:pt x="565" y="23"/>
                    </a:cubicBezTo>
                    <a:cubicBezTo>
                      <a:pt x="560" y="22"/>
                      <a:pt x="560" y="22"/>
                      <a:pt x="560" y="22"/>
                    </a:cubicBezTo>
                    <a:cubicBezTo>
                      <a:pt x="559" y="21"/>
                      <a:pt x="559" y="21"/>
                      <a:pt x="559" y="21"/>
                    </a:cubicBezTo>
                    <a:cubicBezTo>
                      <a:pt x="555" y="20"/>
                      <a:pt x="555" y="20"/>
                      <a:pt x="555" y="20"/>
                    </a:cubicBezTo>
                    <a:cubicBezTo>
                      <a:pt x="553" y="20"/>
                      <a:pt x="553" y="20"/>
                      <a:pt x="553" y="20"/>
                    </a:cubicBezTo>
                    <a:cubicBezTo>
                      <a:pt x="549" y="18"/>
                      <a:pt x="549" y="18"/>
                      <a:pt x="549" y="18"/>
                    </a:cubicBezTo>
                    <a:cubicBezTo>
                      <a:pt x="548" y="18"/>
                      <a:pt x="548" y="18"/>
                      <a:pt x="548" y="18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0" y="14"/>
                      <a:pt x="524" y="12"/>
                      <a:pt x="518" y="11"/>
                    </a:cubicBezTo>
                    <a:cubicBezTo>
                      <a:pt x="517" y="11"/>
                      <a:pt x="517" y="11"/>
                      <a:pt x="517" y="11"/>
                    </a:cubicBezTo>
                    <a:cubicBezTo>
                      <a:pt x="512" y="10"/>
                      <a:pt x="512" y="10"/>
                      <a:pt x="512" y="10"/>
                    </a:cubicBezTo>
                    <a:cubicBezTo>
                      <a:pt x="511" y="9"/>
                      <a:pt x="511" y="9"/>
                      <a:pt x="511" y="9"/>
                    </a:cubicBezTo>
                    <a:cubicBezTo>
                      <a:pt x="506" y="8"/>
                      <a:pt x="506" y="8"/>
                      <a:pt x="506" y="8"/>
                    </a:cubicBezTo>
                    <a:cubicBezTo>
                      <a:pt x="505" y="8"/>
                      <a:pt x="505" y="8"/>
                      <a:pt x="505" y="8"/>
                    </a:cubicBezTo>
                    <a:cubicBezTo>
                      <a:pt x="501" y="7"/>
                      <a:pt x="501" y="7"/>
                      <a:pt x="501" y="7"/>
                    </a:cubicBezTo>
                    <a:cubicBezTo>
                      <a:pt x="499" y="7"/>
                      <a:pt x="499" y="7"/>
                      <a:pt x="499" y="7"/>
                    </a:cubicBezTo>
                    <a:cubicBezTo>
                      <a:pt x="495" y="6"/>
                      <a:pt x="495" y="6"/>
                      <a:pt x="495" y="6"/>
                    </a:cubicBezTo>
                    <a:cubicBezTo>
                      <a:pt x="493" y="6"/>
                      <a:pt x="493" y="6"/>
                      <a:pt x="493" y="6"/>
                    </a:cubicBezTo>
                    <a:cubicBezTo>
                      <a:pt x="489" y="5"/>
                      <a:pt x="489" y="5"/>
                      <a:pt x="489" y="5"/>
                    </a:cubicBezTo>
                    <a:cubicBezTo>
                      <a:pt x="487" y="4"/>
                      <a:pt x="487" y="4"/>
                      <a:pt x="487" y="4"/>
                    </a:cubicBezTo>
                    <a:cubicBezTo>
                      <a:pt x="482" y="4"/>
                      <a:pt x="482" y="4"/>
                      <a:pt x="482" y="4"/>
                    </a:cubicBezTo>
                    <a:cubicBezTo>
                      <a:pt x="481" y="3"/>
                      <a:pt x="481" y="3"/>
                      <a:pt x="481" y="3"/>
                    </a:cubicBezTo>
                    <a:cubicBezTo>
                      <a:pt x="475" y="2"/>
                      <a:pt x="475" y="2"/>
                      <a:pt x="475" y="2"/>
                    </a:cubicBezTo>
                    <a:cubicBezTo>
                      <a:pt x="474" y="2"/>
                      <a:pt x="474" y="2"/>
                      <a:pt x="474" y="2"/>
                    </a:cubicBezTo>
                    <a:cubicBezTo>
                      <a:pt x="462" y="1"/>
                      <a:pt x="450" y="1"/>
                      <a:pt x="438" y="1"/>
                    </a:cubicBezTo>
                    <a:cubicBezTo>
                      <a:pt x="432" y="0"/>
                      <a:pt x="426" y="0"/>
                      <a:pt x="420" y="0"/>
                    </a:cubicBezTo>
                    <a:cubicBezTo>
                      <a:pt x="283" y="0"/>
                      <a:pt x="155" y="38"/>
                      <a:pt x="71" y="118"/>
                    </a:cubicBezTo>
                  </a:path>
                </a:pathLst>
              </a:cu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0108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Select="1"/>
          </p:cNvSpPr>
          <p:nvPr>
            <p:ph type="title" hasCustomPrompt="1"/>
          </p:nvPr>
        </p:nvSpPr>
        <p:spPr>
          <a:xfrm>
            <a:off x="445534" y="246066"/>
            <a:ext cx="11304000" cy="567753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1"/>
              <a:t>Title</a:t>
            </a:r>
          </a:p>
        </p:txBody>
      </p:sp>
      <p:sp>
        <p:nvSpPr>
          <p:cNvPr id="3" name="Tijdelijke aanduiding voor inhoud 2"/>
          <p:cNvSpPr>
            <a:spLocks noGrp="1" noSelect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GB" noProof="1"/>
              <a:t>Klik om de modelstijlen te bewerken</a:t>
            </a:r>
          </a:p>
          <a:p>
            <a:pPr lvl="1"/>
            <a:r>
              <a:rPr lang="en-GB" noProof="1"/>
              <a:t>Tweede niveau</a:t>
            </a:r>
          </a:p>
          <a:p>
            <a:pPr lvl="2"/>
            <a:r>
              <a:rPr lang="en-GB" noProof="1"/>
              <a:t>Derde niveau</a:t>
            </a:r>
          </a:p>
          <a:p>
            <a:pPr lvl="3"/>
            <a:r>
              <a:rPr lang="en-GB" noProof="1"/>
              <a:t>Vierde niveau</a:t>
            </a:r>
          </a:p>
          <a:p>
            <a:pPr lvl="4"/>
            <a:r>
              <a:rPr lang="en-GB" noProof="1"/>
              <a:t>Vijfde niveau</a:t>
            </a:r>
          </a:p>
        </p:txBody>
      </p:sp>
      <p:sp>
        <p:nvSpPr>
          <p:cNvPr id="8" name="Tijdelijke aanduiding voor dianummer 7"/>
          <p:cNvSpPr>
            <a:spLocks noGrp="1" noSelect="1"/>
          </p:cNvSpPr>
          <p:nvPr>
            <p:ph type="sldNum" sz="quarter" idx="11"/>
          </p:nvPr>
        </p:nvSpPr>
        <p:spPr/>
        <p:txBody>
          <a:bodyPr/>
          <a:lstStyle/>
          <a:p>
            <a:fld id="{1336C48C-F87C-4E4B-81EF-5027B17D1F61}" type="slidenum">
              <a:rPr lang="en-GB" noProof="1" smtClean="0"/>
              <a:pPr/>
              <a:t>‹Nº›</a:t>
            </a:fld>
            <a:endParaRPr lang="en-GB" noProof="1"/>
          </a:p>
        </p:txBody>
      </p:sp>
      <p:sp>
        <p:nvSpPr>
          <p:cNvPr id="5" name="Tijdelijke aanduiding voor tekst 4"/>
          <p:cNvSpPr>
            <a:spLocks noGrp="1" noSelect="1"/>
          </p:cNvSpPr>
          <p:nvPr>
            <p:ph type="body" sz="quarter" idx="12" hasCustomPrompt="1"/>
          </p:nvPr>
        </p:nvSpPr>
        <p:spPr>
          <a:xfrm>
            <a:off x="445534" y="822325"/>
            <a:ext cx="11304000" cy="522288"/>
          </a:xfrm>
        </p:spPr>
        <p:txBody>
          <a:bodyPr/>
          <a:lstStyle>
            <a:lvl1pPr marL="0" indent="0">
              <a:buNone/>
              <a:defRPr sz="1800" b="1"/>
            </a:lvl1pPr>
          </a:lstStyle>
          <a:p>
            <a:pPr lvl="0"/>
            <a:r>
              <a:rPr lang="en-GB"/>
              <a:t>Subtitle</a:t>
            </a:r>
          </a:p>
        </p:txBody>
      </p:sp>
      <p:grpSp>
        <p:nvGrpSpPr>
          <p:cNvPr id="22" name="Group 4"/>
          <p:cNvGrpSpPr>
            <a:grpSpLocks noSelect="1" noChangeAspect="1"/>
          </p:cNvGrpSpPr>
          <p:nvPr userDrawn="1"/>
        </p:nvGrpSpPr>
        <p:grpSpPr bwMode="gray">
          <a:xfrm>
            <a:off x="380953" y="5843382"/>
            <a:ext cx="11424279" cy="12703"/>
            <a:chOff x="180" y="2760"/>
            <a:chExt cx="5398" cy="6"/>
          </a:xfrm>
        </p:grpSpPr>
        <p:sp>
          <p:nvSpPr>
            <p:cNvPr id="23" name="Freeform 6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  <p:sp>
          <p:nvSpPr>
            <p:cNvPr id="24" name="Rectangle 9"/>
            <p:cNvSpPr>
              <a:spLocks noSelect="1" noChangeArrowheads="1"/>
            </p:cNvSpPr>
            <p:nvPr/>
          </p:nvSpPr>
          <p:spPr bwMode="gray">
            <a:xfrm>
              <a:off x="180" y="2760"/>
              <a:ext cx="5398" cy="6"/>
            </a:xfrm>
            <a:prstGeom prst="rect">
              <a:avLst/>
            </a:prstGeom>
            <a:solidFill>
              <a:srgbClr val="EA650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  <p:sp>
          <p:nvSpPr>
            <p:cNvPr id="25" name="Freeform 10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</p:grpSp>
      <p:grpSp>
        <p:nvGrpSpPr>
          <p:cNvPr id="26" name="Group 4"/>
          <p:cNvGrpSpPr>
            <a:grpSpLocks noSelect="1" noChangeAspect="1"/>
          </p:cNvGrpSpPr>
          <p:nvPr userDrawn="1"/>
        </p:nvGrpSpPr>
        <p:grpSpPr bwMode="gray">
          <a:xfrm>
            <a:off x="985839" y="6148408"/>
            <a:ext cx="1103312" cy="336551"/>
            <a:chOff x="621" y="3873"/>
            <a:chExt cx="695" cy="212"/>
          </a:xfrm>
        </p:grpSpPr>
        <p:sp>
          <p:nvSpPr>
            <p:cNvPr id="27" name="Freeform 5"/>
            <p:cNvSpPr>
              <a:spLocks noSelect="1"/>
            </p:cNvSpPr>
            <p:nvPr userDrawn="1"/>
          </p:nvSpPr>
          <p:spPr bwMode="gray">
            <a:xfrm>
              <a:off x="621" y="3873"/>
              <a:ext cx="515" cy="93"/>
            </a:xfrm>
            <a:custGeom>
              <a:avLst/>
              <a:gdLst/>
              <a:ahLst/>
              <a:cxnLst>
                <a:cxn ang="0">
                  <a:pos x="1955" y="422"/>
                </a:cxn>
                <a:cxn ang="0">
                  <a:pos x="1849" y="422"/>
                </a:cxn>
                <a:cxn ang="0">
                  <a:pos x="1738" y="576"/>
                </a:cxn>
                <a:cxn ang="0">
                  <a:pos x="103" y="639"/>
                </a:cxn>
                <a:cxn ang="0">
                  <a:pos x="287" y="374"/>
                </a:cxn>
                <a:cxn ang="0">
                  <a:pos x="377" y="653"/>
                </a:cxn>
                <a:cxn ang="0">
                  <a:pos x="234" y="182"/>
                </a:cxn>
                <a:cxn ang="0">
                  <a:pos x="79" y="193"/>
                </a:cxn>
                <a:cxn ang="0">
                  <a:pos x="0" y="639"/>
                </a:cxn>
                <a:cxn ang="0">
                  <a:pos x="2133" y="653"/>
                </a:cxn>
                <a:cxn ang="0">
                  <a:pos x="2249" y="276"/>
                </a:cxn>
                <a:cxn ang="0">
                  <a:pos x="2344" y="653"/>
                </a:cxn>
                <a:cxn ang="0">
                  <a:pos x="2434" y="359"/>
                </a:cxn>
                <a:cxn ang="0">
                  <a:pos x="2136" y="206"/>
                </a:cxn>
                <a:cxn ang="0">
                  <a:pos x="2044" y="206"/>
                </a:cxn>
                <a:cxn ang="0">
                  <a:pos x="2133" y="653"/>
                </a:cxn>
                <a:cxn ang="0">
                  <a:pos x="786" y="427"/>
                </a:cxn>
                <a:cxn ang="0">
                  <a:pos x="688" y="269"/>
                </a:cxn>
                <a:cxn ang="0">
                  <a:pos x="668" y="664"/>
                </a:cxn>
                <a:cxn ang="0">
                  <a:pos x="812" y="652"/>
                </a:cxn>
                <a:cxn ang="0">
                  <a:pos x="889" y="206"/>
                </a:cxn>
                <a:cxn ang="0">
                  <a:pos x="803" y="206"/>
                </a:cxn>
                <a:cxn ang="0">
                  <a:pos x="2733" y="269"/>
                </a:cxn>
                <a:cxn ang="0">
                  <a:pos x="2734" y="576"/>
                </a:cxn>
                <a:cxn ang="0">
                  <a:pos x="2713" y="182"/>
                </a:cxn>
                <a:cxn ang="0">
                  <a:pos x="2836" y="593"/>
                </a:cxn>
                <a:cxn ang="0">
                  <a:pos x="2921" y="652"/>
                </a:cxn>
                <a:cxn ang="0">
                  <a:pos x="2921" y="193"/>
                </a:cxn>
                <a:cxn ang="0">
                  <a:pos x="2842" y="247"/>
                </a:cxn>
                <a:cxn ang="0">
                  <a:pos x="1324" y="214"/>
                </a:cxn>
                <a:cxn ang="0">
                  <a:pos x="1414" y="653"/>
                </a:cxn>
                <a:cxn ang="0">
                  <a:pos x="1414" y="193"/>
                </a:cxn>
                <a:cxn ang="0">
                  <a:pos x="3045" y="22"/>
                </a:cxn>
                <a:cxn ang="0">
                  <a:pos x="3135" y="653"/>
                </a:cxn>
                <a:cxn ang="0">
                  <a:pos x="3135" y="2"/>
                </a:cxn>
                <a:cxn ang="0">
                  <a:pos x="1375" y="12"/>
                </a:cxn>
                <a:cxn ang="0">
                  <a:pos x="1436" y="73"/>
                </a:cxn>
                <a:cxn ang="0">
                  <a:pos x="1154" y="578"/>
                </a:cxn>
                <a:cxn ang="0">
                  <a:pos x="1207" y="276"/>
                </a:cxn>
                <a:cxn ang="0">
                  <a:pos x="1207" y="193"/>
                </a:cxn>
                <a:cxn ang="0">
                  <a:pos x="1097" y="57"/>
                </a:cxn>
                <a:cxn ang="0">
                  <a:pos x="1007" y="535"/>
                </a:cxn>
                <a:cxn ang="0">
                  <a:pos x="1227" y="635"/>
                </a:cxn>
                <a:cxn ang="0">
                  <a:pos x="3450" y="267"/>
                </a:cxn>
                <a:cxn ang="0">
                  <a:pos x="3458" y="664"/>
                </a:cxn>
                <a:cxn ang="0">
                  <a:pos x="3603" y="555"/>
                </a:cxn>
                <a:cxn ang="0">
                  <a:pos x="3346" y="460"/>
                </a:cxn>
                <a:cxn ang="0">
                  <a:pos x="3657" y="420"/>
                </a:cxn>
                <a:cxn ang="0">
                  <a:pos x="3458" y="664"/>
                </a:cxn>
              </a:cxnLst>
              <a:rect l="0" t="0" r="r" b="b"/>
              <a:pathLst>
                <a:path w="3657" h="664">
                  <a:moveTo>
                    <a:pt x="1517" y="422"/>
                  </a:moveTo>
                  <a:cubicBezTo>
                    <a:pt x="1517" y="287"/>
                    <a:pt x="1600" y="182"/>
                    <a:pt x="1736" y="182"/>
                  </a:cubicBezTo>
                  <a:cubicBezTo>
                    <a:pt x="1874" y="182"/>
                    <a:pt x="1955" y="286"/>
                    <a:pt x="1955" y="422"/>
                  </a:cubicBezTo>
                  <a:cubicBezTo>
                    <a:pt x="1955" y="564"/>
                    <a:pt x="1867" y="664"/>
                    <a:pt x="1735" y="664"/>
                  </a:cubicBezTo>
                  <a:cubicBezTo>
                    <a:pt x="1603" y="664"/>
                    <a:pt x="1517" y="564"/>
                    <a:pt x="1517" y="422"/>
                  </a:cubicBezTo>
                  <a:moveTo>
                    <a:pt x="1849" y="422"/>
                  </a:moveTo>
                  <a:cubicBezTo>
                    <a:pt x="1849" y="331"/>
                    <a:pt x="1804" y="270"/>
                    <a:pt x="1736" y="269"/>
                  </a:cubicBezTo>
                  <a:cubicBezTo>
                    <a:pt x="1666" y="270"/>
                    <a:pt x="1624" y="333"/>
                    <a:pt x="1624" y="422"/>
                  </a:cubicBezTo>
                  <a:cubicBezTo>
                    <a:pt x="1624" y="503"/>
                    <a:pt x="1661" y="576"/>
                    <a:pt x="1738" y="576"/>
                  </a:cubicBezTo>
                  <a:cubicBezTo>
                    <a:pt x="1806" y="576"/>
                    <a:pt x="1849" y="513"/>
                    <a:pt x="1849" y="422"/>
                  </a:cubicBezTo>
                  <a:moveTo>
                    <a:pt x="90" y="653"/>
                  </a:moveTo>
                  <a:cubicBezTo>
                    <a:pt x="97" y="653"/>
                    <a:pt x="103" y="647"/>
                    <a:pt x="103" y="639"/>
                  </a:cubicBezTo>
                  <a:cubicBezTo>
                    <a:pt x="103" y="410"/>
                    <a:pt x="103" y="410"/>
                    <a:pt x="103" y="410"/>
                  </a:cubicBezTo>
                  <a:cubicBezTo>
                    <a:pt x="103" y="322"/>
                    <a:pt x="152" y="276"/>
                    <a:pt x="206" y="276"/>
                  </a:cubicBezTo>
                  <a:cubicBezTo>
                    <a:pt x="247" y="276"/>
                    <a:pt x="287" y="299"/>
                    <a:pt x="287" y="374"/>
                  </a:cubicBezTo>
                  <a:cubicBezTo>
                    <a:pt x="287" y="639"/>
                    <a:pt x="287" y="639"/>
                    <a:pt x="287" y="639"/>
                  </a:cubicBezTo>
                  <a:cubicBezTo>
                    <a:pt x="287" y="647"/>
                    <a:pt x="293" y="653"/>
                    <a:pt x="300" y="653"/>
                  </a:cubicBezTo>
                  <a:cubicBezTo>
                    <a:pt x="377" y="653"/>
                    <a:pt x="377" y="653"/>
                    <a:pt x="377" y="653"/>
                  </a:cubicBezTo>
                  <a:cubicBezTo>
                    <a:pt x="384" y="653"/>
                    <a:pt x="390" y="647"/>
                    <a:pt x="390" y="639"/>
                  </a:cubicBezTo>
                  <a:cubicBezTo>
                    <a:pt x="390" y="359"/>
                    <a:pt x="390" y="359"/>
                    <a:pt x="390" y="359"/>
                  </a:cubicBezTo>
                  <a:cubicBezTo>
                    <a:pt x="390" y="234"/>
                    <a:pt x="321" y="182"/>
                    <a:pt x="234" y="182"/>
                  </a:cubicBezTo>
                  <a:cubicBezTo>
                    <a:pt x="178" y="182"/>
                    <a:pt x="127" y="215"/>
                    <a:pt x="96" y="252"/>
                  </a:cubicBezTo>
                  <a:cubicBezTo>
                    <a:pt x="92" y="206"/>
                    <a:pt x="92" y="206"/>
                    <a:pt x="92" y="206"/>
                  </a:cubicBezTo>
                  <a:cubicBezTo>
                    <a:pt x="91" y="199"/>
                    <a:pt x="85" y="193"/>
                    <a:pt x="79" y="193"/>
                  </a:cubicBezTo>
                  <a:cubicBezTo>
                    <a:pt x="13" y="193"/>
                    <a:pt x="13" y="193"/>
                    <a:pt x="13" y="193"/>
                  </a:cubicBezTo>
                  <a:cubicBezTo>
                    <a:pt x="6" y="193"/>
                    <a:pt x="0" y="199"/>
                    <a:pt x="0" y="206"/>
                  </a:cubicBezTo>
                  <a:cubicBezTo>
                    <a:pt x="0" y="639"/>
                    <a:pt x="0" y="639"/>
                    <a:pt x="0" y="639"/>
                  </a:cubicBezTo>
                  <a:cubicBezTo>
                    <a:pt x="0" y="647"/>
                    <a:pt x="6" y="653"/>
                    <a:pt x="13" y="653"/>
                  </a:cubicBezTo>
                  <a:lnTo>
                    <a:pt x="90" y="653"/>
                  </a:lnTo>
                  <a:close/>
                  <a:moveTo>
                    <a:pt x="2133" y="653"/>
                  </a:moveTo>
                  <a:cubicBezTo>
                    <a:pt x="2141" y="653"/>
                    <a:pt x="2147" y="647"/>
                    <a:pt x="2147" y="639"/>
                  </a:cubicBezTo>
                  <a:cubicBezTo>
                    <a:pt x="2147" y="410"/>
                    <a:pt x="2147" y="410"/>
                    <a:pt x="2147" y="410"/>
                  </a:cubicBezTo>
                  <a:cubicBezTo>
                    <a:pt x="2147" y="322"/>
                    <a:pt x="2196" y="276"/>
                    <a:pt x="2249" y="276"/>
                  </a:cubicBezTo>
                  <a:cubicBezTo>
                    <a:pt x="2291" y="276"/>
                    <a:pt x="2331" y="299"/>
                    <a:pt x="2331" y="374"/>
                  </a:cubicBezTo>
                  <a:cubicBezTo>
                    <a:pt x="2331" y="639"/>
                    <a:pt x="2331" y="639"/>
                    <a:pt x="2331" y="639"/>
                  </a:cubicBezTo>
                  <a:cubicBezTo>
                    <a:pt x="2331" y="647"/>
                    <a:pt x="2337" y="653"/>
                    <a:pt x="2344" y="653"/>
                  </a:cubicBezTo>
                  <a:cubicBezTo>
                    <a:pt x="2420" y="653"/>
                    <a:pt x="2420" y="653"/>
                    <a:pt x="2420" y="653"/>
                  </a:cubicBezTo>
                  <a:cubicBezTo>
                    <a:pt x="2428" y="653"/>
                    <a:pt x="2434" y="647"/>
                    <a:pt x="2434" y="639"/>
                  </a:cubicBezTo>
                  <a:cubicBezTo>
                    <a:pt x="2434" y="359"/>
                    <a:pt x="2434" y="359"/>
                    <a:pt x="2434" y="359"/>
                  </a:cubicBezTo>
                  <a:cubicBezTo>
                    <a:pt x="2434" y="234"/>
                    <a:pt x="2365" y="182"/>
                    <a:pt x="2278" y="182"/>
                  </a:cubicBezTo>
                  <a:cubicBezTo>
                    <a:pt x="2222" y="182"/>
                    <a:pt x="2170" y="215"/>
                    <a:pt x="2140" y="252"/>
                  </a:cubicBezTo>
                  <a:cubicBezTo>
                    <a:pt x="2136" y="206"/>
                    <a:pt x="2136" y="206"/>
                    <a:pt x="2136" y="206"/>
                  </a:cubicBezTo>
                  <a:cubicBezTo>
                    <a:pt x="2135" y="199"/>
                    <a:pt x="2129" y="193"/>
                    <a:pt x="2123" y="193"/>
                  </a:cubicBezTo>
                  <a:cubicBezTo>
                    <a:pt x="2057" y="193"/>
                    <a:pt x="2057" y="193"/>
                    <a:pt x="2057" y="193"/>
                  </a:cubicBezTo>
                  <a:cubicBezTo>
                    <a:pt x="2050" y="193"/>
                    <a:pt x="2044" y="199"/>
                    <a:pt x="2044" y="206"/>
                  </a:cubicBezTo>
                  <a:cubicBezTo>
                    <a:pt x="2044" y="639"/>
                    <a:pt x="2044" y="639"/>
                    <a:pt x="2044" y="639"/>
                  </a:cubicBezTo>
                  <a:cubicBezTo>
                    <a:pt x="2044" y="647"/>
                    <a:pt x="2050" y="653"/>
                    <a:pt x="2057" y="653"/>
                  </a:cubicBezTo>
                  <a:lnTo>
                    <a:pt x="2133" y="653"/>
                  </a:lnTo>
                  <a:close/>
                  <a:moveTo>
                    <a:pt x="688" y="269"/>
                  </a:moveTo>
                  <a:cubicBezTo>
                    <a:pt x="736" y="269"/>
                    <a:pt x="786" y="304"/>
                    <a:pt x="786" y="406"/>
                  </a:cubicBezTo>
                  <a:cubicBezTo>
                    <a:pt x="786" y="427"/>
                    <a:pt x="786" y="427"/>
                    <a:pt x="786" y="427"/>
                  </a:cubicBezTo>
                  <a:cubicBezTo>
                    <a:pt x="786" y="547"/>
                    <a:pt x="729" y="576"/>
                    <a:pt x="690" y="576"/>
                  </a:cubicBezTo>
                  <a:cubicBezTo>
                    <a:pt x="621" y="576"/>
                    <a:pt x="582" y="502"/>
                    <a:pt x="582" y="421"/>
                  </a:cubicBezTo>
                  <a:cubicBezTo>
                    <a:pt x="582" y="329"/>
                    <a:pt x="626" y="269"/>
                    <a:pt x="688" y="269"/>
                  </a:cubicBezTo>
                  <a:moveTo>
                    <a:pt x="669" y="182"/>
                  </a:moveTo>
                  <a:cubicBezTo>
                    <a:pt x="570" y="182"/>
                    <a:pt x="476" y="261"/>
                    <a:pt x="476" y="422"/>
                  </a:cubicBezTo>
                  <a:cubicBezTo>
                    <a:pt x="476" y="554"/>
                    <a:pt x="547" y="664"/>
                    <a:pt x="668" y="664"/>
                  </a:cubicBezTo>
                  <a:cubicBezTo>
                    <a:pt x="722" y="664"/>
                    <a:pt x="768" y="631"/>
                    <a:pt x="791" y="593"/>
                  </a:cubicBezTo>
                  <a:cubicBezTo>
                    <a:pt x="798" y="639"/>
                    <a:pt x="798" y="639"/>
                    <a:pt x="798" y="639"/>
                  </a:cubicBezTo>
                  <a:cubicBezTo>
                    <a:pt x="799" y="646"/>
                    <a:pt x="805" y="652"/>
                    <a:pt x="812" y="652"/>
                  </a:cubicBezTo>
                  <a:cubicBezTo>
                    <a:pt x="876" y="652"/>
                    <a:pt x="876" y="652"/>
                    <a:pt x="876" y="652"/>
                  </a:cubicBezTo>
                  <a:cubicBezTo>
                    <a:pt x="883" y="652"/>
                    <a:pt x="889" y="647"/>
                    <a:pt x="889" y="639"/>
                  </a:cubicBezTo>
                  <a:cubicBezTo>
                    <a:pt x="889" y="206"/>
                    <a:pt x="889" y="206"/>
                    <a:pt x="889" y="206"/>
                  </a:cubicBezTo>
                  <a:cubicBezTo>
                    <a:pt x="889" y="199"/>
                    <a:pt x="883" y="193"/>
                    <a:pt x="876" y="193"/>
                  </a:cubicBezTo>
                  <a:cubicBezTo>
                    <a:pt x="817" y="193"/>
                    <a:pt x="817" y="193"/>
                    <a:pt x="817" y="193"/>
                  </a:cubicBezTo>
                  <a:cubicBezTo>
                    <a:pt x="810" y="193"/>
                    <a:pt x="804" y="199"/>
                    <a:pt x="803" y="206"/>
                  </a:cubicBezTo>
                  <a:cubicBezTo>
                    <a:pt x="798" y="247"/>
                    <a:pt x="798" y="247"/>
                    <a:pt x="798" y="247"/>
                  </a:cubicBezTo>
                  <a:cubicBezTo>
                    <a:pt x="768" y="210"/>
                    <a:pt x="727" y="182"/>
                    <a:pt x="669" y="182"/>
                  </a:cubicBezTo>
                  <a:moveTo>
                    <a:pt x="2733" y="269"/>
                  </a:moveTo>
                  <a:cubicBezTo>
                    <a:pt x="2780" y="269"/>
                    <a:pt x="2830" y="304"/>
                    <a:pt x="2830" y="406"/>
                  </a:cubicBezTo>
                  <a:cubicBezTo>
                    <a:pt x="2830" y="427"/>
                    <a:pt x="2830" y="427"/>
                    <a:pt x="2830" y="427"/>
                  </a:cubicBezTo>
                  <a:cubicBezTo>
                    <a:pt x="2830" y="547"/>
                    <a:pt x="2773" y="576"/>
                    <a:pt x="2734" y="576"/>
                  </a:cubicBezTo>
                  <a:cubicBezTo>
                    <a:pt x="2665" y="576"/>
                    <a:pt x="2627" y="502"/>
                    <a:pt x="2627" y="421"/>
                  </a:cubicBezTo>
                  <a:cubicBezTo>
                    <a:pt x="2627" y="329"/>
                    <a:pt x="2670" y="269"/>
                    <a:pt x="2733" y="269"/>
                  </a:cubicBezTo>
                  <a:moveTo>
                    <a:pt x="2713" y="182"/>
                  </a:moveTo>
                  <a:cubicBezTo>
                    <a:pt x="2614" y="182"/>
                    <a:pt x="2520" y="261"/>
                    <a:pt x="2520" y="422"/>
                  </a:cubicBezTo>
                  <a:cubicBezTo>
                    <a:pt x="2520" y="554"/>
                    <a:pt x="2591" y="664"/>
                    <a:pt x="2713" y="664"/>
                  </a:cubicBezTo>
                  <a:cubicBezTo>
                    <a:pt x="2766" y="664"/>
                    <a:pt x="2813" y="631"/>
                    <a:pt x="2836" y="593"/>
                  </a:cubicBezTo>
                  <a:cubicBezTo>
                    <a:pt x="2843" y="639"/>
                    <a:pt x="2843" y="639"/>
                    <a:pt x="2843" y="639"/>
                  </a:cubicBezTo>
                  <a:cubicBezTo>
                    <a:pt x="2844" y="646"/>
                    <a:pt x="2850" y="652"/>
                    <a:pt x="2856" y="652"/>
                  </a:cubicBezTo>
                  <a:cubicBezTo>
                    <a:pt x="2921" y="652"/>
                    <a:pt x="2921" y="652"/>
                    <a:pt x="2921" y="652"/>
                  </a:cubicBezTo>
                  <a:cubicBezTo>
                    <a:pt x="2928" y="652"/>
                    <a:pt x="2934" y="647"/>
                    <a:pt x="2934" y="639"/>
                  </a:cubicBezTo>
                  <a:cubicBezTo>
                    <a:pt x="2934" y="206"/>
                    <a:pt x="2934" y="206"/>
                    <a:pt x="2934" y="206"/>
                  </a:cubicBezTo>
                  <a:cubicBezTo>
                    <a:pt x="2934" y="199"/>
                    <a:pt x="2928" y="193"/>
                    <a:pt x="2921" y="193"/>
                  </a:cubicBezTo>
                  <a:cubicBezTo>
                    <a:pt x="2861" y="193"/>
                    <a:pt x="2861" y="193"/>
                    <a:pt x="2861" y="193"/>
                  </a:cubicBezTo>
                  <a:cubicBezTo>
                    <a:pt x="2855" y="193"/>
                    <a:pt x="2849" y="199"/>
                    <a:pt x="2848" y="206"/>
                  </a:cubicBezTo>
                  <a:cubicBezTo>
                    <a:pt x="2842" y="247"/>
                    <a:pt x="2842" y="247"/>
                    <a:pt x="2842" y="247"/>
                  </a:cubicBezTo>
                  <a:cubicBezTo>
                    <a:pt x="2813" y="210"/>
                    <a:pt x="2771" y="182"/>
                    <a:pt x="2713" y="182"/>
                  </a:cubicBezTo>
                  <a:moveTo>
                    <a:pt x="1337" y="200"/>
                  </a:moveTo>
                  <a:cubicBezTo>
                    <a:pt x="1330" y="201"/>
                    <a:pt x="1324" y="206"/>
                    <a:pt x="1324" y="214"/>
                  </a:cubicBezTo>
                  <a:cubicBezTo>
                    <a:pt x="1324" y="639"/>
                    <a:pt x="1324" y="639"/>
                    <a:pt x="1324" y="639"/>
                  </a:cubicBezTo>
                  <a:cubicBezTo>
                    <a:pt x="1324" y="647"/>
                    <a:pt x="1330" y="653"/>
                    <a:pt x="1337" y="653"/>
                  </a:cubicBezTo>
                  <a:cubicBezTo>
                    <a:pt x="1414" y="653"/>
                    <a:pt x="1414" y="653"/>
                    <a:pt x="1414" y="653"/>
                  </a:cubicBezTo>
                  <a:cubicBezTo>
                    <a:pt x="1421" y="653"/>
                    <a:pt x="1427" y="647"/>
                    <a:pt x="1427" y="639"/>
                  </a:cubicBezTo>
                  <a:cubicBezTo>
                    <a:pt x="1427" y="206"/>
                    <a:pt x="1427" y="206"/>
                    <a:pt x="1427" y="206"/>
                  </a:cubicBezTo>
                  <a:cubicBezTo>
                    <a:pt x="1427" y="199"/>
                    <a:pt x="1421" y="192"/>
                    <a:pt x="1414" y="193"/>
                  </a:cubicBezTo>
                  <a:lnTo>
                    <a:pt x="1337" y="200"/>
                  </a:lnTo>
                  <a:close/>
                  <a:moveTo>
                    <a:pt x="3058" y="9"/>
                  </a:moveTo>
                  <a:cubicBezTo>
                    <a:pt x="3051" y="10"/>
                    <a:pt x="3045" y="15"/>
                    <a:pt x="3045" y="22"/>
                  </a:cubicBezTo>
                  <a:cubicBezTo>
                    <a:pt x="3045" y="639"/>
                    <a:pt x="3045" y="639"/>
                    <a:pt x="3045" y="639"/>
                  </a:cubicBezTo>
                  <a:cubicBezTo>
                    <a:pt x="3045" y="647"/>
                    <a:pt x="3051" y="653"/>
                    <a:pt x="3058" y="653"/>
                  </a:cubicBezTo>
                  <a:cubicBezTo>
                    <a:pt x="3135" y="653"/>
                    <a:pt x="3135" y="653"/>
                    <a:pt x="3135" y="653"/>
                  </a:cubicBezTo>
                  <a:cubicBezTo>
                    <a:pt x="3142" y="653"/>
                    <a:pt x="3148" y="647"/>
                    <a:pt x="3148" y="639"/>
                  </a:cubicBezTo>
                  <a:cubicBezTo>
                    <a:pt x="3148" y="15"/>
                    <a:pt x="3148" y="15"/>
                    <a:pt x="3148" y="15"/>
                  </a:cubicBezTo>
                  <a:cubicBezTo>
                    <a:pt x="3148" y="7"/>
                    <a:pt x="3142" y="0"/>
                    <a:pt x="3135" y="2"/>
                  </a:cubicBezTo>
                  <a:lnTo>
                    <a:pt x="3058" y="9"/>
                  </a:lnTo>
                  <a:close/>
                  <a:moveTo>
                    <a:pt x="1436" y="73"/>
                  </a:moveTo>
                  <a:cubicBezTo>
                    <a:pt x="1436" y="39"/>
                    <a:pt x="1409" y="12"/>
                    <a:pt x="1375" y="12"/>
                  </a:cubicBezTo>
                  <a:cubicBezTo>
                    <a:pt x="1342" y="12"/>
                    <a:pt x="1315" y="39"/>
                    <a:pt x="1315" y="73"/>
                  </a:cubicBezTo>
                  <a:cubicBezTo>
                    <a:pt x="1315" y="106"/>
                    <a:pt x="1342" y="133"/>
                    <a:pt x="1375" y="133"/>
                  </a:cubicBezTo>
                  <a:cubicBezTo>
                    <a:pt x="1409" y="133"/>
                    <a:pt x="1436" y="106"/>
                    <a:pt x="1436" y="73"/>
                  </a:cubicBezTo>
                  <a:moveTo>
                    <a:pt x="1219" y="578"/>
                  </a:moveTo>
                  <a:cubicBezTo>
                    <a:pt x="1217" y="568"/>
                    <a:pt x="1211" y="565"/>
                    <a:pt x="1199" y="570"/>
                  </a:cubicBezTo>
                  <a:cubicBezTo>
                    <a:pt x="1192" y="572"/>
                    <a:pt x="1169" y="578"/>
                    <a:pt x="1154" y="578"/>
                  </a:cubicBezTo>
                  <a:cubicBezTo>
                    <a:pt x="1124" y="578"/>
                    <a:pt x="1111" y="567"/>
                    <a:pt x="1110" y="524"/>
                  </a:cubicBezTo>
                  <a:cubicBezTo>
                    <a:pt x="1110" y="276"/>
                    <a:pt x="1110" y="276"/>
                    <a:pt x="1110" y="276"/>
                  </a:cubicBezTo>
                  <a:cubicBezTo>
                    <a:pt x="1207" y="276"/>
                    <a:pt x="1207" y="276"/>
                    <a:pt x="1207" y="276"/>
                  </a:cubicBezTo>
                  <a:cubicBezTo>
                    <a:pt x="1214" y="276"/>
                    <a:pt x="1220" y="270"/>
                    <a:pt x="1220" y="263"/>
                  </a:cubicBezTo>
                  <a:cubicBezTo>
                    <a:pt x="1220" y="206"/>
                    <a:pt x="1220" y="206"/>
                    <a:pt x="1220" y="206"/>
                  </a:cubicBezTo>
                  <a:cubicBezTo>
                    <a:pt x="1220" y="199"/>
                    <a:pt x="1214" y="193"/>
                    <a:pt x="1207" y="193"/>
                  </a:cubicBezTo>
                  <a:cubicBezTo>
                    <a:pt x="1110" y="193"/>
                    <a:pt x="1110" y="193"/>
                    <a:pt x="1110" y="193"/>
                  </a:cubicBezTo>
                  <a:cubicBezTo>
                    <a:pt x="1110" y="70"/>
                    <a:pt x="1110" y="70"/>
                    <a:pt x="1110" y="70"/>
                  </a:cubicBezTo>
                  <a:cubicBezTo>
                    <a:pt x="1110" y="62"/>
                    <a:pt x="1104" y="56"/>
                    <a:pt x="1097" y="57"/>
                  </a:cubicBezTo>
                  <a:cubicBezTo>
                    <a:pt x="1021" y="64"/>
                    <a:pt x="1021" y="64"/>
                    <a:pt x="1021" y="64"/>
                  </a:cubicBezTo>
                  <a:cubicBezTo>
                    <a:pt x="1013" y="65"/>
                    <a:pt x="1007" y="70"/>
                    <a:pt x="1007" y="77"/>
                  </a:cubicBezTo>
                  <a:cubicBezTo>
                    <a:pt x="1007" y="535"/>
                    <a:pt x="1007" y="535"/>
                    <a:pt x="1007" y="535"/>
                  </a:cubicBezTo>
                  <a:cubicBezTo>
                    <a:pt x="1007" y="610"/>
                    <a:pt x="1041" y="664"/>
                    <a:pt x="1132" y="664"/>
                  </a:cubicBezTo>
                  <a:cubicBezTo>
                    <a:pt x="1159" y="664"/>
                    <a:pt x="1193" y="659"/>
                    <a:pt x="1219" y="647"/>
                  </a:cubicBezTo>
                  <a:cubicBezTo>
                    <a:pt x="1224" y="645"/>
                    <a:pt x="1228" y="643"/>
                    <a:pt x="1227" y="635"/>
                  </a:cubicBezTo>
                  <a:lnTo>
                    <a:pt x="1219" y="578"/>
                  </a:lnTo>
                  <a:close/>
                  <a:moveTo>
                    <a:pt x="3346" y="384"/>
                  </a:moveTo>
                  <a:cubicBezTo>
                    <a:pt x="3354" y="331"/>
                    <a:pt x="3379" y="267"/>
                    <a:pt x="3450" y="267"/>
                  </a:cubicBezTo>
                  <a:cubicBezTo>
                    <a:pt x="3524" y="267"/>
                    <a:pt x="3549" y="326"/>
                    <a:pt x="3552" y="384"/>
                  </a:cubicBezTo>
                  <a:lnTo>
                    <a:pt x="3346" y="384"/>
                  </a:lnTo>
                  <a:close/>
                  <a:moveTo>
                    <a:pt x="3458" y="664"/>
                  </a:moveTo>
                  <a:cubicBezTo>
                    <a:pt x="3524" y="664"/>
                    <a:pt x="3577" y="647"/>
                    <a:pt x="3617" y="625"/>
                  </a:cubicBezTo>
                  <a:cubicBezTo>
                    <a:pt x="3624" y="621"/>
                    <a:pt x="3627" y="614"/>
                    <a:pt x="3624" y="607"/>
                  </a:cubicBezTo>
                  <a:cubicBezTo>
                    <a:pt x="3603" y="555"/>
                    <a:pt x="3603" y="555"/>
                    <a:pt x="3603" y="555"/>
                  </a:cubicBezTo>
                  <a:cubicBezTo>
                    <a:pt x="3600" y="548"/>
                    <a:pt x="3592" y="545"/>
                    <a:pt x="3585" y="548"/>
                  </a:cubicBezTo>
                  <a:cubicBezTo>
                    <a:pt x="3548" y="566"/>
                    <a:pt x="3509" y="576"/>
                    <a:pt x="3464" y="576"/>
                  </a:cubicBezTo>
                  <a:cubicBezTo>
                    <a:pt x="3388" y="576"/>
                    <a:pt x="3352" y="521"/>
                    <a:pt x="3346" y="460"/>
                  </a:cubicBezTo>
                  <a:cubicBezTo>
                    <a:pt x="3644" y="460"/>
                    <a:pt x="3644" y="460"/>
                    <a:pt x="3644" y="460"/>
                  </a:cubicBezTo>
                  <a:cubicBezTo>
                    <a:pt x="3651" y="460"/>
                    <a:pt x="3656" y="454"/>
                    <a:pt x="3657" y="446"/>
                  </a:cubicBezTo>
                  <a:cubicBezTo>
                    <a:pt x="3657" y="436"/>
                    <a:pt x="3657" y="429"/>
                    <a:pt x="3657" y="420"/>
                  </a:cubicBezTo>
                  <a:cubicBezTo>
                    <a:pt x="3657" y="306"/>
                    <a:pt x="3599" y="182"/>
                    <a:pt x="3451" y="182"/>
                  </a:cubicBezTo>
                  <a:cubicBezTo>
                    <a:pt x="3318" y="182"/>
                    <a:pt x="3238" y="285"/>
                    <a:pt x="3238" y="425"/>
                  </a:cubicBezTo>
                  <a:cubicBezTo>
                    <a:pt x="3238" y="569"/>
                    <a:pt x="3324" y="664"/>
                    <a:pt x="3458" y="664"/>
                  </a:cubicBezTo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  <p:sp>
          <p:nvSpPr>
            <p:cNvPr id="28" name="Freeform 6"/>
            <p:cNvSpPr>
              <a:spLocks noSelect="1"/>
            </p:cNvSpPr>
            <p:nvPr/>
          </p:nvSpPr>
          <p:spPr bwMode="gray">
            <a:xfrm>
              <a:off x="621" y="3992"/>
              <a:ext cx="695" cy="93"/>
            </a:xfrm>
            <a:custGeom>
              <a:avLst/>
              <a:gdLst/>
              <a:ahLst/>
              <a:cxnLst>
                <a:cxn ang="0">
                  <a:pos x="13" y="193"/>
                </a:cxn>
                <a:cxn ang="0">
                  <a:pos x="234" y="182"/>
                </a:cxn>
                <a:cxn ang="0">
                  <a:pos x="300" y="653"/>
                </a:cxn>
                <a:cxn ang="0">
                  <a:pos x="103" y="410"/>
                </a:cxn>
                <a:cxn ang="0">
                  <a:pos x="2735" y="269"/>
                </a:cxn>
                <a:cxn ang="0">
                  <a:pos x="2832" y="406"/>
                </a:cxn>
                <a:cxn ang="0">
                  <a:pos x="2849" y="206"/>
                </a:cxn>
                <a:cxn ang="0">
                  <a:pos x="2935" y="640"/>
                </a:cxn>
                <a:cxn ang="0">
                  <a:pos x="2837" y="593"/>
                </a:cxn>
                <a:cxn ang="0">
                  <a:pos x="4643" y="653"/>
                </a:cxn>
                <a:cxn ang="0">
                  <a:pos x="4840" y="374"/>
                </a:cxn>
                <a:cxn ang="0">
                  <a:pos x="4943" y="640"/>
                </a:cxn>
                <a:cxn ang="0">
                  <a:pos x="4645" y="206"/>
                </a:cxn>
                <a:cxn ang="0">
                  <a:pos x="4553" y="640"/>
                </a:cxn>
                <a:cxn ang="0">
                  <a:pos x="3156" y="640"/>
                </a:cxn>
                <a:cxn ang="0">
                  <a:pos x="3341" y="640"/>
                </a:cxn>
                <a:cxn ang="0">
                  <a:pos x="3443" y="359"/>
                </a:cxn>
                <a:cxn ang="0">
                  <a:pos x="3132" y="193"/>
                </a:cxn>
                <a:cxn ang="0">
                  <a:pos x="3067" y="653"/>
                </a:cxn>
                <a:cxn ang="0">
                  <a:pos x="2331" y="640"/>
                </a:cxn>
                <a:cxn ang="0">
                  <a:pos x="2434" y="15"/>
                </a:cxn>
                <a:cxn ang="0">
                  <a:pos x="691" y="267"/>
                </a:cxn>
                <a:cxn ang="0">
                  <a:pos x="479" y="425"/>
                </a:cxn>
                <a:cxn ang="0">
                  <a:pos x="884" y="460"/>
                </a:cxn>
                <a:cxn ang="0">
                  <a:pos x="843" y="555"/>
                </a:cxn>
                <a:cxn ang="0">
                  <a:pos x="1803" y="384"/>
                </a:cxn>
                <a:cxn ang="0">
                  <a:pos x="1709" y="664"/>
                </a:cxn>
                <a:cxn ang="0">
                  <a:pos x="1907" y="447"/>
                </a:cxn>
                <a:cxn ang="0">
                  <a:pos x="1836" y="548"/>
                </a:cxn>
                <a:cxn ang="0">
                  <a:pos x="1709" y="664"/>
                </a:cxn>
                <a:cxn ang="0">
                  <a:pos x="1380" y="653"/>
                </a:cxn>
                <a:cxn ang="0">
                  <a:pos x="1164" y="664"/>
                </a:cxn>
                <a:cxn ang="0">
                  <a:pos x="1291" y="23"/>
                </a:cxn>
                <a:cxn ang="0">
                  <a:pos x="1184" y="269"/>
                </a:cxn>
                <a:cxn ang="0">
                  <a:pos x="1291" y="406"/>
                </a:cxn>
                <a:cxn ang="0">
                  <a:pos x="4359" y="384"/>
                </a:cxn>
                <a:cxn ang="0">
                  <a:pos x="4464" y="420"/>
                </a:cxn>
                <a:cxn ang="0">
                  <a:pos x="4271" y="576"/>
                </a:cxn>
                <a:cxn ang="0">
                  <a:pos x="4425" y="625"/>
                </a:cxn>
                <a:cxn ang="0">
                  <a:pos x="3955" y="640"/>
                </a:cxn>
                <a:cxn ang="0">
                  <a:pos x="3858" y="593"/>
                </a:cxn>
                <a:cxn ang="0">
                  <a:pos x="3852" y="233"/>
                </a:cxn>
                <a:cxn ang="0">
                  <a:pos x="3853" y="406"/>
                </a:cxn>
                <a:cxn ang="0">
                  <a:pos x="3853" y="427"/>
                </a:cxn>
                <a:cxn ang="0">
                  <a:pos x="2094" y="252"/>
                </a:cxn>
                <a:cxn ang="0">
                  <a:pos x="1998" y="206"/>
                </a:cxn>
                <a:cxn ang="0">
                  <a:pos x="2101" y="640"/>
                </a:cxn>
                <a:cxn ang="0">
                  <a:pos x="2248" y="276"/>
                </a:cxn>
              </a:cxnLst>
              <a:rect l="0" t="0" r="r" b="b"/>
              <a:pathLst>
                <a:path w="4943" h="664">
                  <a:moveTo>
                    <a:pt x="13" y="653"/>
                  </a:moveTo>
                  <a:cubicBezTo>
                    <a:pt x="6" y="653"/>
                    <a:pt x="0" y="647"/>
                    <a:pt x="0" y="64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0" y="199"/>
                    <a:pt x="6" y="193"/>
                    <a:pt x="13" y="193"/>
                  </a:cubicBezTo>
                  <a:cubicBezTo>
                    <a:pt x="79" y="193"/>
                    <a:pt x="79" y="193"/>
                    <a:pt x="79" y="193"/>
                  </a:cubicBezTo>
                  <a:cubicBezTo>
                    <a:pt x="85" y="193"/>
                    <a:pt x="91" y="199"/>
                    <a:pt x="92" y="206"/>
                  </a:cubicBezTo>
                  <a:cubicBezTo>
                    <a:pt x="96" y="252"/>
                    <a:pt x="96" y="252"/>
                    <a:pt x="96" y="252"/>
                  </a:cubicBezTo>
                  <a:cubicBezTo>
                    <a:pt x="127" y="215"/>
                    <a:pt x="178" y="182"/>
                    <a:pt x="234" y="182"/>
                  </a:cubicBezTo>
                  <a:cubicBezTo>
                    <a:pt x="321" y="182"/>
                    <a:pt x="390" y="234"/>
                    <a:pt x="390" y="359"/>
                  </a:cubicBezTo>
                  <a:cubicBezTo>
                    <a:pt x="390" y="640"/>
                    <a:pt x="390" y="640"/>
                    <a:pt x="390" y="640"/>
                  </a:cubicBezTo>
                  <a:cubicBezTo>
                    <a:pt x="390" y="647"/>
                    <a:pt x="384" y="653"/>
                    <a:pt x="377" y="653"/>
                  </a:cubicBezTo>
                  <a:cubicBezTo>
                    <a:pt x="300" y="653"/>
                    <a:pt x="300" y="653"/>
                    <a:pt x="300" y="653"/>
                  </a:cubicBezTo>
                  <a:cubicBezTo>
                    <a:pt x="293" y="653"/>
                    <a:pt x="287" y="647"/>
                    <a:pt x="287" y="640"/>
                  </a:cubicBezTo>
                  <a:cubicBezTo>
                    <a:pt x="287" y="374"/>
                    <a:pt x="287" y="374"/>
                    <a:pt x="287" y="374"/>
                  </a:cubicBezTo>
                  <a:cubicBezTo>
                    <a:pt x="287" y="299"/>
                    <a:pt x="247" y="276"/>
                    <a:pt x="206" y="276"/>
                  </a:cubicBezTo>
                  <a:cubicBezTo>
                    <a:pt x="152" y="276"/>
                    <a:pt x="103" y="323"/>
                    <a:pt x="103" y="410"/>
                  </a:cubicBezTo>
                  <a:cubicBezTo>
                    <a:pt x="103" y="640"/>
                    <a:pt x="103" y="640"/>
                    <a:pt x="103" y="640"/>
                  </a:cubicBezTo>
                  <a:cubicBezTo>
                    <a:pt x="103" y="647"/>
                    <a:pt x="97" y="653"/>
                    <a:pt x="90" y="653"/>
                  </a:cubicBezTo>
                  <a:lnTo>
                    <a:pt x="13" y="653"/>
                  </a:lnTo>
                  <a:close/>
                  <a:moveTo>
                    <a:pt x="2735" y="269"/>
                  </a:moveTo>
                  <a:cubicBezTo>
                    <a:pt x="2672" y="269"/>
                    <a:pt x="2629" y="330"/>
                    <a:pt x="2629" y="421"/>
                  </a:cubicBezTo>
                  <a:cubicBezTo>
                    <a:pt x="2629" y="503"/>
                    <a:pt x="2667" y="576"/>
                    <a:pt x="2736" y="576"/>
                  </a:cubicBezTo>
                  <a:cubicBezTo>
                    <a:pt x="2775" y="576"/>
                    <a:pt x="2832" y="547"/>
                    <a:pt x="2832" y="428"/>
                  </a:cubicBezTo>
                  <a:cubicBezTo>
                    <a:pt x="2832" y="406"/>
                    <a:pt x="2832" y="406"/>
                    <a:pt x="2832" y="406"/>
                  </a:cubicBezTo>
                  <a:cubicBezTo>
                    <a:pt x="2832" y="304"/>
                    <a:pt x="2782" y="269"/>
                    <a:pt x="2735" y="269"/>
                  </a:cubicBezTo>
                  <a:moveTo>
                    <a:pt x="2715" y="182"/>
                  </a:moveTo>
                  <a:cubicBezTo>
                    <a:pt x="2773" y="182"/>
                    <a:pt x="2815" y="210"/>
                    <a:pt x="2844" y="247"/>
                  </a:cubicBezTo>
                  <a:cubicBezTo>
                    <a:pt x="2849" y="206"/>
                    <a:pt x="2849" y="206"/>
                    <a:pt x="2849" y="206"/>
                  </a:cubicBezTo>
                  <a:cubicBezTo>
                    <a:pt x="2850" y="200"/>
                    <a:pt x="2856" y="193"/>
                    <a:pt x="2863" y="193"/>
                  </a:cubicBezTo>
                  <a:cubicBezTo>
                    <a:pt x="2922" y="193"/>
                    <a:pt x="2922" y="193"/>
                    <a:pt x="2922" y="193"/>
                  </a:cubicBezTo>
                  <a:cubicBezTo>
                    <a:pt x="2930" y="193"/>
                    <a:pt x="2935" y="199"/>
                    <a:pt x="2935" y="206"/>
                  </a:cubicBezTo>
                  <a:cubicBezTo>
                    <a:pt x="2935" y="640"/>
                    <a:pt x="2935" y="640"/>
                    <a:pt x="2935" y="640"/>
                  </a:cubicBezTo>
                  <a:cubicBezTo>
                    <a:pt x="2935" y="647"/>
                    <a:pt x="2930" y="653"/>
                    <a:pt x="2922" y="653"/>
                  </a:cubicBezTo>
                  <a:cubicBezTo>
                    <a:pt x="2858" y="653"/>
                    <a:pt x="2858" y="653"/>
                    <a:pt x="2858" y="653"/>
                  </a:cubicBezTo>
                  <a:cubicBezTo>
                    <a:pt x="2851" y="653"/>
                    <a:pt x="2845" y="646"/>
                    <a:pt x="2844" y="640"/>
                  </a:cubicBezTo>
                  <a:cubicBezTo>
                    <a:pt x="2837" y="593"/>
                    <a:pt x="2837" y="593"/>
                    <a:pt x="2837" y="593"/>
                  </a:cubicBezTo>
                  <a:cubicBezTo>
                    <a:pt x="2815" y="631"/>
                    <a:pt x="2768" y="664"/>
                    <a:pt x="2714" y="664"/>
                  </a:cubicBezTo>
                  <a:cubicBezTo>
                    <a:pt x="2593" y="664"/>
                    <a:pt x="2522" y="555"/>
                    <a:pt x="2522" y="422"/>
                  </a:cubicBezTo>
                  <a:cubicBezTo>
                    <a:pt x="2522" y="261"/>
                    <a:pt x="2616" y="182"/>
                    <a:pt x="2715" y="182"/>
                  </a:cubicBezTo>
                  <a:moveTo>
                    <a:pt x="4643" y="653"/>
                  </a:moveTo>
                  <a:cubicBezTo>
                    <a:pt x="4650" y="653"/>
                    <a:pt x="4656" y="647"/>
                    <a:pt x="4656" y="640"/>
                  </a:cubicBezTo>
                  <a:cubicBezTo>
                    <a:pt x="4656" y="410"/>
                    <a:pt x="4656" y="410"/>
                    <a:pt x="4656" y="410"/>
                  </a:cubicBezTo>
                  <a:cubicBezTo>
                    <a:pt x="4656" y="323"/>
                    <a:pt x="4705" y="276"/>
                    <a:pt x="4759" y="276"/>
                  </a:cubicBezTo>
                  <a:cubicBezTo>
                    <a:pt x="4800" y="276"/>
                    <a:pt x="4840" y="299"/>
                    <a:pt x="4840" y="374"/>
                  </a:cubicBezTo>
                  <a:cubicBezTo>
                    <a:pt x="4840" y="640"/>
                    <a:pt x="4840" y="640"/>
                    <a:pt x="4840" y="640"/>
                  </a:cubicBezTo>
                  <a:cubicBezTo>
                    <a:pt x="4840" y="647"/>
                    <a:pt x="4846" y="653"/>
                    <a:pt x="4853" y="653"/>
                  </a:cubicBezTo>
                  <a:cubicBezTo>
                    <a:pt x="4930" y="653"/>
                    <a:pt x="4930" y="653"/>
                    <a:pt x="4930" y="653"/>
                  </a:cubicBezTo>
                  <a:cubicBezTo>
                    <a:pt x="4937" y="653"/>
                    <a:pt x="4943" y="647"/>
                    <a:pt x="4943" y="640"/>
                  </a:cubicBezTo>
                  <a:cubicBezTo>
                    <a:pt x="4943" y="359"/>
                    <a:pt x="4943" y="359"/>
                    <a:pt x="4943" y="359"/>
                  </a:cubicBezTo>
                  <a:cubicBezTo>
                    <a:pt x="4943" y="234"/>
                    <a:pt x="4874" y="182"/>
                    <a:pt x="4787" y="182"/>
                  </a:cubicBezTo>
                  <a:cubicBezTo>
                    <a:pt x="4731" y="182"/>
                    <a:pt x="4680" y="215"/>
                    <a:pt x="4649" y="252"/>
                  </a:cubicBezTo>
                  <a:cubicBezTo>
                    <a:pt x="4645" y="206"/>
                    <a:pt x="4645" y="206"/>
                    <a:pt x="4645" y="206"/>
                  </a:cubicBezTo>
                  <a:cubicBezTo>
                    <a:pt x="4644" y="199"/>
                    <a:pt x="4638" y="193"/>
                    <a:pt x="4632" y="193"/>
                  </a:cubicBezTo>
                  <a:cubicBezTo>
                    <a:pt x="4566" y="193"/>
                    <a:pt x="4566" y="193"/>
                    <a:pt x="4566" y="193"/>
                  </a:cubicBezTo>
                  <a:cubicBezTo>
                    <a:pt x="4559" y="193"/>
                    <a:pt x="4553" y="199"/>
                    <a:pt x="4553" y="206"/>
                  </a:cubicBezTo>
                  <a:cubicBezTo>
                    <a:pt x="4553" y="640"/>
                    <a:pt x="4553" y="640"/>
                    <a:pt x="4553" y="640"/>
                  </a:cubicBezTo>
                  <a:cubicBezTo>
                    <a:pt x="4553" y="647"/>
                    <a:pt x="4559" y="653"/>
                    <a:pt x="4566" y="653"/>
                  </a:cubicBezTo>
                  <a:lnTo>
                    <a:pt x="4643" y="653"/>
                  </a:lnTo>
                  <a:close/>
                  <a:moveTo>
                    <a:pt x="3143" y="653"/>
                  </a:moveTo>
                  <a:cubicBezTo>
                    <a:pt x="3151" y="653"/>
                    <a:pt x="3156" y="647"/>
                    <a:pt x="3156" y="640"/>
                  </a:cubicBezTo>
                  <a:cubicBezTo>
                    <a:pt x="3156" y="410"/>
                    <a:pt x="3156" y="410"/>
                    <a:pt x="3156" y="410"/>
                  </a:cubicBezTo>
                  <a:cubicBezTo>
                    <a:pt x="3156" y="323"/>
                    <a:pt x="3206" y="276"/>
                    <a:pt x="3259" y="276"/>
                  </a:cubicBezTo>
                  <a:cubicBezTo>
                    <a:pt x="3301" y="276"/>
                    <a:pt x="3340" y="299"/>
                    <a:pt x="3341" y="374"/>
                  </a:cubicBezTo>
                  <a:cubicBezTo>
                    <a:pt x="3341" y="640"/>
                    <a:pt x="3341" y="640"/>
                    <a:pt x="3341" y="640"/>
                  </a:cubicBezTo>
                  <a:cubicBezTo>
                    <a:pt x="3341" y="647"/>
                    <a:pt x="3346" y="653"/>
                    <a:pt x="3354" y="653"/>
                  </a:cubicBezTo>
                  <a:cubicBezTo>
                    <a:pt x="3430" y="653"/>
                    <a:pt x="3430" y="653"/>
                    <a:pt x="3430" y="653"/>
                  </a:cubicBezTo>
                  <a:cubicBezTo>
                    <a:pt x="3437" y="653"/>
                    <a:pt x="3443" y="647"/>
                    <a:pt x="3443" y="640"/>
                  </a:cubicBezTo>
                  <a:cubicBezTo>
                    <a:pt x="3443" y="359"/>
                    <a:pt x="3443" y="359"/>
                    <a:pt x="3443" y="359"/>
                  </a:cubicBezTo>
                  <a:cubicBezTo>
                    <a:pt x="3443" y="234"/>
                    <a:pt x="3375" y="182"/>
                    <a:pt x="3287" y="182"/>
                  </a:cubicBezTo>
                  <a:cubicBezTo>
                    <a:pt x="3231" y="182"/>
                    <a:pt x="3180" y="215"/>
                    <a:pt x="3150" y="252"/>
                  </a:cubicBezTo>
                  <a:cubicBezTo>
                    <a:pt x="3146" y="206"/>
                    <a:pt x="3146" y="206"/>
                    <a:pt x="3146" y="206"/>
                  </a:cubicBezTo>
                  <a:cubicBezTo>
                    <a:pt x="3145" y="199"/>
                    <a:pt x="3139" y="193"/>
                    <a:pt x="3132" y="193"/>
                  </a:cubicBezTo>
                  <a:cubicBezTo>
                    <a:pt x="3067" y="193"/>
                    <a:pt x="3067" y="193"/>
                    <a:pt x="3067" y="193"/>
                  </a:cubicBezTo>
                  <a:cubicBezTo>
                    <a:pt x="3059" y="193"/>
                    <a:pt x="3054" y="199"/>
                    <a:pt x="3054" y="206"/>
                  </a:cubicBezTo>
                  <a:cubicBezTo>
                    <a:pt x="3054" y="640"/>
                    <a:pt x="3054" y="640"/>
                    <a:pt x="3054" y="640"/>
                  </a:cubicBezTo>
                  <a:cubicBezTo>
                    <a:pt x="3054" y="647"/>
                    <a:pt x="3059" y="653"/>
                    <a:pt x="3067" y="653"/>
                  </a:cubicBezTo>
                  <a:lnTo>
                    <a:pt x="3143" y="653"/>
                  </a:lnTo>
                  <a:close/>
                  <a:moveTo>
                    <a:pt x="2344" y="9"/>
                  </a:moveTo>
                  <a:cubicBezTo>
                    <a:pt x="2336" y="10"/>
                    <a:pt x="2331" y="15"/>
                    <a:pt x="2331" y="22"/>
                  </a:cubicBezTo>
                  <a:cubicBezTo>
                    <a:pt x="2331" y="640"/>
                    <a:pt x="2331" y="640"/>
                    <a:pt x="2331" y="640"/>
                  </a:cubicBezTo>
                  <a:cubicBezTo>
                    <a:pt x="2331" y="647"/>
                    <a:pt x="2337" y="653"/>
                    <a:pt x="2344" y="653"/>
                  </a:cubicBezTo>
                  <a:cubicBezTo>
                    <a:pt x="2421" y="653"/>
                    <a:pt x="2421" y="653"/>
                    <a:pt x="2421" y="653"/>
                  </a:cubicBezTo>
                  <a:cubicBezTo>
                    <a:pt x="2428" y="653"/>
                    <a:pt x="2434" y="647"/>
                    <a:pt x="2434" y="640"/>
                  </a:cubicBezTo>
                  <a:cubicBezTo>
                    <a:pt x="2434" y="15"/>
                    <a:pt x="2434" y="15"/>
                    <a:pt x="2434" y="15"/>
                  </a:cubicBezTo>
                  <a:cubicBezTo>
                    <a:pt x="2434" y="8"/>
                    <a:pt x="2428" y="0"/>
                    <a:pt x="2421" y="2"/>
                  </a:cubicBezTo>
                  <a:lnTo>
                    <a:pt x="2344" y="9"/>
                  </a:lnTo>
                  <a:close/>
                  <a:moveTo>
                    <a:pt x="793" y="384"/>
                  </a:moveTo>
                  <a:cubicBezTo>
                    <a:pt x="789" y="326"/>
                    <a:pt x="764" y="267"/>
                    <a:pt x="691" y="267"/>
                  </a:cubicBezTo>
                  <a:cubicBezTo>
                    <a:pt x="619" y="267"/>
                    <a:pt x="594" y="331"/>
                    <a:pt x="587" y="384"/>
                  </a:cubicBezTo>
                  <a:lnTo>
                    <a:pt x="793" y="384"/>
                  </a:lnTo>
                  <a:close/>
                  <a:moveTo>
                    <a:pt x="698" y="664"/>
                  </a:moveTo>
                  <a:cubicBezTo>
                    <a:pt x="565" y="664"/>
                    <a:pt x="479" y="569"/>
                    <a:pt x="479" y="425"/>
                  </a:cubicBezTo>
                  <a:cubicBezTo>
                    <a:pt x="479" y="286"/>
                    <a:pt x="558" y="182"/>
                    <a:pt x="692" y="182"/>
                  </a:cubicBezTo>
                  <a:cubicBezTo>
                    <a:pt x="840" y="182"/>
                    <a:pt x="897" y="307"/>
                    <a:pt x="897" y="420"/>
                  </a:cubicBezTo>
                  <a:cubicBezTo>
                    <a:pt x="897" y="429"/>
                    <a:pt x="898" y="436"/>
                    <a:pt x="897" y="447"/>
                  </a:cubicBezTo>
                  <a:cubicBezTo>
                    <a:pt x="897" y="454"/>
                    <a:pt x="891" y="460"/>
                    <a:pt x="884" y="460"/>
                  </a:cubicBezTo>
                  <a:cubicBezTo>
                    <a:pt x="587" y="460"/>
                    <a:pt x="587" y="460"/>
                    <a:pt x="587" y="460"/>
                  </a:cubicBezTo>
                  <a:cubicBezTo>
                    <a:pt x="593" y="522"/>
                    <a:pt x="628" y="576"/>
                    <a:pt x="704" y="576"/>
                  </a:cubicBezTo>
                  <a:cubicBezTo>
                    <a:pt x="750" y="576"/>
                    <a:pt x="788" y="566"/>
                    <a:pt x="826" y="548"/>
                  </a:cubicBezTo>
                  <a:cubicBezTo>
                    <a:pt x="833" y="545"/>
                    <a:pt x="840" y="548"/>
                    <a:pt x="843" y="555"/>
                  </a:cubicBezTo>
                  <a:cubicBezTo>
                    <a:pt x="865" y="607"/>
                    <a:pt x="865" y="607"/>
                    <a:pt x="865" y="607"/>
                  </a:cubicBezTo>
                  <a:cubicBezTo>
                    <a:pt x="868" y="614"/>
                    <a:pt x="864" y="621"/>
                    <a:pt x="858" y="625"/>
                  </a:cubicBezTo>
                  <a:cubicBezTo>
                    <a:pt x="817" y="647"/>
                    <a:pt x="765" y="664"/>
                    <a:pt x="698" y="664"/>
                  </a:cubicBezTo>
                  <a:moveTo>
                    <a:pt x="1803" y="384"/>
                  </a:moveTo>
                  <a:cubicBezTo>
                    <a:pt x="1800" y="326"/>
                    <a:pt x="1775" y="267"/>
                    <a:pt x="1701" y="267"/>
                  </a:cubicBezTo>
                  <a:cubicBezTo>
                    <a:pt x="1629" y="267"/>
                    <a:pt x="1604" y="331"/>
                    <a:pt x="1597" y="384"/>
                  </a:cubicBezTo>
                  <a:lnTo>
                    <a:pt x="1803" y="384"/>
                  </a:lnTo>
                  <a:close/>
                  <a:moveTo>
                    <a:pt x="1709" y="664"/>
                  </a:moveTo>
                  <a:cubicBezTo>
                    <a:pt x="1575" y="664"/>
                    <a:pt x="1489" y="569"/>
                    <a:pt x="1489" y="425"/>
                  </a:cubicBezTo>
                  <a:cubicBezTo>
                    <a:pt x="1489" y="286"/>
                    <a:pt x="1569" y="182"/>
                    <a:pt x="1702" y="182"/>
                  </a:cubicBezTo>
                  <a:cubicBezTo>
                    <a:pt x="1850" y="182"/>
                    <a:pt x="1907" y="307"/>
                    <a:pt x="1907" y="420"/>
                  </a:cubicBezTo>
                  <a:cubicBezTo>
                    <a:pt x="1907" y="429"/>
                    <a:pt x="1908" y="436"/>
                    <a:pt x="1907" y="447"/>
                  </a:cubicBezTo>
                  <a:cubicBezTo>
                    <a:pt x="1907" y="454"/>
                    <a:pt x="1902" y="460"/>
                    <a:pt x="1894" y="460"/>
                  </a:cubicBezTo>
                  <a:cubicBezTo>
                    <a:pt x="1597" y="460"/>
                    <a:pt x="1597" y="460"/>
                    <a:pt x="1597" y="460"/>
                  </a:cubicBezTo>
                  <a:cubicBezTo>
                    <a:pt x="1603" y="522"/>
                    <a:pt x="1638" y="576"/>
                    <a:pt x="1714" y="576"/>
                  </a:cubicBezTo>
                  <a:cubicBezTo>
                    <a:pt x="1760" y="576"/>
                    <a:pt x="1798" y="566"/>
                    <a:pt x="1836" y="548"/>
                  </a:cubicBezTo>
                  <a:cubicBezTo>
                    <a:pt x="1843" y="545"/>
                    <a:pt x="1851" y="548"/>
                    <a:pt x="1854" y="555"/>
                  </a:cubicBezTo>
                  <a:cubicBezTo>
                    <a:pt x="1875" y="607"/>
                    <a:pt x="1875" y="607"/>
                    <a:pt x="1875" y="607"/>
                  </a:cubicBezTo>
                  <a:cubicBezTo>
                    <a:pt x="1878" y="614"/>
                    <a:pt x="1875" y="621"/>
                    <a:pt x="1868" y="625"/>
                  </a:cubicBezTo>
                  <a:cubicBezTo>
                    <a:pt x="1828" y="647"/>
                    <a:pt x="1775" y="664"/>
                    <a:pt x="1709" y="664"/>
                  </a:cubicBezTo>
                  <a:moveTo>
                    <a:pt x="1380" y="2"/>
                  </a:moveTo>
                  <a:cubicBezTo>
                    <a:pt x="1388" y="0"/>
                    <a:pt x="1393" y="8"/>
                    <a:pt x="1393" y="15"/>
                  </a:cubicBezTo>
                  <a:cubicBezTo>
                    <a:pt x="1393" y="640"/>
                    <a:pt x="1393" y="640"/>
                    <a:pt x="1393" y="640"/>
                  </a:cubicBezTo>
                  <a:cubicBezTo>
                    <a:pt x="1393" y="647"/>
                    <a:pt x="1388" y="653"/>
                    <a:pt x="1380" y="653"/>
                  </a:cubicBezTo>
                  <a:cubicBezTo>
                    <a:pt x="1317" y="653"/>
                    <a:pt x="1317" y="653"/>
                    <a:pt x="1317" y="653"/>
                  </a:cubicBezTo>
                  <a:cubicBezTo>
                    <a:pt x="1310" y="653"/>
                    <a:pt x="1305" y="646"/>
                    <a:pt x="1304" y="640"/>
                  </a:cubicBezTo>
                  <a:cubicBezTo>
                    <a:pt x="1297" y="593"/>
                    <a:pt x="1297" y="593"/>
                    <a:pt x="1297" y="593"/>
                  </a:cubicBezTo>
                  <a:cubicBezTo>
                    <a:pt x="1274" y="631"/>
                    <a:pt x="1217" y="664"/>
                    <a:pt x="1164" y="664"/>
                  </a:cubicBezTo>
                  <a:cubicBezTo>
                    <a:pt x="1042" y="664"/>
                    <a:pt x="971" y="555"/>
                    <a:pt x="971" y="422"/>
                  </a:cubicBezTo>
                  <a:cubicBezTo>
                    <a:pt x="971" y="261"/>
                    <a:pt x="1065" y="182"/>
                    <a:pt x="1164" y="182"/>
                  </a:cubicBezTo>
                  <a:cubicBezTo>
                    <a:pt x="1215" y="182"/>
                    <a:pt x="1260" y="203"/>
                    <a:pt x="1291" y="233"/>
                  </a:cubicBezTo>
                  <a:cubicBezTo>
                    <a:pt x="1291" y="23"/>
                    <a:pt x="1291" y="23"/>
                    <a:pt x="1291" y="23"/>
                  </a:cubicBezTo>
                  <a:cubicBezTo>
                    <a:pt x="1291" y="15"/>
                    <a:pt x="1296" y="10"/>
                    <a:pt x="1304" y="9"/>
                  </a:cubicBezTo>
                  <a:cubicBezTo>
                    <a:pt x="1380" y="2"/>
                    <a:pt x="1380" y="2"/>
                    <a:pt x="1380" y="2"/>
                  </a:cubicBezTo>
                  <a:moveTo>
                    <a:pt x="1291" y="406"/>
                  </a:moveTo>
                  <a:cubicBezTo>
                    <a:pt x="1291" y="304"/>
                    <a:pt x="1231" y="269"/>
                    <a:pt x="1184" y="269"/>
                  </a:cubicBezTo>
                  <a:cubicBezTo>
                    <a:pt x="1122" y="269"/>
                    <a:pt x="1078" y="330"/>
                    <a:pt x="1078" y="421"/>
                  </a:cubicBezTo>
                  <a:cubicBezTo>
                    <a:pt x="1078" y="503"/>
                    <a:pt x="1116" y="576"/>
                    <a:pt x="1186" y="576"/>
                  </a:cubicBezTo>
                  <a:cubicBezTo>
                    <a:pt x="1224" y="576"/>
                    <a:pt x="1291" y="547"/>
                    <a:pt x="1291" y="427"/>
                  </a:cubicBezTo>
                  <a:lnTo>
                    <a:pt x="1291" y="406"/>
                  </a:lnTo>
                  <a:close/>
                  <a:moveTo>
                    <a:pt x="4359" y="384"/>
                  </a:moveTo>
                  <a:cubicBezTo>
                    <a:pt x="4356" y="326"/>
                    <a:pt x="4331" y="267"/>
                    <a:pt x="4258" y="267"/>
                  </a:cubicBezTo>
                  <a:cubicBezTo>
                    <a:pt x="4186" y="267"/>
                    <a:pt x="4161" y="331"/>
                    <a:pt x="4154" y="384"/>
                  </a:cubicBezTo>
                  <a:lnTo>
                    <a:pt x="4359" y="384"/>
                  </a:lnTo>
                  <a:close/>
                  <a:moveTo>
                    <a:pt x="4265" y="664"/>
                  </a:moveTo>
                  <a:cubicBezTo>
                    <a:pt x="4131" y="664"/>
                    <a:pt x="4045" y="569"/>
                    <a:pt x="4045" y="425"/>
                  </a:cubicBezTo>
                  <a:cubicBezTo>
                    <a:pt x="4045" y="286"/>
                    <a:pt x="4125" y="182"/>
                    <a:pt x="4259" y="182"/>
                  </a:cubicBezTo>
                  <a:cubicBezTo>
                    <a:pt x="4406" y="182"/>
                    <a:pt x="4464" y="307"/>
                    <a:pt x="4464" y="420"/>
                  </a:cubicBezTo>
                  <a:cubicBezTo>
                    <a:pt x="4464" y="429"/>
                    <a:pt x="4464" y="436"/>
                    <a:pt x="4464" y="447"/>
                  </a:cubicBezTo>
                  <a:cubicBezTo>
                    <a:pt x="4464" y="454"/>
                    <a:pt x="4458" y="460"/>
                    <a:pt x="4451" y="460"/>
                  </a:cubicBezTo>
                  <a:cubicBezTo>
                    <a:pt x="4154" y="460"/>
                    <a:pt x="4154" y="460"/>
                    <a:pt x="4154" y="460"/>
                  </a:cubicBezTo>
                  <a:cubicBezTo>
                    <a:pt x="4159" y="522"/>
                    <a:pt x="4195" y="576"/>
                    <a:pt x="4271" y="576"/>
                  </a:cubicBezTo>
                  <a:cubicBezTo>
                    <a:pt x="4317" y="576"/>
                    <a:pt x="4355" y="566"/>
                    <a:pt x="4393" y="548"/>
                  </a:cubicBezTo>
                  <a:cubicBezTo>
                    <a:pt x="4399" y="545"/>
                    <a:pt x="4407" y="548"/>
                    <a:pt x="4410" y="555"/>
                  </a:cubicBezTo>
                  <a:cubicBezTo>
                    <a:pt x="4432" y="607"/>
                    <a:pt x="4432" y="607"/>
                    <a:pt x="4432" y="607"/>
                  </a:cubicBezTo>
                  <a:cubicBezTo>
                    <a:pt x="4434" y="614"/>
                    <a:pt x="4431" y="621"/>
                    <a:pt x="4425" y="625"/>
                  </a:cubicBezTo>
                  <a:cubicBezTo>
                    <a:pt x="4384" y="647"/>
                    <a:pt x="4332" y="664"/>
                    <a:pt x="4265" y="664"/>
                  </a:cubicBezTo>
                  <a:moveTo>
                    <a:pt x="3942" y="2"/>
                  </a:moveTo>
                  <a:cubicBezTo>
                    <a:pt x="3949" y="0"/>
                    <a:pt x="3955" y="8"/>
                    <a:pt x="3955" y="15"/>
                  </a:cubicBezTo>
                  <a:cubicBezTo>
                    <a:pt x="3955" y="640"/>
                    <a:pt x="3955" y="640"/>
                    <a:pt x="3955" y="640"/>
                  </a:cubicBezTo>
                  <a:cubicBezTo>
                    <a:pt x="3955" y="647"/>
                    <a:pt x="3949" y="653"/>
                    <a:pt x="3942" y="653"/>
                  </a:cubicBezTo>
                  <a:cubicBezTo>
                    <a:pt x="3879" y="653"/>
                    <a:pt x="3879" y="653"/>
                    <a:pt x="3879" y="653"/>
                  </a:cubicBezTo>
                  <a:cubicBezTo>
                    <a:pt x="3872" y="653"/>
                    <a:pt x="3866" y="646"/>
                    <a:pt x="3865" y="640"/>
                  </a:cubicBezTo>
                  <a:cubicBezTo>
                    <a:pt x="3858" y="593"/>
                    <a:pt x="3858" y="593"/>
                    <a:pt x="3858" y="593"/>
                  </a:cubicBezTo>
                  <a:cubicBezTo>
                    <a:pt x="3835" y="631"/>
                    <a:pt x="3779" y="664"/>
                    <a:pt x="3726" y="664"/>
                  </a:cubicBezTo>
                  <a:cubicBezTo>
                    <a:pt x="3604" y="664"/>
                    <a:pt x="3533" y="555"/>
                    <a:pt x="3533" y="422"/>
                  </a:cubicBezTo>
                  <a:cubicBezTo>
                    <a:pt x="3533" y="261"/>
                    <a:pt x="3627" y="182"/>
                    <a:pt x="3726" y="182"/>
                  </a:cubicBezTo>
                  <a:cubicBezTo>
                    <a:pt x="3777" y="182"/>
                    <a:pt x="3822" y="203"/>
                    <a:pt x="3852" y="233"/>
                  </a:cubicBezTo>
                  <a:cubicBezTo>
                    <a:pt x="3852" y="23"/>
                    <a:pt x="3852" y="23"/>
                    <a:pt x="3852" y="23"/>
                  </a:cubicBezTo>
                  <a:cubicBezTo>
                    <a:pt x="3852" y="15"/>
                    <a:pt x="3858" y="10"/>
                    <a:pt x="3866" y="9"/>
                  </a:cubicBezTo>
                  <a:cubicBezTo>
                    <a:pt x="3942" y="2"/>
                    <a:pt x="3942" y="2"/>
                    <a:pt x="3942" y="2"/>
                  </a:cubicBezTo>
                  <a:moveTo>
                    <a:pt x="3853" y="406"/>
                  </a:moveTo>
                  <a:cubicBezTo>
                    <a:pt x="3853" y="304"/>
                    <a:pt x="3793" y="269"/>
                    <a:pt x="3746" y="269"/>
                  </a:cubicBezTo>
                  <a:cubicBezTo>
                    <a:pt x="3683" y="269"/>
                    <a:pt x="3640" y="330"/>
                    <a:pt x="3640" y="421"/>
                  </a:cubicBezTo>
                  <a:cubicBezTo>
                    <a:pt x="3640" y="503"/>
                    <a:pt x="3677" y="576"/>
                    <a:pt x="3747" y="576"/>
                  </a:cubicBezTo>
                  <a:cubicBezTo>
                    <a:pt x="3786" y="576"/>
                    <a:pt x="3853" y="547"/>
                    <a:pt x="3853" y="427"/>
                  </a:cubicBezTo>
                  <a:lnTo>
                    <a:pt x="3853" y="406"/>
                  </a:lnTo>
                  <a:close/>
                  <a:moveTo>
                    <a:pt x="2248" y="195"/>
                  </a:moveTo>
                  <a:cubicBezTo>
                    <a:pt x="2248" y="188"/>
                    <a:pt x="2242" y="182"/>
                    <a:pt x="2235" y="182"/>
                  </a:cubicBezTo>
                  <a:cubicBezTo>
                    <a:pt x="2179" y="182"/>
                    <a:pt x="2125" y="215"/>
                    <a:pt x="2094" y="252"/>
                  </a:cubicBezTo>
                  <a:cubicBezTo>
                    <a:pt x="2090" y="206"/>
                    <a:pt x="2090" y="206"/>
                    <a:pt x="2090" y="206"/>
                  </a:cubicBezTo>
                  <a:cubicBezTo>
                    <a:pt x="2089" y="199"/>
                    <a:pt x="2083" y="193"/>
                    <a:pt x="2077" y="193"/>
                  </a:cubicBezTo>
                  <a:cubicBezTo>
                    <a:pt x="2011" y="193"/>
                    <a:pt x="2011" y="193"/>
                    <a:pt x="2011" y="193"/>
                  </a:cubicBezTo>
                  <a:cubicBezTo>
                    <a:pt x="2004" y="193"/>
                    <a:pt x="1998" y="199"/>
                    <a:pt x="1998" y="206"/>
                  </a:cubicBezTo>
                  <a:cubicBezTo>
                    <a:pt x="1998" y="640"/>
                    <a:pt x="1998" y="640"/>
                    <a:pt x="1998" y="640"/>
                  </a:cubicBezTo>
                  <a:cubicBezTo>
                    <a:pt x="1998" y="647"/>
                    <a:pt x="2004" y="653"/>
                    <a:pt x="2011" y="653"/>
                  </a:cubicBezTo>
                  <a:cubicBezTo>
                    <a:pt x="2088" y="653"/>
                    <a:pt x="2088" y="653"/>
                    <a:pt x="2088" y="653"/>
                  </a:cubicBezTo>
                  <a:cubicBezTo>
                    <a:pt x="2095" y="653"/>
                    <a:pt x="2101" y="647"/>
                    <a:pt x="2101" y="640"/>
                  </a:cubicBezTo>
                  <a:cubicBezTo>
                    <a:pt x="2101" y="415"/>
                    <a:pt x="2101" y="415"/>
                    <a:pt x="2101" y="415"/>
                  </a:cubicBezTo>
                  <a:cubicBezTo>
                    <a:pt x="2101" y="322"/>
                    <a:pt x="2158" y="286"/>
                    <a:pt x="2210" y="286"/>
                  </a:cubicBezTo>
                  <a:cubicBezTo>
                    <a:pt x="2218" y="286"/>
                    <a:pt x="2225" y="288"/>
                    <a:pt x="2230" y="288"/>
                  </a:cubicBezTo>
                  <a:cubicBezTo>
                    <a:pt x="2241" y="290"/>
                    <a:pt x="2248" y="284"/>
                    <a:pt x="2248" y="276"/>
                  </a:cubicBezTo>
                  <a:lnTo>
                    <a:pt x="2248" y="19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</p:grpSp>
      <p:grpSp>
        <p:nvGrpSpPr>
          <p:cNvPr id="29" name="HR logo"/>
          <p:cNvGrpSpPr>
            <a:grpSpLocks noSelect="1"/>
          </p:cNvGrpSpPr>
          <p:nvPr userDrawn="1"/>
        </p:nvGrpSpPr>
        <p:grpSpPr bwMode="gray">
          <a:xfrm>
            <a:off x="374401" y="6076800"/>
            <a:ext cx="504000" cy="514800"/>
            <a:chOff x="0" y="0"/>
            <a:chExt cx="562610" cy="574675"/>
          </a:xfrm>
        </p:grpSpPr>
        <p:sp>
          <p:nvSpPr>
            <p:cNvPr id="30" name="Freeform 35"/>
            <p:cNvSpPr>
              <a:spLocks noSelect="1"/>
            </p:cNvSpPr>
            <p:nvPr userDrawn="1"/>
          </p:nvSpPr>
          <p:spPr bwMode="gray">
            <a:xfrm>
              <a:off x="0" y="0"/>
              <a:ext cx="562610" cy="574675"/>
            </a:xfrm>
            <a:custGeom>
              <a:avLst/>
              <a:gdLst>
                <a:gd name="T0" fmla="*/ 1771 w 1771"/>
                <a:gd name="T1" fmla="*/ 874 h 1807"/>
                <a:gd name="T2" fmla="*/ 1770 w 1771"/>
                <a:gd name="T3" fmla="*/ 851 h 1807"/>
                <a:gd name="T4" fmla="*/ 1768 w 1771"/>
                <a:gd name="T5" fmla="*/ 828 h 1807"/>
                <a:gd name="T6" fmla="*/ 1765 w 1771"/>
                <a:gd name="T7" fmla="*/ 799 h 1807"/>
                <a:gd name="T8" fmla="*/ 1762 w 1771"/>
                <a:gd name="T9" fmla="*/ 775 h 1807"/>
                <a:gd name="T10" fmla="*/ 1758 w 1771"/>
                <a:gd name="T11" fmla="*/ 748 h 1807"/>
                <a:gd name="T12" fmla="*/ 1739 w 1771"/>
                <a:gd name="T13" fmla="*/ 663 h 1807"/>
                <a:gd name="T14" fmla="*/ 1732 w 1771"/>
                <a:gd name="T15" fmla="*/ 642 h 1807"/>
                <a:gd name="T16" fmla="*/ 1726 w 1771"/>
                <a:gd name="T17" fmla="*/ 622 h 1807"/>
                <a:gd name="T18" fmla="*/ 1589 w 1771"/>
                <a:gd name="T19" fmla="*/ 360 h 1807"/>
                <a:gd name="T20" fmla="*/ 1559 w 1771"/>
                <a:gd name="T21" fmla="*/ 322 h 1807"/>
                <a:gd name="T22" fmla="*/ 1544 w 1771"/>
                <a:gd name="T23" fmla="*/ 304 h 1807"/>
                <a:gd name="T24" fmla="*/ 1511 w 1771"/>
                <a:gd name="T25" fmla="*/ 269 h 1807"/>
                <a:gd name="T26" fmla="*/ 1477 w 1771"/>
                <a:gd name="T27" fmla="*/ 236 h 1807"/>
                <a:gd name="T28" fmla="*/ 1449 w 1771"/>
                <a:gd name="T29" fmla="*/ 212 h 1807"/>
                <a:gd name="T30" fmla="*/ 1431 w 1771"/>
                <a:gd name="T31" fmla="*/ 197 h 1807"/>
                <a:gd name="T32" fmla="*/ 1402 w 1771"/>
                <a:gd name="T33" fmla="*/ 175 h 1807"/>
                <a:gd name="T34" fmla="*/ 1383 w 1771"/>
                <a:gd name="T35" fmla="*/ 162 h 1807"/>
                <a:gd name="T36" fmla="*/ 1353 w 1771"/>
                <a:gd name="T37" fmla="*/ 141 h 1807"/>
                <a:gd name="T38" fmla="*/ 1321 w 1771"/>
                <a:gd name="T39" fmla="*/ 122 h 1807"/>
                <a:gd name="T40" fmla="*/ 1301 w 1771"/>
                <a:gd name="T41" fmla="*/ 111 h 1807"/>
                <a:gd name="T42" fmla="*/ 1263 w 1771"/>
                <a:gd name="T43" fmla="*/ 91 h 1807"/>
                <a:gd name="T44" fmla="*/ 1241 w 1771"/>
                <a:gd name="T45" fmla="*/ 81 h 1807"/>
                <a:gd name="T46" fmla="*/ 1208 w 1771"/>
                <a:gd name="T47" fmla="*/ 66 h 1807"/>
                <a:gd name="T48" fmla="*/ 1162 w 1771"/>
                <a:gd name="T49" fmla="*/ 49 h 1807"/>
                <a:gd name="T50" fmla="*/ 1120 w 1771"/>
                <a:gd name="T51" fmla="*/ 36 h 1807"/>
                <a:gd name="T52" fmla="*/ 1097 w 1771"/>
                <a:gd name="T53" fmla="*/ 30 h 1807"/>
                <a:gd name="T54" fmla="*/ 1061 w 1771"/>
                <a:gd name="T55" fmla="*/ 21 h 1807"/>
                <a:gd name="T56" fmla="*/ 1037 w 1771"/>
                <a:gd name="T57" fmla="*/ 16 h 1807"/>
                <a:gd name="T58" fmla="*/ 175 w 1771"/>
                <a:gd name="T59" fmla="*/ 323 h 1807"/>
                <a:gd name="T60" fmla="*/ 1304 w 1771"/>
                <a:gd name="T61" fmla="*/ 402 h 1807"/>
                <a:gd name="T62" fmla="*/ 1372 w 1771"/>
                <a:gd name="T63" fmla="*/ 1125 h 1807"/>
                <a:gd name="T64" fmla="*/ 590 w 1771"/>
                <a:gd name="T65" fmla="*/ 1394 h 1807"/>
                <a:gd name="T66" fmla="*/ 403 w 1771"/>
                <a:gd name="T67" fmla="*/ 1396 h 1807"/>
                <a:gd name="T68" fmla="*/ 400 w 1771"/>
                <a:gd name="T69" fmla="*/ 1396 h 1807"/>
                <a:gd name="T70" fmla="*/ 381 w 1771"/>
                <a:gd name="T71" fmla="*/ 1380 h 1807"/>
                <a:gd name="T72" fmla="*/ 380 w 1771"/>
                <a:gd name="T73" fmla="*/ 1371 h 1807"/>
                <a:gd name="T74" fmla="*/ 510 w 1771"/>
                <a:gd name="T75" fmla="*/ 732 h 1807"/>
                <a:gd name="T76" fmla="*/ 519 w 1771"/>
                <a:gd name="T77" fmla="*/ 716 h 1807"/>
                <a:gd name="T78" fmla="*/ 786 w 1771"/>
                <a:gd name="T79" fmla="*/ 705 h 1807"/>
                <a:gd name="T80" fmla="*/ 0 w 1771"/>
                <a:gd name="T81" fmla="*/ 1037 h 1807"/>
                <a:gd name="T82" fmla="*/ 1292 w 1771"/>
                <a:gd name="T83" fmla="*/ 1701 h 1807"/>
                <a:gd name="T84" fmla="*/ 1313 w 1771"/>
                <a:gd name="T85" fmla="*/ 1689 h 1807"/>
                <a:gd name="T86" fmla="*/ 1333 w 1771"/>
                <a:gd name="T87" fmla="*/ 1677 h 1807"/>
                <a:gd name="T88" fmla="*/ 1354 w 1771"/>
                <a:gd name="T89" fmla="*/ 1665 h 1807"/>
                <a:gd name="T90" fmla="*/ 1374 w 1771"/>
                <a:gd name="T91" fmla="*/ 1651 h 1807"/>
                <a:gd name="T92" fmla="*/ 1394 w 1771"/>
                <a:gd name="T93" fmla="*/ 1638 h 1807"/>
                <a:gd name="T94" fmla="*/ 1418 w 1771"/>
                <a:gd name="T95" fmla="*/ 1620 h 1807"/>
                <a:gd name="T96" fmla="*/ 1441 w 1771"/>
                <a:gd name="T97" fmla="*/ 1601 h 1807"/>
                <a:gd name="T98" fmla="*/ 1504 w 1771"/>
                <a:gd name="T99" fmla="*/ 1545 h 1807"/>
                <a:gd name="T100" fmla="*/ 1520 w 1771"/>
                <a:gd name="T101" fmla="*/ 1528 h 1807"/>
                <a:gd name="T102" fmla="*/ 1538 w 1771"/>
                <a:gd name="T103" fmla="*/ 1509 h 1807"/>
                <a:gd name="T104" fmla="*/ 1759 w 1771"/>
                <a:gd name="T105" fmla="*/ 1052 h 1807"/>
                <a:gd name="T106" fmla="*/ 1762 w 1771"/>
                <a:gd name="T107" fmla="*/ 1029 h 1807"/>
                <a:gd name="T108" fmla="*/ 1765 w 1771"/>
                <a:gd name="T109" fmla="*/ 1005 h 1807"/>
                <a:gd name="T110" fmla="*/ 1767 w 1771"/>
                <a:gd name="T111" fmla="*/ 986 h 1807"/>
                <a:gd name="T112" fmla="*/ 1769 w 1771"/>
                <a:gd name="T113" fmla="*/ 966 h 1807"/>
                <a:gd name="T114" fmla="*/ 1770 w 1771"/>
                <a:gd name="T115" fmla="*/ 947 h 1807"/>
                <a:gd name="T116" fmla="*/ 1771 w 1771"/>
                <a:gd name="T117" fmla="*/ 928 h 1807"/>
                <a:gd name="T118" fmla="*/ 1771 w 1771"/>
                <a:gd name="T119" fmla="*/ 908 h 1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71" h="1807">
                  <a:moveTo>
                    <a:pt x="1771" y="893"/>
                  </a:moveTo>
                  <a:cubicBezTo>
                    <a:pt x="1771" y="892"/>
                    <a:pt x="1771" y="892"/>
                    <a:pt x="1771" y="892"/>
                  </a:cubicBezTo>
                  <a:cubicBezTo>
                    <a:pt x="1771" y="887"/>
                    <a:pt x="1771" y="887"/>
                    <a:pt x="1771" y="887"/>
                  </a:cubicBezTo>
                  <a:cubicBezTo>
                    <a:pt x="1771" y="885"/>
                    <a:pt x="1771" y="885"/>
                    <a:pt x="1771" y="885"/>
                  </a:cubicBezTo>
                  <a:cubicBezTo>
                    <a:pt x="1771" y="881"/>
                    <a:pt x="1771" y="881"/>
                    <a:pt x="1771" y="881"/>
                  </a:cubicBezTo>
                  <a:cubicBezTo>
                    <a:pt x="1771" y="880"/>
                    <a:pt x="1771" y="880"/>
                    <a:pt x="1771" y="880"/>
                  </a:cubicBezTo>
                  <a:cubicBezTo>
                    <a:pt x="1771" y="875"/>
                    <a:pt x="1771" y="875"/>
                    <a:pt x="1771" y="875"/>
                  </a:cubicBezTo>
                  <a:cubicBezTo>
                    <a:pt x="1771" y="874"/>
                    <a:pt x="1771" y="874"/>
                    <a:pt x="1771" y="874"/>
                  </a:cubicBezTo>
                  <a:cubicBezTo>
                    <a:pt x="1771" y="870"/>
                    <a:pt x="1771" y="870"/>
                    <a:pt x="1771" y="870"/>
                  </a:cubicBezTo>
                  <a:cubicBezTo>
                    <a:pt x="1770" y="868"/>
                    <a:pt x="1770" y="868"/>
                    <a:pt x="1770" y="868"/>
                  </a:cubicBezTo>
                  <a:cubicBezTo>
                    <a:pt x="1770" y="864"/>
                    <a:pt x="1770" y="864"/>
                    <a:pt x="1770" y="864"/>
                  </a:cubicBezTo>
                  <a:cubicBezTo>
                    <a:pt x="1770" y="862"/>
                    <a:pt x="1770" y="862"/>
                    <a:pt x="1770" y="862"/>
                  </a:cubicBezTo>
                  <a:cubicBezTo>
                    <a:pt x="1770" y="859"/>
                    <a:pt x="1770" y="859"/>
                    <a:pt x="1770" y="859"/>
                  </a:cubicBezTo>
                  <a:cubicBezTo>
                    <a:pt x="1770" y="857"/>
                    <a:pt x="1770" y="857"/>
                    <a:pt x="1770" y="857"/>
                  </a:cubicBezTo>
                  <a:cubicBezTo>
                    <a:pt x="1770" y="852"/>
                    <a:pt x="1770" y="852"/>
                    <a:pt x="1770" y="852"/>
                  </a:cubicBezTo>
                  <a:cubicBezTo>
                    <a:pt x="1770" y="851"/>
                    <a:pt x="1770" y="851"/>
                    <a:pt x="1770" y="851"/>
                  </a:cubicBezTo>
                  <a:cubicBezTo>
                    <a:pt x="1769" y="847"/>
                    <a:pt x="1769" y="847"/>
                    <a:pt x="1769" y="847"/>
                  </a:cubicBezTo>
                  <a:cubicBezTo>
                    <a:pt x="1769" y="845"/>
                    <a:pt x="1769" y="845"/>
                    <a:pt x="1769" y="845"/>
                  </a:cubicBezTo>
                  <a:cubicBezTo>
                    <a:pt x="1769" y="841"/>
                    <a:pt x="1769" y="841"/>
                    <a:pt x="1769" y="841"/>
                  </a:cubicBezTo>
                  <a:cubicBezTo>
                    <a:pt x="1769" y="839"/>
                    <a:pt x="1769" y="839"/>
                    <a:pt x="1769" y="839"/>
                  </a:cubicBezTo>
                  <a:cubicBezTo>
                    <a:pt x="1769" y="836"/>
                    <a:pt x="1769" y="836"/>
                    <a:pt x="1769" y="836"/>
                  </a:cubicBezTo>
                  <a:cubicBezTo>
                    <a:pt x="1768" y="834"/>
                    <a:pt x="1768" y="834"/>
                    <a:pt x="1768" y="834"/>
                  </a:cubicBezTo>
                  <a:cubicBezTo>
                    <a:pt x="1768" y="830"/>
                    <a:pt x="1768" y="830"/>
                    <a:pt x="1768" y="830"/>
                  </a:cubicBezTo>
                  <a:cubicBezTo>
                    <a:pt x="1768" y="828"/>
                    <a:pt x="1768" y="828"/>
                    <a:pt x="1768" y="828"/>
                  </a:cubicBezTo>
                  <a:cubicBezTo>
                    <a:pt x="1768" y="824"/>
                    <a:pt x="1768" y="824"/>
                    <a:pt x="1768" y="824"/>
                  </a:cubicBezTo>
                  <a:cubicBezTo>
                    <a:pt x="1768" y="822"/>
                    <a:pt x="1768" y="822"/>
                    <a:pt x="1768" y="822"/>
                  </a:cubicBezTo>
                  <a:cubicBezTo>
                    <a:pt x="1767" y="819"/>
                    <a:pt x="1767" y="819"/>
                    <a:pt x="1767" y="819"/>
                  </a:cubicBezTo>
                  <a:cubicBezTo>
                    <a:pt x="1767" y="816"/>
                    <a:pt x="1767" y="816"/>
                    <a:pt x="1767" y="816"/>
                  </a:cubicBezTo>
                  <a:cubicBezTo>
                    <a:pt x="1767" y="813"/>
                    <a:pt x="1767" y="813"/>
                    <a:pt x="1767" y="813"/>
                  </a:cubicBezTo>
                  <a:cubicBezTo>
                    <a:pt x="1766" y="810"/>
                    <a:pt x="1766" y="810"/>
                    <a:pt x="1766" y="810"/>
                  </a:cubicBezTo>
                  <a:cubicBezTo>
                    <a:pt x="1766" y="808"/>
                    <a:pt x="1766" y="808"/>
                    <a:pt x="1766" y="808"/>
                  </a:cubicBezTo>
                  <a:cubicBezTo>
                    <a:pt x="1765" y="799"/>
                    <a:pt x="1765" y="799"/>
                    <a:pt x="1765" y="799"/>
                  </a:cubicBezTo>
                  <a:cubicBezTo>
                    <a:pt x="1765" y="797"/>
                    <a:pt x="1765" y="797"/>
                    <a:pt x="1765" y="797"/>
                  </a:cubicBezTo>
                  <a:cubicBezTo>
                    <a:pt x="1765" y="794"/>
                    <a:pt x="1765" y="794"/>
                    <a:pt x="1765" y="794"/>
                  </a:cubicBezTo>
                  <a:cubicBezTo>
                    <a:pt x="1764" y="793"/>
                    <a:pt x="1764" y="793"/>
                    <a:pt x="1764" y="793"/>
                  </a:cubicBezTo>
                  <a:cubicBezTo>
                    <a:pt x="1764" y="787"/>
                    <a:pt x="1764" y="787"/>
                    <a:pt x="1764" y="787"/>
                  </a:cubicBezTo>
                  <a:cubicBezTo>
                    <a:pt x="1763" y="786"/>
                    <a:pt x="1763" y="786"/>
                    <a:pt x="1763" y="786"/>
                  </a:cubicBezTo>
                  <a:cubicBezTo>
                    <a:pt x="1763" y="783"/>
                    <a:pt x="1763" y="783"/>
                    <a:pt x="1763" y="783"/>
                  </a:cubicBezTo>
                  <a:cubicBezTo>
                    <a:pt x="1763" y="782"/>
                    <a:pt x="1763" y="782"/>
                    <a:pt x="1763" y="782"/>
                  </a:cubicBezTo>
                  <a:cubicBezTo>
                    <a:pt x="1762" y="775"/>
                    <a:pt x="1762" y="775"/>
                    <a:pt x="1762" y="775"/>
                  </a:cubicBezTo>
                  <a:cubicBezTo>
                    <a:pt x="1762" y="774"/>
                    <a:pt x="1762" y="774"/>
                    <a:pt x="1762" y="774"/>
                  </a:cubicBezTo>
                  <a:cubicBezTo>
                    <a:pt x="1761" y="771"/>
                    <a:pt x="1761" y="771"/>
                    <a:pt x="1761" y="771"/>
                  </a:cubicBezTo>
                  <a:cubicBezTo>
                    <a:pt x="1761" y="770"/>
                    <a:pt x="1761" y="770"/>
                    <a:pt x="1761" y="770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0"/>
                    <a:pt x="1760" y="760"/>
                    <a:pt x="1760" y="760"/>
                  </a:cubicBezTo>
                  <a:cubicBezTo>
                    <a:pt x="1760" y="759"/>
                    <a:pt x="1760" y="759"/>
                    <a:pt x="1760" y="759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4" y="728"/>
                    <a:pt x="1750" y="708"/>
                    <a:pt x="1745" y="688"/>
                  </a:cubicBezTo>
                  <a:cubicBezTo>
                    <a:pt x="1745" y="688"/>
                    <a:pt x="1745" y="688"/>
                    <a:pt x="1745" y="688"/>
                  </a:cubicBezTo>
                  <a:cubicBezTo>
                    <a:pt x="1743" y="677"/>
                    <a:pt x="1743" y="677"/>
                    <a:pt x="1743" y="677"/>
                  </a:cubicBezTo>
                  <a:cubicBezTo>
                    <a:pt x="1742" y="677"/>
                    <a:pt x="1742" y="677"/>
                    <a:pt x="1742" y="677"/>
                  </a:cubicBezTo>
                  <a:cubicBezTo>
                    <a:pt x="1740" y="667"/>
                    <a:pt x="1740" y="667"/>
                    <a:pt x="1740" y="667"/>
                  </a:cubicBezTo>
                  <a:cubicBezTo>
                    <a:pt x="1739" y="665"/>
                    <a:pt x="1739" y="665"/>
                    <a:pt x="1739" y="665"/>
                  </a:cubicBezTo>
                  <a:cubicBezTo>
                    <a:pt x="1739" y="663"/>
                    <a:pt x="1739" y="663"/>
                    <a:pt x="1739" y="663"/>
                  </a:cubicBezTo>
                  <a:cubicBezTo>
                    <a:pt x="1738" y="661"/>
                    <a:pt x="1738" y="661"/>
                    <a:pt x="1738" y="661"/>
                  </a:cubicBezTo>
                  <a:cubicBezTo>
                    <a:pt x="1737" y="657"/>
                    <a:pt x="1737" y="657"/>
                    <a:pt x="1737" y="657"/>
                  </a:cubicBezTo>
                  <a:cubicBezTo>
                    <a:pt x="1736" y="654"/>
                    <a:pt x="1736" y="654"/>
                    <a:pt x="1736" y="654"/>
                  </a:cubicBezTo>
                  <a:cubicBezTo>
                    <a:pt x="1736" y="652"/>
                    <a:pt x="1736" y="652"/>
                    <a:pt x="1736" y="652"/>
                  </a:cubicBezTo>
                  <a:cubicBezTo>
                    <a:pt x="1735" y="650"/>
                    <a:pt x="1735" y="650"/>
                    <a:pt x="1735" y="650"/>
                  </a:cubicBezTo>
                  <a:cubicBezTo>
                    <a:pt x="1734" y="646"/>
                    <a:pt x="1734" y="646"/>
                    <a:pt x="1734" y="646"/>
                  </a:cubicBezTo>
                  <a:cubicBezTo>
                    <a:pt x="1733" y="643"/>
                    <a:pt x="1733" y="643"/>
                    <a:pt x="1733" y="643"/>
                  </a:cubicBezTo>
                  <a:cubicBezTo>
                    <a:pt x="1732" y="642"/>
                    <a:pt x="1732" y="642"/>
                    <a:pt x="1732" y="642"/>
                  </a:cubicBezTo>
                  <a:cubicBezTo>
                    <a:pt x="1732" y="638"/>
                    <a:pt x="1732" y="638"/>
                    <a:pt x="1732" y="638"/>
                  </a:cubicBezTo>
                  <a:cubicBezTo>
                    <a:pt x="1731" y="637"/>
                    <a:pt x="1731" y="637"/>
                    <a:pt x="1731" y="637"/>
                  </a:cubicBezTo>
                  <a:cubicBezTo>
                    <a:pt x="1730" y="633"/>
                    <a:pt x="1730" y="633"/>
                    <a:pt x="1730" y="633"/>
                  </a:cubicBezTo>
                  <a:cubicBezTo>
                    <a:pt x="1729" y="631"/>
                    <a:pt x="1729" y="631"/>
                    <a:pt x="1729" y="631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19" y="599"/>
                    <a:pt x="1710" y="577"/>
                    <a:pt x="1701" y="555"/>
                  </a:cubicBezTo>
                  <a:cubicBezTo>
                    <a:pt x="1696" y="543"/>
                    <a:pt x="1691" y="530"/>
                    <a:pt x="1685" y="518"/>
                  </a:cubicBezTo>
                  <a:cubicBezTo>
                    <a:pt x="1672" y="491"/>
                    <a:pt x="1658" y="465"/>
                    <a:pt x="1643" y="440"/>
                  </a:cubicBezTo>
                  <a:cubicBezTo>
                    <a:pt x="1640" y="435"/>
                    <a:pt x="1640" y="435"/>
                    <a:pt x="1640" y="435"/>
                  </a:cubicBezTo>
                  <a:cubicBezTo>
                    <a:pt x="1640" y="434"/>
                    <a:pt x="1640" y="434"/>
                    <a:pt x="1640" y="434"/>
                  </a:cubicBezTo>
                  <a:cubicBezTo>
                    <a:pt x="1625" y="410"/>
                    <a:pt x="1609" y="387"/>
                    <a:pt x="1593" y="365"/>
                  </a:cubicBezTo>
                  <a:cubicBezTo>
                    <a:pt x="1593" y="364"/>
                    <a:pt x="1593" y="364"/>
                    <a:pt x="1593" y="364"/>
                  </a:cubicBezTo>
                  <a:cubicBezTo>
                    <a:pt x="1589" y="360"/>
                    <a:pt x="1589" y="360"/>
                    <a:pt x="1589" y="360"/>
                  </a:cubicBezTo>
                  <a:cubicBezTo>
                    <a:pt x="1589" y="359"/>
                    <a:pt x="1589" y="359"/>
                    <a:pt x="1589" y="359"/>
                  </a:cubicBezTo>
                  <a:cubicBezTo>
                    <a:pt x="1586" y="355"/>
                    <a:pt x="1586" y="355"/>
                    <a:pt x="1586" y="355"/>
                  </a:cubicBezTo>
                  <a:cubicBezTo>
                    <a:pt x="1585" y="355"/>
                    <a:pt x="1585" y="355"/>
                    <a:pt x="1585" y="355"/>
                  </a:cubicBezTo>
                  <a:cubicBezTo>
                    <a:pt x="1582" y="351"/>
                    <a:pt x="1582" y="351"/>
                    <a:pt x="1582" y="351"/>
                  </a:cubicBezTo>
                  <a:cubicBezTo>
                    <a:pt x="1582" y="350"/>
                    <a:pt x="1582" y="350"/>
                    <a:pt x="1582" y="350"/>
                  </a:cubicBezTo>
                  <a:cubicBezTo>
                    <a:pt x="1578" y="346"/>
                    <a:pt x="1578" y="346"/>
                    <a:pt x="1578" y="346"/>
                  </a:cubicBezTo>
                  <a:cubicBezTo>
                    <a:pt x="1578" y="345"/>
                    <a:pt x="1578" y="345"/>
                    <a:pt x="1578" y="345"/>
                  </a:cubicBezTo>
                  <a:cubicBezTo>
                    <a:pt x="1572" y="338"/>
                    <a:pt x="1566" y="330"/>
                    <a:pt x="1559" y="322"/>
                  </a:cubicBezTo>
                  <a:cubicBezTo>
                    <a:pt x="1559" y="322"/>
                    <a:pt x="1559" y="322"/>
                    <a:pt x="1559" y="322"/>
                  </a:cubicBezTo>
                  <a:cubicBezTo>
                    <a:pt x="1555" y="318"/>
                    <a:pt x="1555" y="318"/>
                    <a:pt x="1555" y="318"/>
                  </a:cubicBezTo>
                  <a:cubicBezTo>
                    <a:pt x="1555" y="317"/>
                    <a:pt x="1555" y="317"/>
                    <a:pt x="1555" y="317"/>
                  </a:cubicBezTo>
                  <a:cubicBezTo>
                    <a:pt x="1552" y="313"/>
                    <a:pt x="1552" y="313"/>
                    <a:pt x="1552" y="313"/>
                  </a:cubicBezTo>
                  <a:cubicBezTo>
                    <a:pt x="1551" y="313"/>
                    <a:pt x="1551" y="313"/>
                    <a:pt x="1551" y="313"/>
                  </a:cubicBezTo>
                  <a:cubicBezTo>
                    <a:pt x="1548" y="309"/>
                    <a:pt x="1548" y="309"/>
                    <a:pt x="1548" y="309"/>
                  </a:cubicBezTo>
                  <a:cubicBezTo>
                    <a:pt x="1547" y="308"/>
                    <a:pt x="1547" y="308"/>
                    <a:pt x="1547" y="308"/>
                  </a:cubicBezTo>
                  <a:cubicBezTo>
                    <a:pt x="1544" y="304"/>
                    <a:pt x="1544" y="304"/>
                    <a:pt x="1544" y="304"/>
                  </a:cubicBezTo>
                  <a:cubicBezTo>
                    <a:pt x="1543" y="304"/>
                    <a:pt x="1543" y="304"/>
                    <a:pt x="1543" y="304"/>
                  </a:cubicBezTo>
                  <a:cubicBezTo>
                    <a:pt x="1537" y="297"/>
                    <a:pt x="1530" y="289"/>
                    <a:pt x="1523" y="282"/>
                  </a:cubicBezTo>
                  <a:cubicBezTo>
                    <a:pt x="1523" y="282"/>
                    <a:pt x="1523" y="282"/>
                    <a:pt x="1523" y="282"/>
                  </a:cubicBezTo>
                  <a:cubicBezTo>
                    <a:pt x="1519" y="278"/>
                    <a:pt x="1519" y="278"/>
                    <a:pt x="1519" y="278"/>
                  </a:cubicBezTo>
                  <a:cubicBezTo>
                    <a:pt x="1519" y="277"/>
                    <a:pt x="1519" y="277"/>
                    <a:pt x="1519" y="277"/>
                  </a:cubicBezTo>
                  <a:cubicBezTo>
                    <a:pt x="1515" y="274"/>
                    <a:pt x="1515" y="274"/>
                    <a:pt x="1515" y="274"/>
                  </a:cubicBezTo>
                  <a:cubicBezTo>
                    <a:pt x="1515" y="273"/>
                    <a:pt x="1515" y="273"/>
                    <a:pt x="1515" y="273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510" y="269"/>
                    <a:pt x="1510" y="269"/>
                    <a:pt x="1510" y="269"/>
                  </a:cubicBezTo>
                  <a:cubicBezTo>
                    <a:pt x="1507" y="265"/>
                    <a:pt x="1507" y="265"/>
                    <a:pt x="1507" y="265"/>
                  </a:cubicBezTo>
                  <a:cubicBezTo>
                    <a:pt x="1506" y="265"/>
                    <a:pt x="1506" y="265"/>
                    <a:pt x="1506" y="265"/>
                  </a:cubicBezTo>
                  <a:cubicBezTo>
                    <a:pt x="1499" y="258"/>
                    <a:pt x="1492" y="251"/>
                    <a:pt x="1485" y="244"/>
                  </a:cubicBezTo>
                  <a:cubicBezTo>
                    <a:pt x="1485" y="244"/>
                    <a:pt x="1485" y="244"/>
                    <a:pt x="1485" y="244"/>
                  </a:cubicBezTo>
                  <a:cubicBezTo>
                    <a:pt x="1481" y="240"/>
                    <a:pt x="1481" y="240"/>
                    <a:pt x="1481" y="240"/>
                  </a:cubicBezTo>
                  <a:cubicBezTo>
                    <a:pt x="1480" y="239"/>
                    <a:pt x="1480" y="239"/>
                    <a:pt x="1480" y="239"/>
                  </a:cubicBezTo>
                  <a:cubicBezTo>
                    <a:pt x="1477" y="236"/>
                    <a:pt x="1477" y="236"/>
                    <a:pt x="1477" y="236"/>
                  </a:cubicBezTo>
                  <a:cubicBezTo>
                    <a:pt x="1476" y="235"/>
                    <a:pt x="1476" y="235"/>
                    <a:pt x="1476" y="235"/>
                  </a:cubicBezTo>
                  <a:cubicBezTo>
                    <a:pt x="1472" y="232"/>
                    <a:pt x="1472" y="232"/>
                    <a:pt x="1472" y="232"/>
                  </a:cubicBezTo>
                  <a:cubicBezTo>
                    <a:pt x="1471" y="232"/>
                    <a:pt x="1471" y="232"/>
                    <a:pt x="1471" y="232"/>
                  </a:cubicBezTo>
                  <a:cubicBezTo>
                    <a:pt x="1468" y="228"/>
                    <a:pt x="1468" y="228"/>
                    <a:pt x="1468" y="228"/>
                  </a:cubicBezTo>
                  <a:cubicBezTo>
                    <a:pt x="1467" y="228"/>
                    <a:pt x="1467" y="228"/>
                    <a:pt x="1467" y="228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5" y="209"/>
                    <a:pt x="1445" y="209"/>
                    <a:pt x="1445" y="209"/>
                  </a:cubicBezTo>
                  <a:cubicBezTo>
                    <a:pt x="1444" y="208"/>
                    <a:pt x="1444" y="208"/>
                    <a:pt x="1444" y="208"/>
                  </a:cubicBezTo>
                  <a:cubicBezTo>
                    <a:pt x="1440" y="205"/>
                    <a:pt x="1440" y="205"/>
                    <a:pt x="1440" y="205"/>
                  </a:cubicBezTo>
                  <a:cubicBezTo>
                    <a:pt x="1439" y="204"/>
                    <a:pt x="1439" y="204"/>
                    <a:pt x="1439" y="204"/>
                  </a:cubicBezTo>
                  <a:cubicBezTo>
                    <a:pt x="1436" y="201"/>
                    <a:pt x="1436" y="201"/>
                    <a:pt x="1436" y="201"/>
                  </a:cubicBezTo>
                  <a:cubicBezTo>
                    <a:pt x="1435" y="200"/>
                    <a:pt x="1435" y="200"/>
                    <a:pt x="1435" y="200"/>
                  </a:cubicBezTo>
                  <a:cubicBezTo>
                    <a:pt x="1431" y="197"/>
                    <a:pt x="1431" y="197"/>
                    <a:pt x="1431" y="197"/>
                  </a:cubicBezTo>
                  <a:cubicBezTo>
                    <a:pt x="1430" y="197"/>
                    <a:pt x="1430" y="197"/>
                    <a:pt x="1430" y="197"/>
                  </a:cubicBezTo>
                  <a:cubicBezTo>
                    <a:pt x="1426" y="194"/>
                    <a:pt x="1426" y="194"/>
                    <a:pt x="1426" y="194"/>
                  </a:cubicBezTo>
                  <a:cubicBezTo>
                    <a:pt x="1425" y="193"/>
                    <a:pt x="1425" y="193"/>
                    <a:pt x="1425" y="193"/>
                  </a:cubicBezTo>
                  <a:cubicBezTo>
                    <a:pt x="1421" y="190"/>
                    <a:pt x="1421" y="190"/>
                    <a:pt x="1421" y="190"/>
                  </a:cubicBezTo>
                  <a:cubicBezTo>
                    <a:pt x="1421" y="189"/>
                    <a:pt x="1421" y="189"/>
                    <a:pt x="1421" y="189"/>
                  </a:cubicBezTo>
                  <a:cubicBezTo>
                    <a:pt x="1407" y="179"/>
                    <a:pt x="1407" y="179"/>
                    <a:pt x="1407" y="179"/>
                  </a:cubicBezTo>
                  <a:cubicBezTo>
                    <a:pt x="1406" y="178"/>
                    <a:pt x="1406" y="178"/>
                    <a:pt x="1406" y="178"/>
                  </a:cubicBezTo>
                  <a:cubicBezTo>
                    <a:pt x="1402" y="175"/>
                    <a:pt x="1402" y="175"/>
                    <a:pt x="1402" y="175"/>
                  </a:cubicBezTo>
                  <a:cubicBezTo>
                    <a:pt x="1401" y="174"/>
                    <a:pt x="1401" y="174"/>
                    <a:pt x="1401" y="174"/>
                  </a:cubicBezTo>
                  <a:cubicBezTo>
                    <a:pt x="1398" y="172"/>
                    <a:pt x="1398" y="172"/>
                    <a:pt x="1398" y="172"/>
                  </a:cubicBezTo>
                  <a:cubicBezTo>
                    <a:pt x="1396" y="171"/>
                    <a:pt x="1396" y="171"/>
                    <a:pt x="1396" y="171"/>
                  </a:cubicBezTo>
                  <a:cubicBezTo>
                    <a:pt x="1393" y="169"/>
                    <a:pt x="1393" y="169"/>
                    <a:pt x="1393" y="169"/>
                  </a:cubicBezTo>
                  <a:cubicBezTo>
                    <a:pt x="1391" y="167"/>
                    <a:pt x="1391" y="167"/>
                    <a:pt x="1391" y="167"/>
                  </a:cubicBezTo>
                  <a:cubicBezTo>
                    <a:pt x="1388" y="165"/>
                    <a:pt x="1388" y="165"/>
                    <a:pt x="1388" y="165"/>
                  </a:cubicBezTo>
                  <a:cubicBezTo>
                    <a:pt x="1387" y="164"/>
                    <a:pt x="1387" y="164"/>
                    <a:pt x="1387" y="164"/>
                  </a:cubicBezTo>
                  <a:cubicBezTo>
                    <a:pt x="1383" y="162"/>
                    <a:pt x="1383" y="162"/>
                    <a:pt x="1383" y="162"/>
                  </a:cubicBezTo>
                  <a:cubicBezTo>
                    <a:pt x="1382" y="161"/>
                    <a:pt x="1382" y="161"/>
                    <a:pt x="1382" y="161"/>
                  </a:cubicBezTo>
                  <a:cubicBezTo>
                    <a:pt x="1378" y="158"/>
                    <a:pt x="1378" y="158"/>
                    <a:pt x="1378" y="158"/>
                  </a:cubicBezTo>
                  <a:cubicBezTo>
                    <a:pt x="1377" y="158"/>
                    <a:pt x="1377" y="158"/>
                    <a:pt x="1377" y="158"/>
                  </a:cubicBezTo>
                  <a:cubicBezTo>
                    <a:pt x="1363" y="148"/>
                    <a:pt x="1363" y="148"/>
                    <a:pt x="1363" y="148"/>
                  </a:cubicBezTo>
                  <a:cubicBezTo>
                    <a:pt x="1362" y="147"/>
                    <a:pt x="1362" y="147"/>
                    <a:pt x="1362" y="147"/>
                  </a:cubicBezTo>
                  <a:cubicBezTo>
                    <a:pt x="1358" y="145"/>
                    <a:pt x="1358" y="145"/>
                    <a:pt x="1358" y="145"/>
                  </a:cubicBezTo>
                  <a:cubicBezTo>
                    <a:pt x="1356" y="144"/>
                    <a:pt x="1356" y="144"/>
                    <a:pt x="1356" y="144"/>
                  </a:cubicBezTo>
                  <a:cubicBezTo>
                    <a:pt x="1353" y="141"/>
                    <a:pt x="1353" y="141"/>
                    <a:pt x="1353" y="141"/>
                  </a:cubicBezTo>
                  <a:cubicBezTo>
                    <a:pt x="1352" y="141"/>
                    <a:pt x="1352" y="141"/>
                    <a:pt x="1352" y="141"/>
                  </a:cubicBezTo>
                  <a:cubicBezTo>
                    <a:pt x="1348" y="138"/>
                    <a:pt x="1348" y="138"/>
                    <a:pt x="1348" y="138"/>
                  </a:cubicBezTo>
                  <a:cubicBezTo>
                    <a:pt x="1347" y="138"/>
                    <a:pt x="1347" y="138"/>
                    <a:pt x="1347" y="138"/>
                  </a:cubicBezTo>
                  <a:cubicBezTo>
                    <a:pt x="1343" y="135"/>
                    <a:pt x="1343" y="135"/>
                    <a:pt x="1343" y="135"/>
                  </a:cubicBezTo>
                  <a:cubicBezTo>
                    <a:pt x="1342" y="134"/>
                    <a:pt x="1342" y="134"/>
                    <a:pt x="1342" y="134"/>
                  </a:cubicBezTo>
                  <a:cubicBezTo>
                    <a:pt x="1338" y="132"/>
                    <a:pt x="1338" y="132"/>
                    <a:pt x="1338" y="132"/>
                  </a:cubicBezTo>
                  <a:cubicBezTo>
                    <a:pt x="1337" y="131"/>
                    <a:pt x="1337" y="131"/>
                    <a:pt x="1337" y="131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16" y="119"/>
                    <a:pt x="1316" y="119"/>
                    <a:pt x="1316" y="119"/>
                  </a:cubicBezTo>
                  <a:cubicBezTo>
                    <a:pt x="1315" y="119"/>
                    <a:pt x="1315" y="119"/>
                    <a:pt x="1315" y="119"/>
                  </a:cubicBezTo>
                  <a:cubicBezTo>
                    <a:pt x="1311" y="116"/>
                    <a:pt x="1311" y="116"/>
                    <a:pt x="1311" y="116"/>
                  </a:cubicBezTo>
                  <a:cubicBezTo>
                    <a:pt x="1310" y="116"/>
                    <a:pt x="1310" y="116"/>
                    <a:pt x="1310" y="116"/>
                  </a:cubicBezTo>
                  <a:cubicBezTo>
                    <a:pt x="1306" y="114"/>
                    <a:pt x="1306" y="114"/>
                    <a:pt x="1306" y="114"/>
                  </a:cubicBezTo>
                  <a:cubicBezTo>
                    <a:pt x="1305" y="113"/>
                    <a:pt x="1305" y="113"/>
                    <a:pt x="1305" y="113"/>
                  </a:cubicBezTo>
                  <a:cubicBezTo>
                    <a:pt x="1301" y="111"/>
                    <a:pt x="1301" y="111"/>
                    <a:pt x="1301" y="111"/>
                  </a:cubicBezTo>
                  <a:cubicBezTo>
                    <a:pt x="1300" y="110"/>
                    <a:pt x="1300" y="110"/>
                    <a:pt x="1300" y="110"/>
                  </a:cubicBezTo>
                  <a:cubicBezTo>
                    <a:pt x="1296" y="108"/>
                    <a:pt x="1296" y="108"/>
                    <a:pt x="1296" y="108"/>
                  </a:cubicBezTo>
                  <a:cubicBezTo>
                    <a:pt x="1295" y="107"/>
                    <a:pt x="1295" y="107"/>
                    <a:pt x="1295" y="107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89" y="105"/>
                    <a:pt x="1289" y="105"/>
                    <a:pt x="1289" y="105"/>
                  </a:cubicBezTo>
                  <a:cubicBezTo>
                    <a:pt x="1282" y="101"/>
                    <a:pt x="1275" y="97"/>
                    <a:pt x="1268" y="94"/>
                  </a:cubicBezTo>
                  <a:cubicBezTo>
                    <a:pt x="1267" y="93"/>
                    <a:pt x="1267" y="93"/>
                    <a:pt x="1267" y="93"/>
                  </a:cubicBezTo>
                  <a:cubicBezTo>
                    <a:pt x="1263" y="91"/>
                    <a:pt x="1263" y="91"/>
                    <a:pt x="1263" y="91"/>
                  </a:cubicBezTo>
                  <a:cubicBezTo>
                    <a:pt x="1262" y="91"/>
                    <a:pt x="1262" y="91"/>
                    <a:pt x="1262" y="91"/>
                  </a:cubicBezTo>
                  <a:cubicBezTo>
                    <a:pt x="1258" y="89"/>
                    <a:pt x="1258" y="89"/>
                    <a:pt x="1258" y="89"/>
                  </a:cubicBezTo>
                  <a:cubicBezTo>
                    <a:pt x="1256" y="88"/>
                    <a:pt x="1256" y="88"/>
                    <a:pt x="1256" y="88"/>
                  </a:cubicBezTo>
                  <a:cubicBezTo>
                    <a:pt x="1252" y="86"/>
                    <a:pt x="1252" y="86"/>
                    <a:pt x="1252" y="86"/>
                  </a:cubicBezTo>
                  <a:cubicBezTo>
                    <a:pt x="1251" y="86"/>
                    <a:pt x="1251" y="86"/>
                    <a:pt x="1251" y="86"/>
                  </a:cubicBezTo>
                  <a:cubicBezTo>
                    <a:pt x="1247" y="83"/>
                    <a:pt x="1247" y="83"/>
                    <a:pt x="1247" y="83"/>
                  </a:cubicBezTo>
                  <a:cubicBezTo>
                    <a:pt x="1246" y="83"/>
                    <a:pt x="1246" y="83"/>
                    <a:pt x="1246" y="83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35" y="78"/>
                    <a:pt x="1229" y="76"/>
                    <a:pt x="1224" y="73"/>
                  </a:cubicBezTo>
                  <a:cubicBezTo>
                    <a:pt x="1224" y="73"/>
                    <a:pt x="1224" y="73"/>
                    <a:pt x="1224" y="73"/>
                  </a:cubicBezTo>
                  <a:cubicBezTo>
                    <a:pt x="1219" y="71"/>
                    <a:pt x="1219" y="71"/>
                    <a:pt x="1219" y="71"/>
                  </a:cubicBezTo>
                  <a:cubicBezTo>
                    <a:pt x="1218" y="71"/>
                    <a:pt x="1218" y="71"/>
                    <a:pt x="1218" y="71"/>
                  </a:cubicBezTo>
                  <a:cubicBezTo>
                    <a:pt x="1213" y="69"/>
                    <a:pt x="1213" y="69"/>
                    <a:pt x="1213" y="69"/>
                  </a:cubicBezTo>
                  <a:cubicBezTo>
                    <a:pt x="1212" y="68"/>
                    <a:pt x="1212" y="68"/>
                    <a:pt x="1212" y="68"/>
                  </a:cubicBezTo>
                  <a:cubicBezTo>
                    <a:pt x="1208" y="66"/>
                    <a:pt x="1208" y="66"/>
                    <a:pt x="1208" y="66"/>
                  </a:cubicBezTo>
                  <a:cubicBezTo>
                    <a:pt x="1207" y="66"/>
                    <a:pt x="1207" y="66"/>
                    <a:pt x="1207" y="66"/>
                  </a:cubicBezTo>
                  <a:cubicBezTo>
                    <a:pt x="1202" y="64"/>
                    <a:pt x="1202" y="64"/>
                    <a:pt x="1202" y="64"/>
                  </a:cubicBezTo>
                  <a:cubicBezTo>
                    <a:pt x="1201" y="64"/>
                    <a:pt x="1201" y="64"/>
                    <a:pt x="1201" y="64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86" y="58"/>
                    <a:pt x="1177" y="55"/>
                    <a:pt x="1167" y="51"/>
                  </a:cubicBezTo>
                  <a:cubicBezTo>
                    <a:pt x="1166" y="51"/>
                    <a:pt x="1166" y="51"/>
                    <a:pt x="1166" y="51"/>
                  </a:cubicBezTo>
                  <a:cubicBezTo>
                    <a:pt x="1162" y="49"/>
                    <a:pt x="1162" y="49"/>
                    <a:pt x="1162" y="49"/>
                  </a:cubicBezTo>
                  <a:cubicBezTo>
                    <a:pt x="1161" y="49"/>
                    <a:pt x="1161" y="49"/>
                    <a:pt x="1161" y="49"/>
                  </a:cubicBezTo>
                  <a:cubicBezTo>
                    <a:pt x="1156" y="47"/>
                    <a:pt x="1156" y="47"/>
                    <a:pt x="1156" y="47"/>
                  </a:cubicBezTo>
                  <a:cubicBezTo>
                    <a:pt x="1155" y="47"/>
                    <a:pt x="1155" y="47"/>
                    <a:pt x="1155" y="47"/>
                  </a:cubicBezTo>
                  <a:cubicBezTo>
                    <a:pt x="1150" y="45"/>
                    <a:pt x="1150" y="45"/>
                    <a:pt x="1150" y="45"/>
                  </a:cubicBezTo>
                  <a:cubicBezTo>
                    <a:pt x="1149" y="45"/>
                    <a:pt x="1149" y="45"/>
                    <a:pt x="1149" y="45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36" y="41"/>
                    <a:pt x="1128" y="38"/>
                    <a:pt x="1120" y="36"/>
                  </a:cubicBezTo>
                  <a:cubicBezTo>
                    <a:pt x="1120" y="36"/>
                    <a:pt x="1120" y="36"/>
                    <a:pt x="1120" y="36"/>
                  </a:cubicBezTo>
                  <a:cubicBezTo>
                    <a:pt x="1115" y="35"/>
                    <a:pt x="1115" y="35"/>
                    <a:pt x="1115" y="35"/>
                  </a:cubicBezTo>
                  <a:cubicBezTo>
                    <a:pt x="1114" y="34"/>
                    <a:pt x="1114" y="34"/>
                    <a:pt x="1114" y="34"/>
                  </a:cubicBezTo>
                  <a:cubicBezTo>
                    <a:pt x="1109" y="33"/>
                    <a:pt x="1109" y="33"/>
                    <a:pt x="1109" y="33"/>
                  </a:cubicBezTo>
                  <a:cubicBezTo>
                    <a:pt x="1108" y="33"/>
                    <a:pt x="1108" y="33"/>
                    <a:pt x="1108" y="33"/>
                  </a:cubicBezTo>
                  <a:cubicBezTo>
                    <a:pt x="1103" y="31"/>
                    <a:pt x="1103" y="31"/>
                    <a:pt x="1103" y="31"/>
                  </a:cubicBezTo>
                  <a:cubicBezTo>
                    <a:pt x="1102" y="31"/>
                    <a:pt x="1102" y="31"/>
                    <a:pt x="1102" y="31"/>
                  </a:cubicBezTo>
                  <a:cubicBezTo>
                    <a:pt x="1097" y="30"/>
                    <a:pt x="1097" y="30"/>
                    <a:pt x="1097" y="30"/>
                  </a:cubicBezTo>
                  <a:cubicBezTo>
                    <a:pt x="1096" y="29"/>
                    <a:pt x="1096" y="29"/>
                    <a:pt x="1096" y="29"/>
                  </a:cubicBezTo>
                  <a:cubicBezTo>
                    <a:pt x="1091" y="28"/>
                    <a:pt x="1091" y="28"/>
                    <a:pt x="1091" y="28"/>
                  </a:cubicBezTo>
                  <a:cubicBezTo>
                    <a:pt x="1090" y="28"/>
                    <a:pt x="1090" y="28"/>
                    <a:pt x="1090" y="28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79" y="25"/>
                    <a:pt x="1073" y="24"/>
                    <a:pt x="1067" y="22"/>
                  </a:cubicBezTo>
                  <a:cubicBezTo>
                    <a:pt x="1066" y="22"/>
                    <a:pt x="1066" y="22"/>
                    <a:pt x="1066" y="22"/>
                  </a:cubicBezTo>
                  <a:cubicBezTo>
                    <a:pt x="1061" y="21"/>
                    <a:pt x="1061" y="21"/>
                    <a:pt x="1061" y="21"/>
                  </a:cubicBezTo>
                  <a:cubicBezTo>
                    <a:pt x="1059" y="21"/>
                    <a:pt x="1059" y="21"/>
                    <a:pt x="1059" y="21"/>
                  </a:cubicBezTo>
                  <a:cubicBezTo>
                    <a:pt x="1055" y="20"/>
                    <a:pt x="1055" y="20"/>
                    <a:pt x="1055" y="20"/>
                  </a:cubicBezTo>
                  <a:cubicBezTo>
                    <a:pt x="1053" y="19"/>
                    <a:pt x="1053" y="19"/>
                    <a:pt x="1053" y="19"/>
                  </a:cubicBezTo>
                  <a:cubicBezTo>
                    <a:pt x="1049" y="19"/>
                    <a:pt x="1049" y="19"/>
                    <a:pt x="1049" y="19"/>
                  </a:cubicBezTo>
                  <a:cubicBezTo>
                    <a:pt x="1047" y="18"/>
                    <a:pt x="1047" y="18"/>
                    <a:pt x="1047" y="18"/>
                  </a:cubicBezTo>
                  <a:cubicBezTo>
                    <a:pt x="1043" y="17"/>
                    <a:pt x="1043" y="17"/>
                    <a:pt x="1043" y="17"/>
                  </a:cubicBezTo>
                  <a:cubicBezTo>
                    <a:pt x="1041" y="17"/>
                    <a:pt x="1041" y="17"/>
                    <a:pt x="1041" y="17"/>
                  </a:cubicBezTo>
                  <a:cubicBezTo>
                    <a:pt x="1037" y="16"/>
                    <a:pt x="1037" y="16"/>
                    <a:pt x="1037" y="16"/>
                  </a:cubicBezTo>
                  <a:cubicBezTo>
                    <a:pt x="1035" y="16"/>
                    <a:pt x="1035" y="16"/>
                    <a:pt x="1035" y="16"/>
                  </a:cubicBezTo>
                  <a:cubicBezTo>
                    <a:pt x="1031" y="15"/>
                    <a:pt x="1031" y="15"/>
                    <a:pt x="1031" y="15"/>
                  </a:cubicBezTo>
                  <a:cubicBezTo>
                    <a:pt x="1030" y="15"/>
                    <a:pt x="1030" y="15"/>
                    <a:pt x="1030" y="15"/>
                  </a:cubicBezTo>
                  <a:cubicBezTo>
                    <a:pt x="1024" y="14"/>
                    <a:pt x="1024" y="14"/>
                    <a:pt x="1024" y="14"/>
                  </a:cubicBezTo>
                  <a:cubicBezTo>
                    <a:pt x="1023" y="14"/>
                    <a:pt x="1023" y="14"/>
                    <a:pt x="1023" y="14"/>
                  </a:cubicBezTo>
                  <a:cubicBezTo>
                    <a:pt x="975" y="5"/>
                    <a:pt x="926" y="1"/>
                    <a:pt x="876" y="0"/>
                  </a:cubicBezTo>
                  <a:cubicBezTo>
                    <a:pt x="868" y="0"/>
                    <a:pt x="868" y="0"/>
                    <a:pt x="868" y="0"/>
                  </a:cubicBezTo>
                  <a:cubicBezTo>
                    <a:pt x="590" y="0"/>
                    <a:pt x="341" y="126"/>
                    <a:pt x="175" y="323"/>
                  </a:cubicBezTo>
                  <a:cubicBezTo>
                    <a:pt x="158" y="344"/>
                    <a:pt x="149" y="358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50" y="375"/>
                    <a:pt x="159" y="379"/>
                    <a:pt x="178" y="379"/>
                  </a:cubicBezTo>
                  <a:cubicBezTo>
                    <a:pt x="559" y="379"/>
                    <a:pt x="559" y="379"/>
                    <a:pt x="559" y="379"/>
                  </a:cubicBezTo>
                  <a:cubicBezTo>
                    <a:pt x="1261" y="379"/>
                    <a:pt x="1261" y="379"/>
                    <a:pt x="1261" y="379"/>
                  </a:cubicBezTo>
                  <a:cubicBezTo>
                    <a:pt x="1269" y="379"/>
                    <a:pt x="1278" y="382"/>
                    <a:pt x="1287" y="387"/>
                  </a:cubicBezTo>
                  <a:cubicBezTo>
                    <a:pt x="1294" y="391"/>
                    <a:pt x="1300" y="396"/>
                    <a:pt x="1304" y="402"/>
                  </a:cubicBezTo>
                  <a:cubicBezTo>
                    <a:pt x="1452" y="634"/>
                    <a:pt x="1452" y="634"/>
                    <a:pt x="1452" y="634"/>
                  </a:cubicBezTo>
                  <a:cubicBezTo>
                    <a:pt x="1455" y="638"/>
                    <a:pt x="1457" y="643"/>
                    <a:pt x="1459" y="648"/>
                  </a:cubicBezTo>
                  <a:cubicBezTo>
                    <a:pt x="1461" y="655"/>
                    <a:pt x="1461" y="655"/>
                    <a:pt x="1461" y="655"/>
                  </a:cubicBezTo>
                  <a:cubicBezTo>
                    <a:pt x="1461" y="656"/>
                    <a:pt x="1461" y="656"/>
                    <a:pt x="1461" y="656"/>
                  </a:cubicBezTo>
                  <a:cubicBezTo>
                    <a:pt x="1461" y="657"/>
                    <a:pt x="1461" y="657"/>
                    <a:pt x="1461" y="657"/>
                  </a:cubicBezTo>
                  <a:cubicBezTo>
                    <a:pt x="1463" y="664"/>
                    <a:pt x="1463" y="671"/>
                    <a:pt x="1463" y="677"/>
                  </a:cubicBezTo>
                  <a:cubicBezTo>
                    <a:pt x="1462" y="685"/>
                    <a:pt x="1462" y="685"/>
                    <a:pt x="1462" y="685"/>
                  </a:cubicBezTo>
                  <a:cubicBezTo>
                    <a:pt x="1372" y="1125"/>
                    <a:pt x="1372" y="1125"/>
                    <a:pt x="1372" y="1125"/>
                  </a:cubicBezTo>
                  <a:cubicBezTo>
                    <a:pt x="1322" y="1367"/>
                    <a:pt x="1322" y="1367"/>
                    <a:pt x="1322" y="1367"/>
                  </a:cubicBezTo>
                  <a:cubicBezTo>
                    <a:pt x="1319" y="1383"/>
                    <a:pt x="1304" y="1395"/>
                    <a:pt x="1289" y="1395"/>
                  </a:cubicBezTo>
                  <a:cubicBezTo>
                    <a:pt x="1046" y="1395"/>
                    <a:pt x="1046" y="1395"/>
                    <a:pt x="1046" y="1395"/>
                  </a:cubicBezTo>
                  <a:cubicBezTo>
                    <a:pt x="1030" y="1395"/>
                    <a:pt x="1011" y="1384"/>
                    <a:pt x="1002" y="1371"/>
                  </a:cubicBezTo>
                  <a:cubicBezTo>
                    <a:pt x="705" y="923"/>
                    <a:pt x="705" y="923"/>
                    <a:pt x="705" y="923"/>
                  </a:cubicBezTo>
                  <a:cubicBezTo>
                    <a:pt x="684" y="1030"/>
                    <a:pt x="684" y="1030"/>
                    <a:pt x="684" y="1030"/>
                  </a:cubicBezTo>
                  <a:cubicBezTo>
                    <a:pt x="615" y="1368"/>
                    <a:pt x="615" y="1368"/>
                    <a:pt x="615" y="1368"/>
                  </a:cubicBezTo>
                  <a:cubicBezTo>
                    <a:pt x="613" y="1380"/>
                    <a:pt x="602" y="1391"/>
                    <a:pt x="590" y="1394"/>
                  </a:cubicBezTo>
                  <a:cubicBezTo>
                    <a:pt x="590" y="1394"/>
                    <a:pt x="590" y="1394"/>
                    <a:pt x="590" y="1394"/>
                  </a:cubicBezTo>
                  <a:cubicBezTo>
                    <a:pt x="590" y="1395"/>
                    <a:pt x="590" y="1395"/>
                    <a:pt x="590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2" y="1396"/>
                    <a:pt x="582" y="1396"/>
                    <a:pt x="582" y="1396"/>
                  </a:cubicBezTo>
                  <a:cubicBezTo>
                    <a:pt x="581" y="1396"/>
                    <a:pt x="581" y="1396"/>
                    <a:pt x="581" y="1396"/>
                  </a:cubicBezTo>
                  <a:cubicBezTo>
                    <a:pt x="553" y="1396"/>
                    <a:pt x="553" y="1396"/>
                    <a:pt x="553" y="1396"/>
                  </a:cubicBezTo>
                  <a:cubicBezTo>
                    <a:pt x="403" y="1396"/>
                    <a:pt x="403" y="1396"/>
                    <a:pt x="403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1" y="1394"/>
                    <a:pt x="384" y="1389"/>
                    <a:pt x="382" y="1382"/>
                  </a:cubicBezTo>
                  <a:cubicBezTo>
                    <a:pt x="382" y="1382"/>
                    <a:pt x="382" y="1382"/>
                    <a:pt x="382" y="1382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1" y="1368"/>
                    <a:pt x="381" y="1368"/>
                    <a:pt x="381" y="1368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10" y="733"/>
                    <a:pt x="510" y="733"/>
                    <a:pt x="510" y="733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6" y="720"/>
                    <a:pt x="516" y="720"/>
                    <a:pt x="516" y="720"/>
                  </a:cubicBezTo>
                  <a:cubicBezTo>
                    <a:pt x="517" y="719"/>
                    <a:pt x="517" y="719"/>
                    <a:pt x="517" y="719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43" y="705"/>
                    <a:pt x="543" y="705"/>
                    <a:pt x="543" y="705"/>
                  </a:cubicBezTo>
                  <a:cubicBezTo>
                    <a:pt x="544" y="705"/>
                    <a:pt x="544" y="705"/>
                    <a:pt x="544" y="705"/>
                  </a:cubicBezTo>
                  <a:cubicBezTo>
                    <a:pt x="555" y="705"/>
                    <a:pt x="555" y="705"/>
                    <a:pt x="555" y="705"/>
                  </a:cubicBezTo>
                  <a:cubicBezTo>
                    <a:pt x="557" y="705"/>
                    <a:pt x="557" y="705"/>
                    <a:pt x="557" y="705"/>
                  </a:cubicBezTo>
                  <a:cubicBezTo>
                    <a:pt x="786" y="705"/>
                    <a:pt x="786" y="705"/>
                    <a:pt x="786" y="705"/>
                  </a:cubicBezTo>
                  <a:cubicBezTo>
                    <a:pt x="802" y="705"/>
                    <a:pt x="821" y="716"/>
                    <a:pt x="829" y="729"/>
                  </a:cubicBezTo>
                  <a:cubicBezTo>
                    <a:pt x="1127" y="1178"/>
                    <a:pt x="1127" y="1178"/>
                    <a:pt x="1127" y="1178"/>
                  </a:cubicBezTo>
                  <a:cubicBezTo>
                    <a:pt x="1244" y="590"/>
                    <a:pt x="1244" y="590"/>
                    <a:pt x="1244" y="590"/>
                  </a:cubicBezTo>
                  <a:cubicBezTo>
                    <a:pt x="557" y="590"/>
                    <a:pt x="557" y="590"/>
                    <a:pt x="557" y="590"/>
                  </a:cubicBezTo>
                  <a:cubicBezTo>
                    <a:pt x="555" y="590"/>
                    <a:pt x="555" y="590"/>
                    <a:pt x="555" y="590"/>
                  </a:cubicBezTo>
                  <a:cubicBezTo>
                    <a:pt x="475" y="590"/>
                    <a:pt x="475" y="590"/>
                    <a:pt x="475" y="590"/>
                  </a:cubicBezTo>
                  <a:cubicBezTo>
                    <a:pt x="435" y="590"/>
                    <a:pt x="395" y="593"/>
                    <a:pt x="357" y="600"/>
                  </a:cubicBezTo>
                  <a:cubicBezTo>
                    <a:pt x="162" y="632"/>
                    <a:pt x="0" y="756"/>
                    <a:pt x="0" y="1037"/>
                  </a:cubicBezTo>
                  <a:cubicBezTo>
                    <a:pt x="0" y="1321"/>
                    <a:pt x="239" y="1662"/>
                    <a:pt x="616" y="1772"/>
                  </a:cubicBezTo>
                  <a:cubicBezTo>
                    <a:pt x="694" y="1794"/>
                    <a:pt x="779" y="1807"/>
                    <a:pt x="868" y="1807"/>
                  </a:cubicBezTo>
                  <a:cubicBezTo>
                    <a:pt x="873" y="1807"/>
                    <a:pt x="873" y="1807"/>
                    <a:pt x="873" y="1807"/>
                  </a:cubicBezTo>
                  <a:cubicBezTo>
                    <a:pt x="1020" y="1806"/>
                    <a:pt x="1158" y="1770"/>
                    <a:pt x="1280" y="1707"/>
                  </a:cubicBezTo>
                  <a:cubicBezTo>
                    <a:pt x="1285" y="1705"/>
                    <a:pt x="1285" y="1705"/>
                    <a:pt x="1285" y="1705"/>
                  </a:cubicBezTo>
                  <a:cubicBezTo>
                    <a:pt x="1286" y="1704"/>
                    <a:pt x="1286" y="1704"/>
                    <a:pt x="1286" y="1704"/>
                  </a:cubicBezTo>
                  <a:cubicBezTo>
                    <a:pt x="1291" y="1702"/>
                    <a:pt x="1291" y="1702"/>
                    <a:pt x="1291" y="1702"/>
                  </a:cubicBezTo>
                  <a:cubicBezTo>
                    <a:pt x="1292" y="1701"/>
                    <a:pt x="1292" y="1701"/>
                    <a:pt x="1292" y="1701"/>
                  </a:cubicBezTo>
                  <a:cubicBezTo>
                    <a:pt x="1295" y="1699"/>
                    <a:pt x="1295" y="1699"/>
                    <a:pt x="1295" y="1699"/>
                  </a:cubicBezTo>
                  <a:cubicBezTo>
                    <a:pt x="1297" y="1698"/>
                    <a:pt x="1297" y="1698"/>
                    <a:pt x="1297" y="1698"/>
                  </a:cubicBezTo>
                  <a:cubicBezTo>
                    <a:pt x="1301" y="1696"/>
                    <a:pt x="1301" y="1696"/>
                    <a:pt x="1301" y="1696"/>
                  </a:cubicBezTo>
                  <a:cubicBezTo>
                    <a:pt x="1302" y="1695"/>
                    <a:pt x="1302" y="1695"/>
                    <a:pt x="1302" y="1695"/>
                  </a:cubicBezTo>
                  <a:cubicBezTo>
                    <a:pt x="1306" y="1693"/>
                    <a:pt x="1306" y="1693"/>
                    <a:pt x="1306" y="1693"/>
                  </a:cubicBezTo>
                  <a:cubicBezTo>
                    <a:pt x="1307" y="1693"/>
                    <a:pt x="1307" y="1693"/>
                    <a:pt x="1307" y="1693"/>
                  </a:cubicBezTo>
                  <a:cubicBezTo>
                    <a:pt x="1311" y="1690"/>
                    <a:pt x="1311" y="1690"/>
                    <a:pt x="1311" y="1690"/>
                  </a:cubicBezTo>
                  <a:cubicBezTo>
                    <a:pt x="1313" y="1689"/>
                    <a:pt x="1313" y="1689"/>
                    <a:pt x="1313" y="1689"/>
                  </a:cubicBezTo>
                  <a:cubicBezTo>
                    <a:pt x="1317" y="1687"/>
                    <a:pt x="1317" y="1687"/>
                    <a:pt x="1317" y="1687"/>
                  </a:cubicBezTo>
                  <a:cubicBezTo>
                    <a:pt x="1318" y="1687"/>
                    <a:pt x="1318" y="1687"/>
                    <a:pt x="1318" y="1687"/>
                  </a:cubicBezTo>
                  <a:cubicBezTo>
                    <a:pt x="1322" y="1684"/>
                    <a:pt x="1322" y="1684"/>
                    <a:pt x="1322" y="1684"/>
                  </a:cubicBezTo>
                  <a:cubicBezTo>
                    <a:pt x="1323" y="1684"/>
                    <a:pt x="1323" y="1684"/>
                    <a:pt x="1323" y="1684"/>
                  </a:cubicBezTo>
                  <a:cubicBezTo>
                    <a:pt x="1327" y="1681"/>
                    <a:pt x="1327" y="1681"/>
                    <a:pt x="1327" y="1681"/>
                  </a:cubicBezTo>
                  <a:cubicBezTo>
                    <a:pt x="1329" y="1680"/>
                    <a:pt x="1329" y="1680"/>
                    <a:pt x="1329" y="1680"/>
                  </a:cubicBezTo>
                  <a:cubicBezTo>
                    <a:pt x="1332" y="1678"/>
                    <a:pt x="1332" y="1678"/>
                    <a:pt x="1332" y="1678"/>
                  </a:cubicBezTo>
                  <a:cubicBezTo>
                    <a:pt x="1333" y="1677"/>
                    <a:pt x="1333" y="1677"/>
                    <a:pt x="1333" y="1677"/>
                  </a:cubicBezTo>
                  <a:cubicBezTo>
                    <a:pt x="1338" y="1675"/>
                    <a:pt x="1338" y="1675"/>
                    <a:pt x="1338" y="1675"/>
                  </a:cubicBezTo>
                  <a:cubicBezTo>
                    <a:pt x="1339" y="1674"/>
                    <a:pt x="1339" y="1674"/>
                    <a:pt x="1339" y="1674"/>
                  </a:cubicBezTo>
                  <a:cubicBezTo>
                    <a:pt x="1343" y="1672"/>
                    <a:pt x="1343" y="1672"/>
                    <a:pt x="1343" y="1672"/>
                  </a:cubicBezTo>
                  <a:cubicBezTo>
                    <a:pt x="1343" y="1671"/>
                    <a:pt x="1343" y="1671"/>
                    <a:pt x="1343" y="1671"/>
                  </a:cubicBezTo>
                  <a:cubicBezTo>
                    <a:pt x="1348" y="1669"/>
                    <a:pt x="1348" y="1669"/>
                    <a:pt x="1348" y="1669"/>
                  </a:cubicBezTo>
                  <a:cubicBezTo>
                    <a:pt x="1349" y="1668"/>
                    <a:pt x="1349" y="1668"/>
                    <a:pt x="1349" y="1668"/>
                  </a:cubicBezTo>
                  <a:cubicBezTo>
                    <a:pt x="1353" y="1665"/>
                    <a:pt x="1353" y="1665"/>
                    <a:pt x="1353" y="1665"/>
                  </a:cubicBezTo>
                  <a:cubicBezTo>
                    <a:pt x="1354" y="1665"/>
                    <a:pt x="1354" y="1665"/>
                    <a:pt x="1354" y="1665"/>
                  </a:cubicBezTo>
                  <a:cubicBezTo>
                    <a:pt x="1358" y="1662"/>
                    <a:pt x="1358" y="1662"/>
                    <a:pt x="1358" y="1662"/>
                  </a:cubicBezTo>
                  <a:cubicBezTo>
                    <a:pt x="1359" y="1661"/>
                    <a:pt x="1359" y="1661"/>
                    <a:pt x="1359" y="1661"/>
                  </a:cubicBezTo>
                  <a:cubicBezTo>
                    <a:pt x="1363" y="1659"/>
                    <a:pt x="1363" y="1659"/>
                    <a:pt x="1363" y="1659"/>
                  </a:cubicBezTo>
                  <a:cubicBezTo>
                    <a:pt x="1364" y="1658"/>
                    <a:pt x="1364" y="1658"/>
                    <a:pt x="1364" y="1658"/>
                  </a:cubicBezTo>
                  <a:cubicBezTo>
                    <a:pt x="1368" y="1655"/>
                    <a:pt x="1368" y="1655"/>
                    <a:pt x="1368" y="1655"/>
                  </a:cubicBezTo>
                  <a:cubicBezTo>
                    <a:pt x="1369" y="1655"/>
                    <a:pt x="1369" y="1655"/>
                    <a:pt x="1369" y="1655"/>
                  </a:cubicBezTo>
                  <a:cubicBezTo>
                    <a:pt x="1373" y="1652"/>
                    <a:pt x="1373" y="1652"/>
                    <a:pt x="1373" y="1652"/>
                  </a:cubicBezTo>
                  <a:cubicBezTo>
                    <a:pt x="1374" y="1651"/>
                    <a:pt x="1374" y="1651"/>
                    <a:pt x="1374" y="1651"/>
                  </a:cubicBezTo>
                  <a:cubicBezTo>
                    <a:pt x="1378" y="1648"/>
                    <a:pt x="1378" y="1648"/>
                    <a:pt x="1378" y="1648"/>
                  </a:cubicBezTo>
                  <a:cubicBezTo>
                    <a:pt x="1379" y="1648"/>
                    <a:pt x="1379" y="1648"/>
                    <a:pt x="1379" y="1648"/>
                  </a:cubicBezTo>
                  <a:cubicBezTo>
                    <a:pt x="1383" y="1645"/>
                    <a:pt x="1383" y="1645"/>
                    <a:pt x="1383" y="1645"/>
                  </a:cubicBezTo>
                  <a:cubicBezTo>
                    <a:pt x="1384" y="1645"/>
                    <a:pt x="1384" y="1645"/>
                    <a:pt x="1384" y="1645"/>
                  </a:cubicBezTo>
                  <a:cubicBezTo>
                    <a:pt x="1388" y="1642"/>
                    <a:pt x="1388" y="1642"/>
                    <a:pt x="1388" y="1642"/>
                  </a:cubicBezTo>
                  <a:cubicBezTo>
                    <a:pt x="1389" y="1641"/>
                    <a:pt x="1389" y="1641"/>
                    <a:pt x="1389" y="1641"/>
                  </a:cubicBezTo>
                  <a:cubicBezTo>
                    <a:pt x="1393" y="1638"/>
                    <a:pt x="1393" y="1638"/>
                    <a:pt x="1393" y="1638"/>
                  </a:cubicBezTo>
                  <a:cubicBezTo>
                    <a:pt x="1394" y="1638"/>
                    <a:pt x="1394" y="1638"/>
                    <a:pt x="1394" y="1638"/>
                  </a:cubicBezTo>
                  <a:cubicBezTo>
                    <a:pt x="1398" y="1635"/>
                    <a:pt x="1398" y="1635"/>
                    <a:pt x="1398" y="1635"/>
                  </a:cubicBezTo>
                  <a:cubicBezTo>
                    <a:pt x="1399" y="1634"/>
                    <a:pt x="1399" y="1634"/>
                    <a:pt x="1399" y="1634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8" y="1628"/>
                    <a:pt x="1408" y="1628"/>
                    <a:pt x="1408" y="1628"/>
                  </a:cubicBezTo>
                  <a:cubicBezTo>
                    <a:pt x="1408" y="1627"/>
                    <a:pt x="1408" y="1627"/>
                    <a:pt x="1408" y="1627"/>
                  </a:cubicBezTo>
                  <a:cubicBezTo>
                    <a:pt x="1417" y="1620"/>
                    <a:pt x="1417" y="1620"/>
                    <a:pt x="1417" y="1620"/>
                  </a:cubicBezTo>
                  <a:cubicBezTo>
                    <a:pt x="1418" y="1620"/>
                    <a:pt x="1418" y="1620"/>
                    <a:pt x="1418" y="1620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74" y="1573"/>
                    <a:pt x="1485" y="1563"/>
                    <a:pt x="1495" y="1554"/>
                  </a:cubicBezTo>
                  <a:cubicBezTo>
                    <a:pt x="1495" y="1553"/>
                    <a:pt x="1495" y="1553"/>
                    <a:pt x="1495" y="1553"/>
                  </a:cubicBezTo>
                  <a:cubicBezTo>
                    <a:pt x="1503" y="1545"/>
                    <a:pt x="1503" y="1545"/>
                    <a:pt x="1503" y="1545"/>
                  </a:cubicBezTo>
                  <a:cubicBezTo>
                    <a:pt x="1504" y="1545"/>
                    <a:pt x="1504" y="1545"/>
                    <a:pt x="1504" y="1545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12" y="1537"/>
                    <a:pt x="1512" y="1537"/>
                    <a:pt x="1512" y="1537"/>
                  </a:cubicBezTo>
                  <a:cubicBezTo>
                    <a:pt x="1512" y="1536"/>
                    <a:pt x="1512" y="1536"/>
                    <a:pt x="1512" y="1536"/>
                  </a:cubicBezTo>
                  <a:cubicBezTo>
                    <a:pt x="1516" y="1533"/>
                    <a:pt x="1516" y="1533"/>
                    <a:pt x="1516" y="1533"/>
                  </a:cubicBezTo>
                  <a:cubicBezTo>
                    <a:pt x="1516" y="1532"/>
                    <a:pt x="1516" y="1532"/>
                    <a:pt x="1516" y="1532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4" y="1524"/>
                    <a:pt x="1524" y="1524"/>
                    <a:pt x="1524" y="1524"/>
                  </a:cubicBezTo>
                  <a:cubicBezTo>
                    <a:pt x="1525" y="1523"/>
                    <a:pt x="1525" y="1523"/>
                    <a:pt x="1525" y="1523"/>
                  </a:cubicBezTo>
                  <a:cubicBezTo>
                    <a:pt x="1528" y="1519"/>
                    <a:pt x="1528" y="1519"/>
                    <a:pt x="1528" y="1519"/>
                  </a:cubicBezTo>
                  <a:cubicBezTo>
                    <a:pt x="1529" y="1519"/>
                    <a:pt x="1529" y="1519"/>
                    <a:pt x="1529" y="1519"/>
                  </a:cubicBezTo>
                  <a:cubicBezTo>
                    <a:pt x="1532" y="1516"/>
                    <a:pt x="1532" y="1516"/>
                    <a:pt x="1532" y="1516"/>
                  </a:cubicBezTo>
                  <a:cubicBezTo>
                    <a:pt x="1533" y="1514"/>
                    <a:pt x="1533" y="1514"/>
                    <a:pt x="1533" y="1514"/>
                  </a:cubicBezTo>
                  <a:cubicBezTo>
                    <a:pt x="1536" y="1511"/>
                    <a:pt x="1536" y="1511"/>
                    <a:pt x="1536" y="1511"/>
                  </a:cubicBezTo>
                  <a:cubicBezTo>
                    <a:pt x="1538" y="1509"/>
                    <a:pt x="1538" y="1509"/>
                    <a:pt x="1538" y="1509"/>
                  </a:cubicBezTo>
                  <a:cubicBezTo>
                    <a:pt x="1539" y="1507"/>
                    <a:pt x="1539" y="1507"/>
                    <a:pt x="1539" y="1507"/>
                  </a:cubicBezTo>
                  <a:cubicBezTo>
                    <a:pt x="1543" y="1504"/>
                    <a:pt x="1543" y="1504"/>
                    <a:pt x="1543" y="1504"/>
                  </a:cubicBezTo>
                  <a:cubicBezTo>
                    <a:pt x="1544" y="1502"/>
                    <a:pt x="1544" y="1502"/>
                    <a:pt x="1544" y="1502"/>
                  </a:cubicBezTo>
                  <a:cubicBezTo>
                    <a:pt x="1546" y="1500"/>
                    <a:pt x="1546" y="1500"/>
                    <a:pt x="1546" y="1500"/>
                  </a:cubicBezTo>
                  <a:cubicBezTo>
                    <a:pt x="1547" y="1499"/>
                    <a:pt x="1547" y="1499"/>
                    <a:pt x="1547" y="1499"/>
                  </a:cubicBezTo>
                  <a:cubicBezTo>
                    <a:pt x="1655" y="1376"/>
                    <a:pt x="1730" y="1224"/>
                    <a:pt x="1758" y="1056"/>
                  </a:cubicBezTo>
                  <a:cubicBezTo>
                    <a:pt x="1758" y="1056"/>
                    <a:pt x="1758" y="1056"/>
                    <a:pt x="1758" y="1056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1" y="1037"/>
                    <a:pt x="1761" y="1037"/>
                    <a:pt x="1761" y="1037"/>
                  </a:cubicBezTo>
                  <a:cubicBezTo>
                    <a:pt x="1761" y="1036"/>
                    <a:pt x="1761" y="1036"/>
                    <a:pt x="1761" y="1036"/>
                  </a:cubicBezTo>
                  <a:cubicBezTo>
                    <a:pt x="1762" y="1033"/>
                    <a:pt x="1762" y="1033"/>
                    <a:pt x="1762" y="1033"/>
                  </a:cubicBezTo>
                  <a:cubicBezTo>
                    <a:pt x="1762" y="1032"/>
                    <a:pt x="1762" y="1032"/>
                    <a:pt x="1762" y="1032"/>
                  </a:cubicBezTo>
                  <a:cubicBezTo>
                    <a:pt x="1762" y="1029"/>
                    <a:pt x="1762" y="1029"/>
                    <a:pt x="1762" y="1029"/>
                  </a:cubicBezTo>
                  <a:cubicBezTo>
                    <a:pt x="1763" y="1028"/>
                    <a:pt x="1763" y="1028"/>
                    <a:pt x="1763" y="1028"/>
                  </a:cubicBezTo>
                  <a:cubicBezTo>
                    <a:pt x="1763" y="1025"/>
                    <a:pt x="1763" y="1025"/>
                    <a:pt x="1763" y="1025"/>
                  </a:cubicBezTo>
                  <a:cubicBezTo>
                    <a:pt x="1763" y="1024"/>
                    <a:pt x="1763" y="1024"/>
                    <a:pt x="1763" y="1024"/>
                  </a:cubicBezTo>
                  <a:cubicBezTo>
                    <a:pt x="1764" y="1014"/>
                    <a:pt x="1764" y="1014"/>
                    <a:pt x="1764" y="1014"/>
                  </a:cubicBezTo>
                  <a:cubicBezTo>
                    <a:pt x="1765" y="1012"/>
                    <a:pt x="1765" y="1012"/>
                    <a:pt x="1765" y="1012"/>
                  </a:cubicBezTo>
                  <a:cubicBezTo>
                    <a:pt x="1765" y="1010"/>
                    <a:pt x="1765" y="1010"/>
                    <a:pt x="1765" y="1010"/>
                  </a:cubicBezTo>
                  <a:cubicBezTo>
                    <a:pt x="1765" y="1008"/>
                    <a:pt x="1765" y="1008"/>
                    <a:pt x="1765" y="1008"/>
                  </a:cubicBezTo>
                  <a:cubicBezTo>
                    <a:pt x="1765" y="1005"/>
                    <a:pt x="1765" y="1005"/>
                    <a:pt x="1765" y="1005"/>
                  </a:cubicBezTo>
                  <a:cubicBezTo>
                    <a:pt x="1766" y="1004"/>
                    <a:pt x="1766" y="1004"/>
                    <a:pt x="1766" y="1004"/>
                  </a:cubicBezTo>
                  <a:cubicBezTo>
                    <a:pt x="1766" y="1001"/>
                    <a:pt x="1766" y="1001"/>
                    <a:pt x="1766" y="1001"/>
                  </a:cubicBezTo>
                  <a:cubicBezTo>
                    <a:pt x="1766" y="999"/>
                    <a:pt x="1766" y="999"/>
                    <a:pt x="1766" y="999"/>
                  </a:cubicBezTo>
                  <a:cubicBezTo>
                    <a:pt x="1767" y="994"/>
                    <a:pt x="1767" y="994"/>
                    <a:pt x="1767" y="994"/>
                  </a:cubicBezTo>
                  <a:cubicBezTo>
                    <a:pt x="1767" y="993"/>
                    <a:pt x="1767" y="993"/>
                    <a:pt x="1767" y="993"/>
                  </a:cubicBezTo>
                  <a:cubicBezTo>
                    <a:pt x="1767" y="990"/>
                    <a:pt x="1767" y="990"/>
                    <a:pt x="1767" y="990"/>
                  </a:cubicBezTo>
                  <a:cubicBezTo>
                    <a:pt x="1767" y="988"/>
                    <a:pt x="1767" y="988"/>
                    <a:pt x="1767" y="988"/>
                  </a:cubicBezTo>
                  <a:cubicBezTo>
                    <a:pt x="1767" y="986"/>
                    <a:pt x="1767" y="986"/>
                    <a:pt x="1767" y="986"/>
                  </a:cubicBezTo>
                  <a:cubicBezTo>
                    <a:pt x="1768" y="984"/>
                    <a:pt x="1768" y="984"/>
                    <a:pt x="1768" y="984"/>
                  </a:cubicBezTo>
                  <a:cubicBezTo>
                    <a:pt x="1768" y="981"/>
                    <a:pt x="1768" y="981"/>
                    <a:pt x="1768" y="981"/>
                  </a:cubicBezTo>
                  <a:cubicBezTo>
                    <a:pt x="1768" y="979"/>
                    <a:pt x="1768" y="979"/>
                    <a:pt x="1768" y="979"/>
                  </a:cubicBezTo>
                  <a:cubicBezTo>
                    <a:pt x="1768" y="977"/>
                    <a:pt x="1768" y="977"/>
                    <a:pt x="1768" y="977"/>
                  </a:cubicBezTo>
                  <a:cubicBezTo>
                    <a:pt x="1768" y="974"/>
                    <a:pt x="1768" y="974"/>
                    <a:pt x="1768" y="974"/>
                  </a:cubicBezTo>
                  <a:cubicBezTo>
                    <a:pt x="1769" y="971"/>
                    <a:pt x="1769" y="971"/>
                    <a:pt x="1769" y="971"/>
                  </a:cubicBezTo>
                  <a:cubicBezTo>
                    <a:pt x="1769" y="968"/>
                    <a:pt x="1769" y="968"/>
                    <a:pt x="1769" y="968"/>
                  </a:cubicBezTo>
                  <a:cubicBezTo>
                    <a:pt x="1769" y="966"/>
                    <a:pt x="1769" y="966"/>
                    <a:pt x="1769" y="966"/>
                  </a:cubicBezTo>
                  <a:cubicBezTo>
                    <a:pt x="1769" y="964"/>
                    <a:pt x="1769" y="964"/>
                    <a:pt x="1769" y="964"/>
                  </a:cubicBezTo>
                  <a:cubicBezTo>
                    <a:pt x="1769" y="962"/>
                    <a:pt x="1769" y="962"/>
                    <a:pt x="1769" y="962"/>
                  </a:cubicBezTo>
                  <a:cubicBezTo>
                    <a:pt x="1769" y="959"/>
                    <a:pt x="1769" y="959"/>
                    <a:pt x="1769" y="959"/>
                  </a:cubicBezTo>
                  <a:cubicBezTo>
                    <a:pt x="1769" y="957"/>
                    <a:pt x="1769" y="957"/>
                    <a:pt x="1769" y="957"/>
                  </a:cubicBezTo>
                  <a:cubicBezTo>
                    <a:pt x="1770" y="954"/>
                    <a:pt x="1770" y="954"/>
                    <a:pt x="1770" y="954"/>
                  </a:cubicBezTo>
                  <a:cubicBezTo>
                    <a:pt x="1770" y="953"/>
                    <a:pt x="1770" y="953"/>
                    <a:pt x="1770" y="953"/>
                  </a:cubicBezTo>
                  <a:cubicBezTo>
                    <a:pt x="1770" y="948"/>
                    <a:pt x="1770" y="948"/>
                    <a:pt x="1770" y="948"/>
                  </a:cubicBezTo>
                  <a:cubicBezTo>
                    <a:pt x="1770" y="947"/>
                    <a:pt x="1770" y="947"/>
                    <a:pt x="1770" y="947"/>
                  </a:cubicBezTo>
                  <a:cubicBezTo>
                    <a:pt x="1770" y="944"/>
                    <a:pt x="1770" y="944"/>
                    <a:pt x="1770" y="944"/>
                  </a:cubicBezTo>
                  <a:cubicBezTo>
                    <a:pt x="1770" y="942"/>
                    <a:pt x="1770" y="942"/>
                    <a:pt x="1770" y="942"/>
                  </a:cubicBezTo>
                  <a:cubicBezTo>
                    <a:pt x="1770" y="939"/>
                    <a:pt x="1770" y="939"/>
                    <a:pt x="1770" y="939"/>
                  </a:cubicBezTo>
                  <a:cubicBezTo>
                    <a:pt x="1771" y="937"/>
                    <a:pt x="1771" y="937"/>
                    <a:pt x="1771" y="937"/>
                  </a:cubicBezTo>
                  <a:cubicBezTo>
                    <a:pt x="1771" y="934"/>
                    <a:pt x="1771" y="934"/>
                    <a:pt x="1771" y="934"/>
                  </a:cubicBezTo>
                  <a:cubicBezTo>
                    <a:pt x="1771" y="933"/>
                    <a:pt x="1771" y="933"/>
                    <a:pt x="1771" y="933"/>
                  </a:cubicBezTo>
                  <a:cubicBezTo>
                    <a:pt x="1771" y="929"/>
                    <a:pt x="1771" y="929"/>
                    <a:pt x="1771" y="929"/>
                  </a:cubicBezTo>
                  <a:cubicBezTo>
                    <a:pt x="1771" y="928"/>
                    <a:pt x="1771" y="928"/>
                    <a:pt x="1771" y="928"/>
                  </a:cubicBezTo>
                  <a:cubicBezTo>
                    <a:pt x="1771" y="924"/>
                    <a:pt x="1771" y="924"/>
                    <a:pt x="1771" y="924"/>
                  </a:cubicBezTo>
                  <a:cubicBezTo>
                    <a:pt x="1771" y="922"/>
                    <a:pt x="1771" y="922"/>
                    <a:pt x="1771" y="922"/>
                  </a:cubicBezTo>
                  <a:cubicBezTo>
                    <a:pt x="1771" y="919"/>
                    <a:pt x="1771" y="919"/>
                    <a:pt x="1771" y="919"/>
                  </a:cubicBezTo>
                  <a:cubicBezTo>
                    <a:pt x="1771" y="917"/>
                    <a:pt x="1771" y="917"/>
                    <a:pt x="1771" y="917"/>
                  </a:cubicBezTo>
                  <a:cubicBezTo>
                    <a:pt x="1771" y="914"/>
                    <a:pt x="1771" y="914"/>
                    <a:pt x="1771" y="914"/>
                  </a:cubicBezTo>
                  <a:cubicBezTo>
                    <a:pt x="1771" y="913"/>
                    <a:pt x="1771" y="913"/>
                    <a:pt x="1771" y="913"/>
                  </a:cubicBezTo>
                  <a:cubicBezTo>
                    <a:pt x="1771" y="910"/>
                    <a:pt x="1771" y="910"/>
                    <a:pt x="1771" y="910"/>
                  </a:cubicBezTo>
                  <a:cubicBezTo>
                    <a:pt x="1771" y="908"/>
                    <a:pt x="1771" y="908"/>
                    <a:pt x="1771" y="908"/>
                  </a:cubicBezTo>
                  <a:cubicBezTo>
                    <a:pt x="1771" y="898"/>
                    <a:pt x="1771" y="898"/>
                    <a:pt x="1771" y="898"/>
                  </a:cubicBezTo>
                  <a:cubicBezTo>
                    <a:pt x="1771" y="897"/>
                    <a:pt x="1771" y="897"/>
                    <a:pt x="1771" y="897"/>
                  </a:cubicBezTo>
                  <a:lnTo>
                    <a:pt x="1771" y="893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 sz="1350" dirty="0"/>
            </a:p>
          </p:txBody>
        </p:sp>
        <p:grpSp>
          <p:nvGrpSpPr>
            <p:cNvPr id="31" name="Groep 30"/>
            <p:cNvGrpSpPr>
              <a:grpSpLocks noSelect="1"/>
            </p:cNvGrpSpPr>
            <p:nvPr userDrawn="1"/>
          </p:nvGrpSpPr>
          <p:grpSpPr bwMode="gray">
            <a:xfrm>
              <a:off x="0" y="0"/>
              <a:ext cx="561975" cy="572770"/>
              <a:chOff x="902335" y="290830"/>
              <a:chExt cx="561975" cy="572770"/>
            </a:xfrm>
          </p:grpSpPr>
          <p:sp>
            <p:nvSpPr>
              <p:cNvPr id="32" name="Freeform 5"/>
              <p:cNvSpPr>
                <a:spLocks noSelect="1"/>
              </p:cNvSpPr>
              <p:nvPr userDrawn="1"/>
            </p:nvSpPr>
            <p:spPr bwMode="gray">
              <a:xfrm>
                <a:off x="984250" y="534035"/>
                <a:ext cx="77470" cy="199390"/>
              </a:xfrm>
              <a:custGeom>
                <a:avLst/>
                <a:gdLst>
                  <a:gd name="T0" fmla="*/ 155 w 244"/>
                  <a:gd name="T1" fmla="*/ 0 h 629"/>
                  <a:gd name="T2" fmla="*/ 120 w 244"/>
                  <a:gd name="T3" fmla="*/ 28 h 629"/>
                  <a:gd name="T4" fmla="*/ 0 w 244"/>
                  <a:gd name="T5" fmla="*/ 601 h 629"/>
                  <a:gd name="T6" fmla="*/ 0 w 244"/>
                  <a:gd name="T7" fmla="*/ 606 h 629"/>
                  <a:gd name="T8" fmla="*/ 0 w 244"/>
                  <a:gd name="T9" fmla="*/ 607 h 629"/>
                  <a:gd name="T10" fmla="*/ 23 w 244"/>
                  <a:gd name="T11" fmla="*/ 629 h 629"/>
                  <a:gd name="T12" fmla="*/ 145 w 244"/>
                  <a:gd name="T13" fmla="*/ 629 h 629"/>
                  <a:gd name="T14" fmla="*/ 144 w 244"/>
                  <a:gd name="T15" fmla="*/ 629 h 629"/>
                  <a:gd name="T16" fmla="*/ 144 w 244"/>
                  <a:gd name="T17" fmla="*/ 629 h 629"/>
                  <a:gd name="T18" fmla="*/ 143 w 244"/>
                  <a:gd name="T19" fmla="*/ 629 h 629"/>
                  <a:gd name="T20" fmla="*/ 143 w 244"/>
                  <a:gd name="T21" fmla="*/ 629 h 629"/>
                  <a:gd name="T22" fmla="*/ 143 w 244"/>
                  <a:gd name="T23" fmla="*/ 629 h 629"/>
                  <a:gd name="T24" fmla="*/ 142 w 244"/>
                  <a:gd name="T25" fmla="*/ 629 h 629"/>
                  <a:gd name="T26" fmla="*/ 142 w 244"/>
                  <a:gd name="T27" fmla="*/ 629 h 629"/>
                  <a:gd name="T28" fmla="*/ 142 w 244"/>
                  <a:gd name="T29" fmla="*/ 629 h 629"/>
                  <a:gd name="T30" fmla="*/ 141 w 244"/>
                  <a:gd name="T31" fmla="*/ 629 h 629"/>
                  <a:gd name="T32" fmla="*/ 141 w 244"/>
                  <a:gd name="T33" fmla="*/ 629 h 629"/>
                  <a:gd name="T34" fmla="*/ 141 w 244"/>
                  <a:gd name="T35" fmla="*/ 629 h 629"/>
                  <a:gd name="T36" fmla="*/ 141 w 244"/>
                  <a:gd name="T37" fmla="*/ 629 h 629"/>
                  <a:gd name="T38" fmla="*/ 123 w 244"/>
                  <a:gd name="T39" fmla="*/ 615 h 629"/>
                  <a:gd name="T40" fmla="*/ 123 w 244"/>
                  <a:gd name="T41" fmla="*/ 615 h 629"/>
                  <a:gd name="T42" fmla="*/ 123 w 244"/>
                  <a:gd name="T43" fmla="*/ 614 h 629"/>
                  <a:gd name="T44" fmla="*/ 123 w 244"/>
                  <a:gd name="T45" fmla="*/ 614 h 629"/>
                  <a:gd name="T46" fmla="*/ 122 w 244"/>
                  <a:gd name="T47" fmla="*/ 613 h 629"/>
                  <a:gd name="T48" fmla="*/ 122 w 244"/>
                  <a:gd name="T49" fmla="*/ 613 h 629"/>
                  <a:gd name="T50" fmla="*/ 122 w 244"/>
                  <a:gd name="T51" fmla="*/ 613 h 629"/>
                  <a:gd name="T52" fmla="*/ 122 w 244"/>
                  <a:gd name="T53" fmla="*/ 612 h 629"/>
                  <a:gd name="T54" fmla="*/ 122 w 244"/>
                  <a:gd name="T55" fmla="*/ 612 h 629"/>
                  <a:gd name="T56" fmla="*/ 122 w 244"/>
                  <a:gd name="T57" fmla="*/ 612 h 629"/>
                  <a:gd name="T58" fmla="*/ 122 w 244"/>
                  <a:gd name="T59" fmla="*/ 612 h 629"/>
                  <a:gd name="T60" fmla="*/ 122 w 244"/>
                  <a:gd name="T61" fmla="*/ 605 h 629"/>
                  <a:gd name="T62" fmla="*/ 122 w 244"/>
                  <a:gd name="T63" fmla="*/ 605 h 629"/>
                  <a:gd name="T64" fmla="*/ 122 w 244"/>
                  <a:gd name="T65" fmla="*/ 605 h 629"/>
                  <a:gd name="T66" fmla="*/ 122 w 244"/>
                  <a:gd name="T67" fmla="*/ 602 h 629"/>
                  <a:gd name="T68" fmla="*/ 244 w 244"/>
                  <a:gd name="T69" fmla="*/ 0 h 629"/>
                  <a:gd name="T70" fmla="*/ 155 w 244"/>
                  <a:gd name="T71" fmla="*/ 0 h 6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4" h="629">
                    <a:moveTo>
                      <a:pt x="155" y="0"/>
                    </a:moveTo>
                    <a:cubicBezTo>
                      <a:pt x="139" y="0"/>
                      <a:pt x="123" y="13"/>
                      <a:pt x="120" y="28"/>
                    </a:cubicBezTo>
                    <a:cubicBezTo>
                      <a:pt x="0" y="601"/>
                      <a:pt x="0" y="601"/>
                      <a:pt x="0" y="601"/>
                    </a:cubicBezTo>
                    <a:cubicBezTo>
                      <a:pt x="0" y="606"/>
                      <a:pt x="0" y="606"/>
                      <a:pt x="0" y="606"/>
                    </a:cubicBezTo>
                    <a:cubicBezTo>
                      <a:pt x="0" y="607"/>
                      <a:pt x="0" y="607"/>
                      <a:pt x="0" y="607"/>
                    </a:cubicBezTo>
                    <a:cubicBezTo>
                      <a:pt x="0" y="620"/>
                      <a:pt x="10" y="629"/>
                      <a:pt x="23" y="629"/>
                    </a:cubicBezTo>
                    <a:cubicBezTo>
                      <a:pt x="145" y="629"/>
                      <a:pt x="145" y="629"/>
                      <a:pt x="145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32" y="628"/>
                      <a:pt x="126" y="623"/>
                      <a:pt x="123" y="615"/>
                    </a:cubicBezTo>
                    <a:cubicBezTo>
                      <a:pt x="123" y="615"/>
                      <a:pt x="123" y="615"/>
                      <a:pt x="123" y="615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2"/>
                      <a:pt x="122" y="602"/>
                      <a:pt x="122" y="602"/>
                    </a:cubicBezTo>
                    <a:cubicBezTo>
                      <a:pt x="244" y="0"/>
                      <a:pt x="244" y="0"/>
                      <a:pt x="244" y="0"/>
                    </a:cubicBezTo>
                    <a:lnTo>
                      <a:pt x="155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3" name="Freeform 6"/>
              <p:cNvSpPr>
                <a:spLocks noSelect="1"/>
              </p:cNvSpPr>
              <p:nvPr userDrawn="1"/>
            </p:nvSpPr>
            <p:spPr bwMode="gray">
              <a:xfrm>
                <a:off x="1078865" y="478155"/>
                <a:ext cx="218440" cy="186055"/>
              </a:xfrm>
              <a:custGeom>
                <a:avLst/>
                <a:gdLst>
                  <a:gd name="T0" fmla="*/ 0 w 687"/>
                  <a:gd name="T1" fmla="*/ 0 h 587"/>
                  <a:gd name="T2" fmla="*/ 0 w 687"/>
                  <a:gd name="T3" fmla="*/ 115 h 587"/>
                  <a:gd name="T4" fmla="*/ 229 w 687"/>
                  <a:gd name="T5" fmla="*/ 115 h 587"/>
                  <a:gd name="T6" fmla="*/ 272 w 687"/>
                  <a:gd name="T7" fmla="*/ 139 h 587"/>
                  <a:gd name="T8" fmla="*/ 569 w 687"/>
                  <a:gd name="T9" fmla="*/ 587 h 587"/>
                  <a:gd name="T10" fmla="*/ 687 w 687"/>
                  <a:gd name="T11" fmla="*/ 0 h 587"/>
                  <a:gd name="T12" fmla="*/ 0 w 687"/>
                  <a:gd name="T13" fmla="*/ 0 h 5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7" h="587">
                    <a:moveTo>
                      <a:pt x="0" y="0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229" y="115"/>
                      <a:pt x="229" y="115"/>
                      <a:pt x="229" y="115"/>
                    </a:cubicBezTo>
                    <a:cubicBezTo>
                      <a:pt x="244" y="115"/>
                      <a:pt x="264" y="126"/>
                      <a:pt x="272" y="139"/>
                    </a:cubicBezTo>
                    <a:cubicBezTo>
                      <a:pt x="569" y="587"/>
                      <a:pt x="569" y="587"/>
                      <a:pt x="569" y="587"/>
                    </a:cubicBezTo>
                    <a:cubicBezTo>
                      <a:pt x="687" y="0"/>
                      <a:pt x="687" y="0"/>
                      <a:pt x="68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4" name="Freeform 7"/>
              <p:cNvSpPr>
                <a:spLocks noSelect="1"/>
              </p:cNvSpPr>
              <p:nvPr userDrawn="1"/>
            </p:nvSpPr>
            <p:spPr bwMode="gray">
              <a:xfrm>
                <a:off x="902335" y="478155"/>
                <a:ext cx="406400" cy="385445"/>
              </a:xfrm>
              <a:custGeom>
                <a:avLst/>
                <a:gdLst>
                  <a:gd name="T0" fmla="*/ 555 w 1280"/>
                  <a:gd name="T1" fmla="*/ 0 h 1216"/>
                  <a:gd name="T2" fmla="*/ 475 w 1280"/>
                  <a:gd name="T3" fmla="*/ 0 h 1216"/>
                  <a:gd name="T4" fmla="*/ 357 w 1280"/>
                  <a:gd name="T5" fmla="*/ 9 h 1216"/>
                  <a:gd name="T6" fmla="*/ 0 w 1280"/>
                  <a:gd name="T7" fmla="*/ 447 h 1216"/>
                  <a:gd name="T8" fmla="*/ 616 w 1280"/>
                  <a:gd name="T9" fmla="*/ 1181 h 1216"/>
                  <a:gd name="T10" fmla="*/ 867 w 1280"/>
                  <a:gd name="T11" fmla="*/ 1216 h 1216"/>
                  <a:gd name="T12" fmla="*/ 872 w 1280"/>
                  <a:gd name="T13" fmla="*/ 1216 h 1216"/>
                  <a:gd name="T14" fmla="*/ 1280 w 1280"/>
                  <a:gd name="T15" fmla="*/ 1117 h 1216"/>
                  <a:gd name="T16" fmla="*/ 1033 w 1280"/>
                  <a:gd name="T17" fmla="*/ 1153 h 1216"/>
                  <a:gd name="T18" fmla="*/ 1033 w 1280"/>
                  <a:gd name="T19" fmla="*/ 1153 h 1216"/>
                  <a:gd name="T20" fmla="*/ 1033 w 1280"/>
                  <a:gd name="T21" fmla="*/ 1153 h 1216"/>
                  <a:gd name="T22" fmla="*/ 552 w 1280"/>
                  <a:gd name="T23" fmla="*/ 805 h 1216"/>
                  <a:gd name="T24" fmla="*/ 403 w 1280"/>
                  <a:gd name="T25" fmla="*/ 805 h 1216"/>
                  <a:gd name="T26" fmla="*/ 281 w 1280"/>
                  <a:gd name="T27" fmla="*/ 805 h 1216"/>
                  <a:gd name="T28" fmla="*/ 258 w 1280"/>
                  <a:gd name="T29" fmla="*/ 783 h 1216"/>
                  <a:gd name="T30" fmla="*/ 258 w 1280"/>
                  <a:gd name="T31" fmla="*/ 782 h 1216"/>
                  <a:gd name="T32" fmla="*/ 258 w 1280"/>
                  <a:gd name="T33" fmla="*/ 777 h 1216"/>
                  <a:gd name="T34" fmla="*/ 378 w 1280"/>
                  <a:gd name="T35" fmla="*/ 204 h 1216"/>
                  <a:gd name="T36" fmla="*/ 413 w 1280"/>
                  <a:gd name="T37" fmla="*/ 176 h 1216"/>
                  <a:gd name="T38" fmla="*/ 502 w 1280"/>
                  <a:gd name="T39" fmla="*/ 176 h 1216"/>
                  <a:gd name="T40" fmla="*/ 502 w 1280"/>
                  <a:gd name="T41" fmla="*/ 176 h 1216"/>
                  <a:gd name="T42" fmla="*/ 509 w 1280"/>
                  <a:gd name="T43" fmla="*/ 143 h 1216"/>
                  <a:gd name="T44" fmla="*/ 509 w 1280"/>
                  <a:gd name="T45" fmla="*/ 141 h 1216"/>
                  <a:gd name="T46" fmla="*/ 509 w 1280"/>
                  <a:gd name="T47" fmla="*/ 141 h 1216"/>
                  <a:gd name="T48" fmla="*/ 515 w 1280"/>
                  <a:gd name="T49" fmla="*/ 130 h 1216"/>
                  <a:gd name="T50" fmla="*/ 516 w 1280"/>
                  <a:gd name="T51" fmla="*/ 128 h 1216"/>
                  <a:gd name="T52" fmla="*/ 517 w 1280"/>
                  <a:gd name="T53" fmla="*/ 128 h 1216"/>
                  <a:gd name="T54" fmla="*/ 517 w 1280"/>
                  <a:gd name="T55" fmla="*/ 127 h 1216"/>
                  <a:gd name="T56" fmla="*/ 518 w 1280"/>
                  <a:gd name="T57" fmla="*/ 127 h 1216"/>
                  <a:gd name="T58" fmla="*/ 518 w 1280"/>
                  <a:gd name="T59" fmla="*/ 127 h 1216"/>
                  <a:gd name="T60" fmla="*/ 518 w 1280"/>
                  <a:gd name="T61" fmla="*/ 126 h 1216"/>
                  <a:gd name="T62" fmla="*/ 518 w 1280"/>
                  <a:gd name="T63" fmla="*/ 126 h 1216"/>
                  <a:gd name="T64" fmla="*/ 532 w 1280"/>
                  <a:gd name="T65" fmla="*/ 117 h 1216"/>
                  <a:gd name="T66" fmla="*/ 532 w 1280"/>
                  <a:gd name="T67" fmla="*/ 117 h 1216"/>
                  <a:gd name="T68" fmla="*/ 532 w 1280"/>
                  <a:gd name="T69" fmla="*/ 117 h 1216"/>
                  <a:gd name="T70" fmla="*/ 543 w 1280"/>
                  <a:gd name="T71" fmla="*/ 115 h 1216"/>
                  <a:gd name="T72" fmla="*/ 543 w 1280"/>
                  <a:gd name="T73" fmla="*/ 115 h 1216"/>
                  <a:gd name="T74" fmla="*/ 555 w 1280"/>
                  <a:gd name="T75" fmla="*/ 115 h 1216"/>
                  <a:gd name="T76" fmla="*/ 557 w 1280"/>
                  <a:gd name="T77" fmla="*/ 115 h 1216"/>
                  <a:gd name="T78" fmla="*/ 557 w 1280"/>
                  <a:gd name="T79" fmla="*/ 0 h 1216"/>
                  <a:gd name="T80" fmla="*/ 555 w 1280"/>
                  <a:gd name="T81" fmla="*/ 0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280" h="1216">
                    <a:moveTo>
                      <a:pt x="555" y="0"/>
                    </a:moveTo>
                    <a:cubicBezTo>
                      <a:pt x="475" y="0"/>
                      <a:pt x="475" y="0"/>
                      <a:pt x="475" y="0"/>
                    </a:cubicBezTo>
                    <a:cubicBezTo>
                      <a:pt x="435" y="0"/>
                      <a:pt x="395" y="3"/>
                      <a:pt x="357" y="9"/>
                    </a:cubicBezTo>
                    <a:cubicBezTo>
                      <a:pt x="161" y="42"/>
                      <a:pt x="0" y="165"/>
                      <a:pt x="0" y="447"/>
                    </a:cubicBezTo>
                    <a:cubicBezTo>
                      <a:pt x="0" y="730"/>
                      <a:pt x="239" y="1072"/>
                      <a:pt x="616" y="1181"/>
                    </a:cubicBezTo>
                    <a:cubicBezTo>
                      <a:pt x="694" y="1204"/>
                      <a:pt x="778" y="1216"/>
                      <a:pt x="867" y="1216"/>
                    </a:cubicBezTo>
                    <a:cubicBezTo>
                      <a:pt x="872" y="1216"/>
                      <a:pt x="872" y="1216"/>
                      <a:pt x="872" y="1216"/>
                    </a:cubicBezTo>
                    <a:cubicBezTo>
                      <a:pt x="1019" y="1216"/>
                      <a:pt x="1157" y="1180"/>
                      <a:pt x="1280" y="1117"/>
                    </a:cubicBezTo>
                    <a:cubicBezTo>
                      <a:pt x="1190" y="1142"/>
                      <a:pt x="1108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728" y="1153"/>
                      <a:pt x="552" y="970"/>
                      <a:pt x="552" y="805"/>
                    </a:cubicBezTo>
                    <a:cubicBezTo>
                      <a:pt x="403" y="805"/>
                      <a:pt x="403" y="805"/>
                      <a:pt x="403" y="805"/>
                    </a:cubicBezTo>
                    <a:cubicBezTo>
                      <a:pt x="281" y="805"/>
                      <a:pt x="281" y="805"/>
                      <a:pt x="281" y="805"/>
                    </a:cubicBezTo>
                    <a:cubicBezTo>
                      <a:pt x="268" y="805"/>
                      <a:pt x="258" y="796"/>
                      <a:pt x="258" y="783"/>
                    </a:cubicBezTo>
                    <a:cubicBezTo>
                      <a:pt x="258" y="782"/>
                      <a:pt x="258" y="782"/>
                      <a:pt x="258" y="782"/>
                    </a:cubicBezTo>
                    <a:cubicBezTo>
                      <a:pt x="258" y="777"/>
                      <a:pt x="258" y="777"/>
                      <a:pt x="258" y="777"/>
                    </a:cubicBezTo>
                    <a:cubicBezTo>
                      <a:pt x="378" y="204"/>
                      <a:pt x="378" y="204"/>
                      <a:pt x="378" y="204"/>
                    </a:cubicBezTo>
                    <a:cubicBezTo>
                      <a:pt x="381" y="189"/>
                      <a:pt x="397" y="176"/>
                      <a:pt x="413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9" y="143"/>
                      <a:pt x="509" y="143"/>
                      <a:pt x="509" y="143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15" y="130"/>
                      <a:pt x="515" y="130"/>
                      <a:pt x="515" y="130"/>
                    </a:cubicBezTo>
                    <a:cubicBezTo>
                      <a:pt x="516" y="128"/>
                      <a:pt x="516" y="128"/>
                      <a:pt x="516" y="128"/>
                    </a:cubicBezTo>
                    <a:cubicBezTo>
                      <a:pt x="517" y="128"/>
                      <a:pt x="517" y="128"/>
                      <a:pt x="517" y="128"/>
                    </a:cubicBezTo>
                    <a:cubicBezTo>
                      <a:pt x="517" y="127"/>
                      <a:pt x="517" y="127"/>
                      <a:pt x="517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55" y="115"/>
                      <a:pt x="555" y="115"/>
                      <a:pt x="555" y="115"/>
                    </a:cubicBezTo>
                    <a:cubicBezTo>
                      <a:pt x="557" y="115"/>
                      <a:pt x="557" y="115"/>
                      <a:pt x="557" y="115"/>
                    </a:cubicBezTo>
                    <a:cubicBezTo>
                      <a:pt x="557" y="0"/>
                      <a:pt x="557" y="0"/>
                      <a:pt x="557" y="0"/>
                    </a:cubicBezTo>
                    <a:lnTo>
                      <a:pt x="555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5" name="Freeform 8"/>
              <p:cNvSpPr>
                <a:spLocks noSelect="1"/>
              </p:cNvSpPr>
              <p:nvPr userDrawn="1"/>
            </p:nvSpPr>
            <p:spPr bwMode="gray">
              <a:xfrm>
                <a:off x="1077595" y="429895"/>
                <a:ext cx="386715" cy="414020"/>
              </a:xfrm>
              <a:custGeom>
                <a:avLst/>
                <a:gdLst>
                  <a:gd name="T0" fmla="*/ 770 w 1219"/>
                  <a:gd name="T1" fmla="*/ 928 h 1304"/>
                  <a:gd name="T2" fmla="*/ 350 w 1219"/>
                  <a:gd name="T3" fmla="*/ 929 h 1304"/>
                  <a:gd name="T4" fmla="*/ 38 w 1219"/>
                  <a:gd name="T5" fmla="*/ 955 h 1304"/>
                  <a:gd name="T6" fmla="*/ 30 w 1219"/>
                  <a:gd name="T7" fmla="*/ 956 h 1304"/>
                  <a:gd name="T8" fmla="*/ 481 w 1219"/>
                  <a:gd name="T9" fmla="*/ 1304 h 1304"/>
                  <a:gd name="T10" fmla="*/ 734 w 1219"/>
                  <a:gd name="T11" fmla="*/ 1265 h 1304"/>
                  <a:gd name="T12" fmla="*/ 744 w 1219"/>
                  <a:gd name="T13" fmla="*/ 1259 h 1304"/>
                  <a:gd name="T14" fmla="*/ 755 w 1219"/>
                  <a:gd name="T15" fmla="*/ 1253 h 1304"/>
                  <a:gd name="T16" fmla="*/ 765 w 1219"/>
                  <a:gd name="T17" fmla="*/ 1247 h 1304"/>
                  <a:gd name="T18" fmla="*/ 776 w 1219"/>
                  <a:gd name="T19" fmla="*/ 1241 h 1304"/>
                  <a:gd name="T20" fmla="*/ 786 w 1219"/>
                  <a:gd name="T21" fmla="*/ 1235 h 1304"/>
                  <a:gd name="T22" fmla="*/ 797 w 1219"/>
                  <a:gd name="T23" fmla="*/ 1228 h 1304"/>
                  <a:gd name="T24" fmla="*/ 806 w 1219"/>
                  <a:gd name="T25" fmla="*/ 1222 h 1304"/>
                  <a:gd name="T26" fmla="*/ 816 w 1219"/>
                  <a:gd name="T27" fmla="*/ 1215 h 1304"/>
                  <a:gd name="T28" fmla="*/ 826 w 1219"/>
                  <a:gd name="T29" fmla="*/ 1209 h 1304"/>
                  <a:gd name="T30" fmla="*/ 836 w 1219"/>
                  <a:gd name="T31" fmla="*/ 1202 h 1304"/>
                  <a:gd name="T32" fmla="*/ 846 w 1219"/>
                  <a:gd name="T33" fmla="*/ 1195 h 1304"/>
                  <a:gd name="T34" fmla="*/ 856 w 1219"/>
                  <a:gd name="T35" fmla="*/ 1188 h 1304"/>
                  <a:gd name="T36" fmla="*/ 870 w 1219"/>
                  <a:gd name="T37" fmla="*/ 1177 h 1304"/>
                  <a:gd name="T38" fmla="*/ 879 w 1219"/>
                  <a:gd name="T39" fmla="*/ 1169 h 1304"/>
                  <a:gd name="T40" fmla="*/ 898 w 1219"/>
                  <a:gd name="T41" fmla="*/ 1154 h 1304"/>
                  <a:gd name="T42" fmla="*/ 942 w 1219"/>
                  <a:gd name="T43" fmla="*/ 1114 h 1304"/>
                  <a:gd name="T44" fmla="*/ 955 w 1219"/>
                  <a:gd name="T45" fmla="*/ 1101 h 1304"/>
                  <a:gd name="T46" fmla="*/ 964 w 1219"/>
                  <a:gd name="T47" fmla="*/ 1092 h 1304"/>
                  <a:gd name="T48" fmla="*/ 972 w 1219"/>
                  <a:gd name="T49" fmla="*/ 1084 h 1304"/>
                  <a:gd name="T50" fmla="*/ 981 w 1219"/>
                  <a:gd name="T51" fmla="*/ 1075 h 1304"/>
                  <a:gd name="T52" fmla="*/ 990 w 1219"/>
                  <a:gd name="T53" fmla="*/ 1064 h 1304"/>
                  <a:gd name="T54" fmla="*/ 1206 w 1219"/>
                  <a:gd name="T55" fmla="*/ 617 h 1304"/>
                  <a:gd name="T56" fmla="*/ 1207 w 1219"/>
                  <a:gd name="T57" fmla="*/ 609 h 1304"/>
                  <a:gd name="T58" fmla="*/ 1209 w 1219"/>
                  <a:gd name="T59" fmla="*/ 594 h 1304"/>
                  <a:gd name="T60" fmla="*/ 1211 w 1219"/>
                  <a:gd name="T61" fmla="*/ 585 h 1304"/>
                  <a:gd name="T62" fmla="*/ 1212 w 1219"/>
                  <a:gd name="T63" fmla="*/ 570 h 1304"/>
                  <a:gd name="T64" fmla="*/ 1213 w 1219"/>
                  <a:gd name="T65" fmla="*/ 561 h 1304"/>
                  <a:gd name="T66" fmla="*/ 1215 w 1219"/>
                  <a:gd name="T67" fmla="*/ 551 h 1304"/>
                  <a:gd name="T68" fmla="*/ 1215 w 1219"/>
                  <a:gd name="T69" fmla="*/ 542 h 1304"/>
                  <a:gd name="T70" fmla="*/ 1216 w 1219"/>
                  <a:gd name="T71" fmla="*/ 532 h 1304"/>
                  <a:gd name="T72" fmla="*/ 1217 w 1219"/>
                  <a:gd name="T73" fmla="*/ 522 h 1304"/>
                  <a:gd name="T74" fmla="*/ 1217 w 1219"/>
                  <a:gd name="T75" fmla="*/ 513 h 1304"/>
                  <a:gd name="T76" fmla="*/ 1218 w 1219"/>
                  <a:gd name="T77" fmla="*/ 502 h 1304"/>
                  <a:gd name="T78" fmla="*/ 1218 w 1219"/>
                  <a:gd name="T79" fmla="*/ 493 h 1304"/>
                  <a:gd name="T80" fmla="*/ 1218 w 1219"/>
                  <a:gd name="T81" fmla="*/ 483 h 1304"/>
                  <a:gd name="T82" fmla="*/ 1219 w 1219"/>
                  <a:gd name="T83" fmla="*/ 473 h 1304"/>
                  <a:gd name="T84" fmla="*/ 1219 w 1219"/>
                  <a:gd name="T85" fmla="*/ 459 h 1304"/>
                  <a:gd name="T86" fmla="*/ 1218 w 1219"/>
                  <a:gd name="T87" fmla="*/ 447 h 1304"/>
                  <a:gd name="T88" fmla="*/ 1218 w 1219"/>
                  <a:gd name="T89" fmla="*/ 436 h 1304"/>
                  <a:gd name="T90" fmla="*/ 1218 w 1219"/>
                  <a:gd name="T91" fmla="*/ 424 h 1304"/>
                  <a:gd name="T92" fmla="*/ 1217 w 1219"/>
                  <a:gd name="T93" fmla="*/ 413 h 1304"/>
                  <a:gd name="T94" fmla="*/ 1216 w 1219"/>
                  <a:gd name="T95" fmla="*/ 402 h 1304"/>
                  <a:gd name="T96" fmla="*/ 1216 w 1219"/>
                  <a:gd name="T97" fmla="*/ 391 h 1304"/>
                  <a:gd name="T98" fmla="*/ 1215 w 1219"/>
                  <a:gd name="T99" fmla="*/ 380 h 1304"/>
                  <a:gd name="T100" fmla="*/ 1214 w 1219"/>
                  <a:gd name="T101" fmla="*/ 369 h 1304"/>
                  <a:gd name="T102" fmla="*/ 1212 w 1219"/>
                  <a:gd name="T103" fmla="*/ 353 h 1304"/>
                  <a:gd name="T104" fmla="*/ 1210 w 1219"/>
                  <a:gd name="T105" fmla="*/ 342 h 1304"/>
                  <a:gd name="T106" fmla="*/ 1209 w 1219"/>
                  <a:gd name="T107" fmla="*/ 331 h 1304"/>
                  <a:gd name="T108" fmla="*/ 1207 w 1219"/>
                  <a:gd name="T109" fmla="*/ 320 h 1304"/>
                  <a:gd name="T110" fmla="*/ 1193 w 1219"/>
                  <a:gd name="T111" fmla="*/ 248 h 1304"/>
                  <a:gd name="T112" fmla="*/ 1187 w 1219"/>
                  <a:gd name="T113" fmla="*/ 226 h 1304"/>
                  <a:gd name="T114" fmla="*/ 1184 w 1219"/>
                  <a:gd name="T115" fmla="*/ 215 h 1304"/>
                  <a:gd name="T116" fmla="*/ 1181 w 1219"/>
                  <a:gd name="T117" fmla="*/ 204 h 1304"/>
                  <a:gd name="T118" fmla="*/ 1177 w 1219"/>
                  <a:gd name="T119" fmla="*/ 193 h 1304"/>
                  <a:gd name="T120" fmla="*/ 1174 w 1219"/>
                  <a:gd name="T121" fmla="*/ 182 h 1304"/>
                  <a:gd name="T122" fmla="*/ 1090 w 1219"/>
                  <a:gd name="T123" fmla="*/ 0 h 1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219" h="1304">
                    <a:moveTo>
                      <a:pt x="1126" y="206"/>
                    </a:moveTo>
                    <a:cubicBezTo>
                      <a:pt x="1126" y="329"/>
                      <a:pt x="1089" y="447"/>
                      <a:pt x="1016" y="537"/>
                    </a:cubicBezTo>
                    <a:cubicBezTo>
                      <a:pt x="972" y="592"/>
                      <a:pt x="902" y="646"/>
                      <a:pt x="820" y="685"/>
                    </a:cubicBezTo>
                    <a:cubicBezTo>
                      <a:pt x="770" y="928"/>
                      <a:pt x="770" y="928"/>
                      <a:pt x="770" y="928"/>
                    </a:cubicBezTo>
                    <a:cubicBezTo>
                      <a:pt x="767" y="943"/>
                      <a:pt x="751" y="956"/>
                      <a:pt x="736" y="956"/>
                    </a:cubicBezTo>
                    <a:cubicBezTo>
                      <a:pt x="493" y="956"/>
                      <a:pt x="493" y="956"/>
                      <a:pt x="493" y="956"/>
                    </a:cubicBezTo>
                    <a:cubicBezTo>
                      <a:pt x="399" y="956"/>
                      <a:pt x="399" y="956"/>
                      <a:pt x="399" y="956"/>
                    </a:cubicBezTo>
                    <a:cubicBezTo>
                      <a:pt x="381" y="956"/>
                      <a:pt x="359" y="944"/>
                      <a:pt x="350" y="929"/>
                    </a:cubicBezTo>
                    <a:cubicBezTo>
                      <a:pt x="131" y="590"/>
                      <a:pt x="131" y="590"/>
                      <a:pt x="131" y="590"/>
                    </a:cubicBezTo>
                    <a:cubicBezTo>
                      <a:pt x="63" y="929"/>
                      <a:pt x="63" y="929"/>
                      <a:pt x="63" y="929"/>
                    </a:cubicBezTo>
                    <a:cubicBezTo>
                      <a:pt x="60" y="941"/>
                      <a:pt x="50" y="951"/>
                      <a:pt x="38" y="955"/>
                    </a:cubicBezTo>
                    <a:cubicBezTo>
                      <a:pt x="38" y="955"/>
                      <a:pt x="38" y="955"/>
                      <a:pt x="38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0" y="956"/>
                      <a:pt x="30" y="956"/>
                      <a:pt x="30" y="956"/>
                    </a:cubicBezTo>
                    <a:cubicBezTo>
                      <a:pt x="29" y="956"/>
                      <a:pt x="29" y="956"/>
                      <a:pt x="29" y="956"/>
                    </a:cubicBezTo>
                    <a:cubicBezTo>
                      <a:pt x="0" y="956"/>
                      <a:pt x="0" y="956"/>
                      <a:pt x="0" y="956"/>
                    </a:cubicBezTo>
                    <a:cubicBezTo>
                      <a:pt x="0" y="1121"/>
                      <a:pt x="176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556" y="1304"/>
                      <a:pt x="638" y="1293"/>
                      <a:pt x="728" y="1268"/>
                    </a:cubicBezTo>
                    <a:cubicBezTo>
                      <a:pt x="732" y="1265"/>
                      <a:pt x="732" y="1265"/>
                      <a:pt x="732" y="1265"/>
                    </a:cubicBezTo>
                    <a:cubicBezTo>
                      <a:pt x="734" y="1265"/>
                      <a:pt x="734" y="1265"/>
                      <a:pt x="734" y="1265"/>
                    </a:cubicBezTo>
                    <a:cubicBezTo>
                      <a:pt x="738" y="1262"/>
                      <a:pt x="738" y="1262"/>
                      <a:pt x="738" y="1262"/>
                    </a:cubicBezTo>
                    <a:cubicBezTo>
                      <a:pt x="739" y="1262"/>
                      <a:pt x="739" y="1262"/>
                      <a:pt x="739" y="1262"/>
                    </a:cubicBezTo>
                    <a:cubicBezTo>
                      <a:pt x="743" y="1260"/>
                      <a:pt x="743" y="1260"/>
                      <a:pt x="743" y="1260"/>
                    </a:cubicBezTo>
                    <a:cubicBezTo>
                      <a:pt x="744" y="1259"/>
                      <a:pt x="744" y="1259"/>
                      <a:pt x="744" y="1259"/>
                    </a:cubicBezTo>
                    <a:cubicBezTo>
                      <a:pt x="749" y="1257"/>
                      <a:pt x="749" y="1257"/>
                      <a:pt x="749" y="1257"/>
                    </a:cubicBezTo>
                    <a:cubicBezTo>
                      <a:pt x="750" y="1256"/>
                      <a:pt x="750" y="1256"/>
                      <a:pt x="750" y="1256"/>
                    </a:cubicBezTo>
                    <a:cubicBezTo>
                      <a:pt x="754" y="1254"/>
                      <a:pt x="754" y="1254"/>
                      <a:pt x="754" y="1254"/>
                    </a:cubicBezTo>
                    <a:cubicBezTo>
                      <a:pt x="755" y="1253"/>
                      <a:pt x="755" y="1253"/>
                      <a:pt x="755" y="1253"/>
                    </a:cubicBezTo>
                    <a:cubicBezTo>
                      <a:pt x="759" y="1251"/>
                      <a:pt x="759" y="1251"/>
                      <a:pt x="759" y="1251"/>
                    </a:cubicBezTo>
                    <a:cubicBezTo>
                      <a:pt x="760" y="1250"/>
                      <a:pt x="760" y="1250"/>
                      <a:pt x="760" y="1250"/>
                    </a:cubicBezTo>
                    <a:cubicBezTo>
                      <a:pt x="765" y="1248"/>
                      <a:pt x="765" y="1248"/>
                      <a:pt x="765" y="1248"/>
                    </a:cubicBezTo>
                    <a:cubicBezTo>
                      <a:pt x="765" y="1247"/>
                      <a:pt x="765" y="1247"/>
                      <a:pt x="765" y="1247"/>
                    </a:cubicBezTo>
                    <a:cubicBezTo>
                      <a:pt x="769" y="1245"/>
                      <a:pt x="769" y="1245"/>
                      <a:pt x="769" y="1245"/>
                    </a:cubicBezTo>
                    <a:cubicBezTo>
                      <a:pt x="771" y="1244"/>
                      <a:pt x="771" y="1244"/>
                      <a:pt x="771" y="1244"/>
                    </a:cubicBezTo>
                    <a:cubicBezTo>
                      <a:pt x="775" y="1242"/>
                      <a:pt x="775" y="1242"/>
                      <a:pt x="775" y="1242"/>
                    </a:cubicBezTo>
                    <a:cubicBezTo>
                      <a:pt x="776" y="1241"/>
                      <a:pt x="776" y="1241"/>
                      <a:pt x="776" y="1241"/>
                    </a:cubicBezTo>
                    <a:cubicBezTo>
                      <a:pt x="780" y="1239"/>
                      <a:pt x="780" y="1239"/>
                      <a:pt x="780" y="1239"/>
                    </a:cubicBezTo>
                    <a:cubicBezTo>
                      <a:pt x="781" y="1238"/>
                      <a:pt x="781" y="1238"/>
                      <a:pt x="781" y="1238"/>
                    </a:cubicBezTo>
                    <a:cubicBezTo>
                      <a:pt x="785" y="1236"/>
                      <a:pt x="785" y="1236"/>
                      <a:pt x="785" y="1236"/>
                    </a:cubicBezTo>
                    <a:cubicBezTo>
                      <a:pt x="786" y="1235"/>
                      <a:pt x="786" y="1235"/>
                      <a:pt x="786" y="1235"/>
                    </a:cubicBezTo>
                    <a:cubicBezTo>
                      <a:pt x="790" y="1232"/>
                      <a:pt x="790" y="1232"/>
                      <a:pt x="790" y="1232"/>
                    </a:cubicBezTo>
                    <a:cubicBezTo>
                      <a:pt x="791" y="1232"/>
                      <a:pt x="791" y="1232"/>
                      <a:pt x="791" y="1232"/>
                    </a:cubicBezTo>
                    <a:cubicBezTo>
                      <a:pt x="795" y="1229"/>
                      <a:pt x="795" y="1229"/>
                      <a:pt x="795" y="1229"/>
                    </a:cubicBezTo>
                    <a:cubicBezTo>
                      <a:pt x="797" y="1228"/>
                      <a:pt x="797" y="1228"/>
                      <a:pt x="797" y="1228"/>
                    </a:cubicBezTo>
                    <a:cubicBezTo>
                      <a:pt x="801" y="1226"/>
                      <a:pt x="801" y="1226"/>
                      <a:pt x="801" y="1226"/>
                    </a:cubicBezTo>
                    <a:cubicBezTo>
                      <a:pt x="802" y="1225"/>
                      <a:pt x="802" y="1225"/>
                      <a:pt x="802" y="1225"/>
                    </a:cubicBezTo>
                    <a:cubicBezTo>
                      <a:pt x="805" y="1223"/>
                      <a:pt x="805" y="1223"/>
                      <a:pt x="805" y="1223"/>
                    </a:cubicBezTo>
                    <a:cubicBezTo>
                      <a:pt x="806" y="1222"/>
                      <a:pt x="806" y="1222"/>
                      <a:pt x="806" y="1222"/>
                    </a:cubicBezTo>
                    <a:cubicBezTo>
                      <a:pt x="811" y="1219"/>
                      <a:pt x="811" y="1219"/>
                      <a:pt x="811" y="1219"/>
                    </a:cubicBezTo>
                    <a:cubicBezTo>
                      <a:pt x="812" y="1219"/>
                      <a:pt x="812" y="1219"/>
                      <a:pt x="812" y="1219"/>
                    </a:cubicBezTo>
                    <a:cubicBezTo>
                      <a:pt x="815" y="1216"/>
                      <a:pt x="815" y="1216"/>
                      <a:pt x="815" y="1216"/>
                    </a:cubicBezTo>
                    <a:cubicBezTo>
                      <a:pt x="816" y="1215"/>
                      <a:pt x="816" y="1215"/>
                      <a:pt x="816" y="1215"/>
                    </a:cubicBezTo>
                    <a:cubicBezTo>
                      <a:pt x="821" y="1213"/>
                      <a:pt x="821" y="1213"/>
                      <a:pt x="821" y="1213"/>
                    </a:cubicBezTo>
                    <a:cubicBezTo>
                      <a:pt x="822" y="1212"/>
                      <a:pt x="822" y="1212"/>
                      <a:pt x="822" y="1212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31" y="1206"/>
                      <a:pt x="831" y="1206"/>
                      <a:pt x="831" y="1206"/>
                    </a:cubicBezTo>
                    <a:cubicBezTo>
                      <a:pt x="831" y="1205"/>
                      <a:pt x="831" y="1205"/>
                      <a:pt x="831" y="1205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40" y="1199"/>
                      <a:pt x="840" y="1199"/>
                      <a:pt x="840" y="1199"/>
                    </a:cubicBezTo>
                    <a:cubicBezTo>
                      <a:pt x="841" y="1198"/>
                      <a:pt x="841" y="1198"/>
                      <a:pt x="841" y="1198"/>
                    </a:cubicBezTo>
                    <a:cubicBezTo>
                      <a:pt x="845" y="1195"/>
                      <a:pt x="845" y="1195"/>
                      <a:pt x="845" y="1195"/>
                    </a:cubicBezTo>
                    <a:cubicBezTo>
                      <a:pt x="846" y="1195"/>
                      <a:pt x="846" y="1195"/>
                      <a:pt x="846" y="1195"/>
                    </a:cubicBezTo>
                    <a:cubicBezTo>
                      <a:pt x="850" y="1192"/>
                      <a:pt x="850" y="1192"/>
                      <a:pt x="850" y="1192"/>
                    </a:cubicBezTo>
                    <a:cubicBezTo>
                      <a:pt x="851" y="1191"/>
                      <a:pt x="851" y="1191"/>
                      <a:pt x="851" y="1191"/>
                    </a:cubicBezTo>
                    <a:cubicBezTo>
                      <a:pt x="855" y="1188"/>
                      <a:pt x="855" y="1188"/>
                      <a:pt x="855" y="1188"/>
                    </a:cubicBezTo>
                    <a:cubicBezTo>
                      <a:pt x="856" y="1188"/>
                      <a:pt x="856" y="1188"/>
                      <a:pt x="856" y="1188"/>
                    </a:cubicBezTo>
                    <a:cubicBezTo>
                      <a:pt x="865" y="1181"/>
                      <a:pt x="865" y="1181"/>
                      <a:pt x="865" y="1181"/>
                    </a:cubicBezTo>
                    <a:cubicBezTo>
                      <a:pt x="865" y="1180"/>
                      <a:pt x="865" y="1180"/>
                      <a:pt x="865" y="1180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4" y="1173"/>
                      <a:pt x="874" y="1173"/>
                      <a:pt x="874" y="1173"/>
                    </a:cubicBezTo>
                    <a:cubicBezTo>
                      <a:pt x="875" y="1173"/>
                      <a:pt x="875" y="1173"/>
                      <a:pt x="875" y="1173"/>
                    </a:cubicBezTo>
                    <a:cubicBezTo>
                      <a:pt x="879" y="1170"/>
                      <a:pt x="879" y="1170"/>
                      <a:pt x="879" y="1170"/>
                    </a:cubicBezTo>
                    <a:cubicBezTo>
                      <a:pt x="879" y="1169"/>
                      <a:pt x="879" y="1169"/>
                      <a:pt x="879" y="1169"/>
                    </a:cubicBezTo>
                    <a:cubicBezTo>
                      <a:pt x="888" y="1162"/>
                      <a:pt x="888" y="1162"/>
                      <a:pt x="888" y="1162"/>
                    </a:cubicBezTo>
                    <a:cubicBezTo>
                      <a:pt x="889" y="1162"/>
                      <a:pt x="889" y="1162"/>
                      <a:pt x="889" y="1162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911" y="1143"/>
                      <a:pt x="911" y="1143"/>
                      <a:pt x="911" y="1143"/>
                    </a:cubicBezTo>
                    <a:cubicBezTo>
                      <a:pt x="911" y="1142"/>
                      <a:pt x="911" y="1142"/>
                      <a:pt x="911" y="1142"/>
                    </a:cubicBezTo>
                    <a:cubicBezTo>
                      <a:pt x="922" y="1133"/>
                      <a:pt x="932" y="1124"/>
                      <a:pt x="942" y="1114"/>
                    </a:cubicBezTo>
                    <a:cubicBezTo>
                      <a:pt x="942" y="1114"/>
                      <a:pt x="942" y="1114"/>
                      <a:pt x="942" y="1114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9" y="1097"/>
                      <a:pt x="959" y="1097"/>
                      <a:pt x="959" y="1097"/>
                    </a:cubicBezTo>
                    <a:cubicBezTo>
                      <a:pt x="960" y="1097"/>
                      <a:pt x="960" y="1097"/>
                      <a:pt x="960" y="1097"/>
                    </a:cubicBezTo>
                    <a:cubicBezTo>
                      <a:pt x="963" y="1093"/>
                      <a:pt x="963" y="1093"/>
                      <a:pt x="963" y="1093"/>
                    </a:cubicBezTo>
                    <a:cubicBezTo>
                      <a:pt x="964" y="1092"/>
                      <a:pt x="964" y="1092"/>
                      <a:pt x="964" y="1092"/>
                    </a:cubicBezTo>
                    <a:cubicBezTo>
                      <a:pt x="967" y="1089"/>
                      <a:pt x="967" y="1089"/>
                      <a:pt x="967" y="1089"/>
                    </a:cubicBezTo>
                    <a:cubicBezTo>
                      <a:pt x="968" y="1088"/>
                      <a:pt x="968" y="1088"/>
                      <a:pt x="968" y="1088"/>
                    </a:cubicBezTo>
                    <a:cubicBezTo>
                      <a:pt x="971" y="1085"/>
                      <a:pt x="971" y="1085"/>
                      <a:pt x="971" y="1085"/>
                    </a:cubicBezTo>
                    <a:cubicBezTo>
                      <a:pt x="972" y="1084"/>
                      <a:pt x="972" y="1084"/>
                      <a:pt x="972" y="1084"/>
                    </a:cubicBezTo>
                    <a:cubicBezTo>
                      <a:pt x="976" y="1080"/>
                      <a:pt x="976" y="1080"/>
                      <a:pt x="976" y="1080"/>
                    </a:cubicBezTo>
                    <a:cubicBezTo>
                      <a:pt x="977" y="1079"/>
                      <a:pt x="977" y="1079"/>
                      <a:pt x="977" y="1079"/>
                    </a:cubicBezTo>
                    <a:cubicBezTo>
                      <a:pt x="979" y="1076"/>
                      <a:pt x="979" y="1076"/>
                      <a:pt x="979" y="1076"/>
                    </a:cubicBezTo>
                    <a:cubicBezTo>
                      <a:pt x="981" y="1075"/>
                      <a:pt x="981" y="1075"/>
                      <a:pt x="981" y="1075"/>
                    </a:cubicBezTo>
                    <a:cubicBezTo>
                      <a:pt x="984" y="1072"/>
                      <a:pt x="984" y="1072"/>
                      <a:pt x="984" y="1072"/>
                    </a:cubicBezTo>
                    <a:cubicBezTo>
                      <a:pt x="985" y="1070"/>
                      <a:pt x="985" y="1070"/>
                      <a:pt x="985" y="1070"/>
                    </a:cubicBezTo>
                    <a:cubicBezTo>
                      <a:pt x="987" y="1068"/>
                      <a:pt x="987" y="1068"/>
                      <a:pt x="987" y="1068"/>
                    </a:cubicBezTo>
                    <a:cubicBezTo>
                      <a:pt x="990" y="1064"/>
                      <a:pt x="990" y="1064"/>
                      <a:pt x="990" y="1064"/>
                    </a:cubicBezTo>
                    <a:cubicBezTo>
                      <a:pt x="991" y="1063"/>
                      <a:pt x="991" y="1063"/>
                      <a:pt x="991" y="1063"/>
                    </a:cubicBezTo>
                    <a:cubicBezTo>
                      <a:pt x="994" y="1061"/>
                      <a:pt x="994" y="1061"/>
                      <a:pt x="994" y="1061"/>
                    </a:cubicBezTo>
                    <a:cubicBezTo>
                      <a:pt x="994" y="1060"/>
                      <a:pt x="994" y="1060"/>
                      <a:pt x="994" y="1060"/>
                    </a:cubicBezTo>
                    <a:cubicBezTo>
                      <a:pt x="1102" y="937"/>
                      <a:pt x="1177" y="785"/>
                      <a:pt x="1206" y="617"/>
                    </a:cubicBezTo>
                    <a:cubicBezTo>
                      <a:pt x="1206" y="617"/>
                      <a:pt x="1206" y="617"/>
                      <a:pt x="1206" y="617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4"/>
                      <a:pt x="1209" y="594"/>
                      <a:pt x="1209" y="594"/>
                    </a:cubicBezTo>
                    <a:cubicBezTo>
                      <a:pt x="1210" y="593"/>
                      <a:pt x="1210" y="593"/>
                      <a:pt x="1210" y="593"/>
                    </a:cubicBezTo>
                    <a:cubicBezTo>
                      <a:pt x="1210" y="589"/>
                      <a:pt x="1210" y="589"/>
                      <a:pt x="1210" y="589"/>
                    </a:cubicBezTo>
                    <a:cubicBezTo>
                      <a:pt x="1210" y="588"/>
                      <a:pt x="1210" y="588"/>
                      <a:pt x="1210" y="588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2" y="574"/>
                      <a:pt x="1212" y="574"/>
                      <a:pt x="1212" y="574"/>
                    </a:cubicBezTo>
                    <a:cubicBezTo>
                      <a:pt x="1212" y="573"/>
                      <a:pt x="1212" y="573"/>
                      <a:pt x="1212" y="573"/>
                    </a:cubicBezTo>
                    <a:cubicBezTo>
                      <a:pt x="1212" y="570"/>
                      <a:pt x="1212" y="570"/>
                      <a:pt x="1212" y="570"/>
                    </a:cubicBezTo>
                    <a:cubicBezTo>
                      <a:pt x="1213" y="568"/>
                      <a:pt x="1213" y="568"/>
                      <a:pt x="1213" y="568"/>
                    </a:cubicBezTo>
                    <a:cubicBezTo>
                      <a:pt x="1213" y="566"/>
                      <a:pt x="1213" y="566"/>
                      <a:pt x="1213" y="566"/>
                    </a:cubicBezTo>
                    <a:cubicBezTo>
                      <a:pt x="1213" y="564"/>
                      <a:pt x="1213" y="564"/>
                      <a:pt x="1213" y="564"/>
                    </a:cubicBezTo>
                    <a:cubicBezTo>
                      <a:pt x="1213" y="561"/>
                      <a:pt x="1213" y="561"/>
                      <a:pt x="1213" y="561"/>
                    </a:cubicBezTo>
                    <a:cubicBezTo>
                      <a:pt x="1214" y="560"/>
                      <a:pt x="1214" y="560"/>
                      <a:pt x="1214" y="560"/>
                    </a:cubicBezTo>
                    <a:cubicBezTo>
                      <a:pt x="1214" y="555"/>
                      <a:pt x="1214" y="555"/>
                      <a:pt x="1214" y="555"/>
                    </a:cubicBezTo>
                    <a:cubicBezTo>
                      <a:pt x="1214" y="553"/>
                      <a:pt x="1214" y="553"/>
                      <a:pt x="1214" y="553"/>
                    </a:cubicBezTo>
                    <a:cubicBezTo>
                      <a:pt x="1215" y="551"/>
                      <a:pt x="1215" y="551"/>
                      <a:pt x="1215" y="551"/>
                    </a:cubicBezTo>
                    <a:cubicBezTo>
                      <a:pt x="1215" y="549"/>
                      <a:pt x="1215" y="549"/>
                      <a:pt x="1215" y="549"/>
                    </a:cubicBezTo>
                    <a:cubicBezTo>
                      <a:pt x="1215" y="546"/>
                      <a:pt x="1215" y="546"/>
                      <a:pt x="1215" y="546"/>
                    </a:cubicBezTo>
                    <a:cubicBezTo>
                      <a:pt x="1215" y="544"/>
                      <a:pt x="1215" y="544"/>
                      <a:pt x="1215" y="544"/>
                    </a:cubicBezTo>
                    <a:cubicBezTo>
                      <a:pt x="1215" y="542"/>
                      <a:pt x="1215" y="542"/>
                      <a:pt x="1215" y="542"/>
                    </a:cubicBezTo>
                    <a:cubicBezTo>
                      <a:pt x="1215" y="540"/>
                      <a:pt x="1215" y="540"/>
                      <a:pt x="1215" y="540"/>
                    </a:cubicBezTo>
                    <a:cubicBezTo>
                      <a:pt x="1216" y="537"/>
                      <a:pt x="1216" y="537"/>
                      <a:pt x="1216" y="537"/>
                    </a:cubicBezTo>
                    <a:cubicBezTo>
                      <a:pt x="1216" y="534"/>
                      <a:pt x="1216" y="534"/>
                      <a:pt x="1216" y="534"/>
                    </a:cubicBezTo>
                    <a:cubicBezTo>
                      <a:pt x="1216" y="532"/>
                      <a:pt x="1216" y="532"/>
                      <a:pt x="1216" y="532"/>
                    </a:cubicBezTo>
                    <a:cubicBezTo>
                      <a:pt x="1216" y="529"/>
                      <a:pt x="1216" y="529"/>
                      <a:pt x="1216" y="529"/>
                    </a:cubicBezTo>
                    <a:cubicBezTo>
                      <a:pt x="1216" y="527"/>
                      <a:pt x="1216" y="527"/>
                      <a:pt x="1216" y="527"/>
                    </a:cubicBezTo>
                    <a:cubicBezTo>
                      <a:pt x="1217" y="524"/>
                      <a:pt x="1217" y="524"/>
                      <a:pt x="1217" y="524"/>
                    </a:cubicBezTo>
                    <a:cubicBezTo>
                      <a:pt x="1217" y="522"/>
                      <a:pt x="1217" y="522"/>
                      <a:pt x="1217" y="522"/>
                    </a:cubicBezTo>
                    <a:cubicBezTo>
                      <a:pt x="1217" y="520"/>
                      <a:pt x="1217" y="520"/>
                      <a:pt x="1217" y="520"/>
                    </a:cubicBezTo>
                    <a:cubicBezTo>
                      <a:pt x="1217" y="518"/>
                      <a:pt x="1217" y="518"/>
                      <a:pt x="1217" y="518"/>
                    </a:cubicBezTo>
                    <a:cubicBezTo>
                      <a:pt x="1217" y="515"/>
                      <a:pt x="1217" y="515"/>
                      <a:pt x="1217" y="515"/>
                    </a:cubicBezTo>
                    <a:cubicBezTo>
                      <a:pt x="1217" y="513"/>
                      <a:pt x="1217" y="513"/>
                      <a:pt x="1217" y="513"/>
                    </a:cubicBezTo>
                    <a:cubicBezTo>
                      <a:pt x="1218" y="509"/>
                      <a:pt x="1218" y="509"/>
                      <a:pt x="1218" y="509"/>
                    </a:cubicBezTo>
                    <a:cubicBezTo>
                      <a:pt x="1218" y="507"/>
                      <a:pt x="1218" y="507"/>
                      <a:pt x="1218" y="507"/>
                    </a:cubicBezTo>
                    <a:cubicBezTo>
                      <a:pt x="1218" y="504"/>
                      <a:pt x="1218" y="504"/>
                      <a:pt x="1218" y="504"/>
                    </a:cubicBezTo>
                    <a:cubicBezTo>
                      <a:pt x="1218" y="502"/>
                      <a:pt x="1218" y="502"/>
                      <a:pt x="1218" y="502"/>
                    </a:cubicBezTo>
                    <a:cubicBezTo>
                      <a:pt x="1218" y="500"/>
                      <a:pt x="1218" y="500"/>
                      <a:pt x="1218" y="500"/>
                    </a:cubicBezTo>
                    <a:cubicBezTo>
                      <a:pt x="1218" y="498"/>
                      <a:pt x="1218" y="498"/>
                      <a:pt x="1218" y="498"/>
                    </a:cubicBezTo>
                    <a:cubicBezTo>
                      <a:pt x="1218" y="495"/>
                      <a:pt x="1218" y="495"/>
                      <a:pt x="1218" y="495"/>
                    </a:cubicBezTo>
                    <a:cubicBezTo>
                      <a:pt x="1218" y="493"/>
                      <a:pt x="1218" y="493"/>
                      <a:pt x="1218" y="493"/>
                    </a:cubicBezTo>
                    <a:cubicBezTo>
                      <a:pt x="1218" y="490"/>
                      <a:pt x="1218" y="490"/>
                      <a:pt x="1218" y="490"/>
                    </a:cubicBezTo>
                    <a:cubicBezTo>
                      <a:pt x="1218" y="489"/>
                      <a:pt x="1218" y="489"/>
                      <a:pt x="1218" y="489"/>
                    </a:cubicBezTo>
                    <a:cubicBezTo>
                      <a:pt x="1218" y="484"/>
                      <a:pt x="1218" y="484"/>
                      <a:pt x="1218" y="484"/>
                    </a:cubicBezTo>
                    <a:cubicBezTo>
                      <a:pt x="1218" y="483"/>
                      <a:pt x="1218" y="483"/>
                      <a:pt x="1218" y="483"/>
                    </a:cubicBezTo>
                    <a:cubicBezTo>
                      <a:pt x="1218" y="480"/>
                      <a:pt x="1218" y="480"/>
                      <a:pt x="1218" y="480"/>
                    </a:cubicBezTo>
                    <a:cubicBezTo>
                      <a:pt x="1219" y="478"/>
                      <a:pt x="1219" y="478"/>
                      <a:pt x="1219" y="478"/>
                    </a:cubicBezTo>
                    <a:cubicBezTo>
                      <a:pt x="1219" y="475"/>
                      <a:pt x="1219" y="475"/>
                      <a:pt x="1219" y="475"/>
                    </a:cubicBezTo>
                    <a:cubicBezTo>
                      <a:pt x="1219" y="473"/>
                      <a:pt x="1219" y="473"/>
                      <a:pt x="1219" y="473"/>
                    </a:cubicBezTo>
                    <a:cubicBezTo>
                      <a:pt x="1219" y="470"/>
                      <a:pt x="1219" y="470"/>
                      <a:pt x="1219" y="470"/>
                    </a:cubicBezTo>
                    <a:cubicBezTo>
                      <a:pt x="1219" y="469"/>
                      <a:pt x="1219" y="469"/>
                      <a:pt x="1219" y="469"/>
                    </a:cubicBezTo>
                    <a:cubicBezTo>
                      <a:pt x="1219" y="464"/>
                      <a:pt x="1219" y="464"/>
                      <a:pt x="1219" y="464"/>
                    </a:cubicBezTo>
                    <a:cubicBezTo>
                      <a:pt x="1219" y="459"/>
                      <a:pt x="1219" y="459"/>
                      <a:pt x="1219" y="459"/>
                    </a:cubicBezTo>
                    <a:cubicBezTo>
                      <a:pt x="1219" y="458"/>
                      <a:pt x="1219" y="458"/>
                      <a:pt x="1219" y="458"/>
                    </a:cubicBezTo>
                    <a:cubicBezTo>
                      <a:pt x="1219" y="453"/>
                      <a:pt x="1219" y="453"/>
                      <a:pt x="1219" y="453"/>
                    </a:cubicBezTo>
                    <a:cubicBezTo>
                      <a:pt x="1219" y="452"/>
                      <a:pt x="1219" y="452"/>
                      <a:pt x="1219" y="452"/>
                    </a:cubicBezTo>
                    <a:cubicBezTo>
                      <a:pt x="1218" y="447"/>
                      <a:pt x="1218" y="447"/>
                      <a:pt x="1218" y="447"/>
                    </a:cubicBezTo>
                    <a:cubicBezTo>
                      <a:pt x="1218" y="446"/>
                      <a:pt x="1218" y="446"/>
                      <a:pt x="1218" y="446"/>
                    </a:cubicBezTo>
                    <a:cubicBezTo>
                      <a:pt x="1218" y="442"/>
                      <a:pt x="1218" y="442"/>
                      <a:pt x="1218" y="442"/>
                    </a:cubicBezTo>
                    <a:cubicBezTo>
                      <a:pt x="1218" y="441"/>
                      <a:pt x="1218" y="441"/>
                      <a:pt x="1218" y="441"/>
                    </a:cubicBezTo>
                    <a:cubicBezTo>
                      <a:pt x="1218" y="436"/>
                      <a:pt x="1218" y="436"/>
                      <a:pt x="1218" y="436"/>
                    </a:cubicBezTo>
                    <a:cubicBezTo>
                      <a:pt x="1218" y="434"/>
                      <a:pt x="1218" y="434"/>
                      <a:pt x="1218" y="434"/>
                    </a:cubicBezTo>
                    <a:cubicBezTo>
                      <a:pt x="1218" y="430"/>
                      <a:pt x="1218" y="430"/>
                      <a:pt x="1218" y="430"/>
                    </a:cubicBezTo>
                    <a:cubicBezTo>
                      <a:pt x="1218" y="429"/>
                      <a:pt x="1218" y="429"/>
                      <a:pt x="1218" y="429"/>
                    </a:cubicBezTo>
                    <a:cubicBezTo>
                      <a:pt x="1218" y="424"/>
                      <a:pt x="1218" y="424"/>
                      <a:pt x="1218" y="424"/>
                    </a:cubicBezTo>
                    <a:cubicBezTo>
                      <a:pt x="1218" y="423"/>
                      <a:pt x="1218" y="423"/>
                      <a:pt x="1218" y="423"/>
                    </a:cubicBezTo>
                    <a:cubicBezTo>
                      <a:pt x="1217" y="419"/>
                      <a:pt x="1217" y="419"/>
                      <a:pt x="1217" y="419"/>
                    </a:cubicBezTo>
                    <a:cubicBezTo>
                      <a:pt x="1217" y="417"/>
                      <a:pt x="1217" y="417"/>
                      <a:pt x="1217" y="417"/>
                    </a:cubicBezTo>
                    <a:cubicBezTo>
                      <a:pt x="1217" y="413"/>
                      <a:pt x="1217" y="413"/>
                      <a:pt x="1217" y="413"/>
                    </a:cubicBezTo>
                    <a:cubicBezTo>
                      <a:pt x="1217" y="411"/>
                      <a:pt x="1217" y="411"/>
                      <a:pt x="1217" y="411"/>
                    </a:cubicBezTo>
                    <a:cubicBezTo>
                      <a:pt x="1217" y="408"/>
                      <a:pt x="1217" y="408"/>
                      <a:pt x="1217" y="408"/>
                    </a:cubicBezTo>
                    <a:cubicBezTo>
                      <a:pt x="1217" y="406"/>
                      <a:pt x="1217" y="406"/>
                      <a:pt x="1217" y="406"/>
                    </a:cubicBezTo>
                    <a:cubicBezTo>
                      <a:pt x="1216" y="402"/>
                      <a:pt x="1216" y="402"/>
                      <a:pt x="1216" y="402"/>
                    </a:cubicBezTo>
                    <a:cubicBezTo>
                      <a:pt x="1216" y="400"/>
                      <a:pt x="1216" y="400"/>
                      <a:pt x="1216" y="400"/>
                    </a:cubicBezTo>
                    <a:cubicBezTo>
                      <a:pt x="1216" y="396"/>
                      <a:pt x="1216" y="396"/>
                      <a:pt x="1216" y="396"/>
                    </a:cubicBezTo>
                    <a:cubicBezTo>
                      <a:pt x="1216" y="394"/>
                      <a:pt x="1216" y="394"/>
                      <a:pt x="1216" y="394"/>
                    </a:cubicBezTo>
                    <a:cubicBezTo>
                      <a:pt x="1216" y="391"/>
                      <a:pt x="1216" y="391"/>
                      <a:pt x="1216" y="391"/>
                    </a:cubicBezTo>
                    <a:cubicBezTo>
                      <a:pt x="1215" y="388"/>
                      <a:pt x="1215" y="388"/>
                      <a:pt x="1215" y="388"/>
                    </a:cubicBezTo>
                    <a:cubicBezTo>
                      <a:pt x="1215" y="385"/>
                      <a:pt x="1215" y="385"/>
                      <a:pt x="1215" y="385"/>
                    </a:cubicBezTo>
                    <a:cubicBezTo>
                      <a:pt x="1215" y="383"/>
                      <a:pt x="1215" y="383"/>
                      <a:pt x="1215" y="383"/>
                    </a:cubicBezTo>
                    <a:cubicBezTo>
                      <a:pt x="1215" y="380"/>
                      <a:pt x="1215" y="380"/>
                      <a:pt x="1215" y="380"/>
                    </a:cubicBezTo>
                    <a:cubicBezTo>
                      <a:pt x="1214" y="377"/>
                      <a:pt x="1214" y="377"/>
                      <a:pt x="1214" y="377"/>
                    </a:cubicBezTo>
                    <a:cubicBezTo>
                      <a:pt x="1214" y="374"/>
                      <a:pt x="1214" y="374"/>
                      <a:pt x="1214" y="374"/>
                    </a:cubicBezTo>
                    <a:cubicBezTo>
                      <a:pt x="1214" y="371"/>
                      <a:pt x="1214" y="371"/>
                      <a:pt x="1214" y="371"/>
                    </a:cubicBezTo>
                    <a:cubicBezTo>
                      <a:pt x="1214" y="369"/>
                      <a:pt x="1214" y="369"/>
                      <a:pt x="1214" y="369"/>
                    </a:cubicBezTo>
                    <a:cubicBezTo>
                      <a:pt x="1213" y="359"/>
                      <a:pt x="1213" y="359"/>
                      <a:pt x="1213" y="359"/>
                    </a:cubicBezTo>
                    <a:cubicBezTo>
                      <a:pt x="1212" y="358"/>
                      <a:pt x="1212" y="358"/>
                      <a:pt x="1212" y="358"/>
                    </a:cubicBezTo>
                    <a:cubicBezTo>
                      <a:pt x="1212" y="355"/>
                      <a:pt x="1212" y="355"/>
                      <a:pt x="1212" y="355"/>
                    </a:cubicBezTo>
                    <a:cubicBezTo>
                      <a:pt x="1212" y="353"/>
                      <a:pt x="1212" y="353"/>
                      <a:pt x="1212" y="353"/>
                    </a:cubicBezTo>
                    <a:cubicBezTo>
                      <a:pt x="1211" y="348"/>
                      <a:pt x="1211" y="348"/>
                      <a:pt x="1211" y="348"/>
                    </a:cubicBezTo>
                    <a:cubicBezTo>
                      <a:pt x="1211" y="346"/>
                      <a:pt x="1211" y="346"/>
                      <a:pt x="1211" y="346"/>
                    </a:cubicBezTo>
                    <a:cubicBezTo>
                      <a:pt x="1211" y="343"/>
                      <a:pt x="1211" y="343"/>
                      <a:pt x="1211" y="343"/>
                    </a:cubicBezTo>
                    <a:cubicBezTo>
                      <a:pt x="1210" y="342"/>
                      <a:pt x="1210" y="342"/>
                      <a:pt x="1210" y="342"/>
                    </a:cubicBezTo>
                    <a:cubicBezTo>
                      <a:pt x="1210" y="336"/>
                      <a:pt x="1210" y="336"/>
                      <a:pt x="1210" y="336"/>
                    </a:cubicBezTo>
                    <a:cubicBezTo>
                      <a:pt x="1209" y="335"/>
                      <a:pt x="1209" y="335"/>
                      <a:pt x="1209" y="335"/>
                    </a:cubicBezTo>
                    <a:cubicBezTo>
                      <a:pt x="1209" y="332"/>
                      <a:pt x="1209" y="332"/>
                      <a:pt x="1209" y="332"/>
                    </a:cubicBezTo>
                    <a:cubicBezTo>
                      <a:pt x="1209" y="331"/>
                      <a:pt x="1209" y="331"/>
                      <a:pt x="1209" y="331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5" y="309"/>
                      <a:pt x="1205" y="309"/>
                      <a:pt x="1205" y="309"/>
                    </a:cubicBezTo>
                    <a:cubicBezTo>
                      <a:pt x="1205" y="308"/>
                      <a:pt x="1205" y="308"/>
                      <a:pt x="1205" y="308"/>
                    </a:cubicBezTo>
                    <a:cubicBezTo>
                      <a:pt x="1202" y="288"/>
                      <a:pt x="1198" y="269"/>
                      <a:pt x="1193" y="249"/>
                    </a:cubicBezTo>
                    <a:cubicBezTo>
                      <a:pt x="1193" y="248"/>
                      <a:pt x="1193" y="248"/>
                      <a:pt x="1193" y="248"/>
                    </a:cubicBezTo>
                    <a:cubicBezTo>
                      <a:pt x="1190" y="238"/>
                      <a:pt x="1190" y="238"/>
                      <a:pt x="1190" y="238"/>
                    </a:cubicBezTo>
                    <a:cubicBezTo>
                      <a:pt x="1190" y="237"/>
                      <a:pt x="1190" y="237"/>
                      <a:pt x="1190" y="237"/>
                    </a:cubicBezTo>
                    <a:cubicBezTo>
                      <a:pt x="1187" y="228"/>
                      <a:pt x="1187" y="228"/>
                      <a:pt x="1187" y="228"/>
                    </a:cubicBezTo>
                    <a:cubicBezTo>
                      <a:pt x="1187" y="226"/>
                      <a:pt x="1187" y="226"/>
                      <a:pt x="1187" y="226"/>
                    </a:cubicBezTo>
                    <a:cubicBezTo>
                      <a:pt x="1186" y="223"/>
                      <a:pt x="1186" y="223"/>
                      <a:pt x="1186" y="223"/>
                    </a:cubicBezTo>
                    <a:cubicBezTo>
                      <a:pt x="1186" y="221"/>
                      <a:pt x="1186" y="221"/>
                      <a:pt x="1186" y="221"/>
                    </a:cubicBezTo>
                    <a:cubicBezTo>
                      <a:pt x="1184" y="217"/>
                      <a:pt x="1184" y="217"/>
                      <a:pt x="1184" y="217"/>
                    </a:cubicBezTo>
                    <a:cubicBezTo>
                      <a:pt x="1184" y="215"/>
                      <a:pt x="1184" y="215"/>
                      <a:pt x="1184" y="215"/>
                    </a:cubicBezTo>
                    <a:cubicBezTo>
                      <a:pt x="1183" y="213"/>
                      <a:pt x="1183" y="213"/>
                      <a:pt x="1183" y="213"/>
                    </a:cubicBezTo>
                    <a:cubicBezTo>
                      <a:pt x="1182" y="210"/>
                      <a:pt x="1182" y="210"/>
                      <a:pt x="1182" y="210"/>
                    </a:cubicBezTo>
                    <a:cubicBezTo>
                      <a:pt x="1181" y="207"/>
                      <a:pt x="1181" y="207"/>
                      <a:pt x="1181" y="207"/>
                    </a:cubicBezTo>
                    <a:cubicBezTo>
                      <a:pt x="1181" y="204"/>
                      <a:pt x="1181" y="204"/>
                      <a:pt x="1181" y="204"/>
                    </a:cubicBezTo>
                    <a:cubicBezTo>
                      <a:pt x="1180" y="202"/>
                      <a:pt x="1180" y="202"/>
                      <a:pt x="1180" y="202"/>
                    </a:cubicBezTo>
                    <a:cubicBezTo>
                      <a:pt x="1179" y="199"/>
                      <a:pt x="1179" y="199"/>
                      <a:pt x="1179" y="199"/>
                    </a:cubicBezTo>
                    <a:cubicBezTo>
                      <a:pt x="1179" y="198"/>
                      <a:pt x="1179" y="198"/>
                      <a:pt x="1179" y="198"/>
                    </a:cubicBezTo>
                    <a:cubicBezTo>
                      <a:pt x="1177" y="193"/>
                      <a:pt x="1177" y="193"/>
                      <a:pt x="1177" y="193"/>
                    </a:cubicBezTo>
                    <a:cubicBezTo>
                      <a:pt x="1177" y="192"/>
                      <a:pt x="1177" y="192"/>
                      <a:pt x="1177" y="192"/>
                    </a:cubicBezTo>
                    <a:cubicBezTo>
                      <a:pt x="1176" y="188"/>
                      <a:pt x="1176" y="188"/>
                      <a:pt x="1176" y="188"/>
                    </a:cubicBezTo>
                    <a:cubicBezTo>
                      <a:pt x="1175" y="187"/>
                      <a:pt x="1175" y="187"/>
                      <a:pt x="1175" y="187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66" y="160"/>
                      <a:pt x="1158" y="137"/>
                      <a:pt x="1149" y="116"/>
                    </a:cubicBezTo>
                    <a:cubicBezTo>
                      <a:pt x="1144" y="103"/>
                      <a:pt x="1138" y="91"/>
                      <a:pt x="1132" y="79"/>
                    </a:cubicBezTo>
                    <a:cubicBezTo>
                      <a:pt x="1120" y="52"/>
                      <a:pt x="1106" y="26"/>
                      <a:pt x="1090" y="0"/>
                    </a:cubicBezTo>
                    <a:cubicBezTo>
                      <a:pt x="1115" y="67"/>
                      <a:pt x="1126" y="137"/>
                      <a:pt x="1126" y="206"/>
                    </a:cubicBezTo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6" name="Freeform 9"/>
              <p:cNvSpPr>
                <a:spLocks noSelect="1"/>
              </p:cNvSpPr>
              <p:nvPr userDrawn="1"/>
            </p:nvSpPr>
            <p:spPr bwMode="gray">
              <a:xfrm>
                <a:off x="1118870" y="583565"/>
                <a:ext cx="114935" cy="149860"/>
              </a:xfrm>
              <a:custGeom>
                <a:avLst/>
                <a:gdLst>
                  <a:gd name="T0" fmla="*/ 0 w 362"/>
                  <a:gd name="T1" fmla="*/ 106 h 472"/>
                  <a:gd name="T2" fmla="*/ 219 w 362"/>
                  <a:gd name="T3" fmla="*/ 445 h 472"/>
                  <a:gd name="T4" fmla="*/ 268 w 362"/>
                  <a:gd name="T5" fmla="*/ 472 h 472"/>
                  <a:gd name="T6" fmla="*/ 362 w 362"/>
                  <a:gd name="T7" fmla="*/ 472 h 472"/>
                  <a:gd name="T8" fmla="*/ 319 w 362"/>
                  <a:gd name="T9" fmla="*/ 448 h 472"/>
                  <a:gd name="T10" fmla="*/ 22 w 362"/>
                  <a:gd name="T11" fmla="*/ 0 h 472"/>
                  <a:gd name="T12" fmla="*/ 0 w 362"/>
                  <a:gd name="T13" fmla="*/ 106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2" h="472">
                    <a:moveTo>
                      <a:pt x="0" y="106"/>
                    </a:moveTo>
                    <a:cubicBezTo>
                      <a:pt x="219" y="445"/>
                      <a:pt x="219" y="445"/>
                      <a:pt x="219" y="445"/>
                    </a:cubicBezTo>
                    <a:cubicBezTo>
                      <a:pt x="228" y="460"/>
                      <a:pt x="250" y="472"/>
                      <a:pt x="268" y="472"/>
                    </a:cubicBezTo>
                    <a:cubicBezTo>
                      <a:pt x="362" y="472"/>
                      <a:pt x="362" y="472"/>
                      <a:pt x="362" y="472"/>
                    </a:cubicBezTo>
                    <a:cubicBezTo>
                      <a:pt x="347" y="472"/>
                      <a:pt x="327" y="461"/>
                      <a:pt x="319" y="448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0" y="106"/>
                    </a:lnTo>
                    <a:close/>
                  </a:path>
                </a:pathLst>
              </a:cu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7" name="Freeform 10"/>
              <p:cNvSpPr>
                <a:spLocks noSelect="1"/>
              </p:cNvSpPr>
              <p:nvPr userDrawn="1"/>
            </p:nvSpPr>
            <p:spPr bwMode="gray">
              <a:xfrm>
                <a:off x="949325" y="290830"/>
                <a:ext cx="277495" cy="120015"/>
              </a:xfrm>
              <a:custGeom>
                <a:avLst/>
                <a:gdLst>
                  <a:gd name="T0" fmla="*/ 27 w 874"/>
                  <a:gd name="T1" fmla="*/ 323 h 378"/>
                  <a:gd name="T2" fmla="*/ 1 w 874"/>
                  <a:gd name="T3" fmla="*/ 366 h 378"/>
                  <a:gd name="T4" fmla="*/ 1 w 874"/>
                  <a:gd name="T5" fmla="*/ 367 h 378"/>
                  <a:gd name="T6" fmla="*/ 1 w 874"/>
                  <a:gd name="T7" fmla="*/ 367 h 378"/>
                  <a:gd name="T8" fmla="*/ 30 w 874"/>
                  <a:gd name="T9" fmla="*/ 378 h 378"/>
                  <a:gd name="T10" fmla="*/ 410 w 874"/>
                  <a:gd name="T11" fmla="*/ 378 h 378"/>
                  <a:gd name="T12" fmla="*/ 400 w 874"/>
                  <a:gd name="T13" fmla="*/ 293 h 378"/>
                  <a:gd name="T14" fmla="*/ 439 w 874"/>
                  <a:gd name="T15" fmla="*/ 165 h 378"/>
                  <a:gd name="T16" fmla="*/ 471 w 874"/>
                  <a:gd name="T17" fmla="*/ 129 h 378"/>
                  <a:gd name="T18" fmla="*/ 820 w 874"/>
                  <a:gd name="T19" fmla="*/ 11 h 378"/>
                  <a:gd name="T20" fmla="*/ 838 w 874"/>
                  <a:gd name="T21" fmla="*/ 12 h 378"/>
                  <a:gd name="T22" fmla="*/ 874 w 874"/>
                  <a:gd name="T23" fmla="*/ 13 h 378"/>
                  <a:gd name="T24" fmla="*/ 728 w 874"/>
                  <a:gd name="T25" fmla="*/ 0 h 378"/>
                  <a:gd name="T26" fmla="*/ 719 w 874"/>
                  <a:gd name="T27" fmla="*/ 0 h 378"/>
                  <a:gd name="T28" fmla="*/ 27 w 874"/>
                  <a:gd name="T29" fmla="*/ 323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4" h="378">
                    <a:moveTo>
                      <a:pt x="27" y="323"/>
                    </a:moveTo>
                    <a:cubicBezTo>
                      <a:pt x="10" y="343"/>
                      <a:pt x="0" y="357"/>
                      <a:pt x="1" y="366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2" y="375"/>
                      <a:pt x="11" y="378"/>
                      <a:pt x="30" y="378"/>
                    </a:cubicBezTo>
                    <a:cubicBezTo>
                      <a:pt x="410" y="378"/>
                      <a:pt x="410" y="378"/>
                      <a:pt x="410" y="378"/>
                    </a:cubicBezTo>
                    <a:cubicBezTo>
                      <a:pt x="404" y="349"/>
                      <a:pt x="400" y="320"/>
                      <a:pt x="400" y="293"/>
                    </a:cubicBezTo>
                    <a:cubicBezTo>
                      <a:pt x="400" y="244"/>
                      <a:pt x="412" y="200"/>
                      <a:pt x="439" y="165"/>
                    </a:cubicBezTo>
                    <a:cubicBezTo>
                      <a:pt x="449" y="152"/>
                      <a:pt x="460" y="140"/>
                      <a:pt x="471" y="129"/>
                    </a:cubicBezTo>
                    <a:cubicBezTo>
                      <a:pt x="555" y="49"/>
                      <a:pt x="683" y="11"/>
                      <a:pt x="820" y="11"/>
                    </a:cubicBezTo>
                    <a:cubicBezTo>
                      <a:pt x="826" y="11"/>
                      <a:pt x="832" y="11"/>
                      <a:pt x="838" y="12"/>
                    </a:cubicBezTo>
                    <a:cubicBezTo>
                      <a:pt x="850" y="12"/>
                      <a:pt x="862" y="12"/>
                      <a:pt x="874" y="13"/>
                    </a:cubicBezTo>
                    <a:cubicBezTo>
                      <a:pt x="827" y="5"/>
                      <a:pt x="778" y="0"/>
                      <a:pt x="728" y="0"/>
                    </a:cubicBezTo>
                    <a:cubicBezTo>
                      <a:pt x="719" y="0"/>
                      <a:pt x="719" y="0"/>
                      <a:pt x="719" y="0"/>
                    </a:cubicBezTo>
                    <a:cubicBezTo>
                      <a:pt x="441" y="0"/>
                      <a:pt x="192" y="125"/>
                      <a:pt x="27" y="323"/>
                    </a:cubicBezTo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8" name="Freeform 11"/>
              <p:cNvSpPr>
                <a:spLocks noSelect="1"/>
              </p:cNvSpPr>
              <p:nvPr userDrawn="1"/>
            </p:nvSpPr>
            <p:spPr bwMode="gray">
              <a:xfrm>
                <a:off x="1076325" y="294005"/>
                <a:ext cx="358775" cy="353695"/>
              </a:xfrm>
              <a:custGeom>
                <a:avLst/>
                <a:gdLst>
                  <a:gd name="T0" fmla="*/ 0 w 1130"/>
                  <a:gd name="T1" fmla="*/ 282 h 1113"/>
                  <a:gd name="T2" fmla="*/ 738 w 1130"/>
                  <a:gd name="T3" fmla="*/ 375 h 1113"/>
                  <a:gd name="T4" fmla="*/ 910 w 1130"/>
                  <a:gd name="T5" fmla="*/ 637 h 1113"/>
                  <a:gd name="T6" fmla="*/ 913 w 1130"/>
                  <a:gd name="T7" fmla="*/ 645 h 1113"/>
                  <a:gd name="T8" fmla="*/ 824 w 1130"/>
                  <a:gd name="T9" fmla="*/ 1113 h 1113"/>
                  <a:gd name="T10" fmla="*/ 1094 w 1130"/>
                  <a:gd name="T11" fmla="*/ 428 h 1113"/>
                  <a:gd name="T12" fmla="*/ 1044 w 1130"/>
                  <a:gd name="T13" fmla="*/ 353 h 1113"/>
                  <a:gd name="T14" fmla="*/ 1040 w 1130"/>
                  <a:gd name="T15" fmla="*/ 348 h 1113"/>
                  <a:gd name="T16" fmla="*/ 1034 w 1130"/>
                  <a:gd name="T17" fmla="*/ 339 h 1113"/>
                  <a:gd name="T18" fmla="*/ 1030 w 1130"/>
                  <a:gd name="T19" fmla="*/ 334 h 1113"/>
                  <a:gd name="T20" fmla="*/ 1007 w 1130"/>
                  <a:gd name="T21" fmla="*/ 306 h 1113"/>
                  <a:gd name="T22" fmla="*/ 1003 w 1130"/>
                  <a:gd name="T23" fmla="*/ 301 h 1113"/>
                  <a:gd name="T24" fmla="*/ 995 w 1130"/>
                  <a:gd name="T25" fmla="*/ 293 h 1113"/>
                  <a:gd name="T26" fmla="*/ 974 w 1130"/>
                  <a:gd name="T27" fmla="*/ 270 h 1113"/>
                  <a:gd name="T28" fmla="*/ 967 w 1130"/>
                  <a:gd name="T29" fmla="*/ 262 h 1113"/>
                  <a:gd name="T30" fmla="*/ 962 w 1130"/>
                  <a:gd name="T31" fmla="*/ 257 h 1113"/>
                  <a:gd name="T32" fmla="*/ 937 w 1130"/>
                  <a:gd name="T33" fmla="*/ 233 h 1113"/>
                  <a:gd name="T34" fmla="*/ 932 w 1130"/>
                  <a:gd name="T35" fmla="*/ 228 h 1113"/>
                  <a:gd name="T36" fmla="*/ 924 w 1130"/>
                  <a:gd name="T37" fmla="*/ 221 h 1113"/>
                  <a:gd name="T38" fmla="*/ 919 w 1130"/>
                  <a:gd name="T39" fmla="*/ 216 h 1113"/>
                  <a:gd name="T40" fmla="*/ 901 w 1130"/>
                  <a:gd name="T41" fmla="*/ 201 h 1113"/>
                  <a:gd name="T42" fmla="*/ 895 w 1130"/>
                  <a:gd name="T43" fmla="*/ 196 h 1113"/>
                  <a:gd name="T44" fmla="*/ 887 w 1130"/>
                  <a:gd name="T45" fmla="*/ 190 h 1113"/>
                  <a:gd name="T46" fmla="*/ 882 w 1130"/>
                  <a:gd name="T47" fmla="*/ 185 h 1113"/>
                  <a:gd name="T48" fmla="*/ 873 w 1130"/>
                  <a:gd name="T49" fmla="*/ 178 h 1113"/>
                  <a:gd name="T50" fmla="*/ 858 w 1130"/>
                  <a:gd name="T51" fmla="*/ 167 h 1113"/>
                  <a:gd name="T52" fmla="*/ 849 w 1130"/>
                  <a:gd name="T53" fmla="*/ 160 h 1113"/>
                  <a:gd name="T54" fmla="*/ 843 w 1130"/>
                  <a:gd name="T55" fmla="*/ 156 h 1113"/>
                  <a:gd name="T56" fmla="*/ 835 w 1130"/>
                  <a:gd name="T57" fmla="*/ 150 h 1113"/>
                  <a:gd name="T58" fmla="*/ 829 w 1130"/>
                  <a:gd name="T59" fmla="*/ 146 h 1113"/>
                  <a:gd name="T60" fmla="*/ 809 w 1130"/>
                  <a:gd name="T61" fmla="*/ 133 h 1113"/>
                  <a:gd name="T62" fmla="*/ 803 w 1130"/>
                  <a:gd name="T63" fmla="*/ 129 h 1113"/>
                  <a:gd name="T64" fmla="*/ 794 w 1130"/>
                  <a:gd name="T65" fmla="*/ 124 h 1113"/>
                  <a:gd name="T66" fmla="*/ 788 w 1130"/>
                  <a:gd name="T67" fmla="*/ 120 h 1113"/>
                  <a:gd name="T68" fmla="*/ 768 w 1130"/>
                  <a:gd name="T69" fmla="*/ 108 h 1113"/>
                  <a:gd name="T70" fmla="*/ 762 w 1130"/>
                  <a:gd name="T71" fmla="*/ 104 h 1113"/>
                  <a:gd name="T72" fmla="*/ 753 w 1130"/>
                  <a:gd name="T73" fmla="*/ 99 h 1113"/>
                  <a:gd name="T74" fmla="*/ 746 w 1130"/>
                  <a:gd name="T75" fmla="*/ 96 h 1113"/>
                  <a:gd name="T76" fmla="*/ 720 w 1130"/>
                  <a:gd name="T77" fmla="*/ 82 h 1113"/>
                  <a:gd name="T78" fmla="*/ 713 w 1130"/>
                  <a:gd name="T79" fmla="*/ 79 h 1113"/>
                  <a:gd name="T80" fmla="*/ 704 w 1130"/>
                  <a:gd name="T81" fmla="*/ 75 h 1113"/>
                  <a:gd name="T82" fmla="*/ 697 w 1130"/>
                  <a:gd name="T83" fmla="*/ 72 h 1113"/>
                  <a:gd name="T84" fmla="*/ 675 w 1130"/>
                  <a:gd name="T85" fmla="*/ 62 h 1113"/>
                  <a:gd name="T86" fmla="*/ 669 w 1130"/>
                  <a:gd name="T87" fmla="*/ 59 h 1113"/>
                  <a:gd name="T88" fmla="*/ 659 w 1130"/>
                  <a:gd name="T89" fmla="*/ 55 h 1113"/>
                  <a:gd name="T90" fmla="*/ 653 w 1130"/>
                  <a:gd name="T91" fmla="*/ 52 h 1113"/>
                  <a:gd name="T92" fmla="*/ 619 w 1130"/>
                  <a:gd name="T93" fmla="*/ 40 h 1113"/>
                  <a:gd name="T94" fmla="*/ 612 w 1130"/>
                  <a:gd name="T95" fmla="*/ 38 h 1113"/>
                  <a:gd name="T96" fmla="*/ 602 w 1130"/>
                  <a:gd name="T97" fmla="*/ 34 h 1113"/>
                  <a:gd name="T98" fmla="*/ 595 w 1130"/>
                  <a:gd name="T99" fmla="*/ 32 h 1113"/>
                  <a:gd name="T100" fmla="*/ 566 w 1130"/>
                  <a:gd name="T101" fmla="*/ 23 h 1113"/>
                  <a:gd name="T102" fmla="*/ 559 w 1130"/>
                  <a:gd name="T103" fmla="*/ 21 h 1113"/>
                  <a:gd name="T104" fmla="*/ 549 w 1130"/>
                  <a:gd name="T105" fmla="*/ 18 h 1113"/>
                  <a:gd name="T106" fmla="*/ 542 w 1130"/>
                  <a:gd name="T107" fmla="*/ 17 h 1113"/>
                  <a:gd name="T108" fmla="*/ 518 w 1130"/>
                  <a:gd name="T109" fmla="*/ 11 h 1113"/>
                  <a:gd name="T110" fmla="*/ 511 w 1130"/>
                  <a:gd name="T111" fmla="*/ 9 h 1113"/>
                  <a:gd name="T112" fmla="*/ 501 w 1130"/>
                  <a:gd name="T113" fmla="*/ 7 h 1113"/>
                  <a:gd name="T114" fmla="*/ 493 w 1130"/>
                  <a:gd name="T115" fmla="*/ 6 h 1113"/>
                  <a:gd name="T116" fmla="*/ 482 w 1130"/>
                  <a:gd name="T117" fmla="*/ 4 h 1113"/>
                  <a:gd name="T118" fmla="*/ 474 w 1130"/>
                  <a:gd name="T119" fmla="*/ 2 h 1113"/>
                  <a:gd name="T120" fmla="*/ 71 w 1130"/>
                  <a:gd name="T121" fmla="*/ 118 h 1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30" h="1113">
                    <a:moveTo>
                      <a:pt x="71" y="118"/>
                    </a:moveTo>
                    <a:cubicBezTo>
                      <a:pt x="60" y="129"/>
                      <a:pt x="49" y="141"/>
                      <a:pt x="39" y="154"/>
                    </a:cubicBezTo>
                    <a:cubicBezTo>
                      <a:pt x="12" y="189"/>
                      <a:pt x="0" y="233"/>
                      <a:pt x="0" y="282"/>
                    </a:cubicBezTo>
                    <a:cubicBezTo>
                      <a:pt x="0" y="309"/>
                      <a:pt x="4" y="338"/>
                      <a:pt x="10" y="367"/>
                    </a:cubicBezTo>
                    <a:cubicBezTo>
                      <a:pt x="712" y="367"/>
                      <a:pt x="712" y="367"/>
                      <a:pt x="712" y="367"/>
                    </a:cubicBezTo>
                    <a:cubicBezTo>
                      <a:pt x="720" y="367"/>
                      <a:pt x="730" y="370"/>
                      <a:pt x="738" y="375"/>
                    </a:cubicBezTo>
                    <a:cubicBezTo>
                      <a:pt x="745" y="380"/>
                      <a:pt x="752" y="385"/>
                      <a:pt x="756" y="391"/>
                    </a:cubicBezTo>
                    <a:cubicBezTo>
                      <a:pt x="904" y="622"/>
                      <a:pt x="904" y="622"/>
                      <a:pt x="904" y="622"/>
                    </a:cubicBezTo>
                    <a:cubicBezTo>
                      <a:pt x="907" y="626"/>
                      <a:pt x="909" y="632"/>
                      <a:pt x="910" y="637"/>
                    </a:cubicBezTo>
                    <a:cubicBezTo>
                      <a:pt x="912" y="644"/>
                      <a:pt x="912" y="644"/>
                      <a:pt x="912" y="644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4" y="652"/>
                      <a:pt x="915" y="660"/>
                      <a:pt x="914" y="666"/>
                    </a:cubicBezTo>
                    <a:cubicBezTo>
                      <a:pt x="914" y="674"/>
                      <a:pt x="914" y="674"/>
                      <a:pt x="914" y="674"/>
                    </a:cubicBezTo>
                    <a:cubicBezTo>
                      <a:pt x="824" y="1113"/>
                      <a:pt x="824" y="1113"/>
                      <a:pt x="824" y="1113"/>
                    </a:cubicBezTo>
                    <a:cubicBezTo>
                      <a:pt x="906" y="1074"/>
                      <a:pt x="976" y="1020"/>
                      <a:pt x="1020" y="965"/>
                    </a:cubicBezTo>
                    <a:cubicBezTo>
                      <a:pt x="1093" y="875"/>
                      <a:pt x="1130" y="757"/>
                      <a:pt x="1130" y="634"/>
                    </a:cubicBezTo>
                    <a:cubicBezTo>
                      <a:pt x="1130" y="565"/>
                      <a:pt x="1119" y="495"/>
                      <a:pt x="1094" y="428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77" y="399"/>
                      <a:pt x="1061" y="376"/>
                      <a:pt x="1044" y="353"/>
                    </a:cubicBezTo>
                    <a:cubicBezTo>
                      <a:pt x="1044" y="353"/>
                      <a:pt x="1044" y="353"/>
                      <a:pt x="1044" y="353"/>
                    </a:cubicBezTo>
                    <a:cubicBezTo>
                      <a:pt x="1041" y="349"/>
                      <a:pt x="1041" y="349"/>
                      <a:pt x="1041" y="349"/>
                    </a:cubicBezTo>
                    <a:cubicBezTo>
                      <a:pt x="1040" y="348"/>
                      <a:pt x="1040" y="348"/>
                      <a:pt x="1040" y="348"/>
                    </a:cubicBezTo>
                    <a:cubicBezTo>
                      <a:pt x="1037" y="344"/>
                      <a:pt x="1037" y="344"/>
                      <a:pt x="1037" y="344"/>
                    </a:cubicBezTo>
                    <a:cubicBezTo>
                      <a:pt x="1037" y="343"/>
                      <a:pt x="1037" y="343"/>
                      <a:pt x="1037" y="343"/>
                    </a:cubicBezTo>
                    <a:cubicBezTo>
                      <a:pt x="1034" y="339"/>
                      <a:pt x="1034" y="339"/>
                      <a:pt x="1034" y="339"/>
                    </a:cubicBezTo>
                    <a:cubicBezTo>
                      <a:pt x="1033" y="338"/>
                      <a:pt x="1033" y="338"/>
                      <a:pt x="1033" y="338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23" y="326"/>
                      <a:pt x="1017" y="318"/>
                      <a:pt x="1011" y="311"/>
                    </a:cubicBezTo>
                    <a:cubicBezTo>
                      <a:pt x="1011" y="311"/>
                      <a:pt x="1011" y="311"/>
                      <a:pt x="1011" y="311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3" y="302"/>
                      <a:pt x="1003" y="302"/>
                      <a:pt x="1003" y="302"/>
                    </a:cubicBezTo>
                    <a:cubicBezTo>
                      <a:pt x="1003" y="301"/>
                      <a:pt x="1003" y="301"/>
                      <a:pt x="1003" y="301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88" y="285"/>
                      <a:pt x="982" y="278"/>
                      <a:pt x="975" y="271"/>
                    </a:cubicBezTo>
                    <a:cubicBezTo>
                      <a:pt x="974" y="270"/>
                      <a:pt x="974" y="270"/>
                      <a:pt x="974" y="270"/>
                    </a:cubicBezTo>
                    <a:cubicBezTo>
                      <a:pt x="971" y="266"/>
                      <a:pt x="971" y="266"/>
                      <a:pt x="971" y="266"/>
                    </a:cubicBezTo>
                    <a:cubicBezTo>
                      <a:pt x="970" y="266"/>
                      <a:pt x="970" y="266"/>
                      <a:pt x="970" y="266"/>
                    </a:cubicBezTo>
                    <a:cubicBezTo>
                      <a:pt x="967" y="262"/>
                      <a:pt x="967" y="262"/>
                      <a:pt x="967" y="262"/>
                    </a:cubicBezTo>
                    <a:cubicBezTo>
                      <a:pt x="966" y="262"/>
                      <a:pt x="966" y="262"/>
                      <a:pt x="966" y="262"/>
                    </a:cubicBezTo>
                    <a:cubicBezTo>
                      <a:pt x="963" y="258"/>
                      <a:pt x="963" y="258"/>
                      <a:pt x="963" y="258"/>
                    </a:cubicBezTo>
                    <a:cubicBezTo>
                      <a:pt x="962" y="257"/>
                      <a:pt x="962" y="257"/>
                      <a:pt x="962" y="257"/>
                    </a:cubicBezTo>
                    <a:cubicBezTo>
                      <a:pt x="958" y="254"/>
                      <a:pt x="958" y="254"/>
                      <a:pt x="958" y="254"/>
                    </a:cubicBezTo>
                    <a:cubicBezTo>
                      <a:pt x="958" y="253"/>
                      <a:pt x="958" y="253"/>
                      <a:pt x="958" y="253"/>
                    </a:cubicBezTo>
                    <a:cubicBezTo>
                      <a:pt x="951" y="246"/>
                      <a:pt x="944" y="239"/>
                      <a:pt x="937" y="233"/>
                    </a:cubicBezTo>
                    <a:cubicBezTo>
                      <a:pt x="936" y="232"/>
                      <a:pt x="936" y="232"/>
                      <a:pt x="936" y="232"/>
                    </a:cubicBezTo>
                    <a:cubicBezTo>
                      <a:pt x="932" y="229"/>
                      <a:pt x="932" y="229"/>
                      <a:pt x="932" y="229"/>
                    </a:cubicBezTo>
                    <a:cubicBezTo>
                      <a:pt x="932" y="228"/>
                      <a:pt x="932" y="228"/>
                      <a:pt x="932" y="228"/>
                    </a:cubicBezTo>
                    <a:cubicBezTo>
                      <a:pt x="928" y="225"/>
                      <a:pt x="928" y="225"/>
                      <a:pt x="928" y="225"/>
                    </a:cubicBezTo>
                    <a:cubicBezTo>
                      <a:pt x="927" y="224"/>
                      <a:pt x="927" y="224"/>
                      <a:pt x="927" y="224"/>
                    </a:cubicBezTo>
                    <a:cubicBezTo>
                      <a:pt x="924" y="221"/>
                      <a:pt x="924" y="221"/>
                      <a:pt x="924" y="221"/>
                    </a:cubicBezTo>
                    <a:cubicBezTo>
                      <a:pt x="923" y="220"/>
                      <a:pt x="923" y="220"/>
                      <a:pt x="923" y="220"/>
                    </a:cubicBezTo>
                    <a:cubicBezTo>
                      <a:pt x="919" y="217"/>
                      <a:pt x="919" y="217"/>
                      <a:pt x="919" y="217"/>
                    </a:cubicBezTo>
                    <a:cubicBezTo>
                      <a:pt x="919" y="216"/>
                      <a:pt x="919" y="216"/>
                      <a:pt x="919" y="216"/>
                    </a:cubicBezTo>
                    <a:cubicBezTo>
                      <a:pt x="914" y="213"/>
                      <a:pt x="914" y="213"/>
                      <a:pt x="914" y="213"/>
                    </a:cubicBezTo>
                    <a:cubicBezTo>
                      <a:pt x="914" y="212"/>
                      <a:pt x="914" y="212"/>
                      <a:pt x="914" y="212"/>
                    </a:cubicBezTo>
                    <a:cubicBezTo>
                      <a:pt x="901" y="201"/>
                      <a:pt x="901" y="201"/>
                      <a:pt x="901" y="201"/>
                    </a:cubicBezTo>
                    <a:cubicBezTo>
                      <a:pt x="900" y="200"/>
                      <a:pt x="900" y="200"/>
                      <a:pt x="900" y="200"/>
                    </a:cubicBezTo>
                    <a:cubicBezTo>
                      <a:pt x="896" y="197"/>
                      <a:pt x="896" y="197"/>
                      <a:pt x="896" y="197"/>
                    </a:cubicBezTo>
                    <a:cubicBezTo>
                      <a:pt x="895" y="196"/>
                      <a:pt x="895" y="196"/>
                      <a:pt x="895" y="196"/>
                    </a:cubicBezTo>
                    <a:cubicBezTo>
                      <a:pt x="892" y="193"/>
                      <a:pt x="892" y="193"/>
                      <a:pt x="892" y="193"/>
                    </a:cubicBezTo>
                    <a:cubicBezTo>
                      <a:pt x="891" y="193"/>
                      <a:pt x="891" y="193"/>
                      <a:pt x="891" y="193"/>
                    </a:cubicBezTo>
                    <a:cubicBezTo>
                      <a:pt x="887" y="190"/>
                      <a:pt x="887" y="190"/>
                      <a:pt x="887" y="190"/>
                    </a:cubicBezTo>
                    <a:cubicBezTo>
                      <a:pt x="886" y="189"/>
                      <a:pt x="886" y="189"/>
                      <a:pt x="886" y="189"/>
                    </a:cubicBezTo>
                    <a:cubicBezTo>
                      <a:pt x="883" y="186"/>
                      <a:pt x="883" y="186"/>
                      <a:pt x="883" y="186"/>
                    </a:cubicBezTo>
                    <a:cubicBezTo>
                      <a:pt x="882" y="185"/>
                      <a:pt x="882" y="185"/>
                      <a:pt x="882" y="185"/>
                    </a:cubicBezTo>
                    <a:cubicBezTo>
                      <a:pt x="878" y="182"/>
                      <a:pt x="878" y="182"/>
                      <a:pt x="878" y="182"/>
                    </a:cubicBezTo>
                    <a:cubicBezTo>
                      <a:pt x="877" y="182"/>
                      <a:pt x="877" y="182"/>
                      <a:pt x="877" y="182"/>
                    </a:cubicBezTo>
                    <a:cubicBezTo>
                      <a:pt x="873" y="178"/>
                      <a:pt x="873" y="178"/>
                      <a:pt x="873" y="178"/>
                    </a:cubicBezTo>
                    <a:cubicBezTo>
                      <a:pt x="872" y="178"/>
                      <a:pt x="872" y="178"/>
                      <a:pt x="872" y="178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4" y="164"/>
                      <a:pt x="854" y="164"/>
                      <a:pt x="854" y="164"/>
                    </a:cubicBezTo>
                    <a:cubicBezTo>
                      <a:pt x="853" y="163"/>
                      <a:pt x="853" y="163"/>
                      <a:pt x="853" y="163"/>
                    </a:cubicBezTo>
                    <a:cubicBezTo>
                      <a:pt x="849" y="160"/>
                      <a:pt x="849" y="160"/>
                      <a:pt x="849" y="160"/>
                    </a:cubicBezTo>
                    <a:cubicBezTo>
                      <a:pt x="848" y="160"/>
                      <a:pt x="848" y="160"/>
                      <a:pt x="848" y="160"/>
                    </a:cubicBezTo>
                    <a:cubicBezTo>
                      <a:pt x="844" y="157"/>
                      <a:pt x="844" y="157"/>
                      <a:pt x="844" y="157"/>
                    </a:cubicBezTo>
                    <a:cubicBezTo>
                      <a:pt x="843" y="156"/>
                      <a:pt x="843" y="156"/>
                      <a:pt x="843" y="156"/>
                    </a:cubicBezTo>
                    <a:cubicBezTo>
                      <a:pt x="839" y="154"/>
                      <a:pt x="839" y="154"/>
                      <a:pt x="839" y="154"/>
                    </a:cubicBezTo>
                    <a:cubicBezTo>
                      <a:pt x="838" y="153"/>
                      <a:pt x="838" y="153"/>
                      <a:pt x="838" y="153"/>
                    </a:cubicBezTo>
                    <a:cubicBezTo>
                      <a:pt x="835" y="150"/>
                      <a:pt x="835" y="150"/>
                      <a:pt x="835" y="150"/>
                    </a:cubicBezTo>
                    <a:cubicBezTo>
                      <a:pt x="833" y="149"/>
                      <a:pt x="833" y="149"/>
                      <a:pt x="833" y="149"/>
                    </a:cubicBezTo>
                    <a:cubicBezTo>
                      <a:pt x="829" y="147"/>
                      <a:pt x="829" y="147"/>
                      <a:pt x="829" y="147"/>
                    </a:cubicBezTo>
                    <a:cubicBezTo>
                      <a:pt x="829" y="146"/>
                      <a:pt x="829" y="146"/>
                      <a:pt x="829" y="146"/>
                    </a:cubicBezTo>
                    <a:cubicBezTo>
                      <a:pt x="814" y="136"/>
                      <a:pt x="814" y="136"/>
                      <a:pt x="814" y="136"/>
                    </a:cubicBezTo>
                    <a:cubicBezTo>
                      <a:pt x="813" y="136"/>
                      <a:pt x="813" y="136"/>
                      <a:pt x="813" y="136"/>
                    </a:cubicBezTo>
                    <a:cubicBezTo>
                      <a:pt x="809" y="133"/>
                      <a:pt x="809" y="133"/>
                      <a:pt x="809" y="133"/>
                    </a:cubicBezTo>
                    <a:cubicBezTo>
                      <a:pt x="808" y="132"/>
                      <a:pt x="808" y="132"/>
                      <a:pt x="808" y="132"/>
                    </a:cubicBezTo>
                    <a:cubicBezTo>
                      <a:pt x="804" y="130"/>
                      <a:pt x="804" y="130"/>
                      <a:pt x="804" y="130"/>
                    </a:cubicBezTo>
                    <a:cubicBezTo>
                      <a:pt x="803" y="129"/>
                      <a:pt x="803" y="129"/>
                      <a:pt x="803" y="129"/>
                    </a:cubicBezTo>
                    <a:cubicBezTo>
                      <a:pt x="799" y="127"/>
                      <a:pt x="799" y="127"/>
                      <a:pt x="799" y="127"/>
                    </a:cubicBezTo>
                    <a:cubicBezTo>
                      <a:pt x="798" y="126"/>
                      <a:pt x="798" y="126"/>
                      <a:pt x="798" y="126"/>
                    </a:cubicBezTo>
                    <a:cubicBezTo>
                      <a:pt x="794" y="124"/>
                      <a:pt x="794" y="124"/>
                      <a:pt x="794" y="124"/>
                    </a:cubicBezTo>
                    <a:cubicBezTo>
                      <a:pt x="793" y="123"/>
                      <a:pt x="793" y="123"/>
                      <a:pt x="793" y="123"/>
                    </a:cubicBezTo>
                    <a:cubicBezTo>
                      <a:pt x="789" y="121"/>
                      <a:pt x="789" y="121"/>
                      <a:pt x="789" y="121"/>
                    </a:cubicBezTo>
                    <a:cubicBezTo>
                      <a:pt x="788" y="120"/>
                      <a:pt x="788" y="120"/>
                      <a:pt x="788" y="120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68" y="108"/>
                      <a:pt x="768" y="108"/>
                      <a:pt x="768" y="108"/>
                    </a:cubicBezTo>
                    <a:cubicBezTo>
                      <a:pt x="767" y="108"/>
                      <a:pt x="767" y="108"/>
                      <a:pt x="767" y="108"/>
                    </a:cubicBezTo>
                    <a:cubicBezTo>
                      <a:pt x="763" y="105"/>
                      <a:pt x="763" y="105"/>
                      <a:pt x="763" y="105"/>
                    </a:cubicBezTo>
                    <a:cubicBezTo>
                      <a:pt x="762" y="104"/>
                      <a:pt x="762" y="104"/>
                      <a:pt x="762" y="104"/>
                    </a:cubicBezTo>
                    <a:cubicBezTo>
                      <a:pt x="758" y="102"/>
                      <a:pt x="758" y="102"/>
                      <a:pt x="758" y="102"/>
                    </a:cubicBezTo>
                    <a:cubicBezTo>
                      <a:pt x="756" y="102"/>
                      <a:pt x="756" y="102"/>
                      <a:pt x="756" y="102"/>
                    </a:cubicBezTo>
                    <a:cubicBezTo>
                      <a:pt x="753" y="99"/>
                      <a:pt x="753" y="99"/>
                      <a:pt x="753" y="99"/>
                    </a:cubicBezTo>
                    <a:cubicBezTo>
                      <a:pt x="751" y="99"/>
                      <a:pt x="751" y="99"/>
                      <a:pt x="751" y="99"/>
                    </a:cubicBezTo>
                    <a:cubicBezTo>
                      <a:pt x="747" y="97"/>
                      <a:pt x="747" y="97"/>
                      <a:pt x="747" y="97"/>
                    </a:cubicBezTo>
                    <a:cubicBezTo>
                      <a:pt x="746" y="96"/>
                      <a:pt x="746" y="96"/>
                      <a:pt x="746" y="96"/>
                    </a:cubicBezTo>
                    <a:cubicBezTo>
                      <a:pt x="742" y="94"/>
                      <a:pt x="742" y="94"/>
                      <a:pt x="742" y="94"/>
                    </a:cubicBezTo>
                    <a:cubicBezTo>
                      <a:pt x="741" y="93"/>
                      <a:pt x="741" y="93"/>
                      <a:pt x="741" y="93"/>
                    </a:cubicBezTo>
                    <a:cubicBezTo>
                      <a:pt x="734" y="90"/>
                      <a:pt x="727" y="86"/>
                      <a:pt x="720" y="82"/>
                    </a:cubicBezTo>
                    <a:cubicBezTo>
                      <a:pt x="719" y="82"/>
                      <a:pt x="719" y="82"/>
                      <a:pt x="719" y="82"/>
                    </a:cubicBezTo>
                    <a:cubicBezTo>
                      <a:pt x="714" y="80"/>
                      <a:pt x="714" y="80"/>
                      <a:pt x="714" y="80"/>
                    </a:cubicBezTo>
                    <a:cubicBezTo>
                      <a:pt x="713" y="79"/>
                      <a:pt x="713" y="79"/>
                      <a:pt x="713" y="79"/>
                    </a:cubicBezTo>
                    <a:cubicBezTo>
                      <a:pt x="709" y="77"/>
                      <a:pt x="709" y="77"/>
                      <a:pt x="709" y="77"/>
                    </a:cubicBezTo>
                    <a:cubicBezTo>
                      <a:pt x="708" y="77"/>
                      <a:pt x="708" y="77"/>
                      <a:pt x="708" y="77"/>
                    </a:cubicBezTo>
                    <a:cubicBezTo>
                      <a:pt x="704" y="75"/>
                      <a:pt x="704" y="75"/>
                      <a:pt x="704" y="75"/>
                    </a:cubicBezTo>
                    <a:cubicBezTo>
                      <a:pt x="703" y="74"/>
                      <a:pt x="703" y="74"/>
                      <a:pt x="703" y="74"/>
                    </a:cubicBezTo>
                    <a:cubicBezTo>
                      <a:pt x="698" y="72"/>
                      <a:pt x="698" y="72"/>
                      <a:pt x="698" y="72"/>
                    </a:cubicBezTo>
                    <a:cubicBezTo>
                      <a:pt x="697" y="72"/>
                      <a:pt x="697" y="72"/>
                      <a:pt x="697" y="72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87" y="67"/>
                      <a:pt x="681" y="64"/>
                      <a:pt x="675" y="62"/>
                    </a:cubicBezTo>
                    <a:cubicBezTo>
                      <a:pt x="675" y="62"/>
                      <a:pt x="675" y="62"/>
                      <a:pt x="675" y="62"/>
                    </a:cubicBezTo>
                    <a:cubicBezTo>
                      <a:pt x="670" y="60"/>
                      <a:pt x="670" y="60"/>
                      <a:pt x="670" y="60"/>
                    </a:cubicBezTo>
                    <a:cubicBezTo>
                      <a:pt x="669" y="59"/>
                      <a:pt x="669" y="59"/>
                      <a:pt x="669" y="59"/>
                    </a:cubicBezTo>
                    <a:cubicBezTo>
                      <a:pt x="665" y="57"/>
                      <a:pt x="665" y="57"/>
                      <a:pt x="665" y="57"/>
                    </a:cubicBezTo>
                    <a:cubicBezTo>
                      <a:pt x="664" y="57"/>
                      <a:pt x="664" y="57"/>
                      <a:pt x="664" y="57"/>
                    </a:cubicBezTo>
                    <a:cubicBezTo>
                      <a:pt x="659" y="55"/>
                      <a:pt x="659" y="55"/>
                      <a:pt x="659" y="55"/>
                    </a:cubicBezTo>
                    <a:cubicBezTo>
                      <a:pt x="658" y="55"/>
                      <a:pt x="658" y="55"/>
                      <a:pt x="658" y="55"/>
                    </a:cubicBezTo>
                    <a:cubicBezTo>
                      <a:pt x="654" y="53"/>
                      <a:pt x="654" y="53"/>
                      <a:pt x="654" y="53"/>
                    </a:cubicBezTo>
                    <a:cubicBezTo>
                      <a:pt x="653" y="52"/>
                      <a:pt x="653" y="52"/>
                      <a:pt x="653" y="52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38" y="47"/>
                      <a:pt x="628" y="43"/>
                      <a:pt x="619" y="40"/>
                    </a:cubicBezTo>
                    <a:cubicBezTo>
                      <a:pt x="618" y="40"/>
                      <a:pt x="618" y="40"/>
                      <a:pt x="618" y="40"/>
                    </a:cubicBezTo>
                    <a:cubicBezTo>
                      <a:pt x="613" y="38"/>
                      <a:pt x="613" y="38"/>
                      <a:pt x="613" y="38"/>
                    </a:cubicBezTo>
                    <a:cubicBezTo>
                      <a:pt x="612" y="38"/>
                      <a:pt x="612" y="38"/>
                      <a:pt x="612" y="38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2" y="34"/>
                      <a:pt x="602" y="34"/>
                      <a:pt x="602" y="34"/>
                    </a:cubicBezTo>
                    <a:cubicBezTo>
                      <a:pt x="601" y="34"/>
                      <a:pt x="601" y="34"/>
                      <a:pt x="601" y="34"/>
                    </a:cubicBezTo>
                    <a:cubicBezTo>
                      <a:pt x="596" y="32"/>
                      <a:pt x="596" y="32"/>
                      <a:pt x="596" y="32"/>
                    </a:cubicBezTo>
                    <a:cubicBezTo>
                      <a:pt x="595" y="32"/>
                      <a:pt x="595" y="32"/>
                      <a:pt x="595" y="32"/>
                    </a:cubicBezTo>
                    <a:cubicBezTo>
                      <a:pt x="587" y="29"/>
                      <a:pt x="580" y="27"/>
                      <a:pt x="572" y="25"/>
                    </a:cubicBezTo>
                    <a:cubicBezTo>
                      <a:pt x="571" y="25"/>
                      <a:pt x="571" y="25"/>
                      <a:pt x="571" y="25"/>
                    </a:cubicBezTo>
                    <a:cubicBezTo>
                      <a:pt x="566" y="23"/>
                      <a:pt x="566" y="23"/>
                      <a:pt x="566" y="23"/>
                    </a:cubicBezTo>
                    <a:cubicBezTo>
                      <a:pt x="565" y="23"/>
                      <a:pt x="565" y="23"/>
                      <a:pt x="565" y="23"/>
                    </a:cubicBezTo>
                    <a:cubicBezTo>
                      <a:pt x="560" y="22"/>
                      <a:pt x="560" y="22"/>
                      <a:pt x="560" y="22"/>
                    </a:cubicBezTo>
                    <a:cubicBezTo>
                      <a:pt x="559" y="21"/>
                      <a:pt x="559" y="21"/>
                      <a:pt x="559" y="21"/>
                    </a:cubicBezTo>
                    <a:cubicBezTo>
                      <a:pt x="555" y="20"/>
                      <a:pt x="555" y="20"/>
                      <a:pt x="555" y="20"/>
                    </a:cubicBezTo>
                    <a:cubicBezTo>
                      <a:pt x="553" y="20"/>
                      <a:pt x="553" y="20"/>
                      <a:pt x="553" y="20"/>
                    </a:cubicBezTo>
                    <a:cubicBezTo>
                      <a:pt x="549" y="18"/>
                      <a:pt x="549" y="18"/>
                      <a:pt x="549" y="18"/>
                    </a:cubicBezTo>
                    <a:cubicBezTo>
                      <a:pt x="548" y="18"/>
                      <a:pt x="548" y="18"/>
                      <a:pt x="548" y="18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0" y="14"/>
                      <a:pt x="524" y="12"/>
                      <a:pt x="518" y="11"/>
                    </a:cubicBezTo>
                    <a:cubicBezTo>
                      <a:pt x="517" y="11"/>
                      <a:pt x="517" y="11"/>
                      <a:pt x="517" y="11"/>
                    </a:cubicBezTo>
                    <a:cubicBezTo>
                      <a:pt x="512" y="10"/>
                      <a:pt x="512" y="10"/>
                      <a:pt x="512" y="10"/>
                    </a:cubicBezTo>
                    <a:cubicBezTo>
                      <a:pt x="511" y="9"/>
                      <a:pt x="511" y="9"/>
                      <a:pt x="511" y="9"/>
                    </a:cubicBezTo>
                    <a:cubicBezTo>
                      <a:pt x="506" y="8"/>
                      <a:pt x="506" y="8"/>
                      <a:pt x="506" y="8"/>
                    </a:cubicBezTo>
                    <a:cubicBezTo>
                      <a:pt x="505" y="8"/>
                      <a:pt x="505" y="8"/>
                      <a:pt x="505" y="8"/>
                    </a:cubicBezTo>
                    <a:cubicBezTo>
                      <a:pt x="501" y="7"/>
                      <a:pt x="501" y="7"/>
                      <a:pt x="501" y="7"/>
                    </a:cubicBezTo>
                    <a:cubicBezTo>
                      <a:pt x="499" y="7"/>
                      <a:pt x="499" y="7"/>
                      <a:pt x="499" y="7"/>
                    </a:cubicBezTo>
                    <a:cubicBezTo>
                      <a:pt x="495" y="6"/>
                      <a:pt x="495" y="6"/>
                      <a:pt x="495" y="6"/>
                    </a:cubicBezTo>
                    <a:cubicBezTo>
                      <a:pt x="493" y="6"/>
                      <a:pt x="493" y="6"/>
                      <a:pt x="493" y="6"/>
                    </a:cubicBezTo>
                    <a:cubicBezTo>
                      <a:pt x="489" y="5"/>
                      <a:pt x="489" y="5"/>
                      <a:pt x="489" y="5"/>
                    </a:cubicBezTo>
                    <a:cubicBezTo>
                      <a:pt x="487" y="4"/>
                      <a:pt x="487" y="4"/>
                      <a:pt x="487" y="4"/>
                    </a:cubicBezTo>
                    <a:cubicBezTo>
                      <a:pt x="482" y="4"/>
                      <a:pt x="482" y="4"/>
                      <a:pt x="482" y="4"/>
                    </a:cubicBezTo>
                    <a:cubicBezTo>
                      <a:pt x="481" y="3"/>
                      <a:pt x="481" y="3"/>
                      <a:pt x="481" y="3"/>
                    </a:cubicBezTo>
                    <a:cubicBezTo>
                      <a:pt x="475" y="2"/>
                      <a:pt x="475" y="2"/>
                      <a:pt x="475" y="2"/>
                    </a:cubicBezTo>
                    <a:cubicBezTo>
                      <a:pt x="474" y="2"/>
                      <a:pt x="474" y="2"/>
                      <a:pt x="474" y="2"/>
                    </a:cubicBezTo>
                    <a:cubicBezTo>
                      <a:pt x="462" y="1"/>
                      <a:pt x="450" y="1"/>
                      <a:pt x="438" y="1"/>
                    </a:cubicBezTo>
                    <a:cubicBezTo>
                      <a:pt x="432" y="0"/>
                      <a:pt x="426" y="0"/>
                      <a:pt x="420" y="0"/>
                    </a:cubicBezTo>
                    <a:cubicBezTo>
                      <a:pt x="283" y="0"/>
                      <a:pt x="155" y="38"/>
                      <a:pt x="71" y="118"/>
                    </a:cubicBezTo>
                  </a:path>
                </a:pathLst>
              </a:cu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708799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inhoud 8"/>
          <p:cNvSpPr>
            <a:spLocks noGrp="1" noSelect="1"/>
          </p:cNvSpPr>
          <p:nvPr>
            <p:ph sz="quarter" idx="13" hasCustomPrompt="1"/>
          </p:nvPr>
        </p:nvSpPr>
        <p:spPr bwMode="gray">
          <a:xfrm>
            <a:off x="6241534" y="1497600"/>
            <a:ext cx="5508000" cy="4032000"/>
          </a:xfrm>
        </p:spPr>
        <p:txBody>
          <a:bodyPr/>
          <a:lstStyle>
            <a:lvl4pPr>
              <a:spcAft>
                <a:spcPts val="1800"/>
              </a:spcAft>
              <a:defRPr/>
            </a:lvl4pPr>
          </a:lstStyle>
          <a:p>
            <a:pPr lvl="0"/>
            <a:r>
              <a:rPr lang="en-GB" noProof="1"/>
              <a:t>Klik om de modelstijlen te bewerken</a:t>
            </a:r>
          </a:p>
          <a:p>
            <a:pPr lvl="1"/>
            <a:r>
              <a:rPr lang="en-GB" noProof="1"/>
              <a:t>Tweede niveau</a:t>
            </a:r>
          </a:p>
          <a:p>
            <a:pPr lvl="2"/>
            <a:r>
              <a:rPr lang="en-GB" noProof="1"/>
              <a:t>Derde niveau</a:t>
            </a:r>
          </a:p>
          <a:p>
            <a:pPr lvl="3"/>
            <a:r>
              <a:rPr lang="en-GB" noProof="1"/>
              <a:t>Vierde niveau</a:t>
            </a:r>
          </a:p>
          <a:p>
            <a:pPr lvl="4"/>
            <a:r>
              <a:rPr lang="en-GB" noProof="1"/>
              <a:t>Vijfde niveau</a:t>
            </a:r>
          </a:p>
        </p:txBody>
      </p:sp>
      <p:sp>
        <p:nvSpPr>
          <p:cNvPr id="11" name="Tijdelijke aanduiding voor inhoud 10"/>
          <p:cNvSpPr>
            <a:spLocks noGrp="1" noSelect="1"/>
          </p:cNvSpPr>
          <p:nvPr>
            <p:ph sz="quarter" idx="14" hasCustomPrompt="1"/>
          </p:nvPr>
        </p:nvSpPr>
        <p:spPr bwMode="gray">
          <a:xfrm>
            <a:off x="445533" y="1497600"/>
            <a:ext cx="5508000" cy="4032000"/>
          </a:xfrm>
        </p:spPr>
        <p:txBody>
          <a:bodyPr/>
          <a:lstStyle>
            <a:lvl4pPr>
              <a:spcAft>
                <a:spcPts val="1800"/>
              </a:spcAft>
              <a:defRPr/>
            </a:lvl4pPr>
          </a:lstStyle>
          <a:p>
            <a:pPr lvl="0"/>
            <a:r>
              <a:rPr lang="en-GB" noProof="1"/>
              <a:t>Klik om de modelstijlen te bewerken</a:t>
            </a:r>
          </a:p>
          <a:p>
            <a:pPr lvl="1"/>
            <a:r>
              <a:rPr lang="en-GB" noProof="1"/>
              <a:t>Tweede niveau</a:t>
            </a:r>
          </a:p>
          <a:p>
            <a:pPr lvl="2"/>
            <a:r>
              <a:rPr lang="en-GB" noProof="1"/>
              <a:t>Derde niveau</a:t>
            </a:r>
          </a:p>
          <a:p>
            <a:pPr lvl="3"/>
            <a:r>
              <a:rPr lang="en-GB" noProof="1"/>
              <a:t>Vierde niveau</a:t>
            </a:r>
          </a:p>
          <a:p>
            <a:pPr lvl="4"/>
            <a:r>
              <a:rPr lang="en-GB" noProof="1"/>
              <a:t>Vijfde niveau</a:t>
            </a:r>
          </a:p>
        </p:txBody>
      </p:sp>
      <p:sp>
        <p:nvSpPr>
          <p:cNvPr id="4" name="Tijdelijke aanduiding voor dianummer 3"/>
          <p:cNvSpPr>
            <a:spLocks noGrp="1" noSelect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1336C48C-F87C-4E4B-81EF-5027B17D1F61}" type="slidenum">
              <a:rPr lang="en-GB" noProof="1" smtClean="0"/>
              <a:pPr/>
              <a:t>‹Nº›</a:t>
            </a:fld>
            <a:endParaRPr lang="en-GB" noProof="1"/>
          </a:p>
        </p:txBody>
      </p:sp>
      <p:sp>
        <p:nvSpPr>
          <p:cNvPr id="5" name="Titel 4"/>
          <p:cNvSpPr>
            <a:spLocks noGrp="1" noSelect="1"/>
          </p:cNvSpPr>
          <p:nvPr>
            <p:ph type="title" hasCustomPrompt="1"/>
          </p:nvPr>
        </p:nvSpPr>
        <p:spPr bwMode="gray">
          <a:xfrm>
            <a:off x="445534" y="246063"/>
            <a:ext cx="113040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</a:t>
            </a:r>
          </a:p>
        </p:txBody>
      </p:sp>
      <p:grpSp>
        <p:nvGrpSpPr>
          <p:cNvPr id="23" name="Group 4"/>
          <p:cNvGrpSpPr>
            <a:grpSpLocks noSelect="1" noChangeAspect="1"/>
          </p:cNvGrpSpPr>
          <p:nvPr userDrawn="1"/>
        </p:nvGrpSpPr>
        <p:grpSpPr bwMode="gray">
          <a:xfrm>
            <a:off x="380953" y="5843382"/>
            <a:ext cx="11424279" cy="12703"/>
            <a:chOff x="180" y="2760"/>
            <a:chExt cx="5398" cy="6"/>
          </a:xfrm>
        </p:grpSpPr>
        <p:sp>
          <p:nvSpPr>
            <p:cNvPr id="24" name="Freeform 6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  <p:sp>
          <p:nvSpPr>
            <p:cNvPr id="25" name="Rectangle 9"/>
            <p:cNvSpPr>
              <a:spLocks noSelect="1" noChangeArrowheads="1"/>
            </p:cNvSpPr>
            <p:nvPr/>
          </p:nvSpPr>
          <p:spPr bwMode="gray">
            <a:xfrm>
              <a:off x="180" y="2760"/>
              <a:ext cx="5398" cy="6"/>
            </a:xfrm>
            <a:prstGeom prst="rect">
              <a:avLst/>
            </a:prstGeom>
            <a:solidFill>
              <a:srgbClr val="EA650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  <p:sp>
          <p:nvSpPr>
            <p:cNvPr id="26" name="Freeform 10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</p:grpSp>
      <p:grpSp>
        <p:nvGrpSpPr>
          <p:cNvPr id="17" name="Group 4"/>
          <p:cNvGrpSpPr>
            <a:grpSpLocks noSelect="1" noChangeAspect="1"/>
          </p:cNvGrpSpPr>
          <p:nvPr userDrawn="1"/>
        </p:nvGrpSpPr>
        <p:grpSpPr bwMode="gray">
          <a:xfrm>
            <a:off x="985839" y="6148408"/>
            <a:ext cx="1103312" cy="336551"/>
            <a:chOff x="621" y="3873"/>
            <a:chExt cx="695" cy="212"/>
          </a:xfrm>
        </p:grpSpPr>
        <p:sp>
          <p:nvSpPr>
            <p:cNvPr id="27" name="Freeform 5"/>
            <p:cNvSpPr>
              <a:spLocks noSelect="1"/>
            </p:cNvSpPr>
            <p:nvPr userDrawn="1"/>
          </p:nvSpPr>
          <p:spPr bwMode="gray">
            <a:xfrm>
              <a:off x="621" y="3873"/>
              <a:ext cx="515" cy="93"/>
            </a:xfrm>
            <a:custGeom>
              <a:avLst/>
              <a:gdLst/>
              <a:ahLst/>
              <a:cxnLst>
                <a:cxn ang="0">
                  <a:pos x="1955" y="422"/>
                </a:cxn>
                <a:cxn ang="0">
                  <a:pos x="1849" y="422"/>
                </a:cxn>
                <a:cxn ang="0">
                  <a:pos x="1738" y="576"/>
                </a:cxn>
                <a:cxn ang="0">
                  <a:pos x="103" y="639"/>
                </a:cxn>
                <a:cxn ang="0">
                  <a:pos x="287" y="374"/>
                </a:cxn>
                <a:cxn ang="0">
                  <a:pos x="377" y="653"/>
                </a:cxn>
                <a:cxn ang="0">
                  <a:pos x="234" y="182"/>
                </a:cxn>
                <a:cxn ang="0">
                  <a:pos x="79" y="193"/>
                </a:cxn>
                <a:cxn ang="0">
                  <a:pos x="0" y="639"/>
                </a:cxn>
                <a:cxn ang="0">
                  <a:pos x="2133" y="653"/>
                </a:cxn>
                <a:cxn ang="0">
                  <a:pos x="2249" y="276"/>
                </a:cxn>
                <a:cxn ang="0">
                  <a:pos x="2344" y="653"/>
                </a:cxn>
                <a:cxn ang="0">
                  <a:pos x="2434" y="359"/>
                </a:cxn>
                <a:cxn ang="0">
                  <a:pos x="2136" y="206"/>
                </a:cxn>
                <a:cxn ang="0">
                  <a:pos x="2044" y="206"/>
                </a:cxn>
                <a:cxn ang="0">
                  <a:pos x="2133" y="653"/>
                </a:cxn>
                <a:cxn ang="0">
                  <a:pos x="786" y="427"/>
                </a:cxn>
                <a:cxn ang="0">
                  <a:pos x="688" y="269"/>
                </a:cxn>
                <a:cxn ang="0">
                  <a:pos x="668" y="664"/>
                </a:cxn>
                <a:cxn ang="0">
                  <a:pos x="812" y="652"/>
                </a:cxn>
                <a:cxn ang="0">
                  <a:pos x="889" y="206"/>
                </a:cxn>
                <a:cxn ang="0">
                  <a:pos x="803" y="206"/>
                </a:cxn>
                <a:cxn ang="0">
                  <a:pos x="2733" y="269"/>
                </a:cxn>
                <a:cxn ang="0">
                  <a:pos x="2734" y="576"/>
                </a:cxn>
                <a:cxn ang="0">
                  <a:pos x="2713" y="182"/>
                </a:cxn>
                <a:cxn ang="0">
                  <a:pos x="2836" y="593"/>
                </a:cxn>
                <a:cxn ang="0">
                  <a:pos x="2921" y="652"/>
                </a:cxn>
                <a:cxn ang="0">
                  <a:pos x="2921" y="193"/>
                </a:cxn>
                <a:cxn ang="0">
                  <a:pos x="2842" y="247"/>
                </a:cxn>
                <a:cxn ang="0">
                  <a:pos x="1324" y="214"/>
                </a:cxn>
                <a:cxn ang="0">
                  <a:pos x="1414" y="653"/>
                </a:cxn>
                <a:cxn ang="0">
                  <a:pos x="1414" y="193"/>
                </a:cxn>
                <a:cxn ang="0">
                  <a:pos x="3045" y="22"/>
                </a:cxn>
                <a:cxn ang="0">
                  <a:pos x="3135" y="653"/>
                </a:cxn>
                <a:cxn ang="0">
                  <a:pos x="3135" y="2"/>
                </a:cxn>
                <a:cxn ang="0">
                  <a:pos x="1375" y="12"/>
                </a:cxn>
                <a:cxn ang="0">
                  <a:pos x="1436" y="73"/>
                </a:cxn>
                <a:cxn ang="0">
                  <a:pos x="1154" y="578"/>
                </a:cxn>
                <a:cxn ang="0">
                  <a:pos x="1207" y="276"/>
                </a:cxn>
                <a:cxn ang="0">
                  <a:pos x="1207" y="193"/>
                </a:cxn>
                <a:cxn ang="0">
                  <a:pos x="1097" y="57"/>
                </a:cxn>
                <a:cxn ang="0">
                  <a:pos x="1007" y="535"/>
                </a:cxn>
                <a:cxn ang="0">
                  <a:pos x="1227" y="635"/>
                </a:cxn>
                <a:cxn ang="0">
                  <a:pos x="3450" y="267"/>
                </a:cxn>
                <a:cxn ang="0">
                  <a:pos x="3458" y="664"/>
                </a:cxn>
                <a:cxn ang="0">
                  <a:pos x="3603" y="555"/>
                </a:cxn>
                <a:cxn ang="0">
                  <a:pos x="3346" y="460"/>
                </a:cxn>
                <a:cxn ang="0">
                  <a:pos x="3657" y="420"/>
                </a:cxn>
                <a:cxn ang="0">
                  <a:pos x="3458" y="664"/>
                </a:cxn>
              </a:cxnLst>
              <a:rect l="0" t="0" r="r" b="b"/>
              <a:pathLst>
                <a:path w="3657" h="664">
                  <a:moveTo>
                    <a:pt x="1517" y="422"/>
                  </a:moveTo>
                  <a:cubicBezTo>
                    <a:pt x="1517" y="287"/>
                    <a:pt x="1600" y="182"/>
                    <a:pt x="1736" y="182"/>
                  </a:cubicBezTo>
                  <a:cubicBezTo>
                    <a:pt x="1874" y="182"/>
                    <a:pt x="1955" y="286"/>
                    <a:pt x="1955" y="422"/>
                  </a:cubicBezTo>
                  <a:cubicBezTo>
                    <a:pt x="1955" y="564"/>
                    <a:pt x="1867" y="664"/>
                    <a:pt x="1735" y="664"/>
                  </a:cubicBezTo>
                  <a:cubicBezTo>
                    <a:pt x="1603" y="664"/>
                    <a:pt x="1517" y="564"/>
                    <a:pt x="1517" y="422"/>
                  </a:cubicBezTo>
                  <a:moveTo>
                    <a:pt x="1849" y="422"/>
                  </a:moveTo>
                  <a:cubicBezTo>
                    <a:pt x="1849" y="331"/>
                    <a:pt x="1804" y="270"/>
                    <a:pt x="1736" y="269"/>
                  </a:cubicBezTo>
                  <a:cubicBezTo>
                    <a:pt x="1666" y="270"/>
                    <a:pt x="1624" y="333"/>
                    <a:pt x="1624" y="422"/>
                  </a:cubicBezTo>
                  <a:cubicBezTo>
                    <a:pt x="1624" y="503"/>
                    <a:pt x="1661" y="576"/>
                    <a:pt x="1738" y="576"/>
                  </a:cubicBezTo>
                  <a:cubicBezTo>
                    <a:pt x="1806" y="576"/>
                    <a:pt x="1849" y="513"/>
                    <a:pt x="1849" y="422"/>
                  </a:cubicBezTo>
                  <a:moveTo>
                    <a:pt x="90" y="653"/>
                  </a:moveTo>
                  <a:cubicBezTo>
                    <a:pt x="97" y="653"/>
                    <a:pt x="103" y="647"/>
                    <a:pt x="103" y="639"/>
                  </a:cubicBezTo>
                  <a:cubicBezTo>
                    <a:pt x="103" y="410"/>
                    <a:pt x="103" y="410"/>
                    <a:pt x="103" y="410"/>
                  </a:cubicBezTo>
                  <a:cubicBezTo>
                    <a:pt x="103" y="322"/>
                    <a:pt x="152" y="276"/>
                    <a:pt x="206" y="276"/>
                  </a:cubicBezTo>
                  <a:cubicBezTo>
                    <a:pt x="247" y="276"/>
                    <a:pt x="287" y="299"/>
                    <a:pt x="287" y="374"/>
                  </a:cubicBezTo>
                  <a:cubicBezTo>
                    <a:pt x="287" y="639"/>
                    <a:pt x="287" y="639"/>
                    <a:pt x="287" y="639"/>
                  </a:cubicBezTo>
                  <a:cubicBezTo>
                    <a:pt x="287" y="647"/>
                    <a:pt x="293" y="653"/>
                    <a:pt x="300" y="653"/>
                  </a:cubicBezTo>
                  <a:cubicBezTo>
                    <a:pt x="377" y="653"/>
                    <a:pt x="377" y="653"/>
                    <a:pt x="377" y="653"/>
                  </a:cubicBezTo>
                  <a:cubicBezTo>
                    <a:pt x="384" y="653"/>
                    <a:pt x="390" y="647"/>
                    <a:pt x="390" y="639"/>
                  </a:cubicBezTo>
                  <a:cubicBezTo>
                    <a:pt x="390" y="359"/>
                    <a:pt x="390" y="359"/>
                    <a:pt x="390" y="359"/>
                  </a:cubicBezTo>
                  <a:cubicBezTo>
                    <a:pt x="390" y="234"/>
                    <a:pt x="321" y="182"/>
                    <a:pt x="234" y="182"/>
                  </a:cubicBezTo>
                  <a:cubicBezTo>
                    <a:pt x="178" y="182"/>
                    <a:pt x="127" y="215"/>
                    <a:pt x="96" y="252"/>
                  </a:cubicBezTo>
                  <a:cubicBezTo>
                    <a:pt x="92" y="206"/>
                    <a:pt x="92" y="206"/>
                    <a:pt x="92" y="206"/>
                  </a:cubicBezTo>
                  <a:cubicBezTo>
                    <a:pt x="91" y="199"/>
                    <a:pt x="85" y="193"/>
                    <a:pt x="79" y="193"/>
                  </a:cubicBezTo>
                  <a:cubicBezTo>
                    <a:pt x="13" y="193"/>
                    <a:pt x="13" y="193"/>
                    <a:pt x="13" y="193"/>
                  </a:cubicBezTo>
                  <a:cubicBezTo>
                    <a:pt x="6" y="193"/>
                    <a:pt x="0" y="199"/>
                    <a:pt x="0" y="206"/>
                  </a:cubicBezTo>
                  <a:cubicBezTo>
                    <a:pt x="0" y="639"/>
                    <a:pt x="0" y="639"/>
                    <a:pt x="0" y="639"/>
                  </a:cubicBezTo>
                  <a:cubicBezTo>
                    <a:pt x="0" y="647"/>
                    <a:pt x="6" y="653"/>
                    <a:pt x="13" y="653"/>
                  </a:cubicBezTo>
                  <a:lnTo>
                    <a:pt x="90" y="653"/>
                  </a:lnTo>
                  <a:close/>
                  <a:moveTo>
                    <a:pt x="2133" y="653"/>
                  </a:moveTo>
                  <a:cubicBezTo>
                    <a:pt x="2141" y="653"/>
                    <a:pt x="2147" y="647"/>
                    <a:pt x="2147" y="639"/>
                  </a:cubicBezTo>
                  <a:cubicBezTo>
                    <a:pt x="2147" y="410"/>
                    <a:pt x="2147" y="410"/>
                    <a:pt x="2147" y="410"/>
                  </a:cubicBezTo>
                  <a:cubicBezTo>
                    <a:pt x="2147" y="322"/>
                    <a:pt x="2196" y="276"/>
                    <a:pt x="2249" y="276"/>
                  </a:cubicBezTo>
                  <a:cubicBezTo>
                    <a:pt x="2291" y="276"/>
                    <a:pt x="2331" y="299"/>
                    <a:pt x="2331" y="374"/>
                  </a:cubicBezTo>
                  <a:cubicBezTo>
                    <a:pt x="2331" y="639"/>
                    <a:pt x="2331" y="639"/>
                    <a:pt x="2331" y="639"/>
                  </a:cubicBezTo>
                  <a:cubicBezTo>
                    <a:pt x="2331" y="647"/>
                    <a:pt x="2337" y="653"/>
                    <a:pt x="2344" y="653"/>
                  </a:cubicBezTo>
                  <a:cubicBezTo>
                    <a:pt x="2420" y="653"/>
                    <a:pt x="2420" y="653"/>
                    <a:pt x="2420" y="653"/>
                  </a:cubicBezTo>
                  <a:cubicBezTo>
                    <a:pt x="2428" y="653"/>
                    <a:pt x="2434" y="647"/>
                    <a:pt x="2434" y="639"/>
                  </a:cubicBezTo>
                  <a:cubicBezTo>
                    <a:pt x="2434" y="359"/>
                    <a:pt x="2434" y="359"/>
                    <a:pt x="2434" y="359"/>
                  </a:cubicBezTo>
                  <a:cubicBezTo>
                    <a:pt x="2434" y="234"/>
                    <a:pt x="2365" y="182"/>
                    <a:pt x="2278" y="182"/>
                  </a:cubicBezTo>
                  <a:cubicBezTo>
                    <a:pt x="2222" y="182"/>
                    <a:pt x="2170" y="215"/>
                    <a:pt x="2140" y="252"/>
                  </a:cubicBezTo>
                  <a:cubicBezTo>
                    <a:pt x="2136" y="206"/>
                    <a:pt x="2136" y="206"/>
                    <a:pt x="2136" y="206"/>
                  </a:cubicBezTo>
                  <a:cubicBezTo>
                    <a:pt x="2135" y="199"/>
                    <a:pt x="2129" y="193"/>
                    <a:pt x="2123" y="193"/>
                  </a:cubicBezTo>
                  <a:cubicBezTo>
                    <a:pt x="2057" y="193"/>
                    <a:pt x="2057" y="193"/>
                    <a:pt x="2057" y="193"/>
                  </a:cubicBezTo>
                  <a:cubicBezTo>
                    <a:pt x="2050" y="193"/>
                    <a:pt x="2044" y="199"/>
                    <a:pt x="2044" y="206"/>
                  </a:cubicBezTo>
                  <a:cubicBezTo>
                    <a:pt x="2044" y="639"/>
                    <a:pt x="2044" y="639"/>
                    <a:pt x="2044" y="639"/>
                  </a:cubicBezTo>
                  <a:cubicBezTo>
                    <a:pt x="2044" y="647"/>
                    <a:pt x="2050" y="653"/>
                    <a:pt x="2057" y="653"/>
                  </a:cubicBezTo>
                  <a:lnTo>
                    <a:pt x="2133" y="653"/>
                  </a:lnTo>
                  <a:close/>
                  <a:moveTo>
                    <a:pt x="688" y="269"/>
                  </a:moveTo>
                  <a:cubicBezTo>
                    <a:pt x="736" y="269"/>
                    <a:pt x="786" y="304"/>
                    <a:pt x="786" y="406"/>
                  </a:cubicBezTo>
                  <a:cubicBezTo>
                    <a:pt x="786" y="427"/>
                    <a:pt x="786" y="427"/>
                    <a:pt x="786" y="427"/>
                  </a:cubicBezTo>
                  <a:cubicBezTo>
                    <a:pt x="786" y="547"/>
                    <a:pt x="729" y="576"/>
                    <a:pt x="690" y="576"/>
                  </a:cubicBezTo>
                  <a:cubicBezTo>
                    <a:pt x="621" y="576"/>
                    <a:pt x="582" y="502"/>
                    <a:pt x="582" y="421"/>
                  </a:cubicBezTo>
                  <a:cubicBezTo>
                    <a:pt x="582" y="329"/>
                    <a:pt x="626" y="269"/>
                    <a:pt x="688" y="269"/>
                  </a:cubicBezTo>
                  <a:moveTo>
                    <a:pt x="669" y="182"/>
                  </a:moveTo>
                  <a:cubicBezTo>
                    <a:pt x="570" y="182"/>
                    <a:pt x="476" y="261"/>
                    <a:pt x="476" y="422"/>
                  </a:cubicBezTo>
                  <a:cubicBezTo>
                    <a:pt x="476" y="554"/>
                    <a:pt x="547" y="664"/>
                    <a:pt x="668" y="664"/>
                  </a:cubicBezTo>
                  <a:cubicBezTo>
                    <a:pt x="722" y="664"/>
                    <a:pt x="768" y="631"/>
                    <a:pt x="791" y="593"/>
                  </a:cubicBezTo>
                  <a:cubicBezTo>
                    <a:pt x="798" y="639"/>
                    <a:pt x="798" y="639"/>
                    <a:pt x="798" y="639"/>
                  </a:cubicBezTo>
                  <a:cubicBezTo>
                    <a:pt x="799" y="646"/>
                    <a:pt x="805" y="652"/>
                    <a:pt x="812" y="652"/>
                  </a:cubicBezTo>
                  <a:cubicBezTo>
                    <a:pt x="876" y="652"/>
                    <a:pt x="876" y="652"/>
                    <a:pt x="876" y="652"/>
                  </a:cubicBezTo>
                  <a:cubicBezTo>
                    <a:pt x="883" y="652"/>
                    <a:pt x="889" y="647"/>
                    <a:pt x="889" y="639"/>
                  </a:cubicBezTo>
                  <a:cubicBezTo>
                    <a:pt x="889" y="206"/>
                    <a:pt x="889" y="206"/>
                    <a:pt x="889" y="206"/>
                  </a:cubicBezTo>
                  <a:cubicBezTo>
                    <a:pt x="889" y="199"/>
                    <a:pt x="883" y="193"/>
                    <a:pt x="876" y="193"/>
                  </a:cubicBezTo>
                  <a:cubicBezTo>
                    <a:pt x="817" y="193"/>
                    <a:pt x="817" y="193"/>
                    <a:pt x="817" y="193"/>
                  </a:cubicBezTo>
                  <a:cubicBezTo>
                    <a:pt x="810" y="193"/>
                    <a:pt x="804" y="199"/>
                    <a:pt x="803" y="206"/>
                  </a:cubicBezTo>
                  <a:cubicBezTo>
                    <a:pt x="798" y="247"/>
                    <a:pt x="798" y="247"/>
                    <a:pt x="798" y="247"/>
                  </a:cubicBezTo>
                  <a:cubicBezTo>
                    <a:pt x="768" y="210"/>
                    <a:pt x="727" y="182"/>
                    <a:pt x="669" y="182"/>
                  </a:cubicBezTo>
                  <a:moveTo>
                    <a:pt x="2733" y="269"/>
                  </a:moveTo>
                  <a:cubicBezTo>
                    <a:pt x="2780" y="269"/>
                    <a:pt x="2830" y="304"/>
                    <a:pt x="2830" y="406"/>
                  </a:cubicBezTo>
                  <a:cubicBezTo>
                    <a:pt x="2830" y="427"/>
                    <a:pt x="2830" y="427"/>
                    <a:pt x="2830" y="427"/>
                  </a:cubicBezTo>
                  <a:cubicBezTo>
                    <a:pt x="2830" y="547"/>
                    <a:pt x="2773" y="576"/>
                    <a:pt x="2734" y="576"/>
                  </a:cubicBezTo>
                  <a:cubicBezTo>
                    <a:pt x="2665" y="576"/>
                    <a:pt x="2627" y="502"/>
                    <a:pt x="2627" y="421"/>
                  </a:cubicBezTo>
                  <a:cubicBezTo>
                    <a:pt x="2627" y="329"/>
                    <a:pt x="2670" y="269"/>
                    <a:pt x="2733" y="269"/>
                  </a:cubicBezTo>
                  <a:moveTo>
                    <a:pt x="2713" y="182"/>
                  </a:moveTo>
                  <a:cubicBezTo>
                    <a:pt x="2614" y="182"/>
                    <a:pt x="2520" y="261"/>
                    <a:pt x="2520" y="422"/>
                  </a:cubicBezTo>
                  <a:cubicBezTo>
                    <a:pt x="2520" y="554"/>
                    <a:pt x="2591" y="664"/>
                    <a:pt x="2713" y="664"/>
                  </a:cubicBezTo>
                  <a:cubicBezTo>
                    <a:pt x="2766" y="664"/>
                    <a:pt x="2813" y="631"/>
                    <a:pt x="2836" y="593"/>
                  </a:cubicBezTo>
                  <a:cubicBezTo>
                    <a:pt x="2843" y="639"/>
                    <a:pt x="2843" y="639"/>
                    <a:pt x="2843" y="639"/>
                  </a:cubicBezTo>
                  <a:cubicBezTo>
                    <a:pt x="2844" y="646"/>
                    <a:pt x="2850" y="652"/>
                    <a:pt x="2856" y="652"/>
                  </a:cubicBezTo>
                  <a:cubicBezTo>
                    <a:pt x="2921" y="652"/>
                    <a:pt x="2921" y="652"/>
                    <a:pt x="2921" y="652"/>
                  </a:cubicBezTo>
                  <a:cubicBezTo>
                    <a:pt x="2928" y="652"/>
                    <a:pt x="2934" y="647"/>
                    <a:pt x="2934" y="639"/>
                  </a:cubicBezTo>
                  <a:cubicBezTo>
                    <a:pt x="2934" y="206"/>
                    <a:pt x="2934" y="206"/>
                    <a:pt x="2934" y="206"/>
                  </a:cubicBezTo>
                  <a:cubicBezTo>
                    <a:pt x="2934" y="199"/>
                    <a:pt x="2928" y="193"/>
                    <a:pt x="2921" y="193"/>
                  </a:cubicBezTo>
                  <a:cubicBezTo>
                    <a:pt x="2861" y="193"/>
                    <a:pt x="2861" y="193"/>
                    <a:pt x="2861" y="193"/>
                  </a:cubicBezTo>
                  <a:cubicBezTo>
                    <a:pt x="2855" y="193"/>
                    <a:pt x="2849" y="199"/>
                    <a:pt x="2848" y="206"/>
                  </a:cubicBezTo>
                  <a:cubicBezTo>
                    <a:pt x="2842" y="247"/>
                    <a:pt x="2842" y="247"/>
                    <a:pt x="2842" y="247"/>
                  </a:cubicBezTo>
                  <a:cubicBezTo>
                    <a:pt x="2813" y="210"/>
                    <a:pt x="2771" y="182"/>
                    <a:pt x="2713" y="182"/>
                  </a:cubicBezTo>
                  <a:moveTo>
                    <a:pt x="1337" y="200"/>
                  </a:moveTo>
                  <a:cubicBezTo>
                    <a:pt x="1330" y="201"/>
                    <a:pt x="1324" y="206"/>
                    <a:pt x="1324" y="214"/>
                  </a:cubicBezTo>
                  <a:cubicBezTo>
                    <a:pt x="1324" y="639"/>
                    <a:pt x="1324" y="639"/>
                    <a:pt x="1324" y="639"/>
                  </a:cubicBezTo>
                  <a:cubicBezTo>
                    <a:pt x="1324" y="647"/>
                    <a:pt x="1330" y="653"/>
                    <a:pt x="1337" y="653"/>
                  </a:cubicBezTo>
                  <a:cubicBezTo>
                    <a:pt x="1414" y="653"/>
                    <a:pt x="1414" y="653"/>
                    <a:pt x="1414" y="653"/>
                  </a:cubicBezTo>
                  <a:cubicBezTo>
                    <a:pt x="1421" y="653"/>
                    <a:pt x="1427" y="647"/>
                    <a:pt x="1427" y="639"/>
                  </a:cubicBezTo>
                  <a:cubicBezTo>
                    <a:pt x="1427" y="206"/>
                    <a:pt x="1427" y="206"/>
                    <a:pt x="1427" y="206"/>
                  </a:cubicBezTo>
                  <a:cubicBezTo>
                    <a:pt x="1427" y="199"/>
                    <a:pt x="1421" y="192"/>
                    <a:pt x="1414" y="193"/>
                  </a:cubicBezTo>
                  <a:lnTo>
                    <a:pt x="1337" y="200"/>
                  </a:lnTo>
                  <a:close/>
                  <a:moveTo>
                    <a:pt x="3058" y="9"/>
                  </a:moveTo>
                  <a:cubicBezTo>
                    <a:pt x="3051" y="10"/>
                    <a:pt x="3045" y="15"/>
                    <a:pt x="3045" y="22"/>
                  </a:cubicBezTo>
                  <a:cubicBezTo>
                    <a:pt x="3045" y="639"/>
                    <a:pt x="3045" y="639"/>
                    <a:pt x="3045" y="639"/>
                  </a:cubicBezTo>
                  <a:cubicBezTo>
                    <a:pt x="3045" y="647"/>
                    <a:pt x="3051" y="653"/>
                    <a:pt x="3058" y="653"/>
                  </a:cubicBezTo>
                  <a:cubicBezTo>
                    <a:pt x="3135" y="653"/>
                    <a:pt x="3135" y="653"/>
                    <a:pt x="3135" y="653"/>
                  </a:cubicBezTo>
                  <a:cubicBezTo>
                    <a:pt x="3142" y="653"/>
                    <a:pt x="3148" y="647"/>
                    <a:pt x="3148" y="639"/>
                  </a:cubicBezTo>
                  <a:cubicBezTo>
                    <a:pt x="3148" y="15"/>
                    <a:pt x="3148" y="15"/>
                    <a:pt x="3148" y="15"/>
                  </a:cubicBezTo>
                  <a:cubicBezTo>
                    <a:pt x="3148" y="7"/>
                    <a:pt x="3142" y="0"/>
                    <a:pt x="3135" y="2"/>
                  </a:cubicBezTo>
                  <a:lnTo>
                    <a:pt x="3058" y="9"/>
                  </a:lnTo>
                  <a:close/>
                  <a:moveTo>
                    <a:pt x="1436" y="73"/>
                  </a:moveTo>
                  <a:cubicBezTo>
                    <a:pt x="1436" y="39"/>
                    <a:pt x="1409" y="12"/>
                    <a:pt x="1375" y="12"/>
                  </a:cubicBezTo>
                  <a:cubicBezTo>
                    <a:pt x="1342" y="12"/>
                    <a:pt x="1315" y="39"/>
                    <a:pt x="1315" y="73"/>
                  </a:cubicBezTo>
                  <a:cubicBezTo>
                    <a:pt x="1315" y="106"/>
                    <a:pt x="1342" y="133"/>
                    <a:pt x="1375" y="133"/>
                  </a:cubicBezTo>
                  <a:cubicBezTo>
                    <a:pt x="1409" y="133"/>
                    <a:pt x="1436" y="106"/>
                    <a:pt x="1436" y="73"/>
                  </a:cubicBezTo>
                  <a:moveTo>
                    <a:pt x="1219" y="578"/>
                  </a:moveTo>
                  <a:cubicBezTo>
                    <a:pt x="1217" y="568"/>
                    <a:pt x="1211" y="565"/>
                    <a:pt x="1199" y="570"/>
                  </a:cubicBezTo>
                  <a:cubicBezTo>
                    <a:pt x="1192" y="572"/>
                    <a:pt x="1169" y="578"/>
                    <a:pt x="1154" y="578"/>
                  </a:cubicBezTo>
                  <a:cubicBezTo>
                    <a:pt x="1124" y="578"/>
                    <a:pt x="1111" y="567"/>
                    <a:pt x="1110" y="524"/>
                  </a:cubicBezTo>
                  <a:cubicBezTo>
                    <a:pt x="1110" y="276"/>
                    <a:pt x="1110" y="276"/>
                    <a:pt x="1110" y="276"/>
                  </a:cubicBezTo>
                  <a:cubicBezTo>
                    <a:pt x="1207" y="276"/>
                    <a:pt x="1207" y="276"/>
                    <a:pt x="1207" y="276"/>
                  </a:cubicBezTo>
                  <a:cubicBezTo>
                    <a:pt x="1214" y="276"/>
                    <a:pt x="1220" y="270"/>
                    <a:pt x="1220" y="263"/>
                  </a:cubicBezTo>
                  <a:cubicBezTo>
                    <a:pt x="1220" y="206"/>
                    <a:pt x="1220" y="206"/>
                    <a:pt x="1220" y="206"/>
                  </a:cubicBezTo>
                  <a:cubicBezTo>
                    <a:pt x="1220" y="199"/>
                    <a:pt x="1214" y="193"/>
                    <a:pt x="1207" y="193"/>
                  </a:cubicBezTo>
                  <a:cubicBezTo>
                    <a:pt x="1110" y="193"/>
                    <a:pt x="1110" y="193"/>
                    <a:pt x="1110" y="193"/>
                  </a:cubicBezTo>
                  <a:cubicBezTo>
                    <a:pt x="1110" y="70"/>
                    <a:pt x="1110" y="70"/>
                    <a:pt x="1110" y="70"/>
                  </a:cubicBezTo>
                  <a:cubicBezTo>
                    <a:pt x="1110" y="62"/>
                    <a:pt x="1104" y="56"/>
                    <a:pt x="1097" y="57"/>
                  </a:cubicBezTo>
                  <a:cubicBezTo>
                    <a:pt x="1021" y="64"/>
                    <a:pt x="1021" y="64"/>
                    <a:pt x="1021" y="64"/>
                  </a:cubicBezTo>
                  <a:cubicBezTo>
                    <a:pt x="1013" y="65"/>
                    <a:pt x="1007" y="70"/>
                    <a:pt x="1007" y="77"/>
                  </a:cubicBezTo>
                  <a:cubicBezTo>
                    <a:pt x="1007" y="535"/>
                    <a:pt x="1007" y="535"/>
                    <a:pt x="1007" y="535"/>
                  </a:cubicBezTo>
                  <a:cubicBezTo>
                    <a:pt x="1007" y="610"/>
                    <a:pt x="1041" y="664"/>
                    <a:pt x="1132" y="664"/>
                  </a:cubicBezTo>
                  <a:cubicBezTo>
                    <a:pt x="1159" y="664"/>
                    <a:pt x="1193" y="659"/>
                    <a:pt x="1219" y="647"/>
                  </a:cubicBezTo>
                  <a:cubicBezTo>
                    <a:pt x="1224" y="645"/>
                    <a:pt x="1228" y="643"/>
                    <a:pt x="1227" y="635"/>
                  </a:cubicBezTo>
                  <a:lnTo>
                    <a:pt x="1219" y="578"/>
                  </a:lnTo>
                  <a:close/>
                  <a:moveTo>
                    <a:pt x="3346" y="384"/>
                  </a:moveTo>
                  <a:cubicBezTo>
                    <a:pt x="3354" y="331"/>
                    <a:pt x="3379" y="267"/>
                    <a:pt x="3450" y="267"/>
                  </a:cubicBezTo>
                  <a:cubicBezTo>
                    <a:pt x="3524" y="267"/>
                    <a:pt x="3549" y="326"/>
                    <a:pt x="3552" y="384"/>
                  </a:cubicBezTo>
                  <a:lnTo>
                    <a:pt x="3346" y="384"/>
                  </a:lnTo>
                  <a:close/>
                  <a:moveTo>
                    <a:pt x="3458" y="664"/>
                  </a:moveTo>
                  <a:cubicBezTo>
                    <a:pt x="3524" y="664"/>
                    <a:pt x="3577" y="647"/>
                    <a:pt x="3617" y="625"/>
                  </a:cubicBezTo>
                  <a:cubicBezTo>
                    <a:pt x="3624" y="621"/>
                    <a:pt x="3627" y="614"/>
                    <a:pt x="3624" y="607"/>
                  </a:cubicBezTo>
                  <a:cubicBezTo>
                    <a:pt x="3603" y="555"/>
                    <a:pt x="3603" y="555"/>
                    <a:pt x="3603" y="555"/>
                  </a:cubicBezTo>
                  <a:cubicBezTo>
                    <a:pt x="3600" y="548"/>
                    <a:pt x="3592" y="545"/>
                    <a:pt x="3585" y="548"/>
                  </a:cubicBezTo>
                  <a:cubicBezTo>
                    <a:pt x="3548" y="566"/>
                    <a:pt x="3509" y="576"/>
                    <a:pt x="3464" y="576"/>
                  </a:cubicBezTo>
                  <a:cubicBezTo>
                    <a:pt x="3388" y="576"/>
                    <a:pt x="3352" y="521"/>
                    <a:pt x="3346" y="460"/>
                  </a:cubicBezTo>
                  <a:cubicBezTo>
                    <a:pt x="3644" y="460"/>
                    <a:pt x="3644" y="460"/>
                    <a:pt x="3644" y="460"/>
                  </a:cubicBezTo>
                  <a:cubicBezTo>
                    <a:pt x="3651" y="460"/>
                    <a:pt x="3656" y="454"/>
                    <a:pt x="3657" y="446"/>
                  </a:cubicBezTo>
                  <a:cubicBezTo>
                    <a:pt x="3657" y="436"/>
                    <a:pt x="3657" y="429"/>
                    <a:pt x="3657" y="420"/>
                  </a:cubicBezTo>
                  <a:cubicBezTo>
                    <a:pt x="3657" y="306"/>
                    <a:pt x="3599" y="182"/>
                    <a:pt x="3451" y="182"/>
                  </a:cubicBezTo>
                  <a:cubicBezTo>
                    <a:pt x="3318" y="182"/>
                    <a:pt x="3238" y="285"/>
                    <a:pt x="3238" y="425"/>
                  </a:cubicBezTo>
                  <a:cubicBezTo>
                    <a:pt x="3238" y="569"/>
                    <a:pt x="3324" y="664"/>
                    <a:pt x="3458" y="664"/>
                  </a:cubicBezTo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  <p:sp>
          <p:nvSpPr>
            <p:cNvPr id="28" name="Freeform 6"/>
            <p:cNvSpPr>
              <a:spLocks noSelect="1"/>
            </p:cNvSpPr>
            <p:nvPr/>
          </p:nvSpPr>
          <p:spPr bwMode="gray">
            <a:xfrm>
              <a:off x="621" y="3992"/>
              <a:ext cx="695" cy="93"/>
            </a:xfrm>
            <a:custGeom>
              <a:avLst/>
              <a:gdLst/>
              <a:ahLst/>
              <a:cxnLst>
                <a:cxn ang="0">
                  <a:pos x="13" y="193"/>
                </a:cxn>
                <a:cxn ang="0">
                  <a:pos x="234" y="182"/>
                </a:cxn>
                <a:cxn ang="0">
                  <a:pos x="300" y="653"/>
                </a:cxn>
                <a:cxn ang="0">
                  <a:pos x="103" y="410"/>
                </a:cxn>
                <a:cxn ang="0">
                  <a:pos x="2735" y="269"/>
                </a:cxn>
                <a:cxn ang="0">
                  <a:pos x="2832" y="406"/>
                </a:cxn>
                <a:cxn ang="0">
                  <a:pos x="2849" y="206"/>
                </a:cxn>
                <a:cxn ang="0">
                  <a:pos x="2935" y="640"/>
                </a:cxn>
                <a:cxn ang="0">
                  <a:pos x="2837" y="593"/>
                </a:cxn>
                <a:cxn ang="0">
                  <a:pos x="4643" y="653"/>
                </a:cxn>
                <a:cxn ang="0">
                  <a:pos x="4840" y="374"/>
                </a:cxn>
                <a:cxn ang="0">
                  <a:pos x="4943" y="640"/>
                </a:cxn>
                <a:cxn ang="0">
                  <a:pos x="4645" y="206"/>
                </a:cxn>
                <a:cxn ang="0">
                  <a:pos x="4553" y="640"/>
                </a:cxn>
                <a:cxn ang="0">
                  <a:pos x="3156" y="640"/>
                </a:cxn>
                <a:cxn ang="0">
                  <a:pos x="3341" y="640"/>
                </a:cxn>
                <a:cxn ang="0">
                  <a:pos x="3443" y="359"/>
                </a:cxn>
                <a:cxn ang="0">
                  <a:pos x="3132" y="193"/>
                </a:cxn>
                <a:cxn ang="0">
                  <a:pos x="3067" y="653"/>
                </a:cxn>
                <a:cxn ang="0">
                  <a:pos x="2331" y="640"/>
                </a:cxn>
                <a:cxn ang="0">
                  <a:pos x="2434" y="15"/>
                </a:cxn>
                <a:cxn ang="0">
                  <a:pos x="691" y="267"/>
                </a:cxn>
                <a:cxn ang="0">
                  <a:pos x="479" y="425"/>
                </a:cxn>
                <a:cxn ang="0">
                  <a:pos x="884" y="460"/>
                </a:cxn>
                <a:cxn ang="0">
                  <a:pos x="843" y="555"/>
                </a:cxn>
                <a:cxn ang="0">
                  <a:pos x="1803" y="384"/>
                </a:cxn>
                <a:cxn ang="0">
                  <a:pos x="1709" y="664"/>
                </a:cxn>
                <a:cxn ang="0">
                  <a:pos x="1907" y="447"/>
                </a:cxn>
                <a:cxn ang="0">
                  <a:pos x="1836" y="548"/>
                </a:cxn>
                <a:cxn ang="0">
                  <a:pos x="1709" y="664"/>
                </a:cxn>
                <a:cxn ang="0">
                  <a:pos x="1380" y="653"/>
                </a:cxn>
                <a:cxn ang="0">
                  <a:pos x="1164" y="664"/>
                </a:cxn>
                <a:cxn ang="0">
                  <a:pos x="1291" y="23"/>
                </a:cxn>
                <a:cxn ang="0">
                  <a:pos x="1184" y="269"/>
                </a:cxn>
                <a:cxn ang="0">
                  <a:pos x="1291" y="406"/>
                </a:cxn>
                <a:cxn ang="0">
                  <a:pos x="4359" y="384"/>
                </a:cxn>
                <a:cxn ang="0">
                  <a:pos x="4464" y="420"/>
                </a:cxn>
                <a:cxn ang="0">
                  <a:pos x="4271" y="576"/>
                </a:cxn>
                <a:cxn ang="0">
                  <a:pos x="4425" y="625"/>
                </a:cxn>
                <a:cxn ang="0">
                  <a:pos x="3955" y="640"/>
                </a:cxn>
                <a:cxn ang="0">
                  <a:pos x="3858" y="593"/>
                </a:cxn>
                <a:cxn ang="0">
                  <a:pos x="3852" y="233"/>
                </a:cxn>
                <a:cxn ang="0">
                  <a:pos x="3853" y="406"/>
                </a:cxn>
                <a:cxn ang="0">
                  <a:pos x="3853" y="427"/>
                </a:cxn>
                <a:cxn ang="0">
                  <a:pos x="2094" y="252"/>
                </a:cxn>
                <a:cxn ang="0">
                  <a:pos x="1998" y="206"/>
                </a:cxn>
                <a:cxn ang="0">
                  <a:pos x="2101" y="640"/>
                </a:cxn>
                <a:cxn ang="0">
                  <a:pos x="2248" y="276"/>
                </a:cxn>
              </a:cxnLst>
              <a:rect l="0" t="0" r="r" b="b"/>
              <a:pathLst>
                <a:path w="4943" h="664">
                  <a:moveTo>
                    <a:pt x="13" y="653"/>
                  </a:moveTo>
                  <a:cubicBezTo>
                    <a:pt x="6" y="653"/>
                    <a:pt x="0" y="647"/>
                    <a:pt x="0" y="64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0" y="199"/>
                    <a:pt x="6" y="193"/>
                    <a:pt x="13" y="193"/>
                  </a:cubicBezTo>
                  <a:cubicBezTo>
                    <a:pt x="79" y="193"/>
                    <a:pt x="79" y="193"/>
                    <a:pt x="79" y="193"/>
                  </a:cubicBezTo>
                  <a:cubicBezTo>
                    <a:pt x="85" y="193"/>
                    <a:pt x="91" y="199"/>
                    <a:pt x="92" y="206"/>
                  </a:cubicBezTo>
                  <a:cubicBezTo>
                    <a:pt x="96" y="252"/>
                    <a:pt x="96" y="252"/>
                    <a:pt x="96" y="252"/>
                  </a:cubicBezTo>
                  <a:cubicBezTo>
                    <a:pt x="127" y="215"/>
                    <a:pt x="178" y="182"/>
                    <a:pt x="234" y="182"/>
                  </a:cubicBezTo>
                  <a:cubicBezTo>
                    <a:pt x="321" y="182"/>
                    <a:pt x="390" y="234"/>
                    <a:pt x="390" y="359"/>
                  </a:cubicBezTo>
                  <a:cubicBezTo>
                    <a:pt x="390" y="640"/>
                    <a:pt x="390" y="640"/>
                    <a:pt x="390" y="640"/>
                  </a:cubicBezTo>
                  <a:cubicBezTo>
                    <a:pt x="390" y="647"/>
                    <a:pt x="384" y="653"/>
                    <a:pt x="377" y="653"/>
                  </a:cubicBezTo>
                  <a:cubicBezTo>
                    <a:pt x="300" y="653"/>
                    <a:pt x="300" y="653"/>
                    <a:pt x="300" y="653"/>
                  </a:cubicBezTo>
                  <a:cubicBezTo>
                    <a:pt x="293" y="653"/>
                    <a:pt x="287" y="647"/>
                    <a:pt x="287" y="640"/>
                  </a:cubicBezTo>
                  <a:cubicBezTo>
                    <a:pt x="287" y="374"/>
                    <a:pt x="287" y="374"/>
                    <a:pt x="287" y="374"/>
                  </a:cubicBezTo>
                  <a:cubicBezTo>
                    <a:pt x="287" y="299"/>
                    <a:pt x="247" y="276"/>
                    <a:pt x="206" y="276"/>
                  </a:cubicBezTo>
                  <a:cubicBezTo>
                    <a:pt x="152" y="276"/>
                    <a:pt x="103" y="323"/>
                    <a:pt x="103" y="410"/>
                  </a:cubicBezTo>
                  <a:cubicBezTo>
                    <a:pt x="103" y="640"/>
                    <a:pt x="103" y="640"/>
                    <a:pt x="103" y="640"/>
                  </a:cubicBezTo>
                  <a:cubicBezTo>
                    <a:pt x="103" y="647"/>
                    <a:pt x="97" y="653"/>
                    <a:pt x="90" y="653"/>
                  </a:cubicBezTo>
                  <a:lnTo>
                    <a:pt x="13" y="653"/>
                  </a:lnTo>
                  <a:close/>
                  <a:moveTo>
                    <a:pt x="2735" y="269"/>
                  </a:moveTo>
                  <a:cubicBezTo>
                    <a:pt x="2672" y="269"/>
                    <a:pt x="2629" y="330"/>
                    <a:pt x="2629" y="421"/>
                  </a:cubicBezTo>
                  <a:cubicBezTo>
                    <a:pt x="2629" y="503"/>
                    <a:pt x="2667" y="576"/>
                    <a:pt x="2736" y="576"/>
                  </a:cubicBezTo>
                  <a:cubicBezTo>
                    <a:pt x="2775" y="576"/>
                    <a:pt x="2832" y="547"/>
                    <a:pt x="2832" y="428"/>
                  </a:cubicBezTo>
                  <a:cubicBezTo>
                    <a:pt x="2832" y="406"/>
                    <a:pt x="2832" y="406"/>
                    <a:pt x="2832" y="406"/>
                  </a:cubicBezTo>
                  <a:cubicBezTo>
                    <a:pt x="2832" y="304"/>
                    <a:pt x="2782" y="269"/>
                    <a:pt x="2735" y="269"/>
                  </a:cubicBezTo>
                  <a:moveTo>
                    <a:pt x="2715" y="182"/>
                  </a:moveTo>
                  <a:cubicBezTo>
                    <a:pt x="2773" y="182"/>
                    <a:pt x="2815" y="210"/>
                    <a:pt x="2844" y="247"/>
                  </a:cubicBezTo>
                  <a:cubicBezTo>
                    <a:pt x="2849" y="206"/>
                    <a:pt x="2849" y="206"/>
                    <a:pt x="2849" y="206"/>
                  </a:cubicBezTo>
                  <a:cubicBezTo>
                    <a:pt x="2850" y="200"/>
                    <a:pt x="2856" y="193"/>
                    <a:pt x="2863" y="193"/>
                  </a:cubicBezTo>
                  <a:cubicBezTo>
                    <a:pt x="2922" y="193"/>
                    <a:pt x="2922" y="193"/>
                    <a:pt x="2922" y="193"/>
                  </a:cubicBezTo>
                  <a:cubicBezTo>
                    <a:pt x="2930" y="193"/>
                    <a:pt x="2935" y="199"/>
                    <a:pt x="2935" y="206"/>
                  </a:cubicBezTo>
                  <a:cubicBezTo>
                    <a:pt x="2935" y="640"/>
                    <a:pt x="2935" y="640"/>
                    <a:pt x="2935" y="640"/>
                  </a:cubicBezTo>
                  <a:cubicBezTo>
                    <a:pt x="2935" y="647"/>
                    <a:pt x="2930" y="653"/>
                    <a:pt x="2922" y="653"/>
                  </a:cubicBezTo>
                  <a:cubicBezTo>
                    <a:pt x="2858" y="653"/>
                    <a:pt x="2858" y="653"/>
                    <a:pt x="2858" y="653"/>
                  </a:cubicBezTo>
                  <a:cubicBezTo>
                    <a:pt x="2851" y="653"/>
                    <a:pt x="2845" y="646"/>
                    <a:pt x="2844" y="640"/>
                  </a:cubicBezTo>
                  <a:cubicBezTo>
                    <a:pt x="2837" y="593"/>
                    <a:pt x="2837" y="593"/>
                    <a:pt x="2837" y="593"/>
                  </a:cubicBezTo>
                  <a:cubicBezTo>
                    <a:pt x="2815" y="631"/>
                    <a:pt x="2768" y="664"/>
                    <a:pt x="2714" y="664"/>
                  </a:cubicBezTo>
                  <a:cubicBezTo>
                    <a:pt x="2593" y="664"/>
                    <a:pt x="2522" y="555"/>
                    <a:pt x="2522" y="422"/>
                  </a:cubicBezTo>
                  <a:cubicBezTo>
                    <a:pt x="2522" y="261"/>
                    <a:pt x="2616" y="182"/>
                    <a:pt x="2715" y="182"/>
                  </a:cubicBezTo>
                  <a:moveTo>
                    <a:pt x="4643" y="653"/>
                  </a:moveTo>
                  <a:cubicBezTo>
                    <a:pt x="4650" y="653"/>
                    <a:pt x="4656" y="647"/>
                    <a:pt x="4656" y="640"/>
                  </a:cubicBezTo>
                  <a:cubicBezTo>
                    <a:pt x="4656" y="410"/>
                    <a:pt x="4656" y="410"/>
                    <a:pt x="4656" y="410"/>
                  </a:cubicBezTo>
                  <a:cubicBezTo>
                    <a:pt x="4656" y="323"/>
                    <a:pt x="4705" y="276"/>
                    <a:pt x="4759" y="276"/>
                  </a:cubicBezTo>
                  <a:cubicBezTo>
                    <a:pt x="4800" y="276"/>
                    <a:pt x="4840" y="299"/>
                    <a:pt x="4840" y="374"/>
                  </a:cubicBezTo>
                  <a:cubicBezTo>
                    <a:pt x="4840" y="640"/>
                    <a:pt x="4840" y="640"/>
                    <a:pt x="4840" y="640"/>
                  </a:cubicBezTo>
                  <a:cubicBezTo>
                    <a:pt x="4840" y="647"/>
                    <a:pt x="4846" y="653"/>
                    <a:pt x="4853" y="653"/>
                  </a:cubicBezTo>
                  <a:cubicBezTo>
                    <a:pt x="4930" y="653"/>
                    <a:pt x="4930" y="653"/>
                    <a:pt x="4930" y="653"/>
                  </a:cubicBezTo>
                  <a:cubicBezTo>
                    <a:pt x="4937" y="653"/>
                    <a:pt x="4943" y="647"/>
                    <a:pt x="4943" y="640"/>
                  </a:cubicBezTo>
                  <a:cubicBezTo>
                    <a:pt x="4943" y="359"/>
                    <a:pt x="4943" y="359"/>
                    <a:pt x="4943" y="359"/>
                  </a:cubicBezTo>
                  <a:cubicBezTo>
                    <a:pt x="4943" y="234"/>
                    <a:pt x="4874" y="182"/>
                    <a:pt x="4787" y="182"/>
                  </a:cubicBezTo>
                  <a:cubicBezTo>
                    <a:pt x="4731" y="182"/>
                    <a:pt x="4680" y="215"/>
                    <a:pt x="4649" y="252"/>
                  </a:cubicBezTo>
                  <a:cubicBezTo>
                    <a:pt x="4645" y="206"/>
                    <a:pt x="4645" y="206"/>
                    <a:pt x="4645" y="206"/>
                  </a:cubicBezTo>
                  <a:cubicBezTo>
                    <a:pt x="4644" y="199"/>
                    <a:pt x="4638" y="193"/>
                    <a:pt x="4632" y="193"/>
                  </a:cubicBezTo>
                  <a:cubicBezTo>
                    <a:pt x="4566" y="193"/>
                    <a:pt x="4566" y="193"/>
                    <a:pt x="4566" y="193"/>
                  </a:cubicBezTo>
                  <a:cubicBezTo>
                    <a:pt x="4559" y="193"/>
                    <a:pt x="4553" y="199"/>
                    <a:pt x="4553" y="206"/>
                  </a:cubicBezTo>
                  <a:cubicBezTo>
                    <a:pt x="4553" y="640"/>
                    <a:pt x="4553" y="640"/>
                    <a:pt x="4553" y="640"/>
                  </a:cubicBezTo>
                  <a:cubicBezTo>
                    <a:pt x="4553" y="647"/>
                    <a:pt x="4559" y="653"/>
                    <a:pt x="4566" y="653"/>
                  </a:cubicBezTo>
                  <a:lnTo>
                    <a:pt x="4643" y="653"/>
                  </a:lnTo>
                  <a:close/>
                  <a:moveTo>
                    <a:pt x="3143" y="653"/>
                  </a:moveTo>
                  <a:cubicBezTo>
                    <a:pt x="3151" y="653"/>
                    <a:pt x="3156" y="647"/>
                    <a:pt x="3156" y="640"/>
                  </a:cubicBezTo>
                  <a:cubicBezTo>
                    <a:pt x="3156" y="410"/>
                    <a:pt x="3156" y="410"/>
                    <a:pt x="3156" y="410"/>
                  </a:cubicBezTo>
                  <a:cubicBezTo>
                    <a:pt x="3156" y="323"/>
                    <a:pt x="3206" y="276"/>
                    <a:pt x="3259" y="276"/>
                  </a:cubicBezTo>
                  <a:cubicBezTo>
                    <a:pt x="3301" y="276"/>
                    <a:pt x="3340" y="299"/>
                    <a:pt x="3341" y="374"/>
                  </a:cubicBezTo>
                  <a:cubicBezTo>
                    <a:pt x="3341" y="640"/>
                    <a:pt x="3341" y="640"/>
                    <a:pt x="3341" y="640"/>
                  </a:cubicBezTo>
                  <a:cubicBezTo>
                    <a:pt x="3341" y="647"/>
                    <a:pt x="3346" y="653"/>
                    <a:pt x="3354" y="653"/>
                  </a:cubicBezTo>
                  <a:cubicBezTo>
                    <a:pt x="3430" y="653"/>
                    <a:pt x="3430" y="653"/>
                    <a:pt x="3430" y="653"/>
                  </a:cubicBezTo>
                  <a:cubicBezTo>
                    <a:pt x="3437" y="653"/>
                    <a:pt x="3443" y="647"/>
                    <a:pt x="3443" y="640"/>
                  </a:cubicBezTo>
                  <a:cubicBezTo>
                    <a:pt x="3443" y="359"/>
                    <a:pt x="3443" y="359"/>
                    <a:pt x="3443" y="359"/>
                  </a:cubicBezTo>
                  <a:cubicBezTo>
                    <a:pt x="3443" y="234"/>
                    <a:pt x="3375" y="182"/>
                    <a:pt x="3287" y="182"/>
                  </a:cubicBezTo>
                  <a:cubicBezTo>
                    <a:pt x="3231" y="182"/>
                    <a:pt x="3180" y="215"/>
                    <a:pt x="3150" y="252"/>
                  </a:cubicBezTo>
                  <a:cubicBezTo>
                    <a:pt x="3146" y="206"/>
                    <a:pt x="3146" y="206"/>
                    <a:pt x="3146" y="206"/>
                  </a:cubicBezTo>
                  <a:cubicBezTo>
                    <a:pt x="3145" y="199"/>
                    <a:pt x="3139" y="193"/>
                    <a:pt x="3132" y="193"/>
                  </a:cubicBezTo>
                  <a:cubicBezTo>
                    <a:pt x="3067" y="193"/>
                    <a:pt x="3067" y="193"/>
                    <a:pt x="3067" y="193"/>
                  </a:cubicBezTo>
                  <a:cubicBezTo>
                    <a:pt x="3059" y="193"/>
                    <a:pt x="3054" y="199"/>
                    <a:pt x="3054" y="206"/>
                  </a:cubicBezTo>
                  <a:cubicBezTo>
                    <a:pt x="3054" y="640"/>
                    <a:pt x="3054" y="640"/>
                    <a:pt x="3054" y="640"/>
                  </a:cubicBezTo>
                  <a:cubicBezTo>
                    <a:pt x="3054" y="647"/>
                    <a:pt x="3059" y="653"/>
                    <a:pt x="3067" y="653"/>
                  </a:cubicBezTo>
                  <a:lnTo>
                    <a:pt x="3143" y="653"/>
                  </a:lnTo>
                  <a:close/>
                  <a:moveTo>
                    <a:pt x="2344" y="9"/>
                  </a:moveTo>
                  <a:cubicBezTo>
                    <a:pt x="2336" y="10"/>
                    <a:pt x="2331" y="15"/>
                    <a:pt x="2331" y="22"/>
                  </a:cubicBezTo>
                  <a:cubicBezTo>
                    <a:pt x="2331" y="640"/>
                    <a:pt x="2331" y="640"/>
                    <a:pt x="2331" y="640"/>
                  </a:cubicBezTo>
                  <a:cubicBezTo>
                    <a:pt x="2331" y="647"/>
                    <a:pt x="2337" y="653"/>
                    <a:pt x="2344" y="653"/>
                  </a:cubicBezTo>
                  <a:cubicBezTo>
                    <a:pt x="2421" y="653"/>
                    <a:pt x="2421" y="653"/>
                    <a:pt x="2421" y="653"/>
                  </a:cubicBezTo>
                  <a:cubicBezTo>
                    <a:pt x="2428" y="653"/>
                    <a:pt x="2434" y="647"/>
                    <a:pt x="2434" y="640"/>
                  </a:cubicBezTo>
                  <a:cubicBezTo>
                    <a:pt x="2434" y="15"/>
                    <a:pt x="2434" y="15"/>
                    <a:pt x="2434" y="15"/>
                  </a:cubicBezTo>
                  <a:cubicBezTo>
                    <a:pt x="2434" y="8"/>
                    <a:pt x="2428" y="0"/>
                    <a:pt x="2421" y="2"/>
                  </a:cubicBezTo>
                  <a:lnTo>
                    <a:pt x="2344" y="9"/>
                  </a:lnTo>
                  <a:close/>
                  <a:moveTo>
                    <a:pt x="793" y="384"/>
                  </a:moveTo>
                  <a:cubicBezTo>
                    <a:pt x="789" y="326"/>
                    <a:pt x="764" y="267"/>
                    <a:pt x="691" y="267"/>
                  </a:cubicBezTo>
                  <a:cubicBezTo>
                    <a:pt x="619" y="267"/>
                    <a:pt x="594" y="331"/>
                    <a:pt x="587" y="384"/>
                  </a:cubicBezTo>
                  <a:lnTo>
                    <a:pt x="793" y="384"/>
                  </a:lnTo>
                  <a:close/>
                  <a:moveTo>
                    <a:pt x="698" y="664"/>
                  </a:moveTo>
                  <a:cubicBezTo>
                    <a:pt x="565" y="664"/>
                    <a:pt x="479" y="569"/>
                    <a:pt x="479" y="425"/>
                  </a:cubicBezTo>
                  <a:cubicBezTo>
                    <a:pt x="479" y="286"/>
                    <a:pt x="558" y="182"/>
                    <a:pt x="692" y="182"/>
                  </a:cubicBezTo>
                  <a:cubicBezTo>
                    <a:pt x="840" y="182"/>
                    <a:pt x="897" y="307"/>
                    <a:pt x="897" y="420"/>
                  </a:cubicBezTo>
                  <a:cubicBezTo>
                    <a:pt x="897" y="429"/>
                    <a:pt x="898" y="436"/>
                    <a:pt x="897" y="447"/>
                  </a:cubicBezTo>
                  <a:cubicBezTo>
                    <a:pt x="897" y="454"/>
                    <a:pt x="891" y="460"/>
                    <a:pt x="884" y="460"/>
                  </a:cubicBezTo>
                  <a:cubicBezTo>
                    <a:pt x="587" y="460"/>
                    <a:pt x="587" y="460"/>
                    <a:pt x="587" y="460"/>
                  </a:cubicBezTo>
                  <a:cubicBezTo>
                    <a:pt x="593" y="522"/>
                    <a:pt x="628" y="576"/>
                    <a:pt x="704" y="576"/>
                  </a:cubicBezTo>
                  <a:cubicBezTo>
                    <a:pt x="750" y="576"/>
                    <a:pt x="788" y="566"/>
                    <a:pt x="826" y="548"/>
                  </a:cubicBezTo>
                  <a:cubicBezTo>
                    <a:pt x="833" y="545"/>
                    <a:pt x="840" y="548"/>
                    <a:pt x="843" y="555"/>
                  </a:cubicBezTo>
                  <a:cubicBezTo>
                    <a:pt x="865" y="607"/>
                    <a:pt x="865" y="607"/>
                    <a:pt x="865" y="607"/>
                  </a:cubicBezTo>
                  <a:cubicBezTo>
                    <a:pt x="868" y="614"/>
                    <a:pt x="864" y="621"/>
                    <a:pt x="858" y="625"/>
                  </a:cubicBezTo>
                  <a:cubicBezTo>
                    <a:pt x="817" y="647"/>
                    <a:pt x="765" y="664"/>
                    <a:pt x="698" y="664"/>
                  </a:cubicBezTo>
                  <a:moveTo>
                    <a:pt x="1803" y="384"/>
                  </a:moveTo>
                  <a:cubicBezTo>
                    <a:pt x="1800" y="326"/>
                    <a:pt x="1775" y="267"/>
                    <a:pt x="1701" y="267"/>
                  </a:cubicBezTo>
                  <a:cubicBezTo>
                    <a:pt x="1629" y="267"/>
                    <a:pt x="1604" y="331"/>
                    <a:pt x="1597" y="384"/>
                  </a:cubicBezTo>
                  <a:lnTo>
                    <a:pt x="1803" y="384"/>
                  </a:lnTo>
                  <a:close/>
                  <a:moveTo>
                    <a:pt x="1709" y="664"/>
                  </a:moveTo>
                  <a:cubicBezTo>
                    <a:pt x="1575" y="664"/>
                    <a:pt x="1489" y="569"/>
                    <a:pt x="1489" y="425"/>
                  </a:cubicBezTo>
                  <a:cubicBezTo>
                    <a:pt x="1489" y="286"/>
                    <a:pt x="1569" y="182"/>
                    <a:pt x="1702" y="182"/>
                  </a:cubicBezTo>
                  <a:cubicBezTo>
                    <a:pt x="1850" y="182"/>
                    <a:pt x="1907" y="307"/>
                    <a:pt x="1907" y="420"/>
                  </a:cubicBezTo>
                  <a:cubicBezTo>
                    <a:pt x="1907" y="429"/>
                    <a:pt x="1908" y="436"/>
                    <a:pt x="1907" y="447"/>
                  </a:cubicBezTo>
                  <a:cubicBezTo>
                    <a:pt x="1907" y="454"/>
                    <a:pt x="1902" y="460"/>
                    <a:pt x="1894" y="460"/>
                  </a:cubicBezTo>
                  <a:cubicBezTo>
                    <a:pt x="1597" y="460"/>
                    <a:pt x="1597" y="460"/>
                    <a:pt x="1597" y="460"/>
                  </a:cubicBezTo>
                  <a:cubicBezTo>
                    <a:pt x="1603" y="522"/>
                    <a:pt x="1638" y="576"/>
                    <a:pt x="1714" y="576"/>
                  </a:cubicBezTo>
                  <a:cubicBezTo>
                    <a:pt x="1760" y="576"/>
                    <a:pt x="1798" y="566"/>
                    <a:pt x="1836" y="548"/>
                  </a:cubicBezTo>
                  <a:cubicBezTo>
                    <a:pt x="1843" y="545"/>
                    <a:pt x="1851" y="548"/>
                    <a:pt x="1854" y="555"/>
                  </a:cubicBezTo>
                  <a:cubicBezTo>
                    <a:pt x="1875" y="607"/>
                    <a:pt x="1875" y="607"/>
                    <a:pt x="1875" y="607"/>
                  </a:cubicBezTo>
                  <a:cubicBezTo>
                    <a:pt x="1878" y="614"/>
                    <a:pt x="1875" y="621"/>
                    <a:pt x="1868" y="625"/>
                  </a:cubicBezTo>
                  <a:cubicBezTo>
                    <a:pt x="1828" y="647"/>
                    <a:pt x="1775" y="664"/>
                    <a:pt x="1709" y="664"/>
                  </a:cubicBezTo>
                  <a:moveTo>
                    <a:pt x="1380" y="2"/>
                  </a:moveTo>
                  <a:cubicBezTo>
                    <a:pt x="1388" y="0"/>
                    <a:pt x="1393" y="8"/>
                    <a:pt x="1393" y="15"/>
                  </a:cubicBezTo>
                  <a:cubicBezTo>
                    <a:pt x="1393" y="640"/>
                    <a:pt x="1393" y="640"/>
                    <a:pt x="1393" y="640"/>
                  </a:cubicBezTo>
                  <a:cubicBezTo>
                    <a:pt x="1393" y="647"/>
                    <a:pt x="1388" y="653"/>
                    <a:pt x="1380" y="653"/>
                  </a:cubicBezTo>
                  <a:cubicBezTo>
                    <a:pt x="1317" y="653"/>
                    <a:pt x="1317" y="653"/>
                    <a:pt x="1317" y="653"/>
                  </a:cubicBezTo>
                  <a:cubicBezTo>
                    <a:pt x="1310" y="653"/>
                    <a:pt x="1305" y="646"/>
                    <a:pt x="1304" y="640"/>
                  </a:cubicBezTo>
                  <a:cubicBezTo>
                    <a:pt x="1297" y="593"/>
                    <a:pt x="1297" y="593"/>
                    <a:pt x="1297" y="593"/>
                  </a:cubicBezTo>
                  <a:cubicBezTo>
                    <a:pt x="1274" y="631"/>
                    <a:pt x="1217" y="664"/>
                    <a:pt x="1164" y="664"/>
                  </a:cubicBezTo>
                  <a:cubicBezTo>
                    <a:pt x="1042" y="664"/>
                    <a:pt x="971" y="555"/>
                    <a:pt x="971" y="422"/>
                  </a:cubicBezTo>
                  <a:cubicBezTo>
                    <a:pt x="971" y="261"/>
                    <a:pt x="1065" y="182"/>
                    <a:pt x="1164" y="182"/>
                  </a:cubicBezTo>
                  <a:cubicBezTo>
                    <a:pt x="1215" y="182"/>
                    <a:pt x="1260" y="203"/>
                    <a:pt x="1291" y="233"/>
                  </a:cubicBezTo>
                  <a:cubicBezTo>
                    <a:pt x="1291" y="23"/>
                    <a:pt x="1291" y="23"/>
                    <a:pt x="1291" y="23"/>
                  </a:cubicBezTo>
                  <a:cubicBezTo>
                    <a:pt x="1291" y="15"/>
                    <a:pt x="1296" y="10"/>
                    <a:pt x="1304" y="9"/>
                  </a:cubicBezTo>
                  <a:cubicBezTo>
                    <a:pt x="1380" y="2"/>
                    <a:pt x="1380" y="2"/>
                    <a:pt x="1380" y="2"/>
                  </a:cubicBezTo>
                  <a:moveTo>
                    <a:pt x="1291" y="406"/>
                  </a:moveTo>
                  <a:cubicBezTo>
                    <a:pt x="1291" y="304"/>
                    <a:pt x="1231" y="269"/>
                    <a:pt x="1184" y="269"/>
                  </a:cubicBezTo>
                  <a:cubicBezTo>
                    <a:pt x="1122" y="269"/>
                    <a:pt x="1078" y="330"/>
                    <a:pt x="1078" y="421"/>
                  </a:cubicBezTo>
                  <a:cubicBezTo>
                    <a:pt x="1078" y="503"/>
                    <a:pt x="1116" y="576"/>
                    <a:pt x="1186" y="576"/>
                  </a:cubicBezTo>
                  <a:cubicBezTo>
                    <a:pt x="1224" y="576"/>
                    <a:pt x="1291" y="547"/>
                    <a:pt x="1291" y="427"/>
                  </a:cubicBezTo>
                  <a:lnTo>
                    <a:pt x="1291" y="406"/>
                  </a:lnTo>
                  <a:close/>
                  <a:moveTo>
                    <a:pt x="4359" y="384"/>
                  </a:moveTo>
                  <a:cubicBezTo>
                    <a:pt x="4356" y="326"/>
                    <a:pt x="4331" y="267"/>
                    <a:pt x="4258" y="267"/>
                  </a:cubicBezTo>
                  <a:cubicBezTo>
                    <a:pt x="4186" y="267"/>
                    <a:pt x="4161" y="331"/>
                    <a:pt x="4154" y="384"/>
                  </a:cubicBezTo>
                  <a:lnTo>
                    <a:pt x="4359" y="384"/>
                  </a:lnTo>
                  <a:close/>
                  <a:moveTo>
                    <a:pt x="4265" y="664"/>
                  </a:moveTo>
                  <a:cubicBezTo>
                    <a:pt x="4131" y="664"/>
                    <a:pt x="4045" y="569"/>
                    <a:pt x="4045" y="425"/>
                  </a:cubicBezTo>
                  <a:cubicBezTo>
                    <a:pt x="4045" y="286"/>
                    <a:pt x="4125" y="182"/>
                    <a:pt x="4259" y="182"/>
                  </a:cubicBezTo>
                  <a:cubicBezTo>
                    <a:pt x="4406" y="182"/>
                    <a:pt x="4464" y="307"/>
                    <a:pt x="4464" y="420"/>
                  </a:cubicBezTo>
                  <a:cubicBezTo>
                    <a:pt x="4464" y="429"/>
                    <a:pt x="4464" y="436"/>
                    <a:pt x="4464" y="447"/>
                  </a:cubicBezTo>
                  <a:cubicBezTo>
                    <a:pt x="4464" y="454"/>
                    <a:pt x="4458" y="460"/>
                    <a:pt x="4451" y="460"/>
                  </a:cubicBezTo>
                  <a:cubicBezTo>
                    <a:pt x="4154" y="460"/>
                    <a:pt x="4154" y="460"/>
                    <a:pt x="4154" y="460"/>
                  </a:cubicBezTo>
                  <a:cubicBezTo>
                    <a:pt x="4159" y="522"/>
                    <a:pt x="4195" y="576"/>
                    <a:pt x="4271" y="576"/>
                  </a:cubicBezTo>
                  <a:cubicBezTo>
                    <a:pt x="4317" y="576"/>
                    <a:pt x="4355" y="566"/>
                    <a:pt x="4393" y="548"/>
                  </a:cubicBezTo>
                  <a:cubicBezTo>
                    <a:pt x="4399" y="545"/>
                    <a:pt x="4407" y="548"/>
                    <a:pt x="4410" y="555"/>
                  </a:cubicBezTo>
                  <a:cubicBezTo>
                    <a:pt x="4432" y="607"/>
                    <a:pt x="4432" y="607"/>
                    <a:pt x="4432" y="607"/>
                  </a:cubicBezTo>
                  <a:cubicBezTo>
                    <a:pt x="4434" y="614"/>
                    <a:pt x="4431" y="621"/>
                    <a:pt x="4425" y="625"/>
                  </a:cubicBezTo>
                  <a:cubicBezTo>
                    <a:pt x="4384" y="647"/>
                    <a:pt x="4332" y="664"/>
                    <a:pt x="4265" y="664"/>
                  </a:cubicBezTo>
                  <a:moveTo>
                    <a:pt x="3942" y="2"/>
                  </a:moveTo>
                  <a:cubicBezTo>
                    <a:pt x="3949" y="0"/>
                    <a:pt x="3955" y="8"/>
                    <a:pt x="3955" y="15"/>
                  </a:cubicBezTo>
                  <a:cubicBezTo>
                    <a:pt x="3955" y="640"/>
                    <a:pt x="3955" y="640"/>
                    <a:pt x="3955" y="640"/>
                  </a:cubicBezTo>
                  <a:cubicBezTo>
                    <a:pt x="3955" y="647"/>
                    <a:pt x="3949" y="653"/>
                    <a:pt x="3942" y="653"/>
                  </a:cubicBezTo>
                  <a:cubicBezTo>
                    <a:pt x="3879" y="653"/>
                    <a:pt x="3879" y="653"/>
                    <a:pt x="3879" y="653"/>
                  </a:cubicBezTo>
                  <a:cubicBezTo>
                    <a:pt x="3872" y="653"/>
                    <a:pt x="3866" y="646"/>
                    <a:pt x="3865" y="640"/>
                  </a:cubicBezTo>
                  <a:cubicBezTo>
                    <a:pt x="3858" y="593"/>
                    <a:pt x="3858" y="593"/>
                    <a:pt x="3858" y="593"/>
                  </a:cubicBezTo>
                  <a:cubicBezTo>
                    <a:pt x="3835" y="631"/>
                    <a:pt x="3779" y="664"/>
                    <a:pt x="3726" y="664"/>
                  </a:cubicBezTo>
                  <a:cubicBezTo>
                    <a:pt x="3604" y="664"/>
                    <a:pt x="3533" y="555"/>
                    <a:pt x="3533" y="422"/>
                  </a:cubicBezTo>
                  <a:cubicBezTo>
                    <a:pt x="3533" y="261"/>
                    <a:pt x="3627" y="182"/>
                    <a:pt x="3726" y="182"/>
                  </a:cubicBezTo>
                  <a:cubicBezTo>
                    <a:pt x="3777" y="182"/>
                    <a:pt x="3822" y="203"/>
                    <a:pt x="3852" y="233"/>
                  </a:cubicBezTo>
                  <a:cubicBezTo>
                    <a:pt x="3852" y="23"/>
                    <a:pt x="3852" y="23"/>
                    <a:pt x="3852" y="23"/>
                  </a:cubicBezTo>
                  <a:cubicBezTo>
                    <a:pt x="3852" y="15"/>
                    <a:pt x="3858" y="10"/>
                    <a:pt x="3866" y="9"/>
                  </a:cubicBezTo>
                  <a:cubicBezTo>
                    <a:pt x="3942" y="2"/>
                    <a:pt x="3942" y="2"/>
                    <a:pt x="3942" y="2"/>
                  </a:cubicBezTo>
                  <a:moveTo>
                    <a:pt x="3853" y="406"/>
                  </a:moveTo>
                  <a:cubicBezTo>
                    <a:pt x="3853" y="304"/>
                    <a:pt x="3793" y="269"/>
                    <a:pt x="3746" y="269"/>
                  </a:cubicBezTo>
                  <a:cubicBezTo>
                    <a:pt x="3683" y="269"/>
                    <a:pt x="3640" y="330"/>
                    <a:pt x="3640" y="421"/>
                  </a:cubicBezTo>
                  <a:cubicBezTo>
                    <a:pt x="3640" y="503"/>
                    <a:pt x="3677" y="576"/>
                    <a:pt x="3747" y="576"/>
                  </a:cubicBezTo>
                  <a:cubicBezTo>
                    <a:pt x="3786" y="576"/>
                    <a:pt x="3853" y="547"/>
                    <a:pt x="3853" y="427"/>
                  </a:cubicBezTo>
                  <a:lnTo>
                    <a:pt x="3853" y="406"/>
                  </a:lnTo>
                  <a:close/>
                  <a:moveTo>
                    <a:pt x="2248" y="195"/>
                  </a:moveTo>
                  <a:cubicBezTo>
                    <a:pt x="2248" y="188"/>
                    <a:pt x="2242" y="182"/>
                    <a:pt x="2235" y="182"/>
                  </a:cubicBezTo>
                  <a:cubicBezTo>
                    <a:pt x="2179" y="182"/>
                    <a:pt x="2125" y="215"/>
                    <a:pt x="2094" y="252"/>
                  </a:cubicBezTo>
                  <a:cubicBezTo>
                    <a:pt x="2090" y="206"/>
                    <a:pt x="2090" y="206"/>
                    <a:pt x="2090" y="206"/>
                  </a:cubicBezTo>
                  <a:cubicBezTo>
                    <a:pt x="2089" y="199"/>
                    <a:pt x="2083" y="193"/>
                    <a:pt x="2077" y="193"/>
                  </a:cubicBezTo>
                  <a:cubicBezTo>
                    <a:pt x="2011" y="193"/>
                    <a:pt x="2011" y="193"/>
                    <a:pt x="2011" y="193"/>
                  </a:cubicBezTo>
                  <a:cubicBezTo>
                    <a:pt x="2004" y="193"/>
                    <a:pt x="1998" y="199"/>
                    <a:pt x="1998" y="206"/>
                  </a:cubicBezTo>
                  <a:cubicBezTo>
                    <a:pt x="1998" y="640"/>
                    <a:pt x="1998" y="640"/>
                    <a:pt x="1998" y="640"/>
                  </a:cubicBezTo>
                  <a:cubicBezTo>
                    <a:pt x="1998" y="647"/>
                    <a:pt x="2004" y="653"/>
                    <a:pt x="2011" y="653"/>
                  </a:cubicBezTo>
                  <a:cubicBezTo>
                    <a:pt x="2088" y="653"/>
                    <a:pt x="2088" y="653"/>
                    <a:pt x="2088" y="653"/>
                  </a:cubicBezTo>
                  <a:cubicBezTo>
                    <a:pt x="2095" y="653"/>
                    <a:pt x="2101" y="647"/>
                    <a:pt x="2101" y="640"/>
                  </a:cubicBezTo>
                  <a:cubicBezTo>
                    <a:pt x="2101" y="415"/>
                    <a:pt x="2101" y="415"/>
                    <a:pt x="2101" y="415"/>
                  </a:cubicBezTo>
                  <a:cubicBezTo>
                    <a:pt x="2101" y="322"/>
                    <a:pt x="2158" y="286"/>
                    <a:pt x="2210" y="286"/>
                  </a:cubicBezTo>
                  <a:cubicBezTo>
                    <a:pt x="2218" y="286"/>
                    <a:pt x="2225" y="288"/>
                    <a:pt x="2230" y="288"/>
                  </a:cubicBezTo>
                  <a:cubicBezTo>
                    <a:pt x="2241" y="290"/>
                    <a:pt x="2248" y="284"/>
                    <a:pt x="2248" y="276"/>
                  </a:cubicBezTo>
                  <a:lnTo>
                    <a:pt x="2248" y="19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</p:grpSp>
      <p:grpSp>
        <p:nvGrpSpPr>
          <p:cNvPr id="29" name="HR logo"/>
          <p:cNvGrpSpPr>
            <a:grpSpLocks noSelect="1"/>
          </p:cNvGrpSpPr>
          <p:nvPr userDrawn="1"/>
        </p:nvGrpSpPr>
        <p:grpSpPr bwMode="gray">
          <a:xfrm>
            <a:off x="374401" y="6076800"/>
            <a:ext cx="504000" cy="514800"/>
            <a:chOff x="0" y="0"/>
            <a:chExt cx="562610" cy="574675"/>
          </a:xfrm>
        </p:grpSpPr>
        <p:sp>
          <p:nvSpPr>
            <p:cNvPr id="30" name="Freeform 35"/>
            <p:cNvSpPr>
              <a:spLocks noSelect="1"/>
            </p:cNvSpPr>
            <p:nvPr userDrawn="1"/>
          </p:nvSpPr>
          <p:spPr bwMode="gray">
            <a:xfrm>
              <a:off x="0" y="0"/>
              <a:ext cx="562610" cy="574675"/>
            </a:xfrm>
            <a:custGeom>
              <a:avLst/>
              <a:gdLst>
                <a:gd name="T0" fmla="*/ 1771 w 1771"/>
                <a:gd name="T1" fmla="*/ 874 h 1807"/>
                <a:gd name="T2" fmla="*/ 1770 w 1771"/>
                <a:gd name="T3" fmla="*/ 851 h 1807"/>
                <a:gd name="T4" fmla="*/ 1768 w 1771"/>
                <a:gd name="T5" fmla="*/ 828 h 1807"/>
                <a:gd name="T6" fmla="*/ 1765 w 1771"/>
                <a:gd name="T7" fmla="*/ 799 h 1807"/>
                <a:gd name="T8" fmla="*/ 1762 w 1771"/>
                <a:gd name="T9" fmla="*/ 775 h 1807"/>
                <a:gd name="T10" fmla="*/ 1758 w 1771"/>
                <a:gd name="T11" fmla="*/ 748 h 1807"/>
                <a:gd name="T12" fmla="*/ 1739 w 1771"/>
                <a:gd name="T13" fmla="*/ 663 h 1807"/>
                <a:gd name="T14" fmla="*/ 1732 w 1771"/>
                <a:gd name="T15" fmla="*/ 642 h 1807"/>
                <a:gd name="T16" fmla="*/ 1726 w 1771"/>
                <a:gd name="T17" fmla="*/ 622 h 1807"/>
                <a:gd name="T18" fmla="*/ 1589 w 1771"/>
                <a:gd name="T19" fmla="*/ 360 h 1807"/>
                <a:gd name="T20" fmla="*/ 1559 w 1771"/>
                <a:gd name="T21" fmla="*/ 322 h 1807"/>
                <a:gd name="T22" fmla="*/ 1544 w 1771"/>
                <a:gd name="T23" fmla="*/ 304 h 1807"/>
                <a:gd name="T24" fmla="*/ 1511 w 1771"/>
                <a:gd name="T25" fmla="*/ 269 h 1807"/>
                <a:gd name="T26" fmla="*/ 1477 w 1771"/>
                <a:gd name="T27" fmla="*/ 236 h 1807"/>
                <a:gd name="T28" fmla="*/ 1449 w 1771"/>
                <a:gd name="T29" fmla="*/ 212 h 1807"/>
                <a:gd name="T30" fmla="*/ 1431 w 1771"/>
                <a:gd name="T31" fmla="*/ 197 h 1807"/>
                <a:gd name="T32" fmla="*/ 1402 w 1771"/>
                <a:gd name="T33" fmla="*/ 175 h 1807"/>
                <a:gd name="T34" fmla="*/ 1383 w 1771"/>
                <a:gd name="T35" fmla="*/ 162 h 1807"/>
                <a:gd name="T36" fmla="*/ 1353 w 1771"/>
                <a:gd name="T37" fmla="*/ 141 h 1807"/>
                <a:gd name="T38" fmla="*/ 1321 w 1771"/>
                <a:gd name="T39" fmla="*/ 122 h 1807"/>
                <a:gd name="T40" fmla="*/ 1301 w 1771"/>
                <a:gd name="T41" fmla="*/ 111 h 1807"/>
                <a:gd name="T42" fmla="*/ 1263 w 1771"/>
                <a:gd name="T43" fmla="*/ 91 h 1807"/>
                <a:gd name="T44" fmla="*/ 1241 w 1771"/>
                <a:gd name="T45" fmla="*/ 81 h 1807"/>
                <a:gd name="T46" fmla="*/ 1208 w 1771"/>
                <a:gd name="T47" fmla="*/ 66 h 1807"/>
                <a:gd name="T48" fmla="*/ 1162 w 1771"/>
                <a:gd name="T49" fmla="*/ 49 h 1807"/>
                <a:gd name="T50" fmla="*/ 1120 w 1771"/>
                <a:gd name="T51" fmla="*/ 36 h 1807"/>
                <a:gd name="T52" fmla="*/ 1097 w 1771"/>
                <a:gd name="T53" fmla="*/ 30 h 1807"/>
                <a:gd name="T54" fmla="*/ 1061 w 1771"/>
                <a:gd name="T55" fmla="*/ 21 h 1807"/>
                <a:gd name="T56" fmla="*/ 1037 w 1771"/>
                <a:gd name="T57" fmla="*/ 16 h 1807"/>
                <a:gd name="T58" fmla="*/ 175 w 1771"/>
                <a:gd name="T59" fmla="*/ 323 h 1807"/>
                <a:gd name="T60" fmla="*/ 1304 w 1771"/>
                <a:gd name="T61" fmla="*/ 402 h 1807"/>
                <a:gd name="T62" fmla="*/ 1372 w 1771"/>
                <a:gd name="T63" fmla="*/ 1125 h 1807"/>
                <a:gd name="T64" fmla="*/ 590 w 1771"/>
                <a:gd name="T65" fmla="*/ 1394 h 1807"/>
                <a:gd name="T66" fmla="*/ 403 w 1771"/>
                <a:gd name="T67" fmla="*/ 1396 h 1807"/>
                <a:gd name="T68" fmla="*/ 400 w 1771"/>
                <a:gd name="T69" fmla="*/ 1396 h 1807"/>
                <a:gd name="T70" fmla="*/ 381 w 1771"/>
                <a:gd name="T71" fmla="*/ 1380 h 1807"/>
                <a:gd name="T72" fmla="*/ 380 w 1771"/>
                <a:gd name="T73" fmla="*/ 1371 h 1807"/>
                <a:gd name="T74" fmla="*/ 510 w 1771"/>
                <a:gd name="T75" fmla="*/ 732 h 1807"/>
                <a:gd name="T76" fmla="*/ 519 w 1771"/>
                <a:gd name="T77" fmla="*/ 716 h 1807"/>
                <a:gd name="T78" fmla="*/ 786 w 1771"/>
                <a:gd name="T79" fmla="*/ 705 h 1807"/>
                <a:gd name="T80" fmla="*/ 0 w 1771"/>
                <a:gd name="T81" fmla="*/ 1037 h 1807"/>
                <a:gd name="T82" fmla="*/ 1292 w 1771"/>
                <a:gd name="T83" fmla="*/ 1701 h 1807"/>
                <a:gd name="T84" fmla="*/ 1313 w 1771"/>
                <a:gd name="T85" fmla="*/ 1689 h 1807"/>
                <a:gd name="T86" fmla="*/ 1333 w 1771"/>
                <a:gd name="T87" fmla="*/ 1677 h 1807"/>
                <a:gd name="T88" fmla="*/ 1354 w 1771"/>
                <a:gd name="T89" fmla="*/ 1665 h 1807"/>
                <a:gd name="T90" fmla="*/ 1374 w 1771"/>
                <a:gd name="T91" fmla="*/ 1651 h 1807"/>
                <a:gd name="T92" fmla="*/ 1394 w 1771"/>
                <a:gd name="T93" fmla="*/ 1638 h 1807"/>
                <a:gd name="T94" fmla="*/ 1418 w 1771"/>
                <a:gd name="T95" fmla="*/ 1620 h 1807"/>
                <a:gd name="T96" fmla="*/ 1441 w 1771"/>
                <a:gd name="T97" fmla="*/ 1601 h 1807"/>
                <a:gd name="T98" fmla="*/ 1504 w 1771"/>
                <a:gd name="T99" fmla="*/ 1545 h 1807"/>
                <a:gd name="T100" fmla="*/ 1520 w 1771"/>
                <a:gd name="T101" fmla="*/ 1528 h 1807"/>
                <a:gd name="T102" fmla="*/ 1538 w 1771"/>
                <a:gd name="T103" fmla="*/ 1509 h 1807"/>
                <a:gd name="T104" fmla="*/ 1759 w 1771"/>
                <a:gd name="T105" fmla="*/ 1052 h 1807"/>
                <a:gd name="T106" fmla="*/ 1762 w 1771"/>
                <a:gd name="T107" fmla="*/ 1029 h 1807"/>
                <a:gd name="T108" fmla="*/ 1765 w 1771"/>
                <a:gd name="T109" fmla="*/ 1005 h 1807"/>
                <a:gd name="T110" fmla="*/ 1767 w 1771"/>
                <a:gd name="T111" fmla="*/ 986 h 1807"/>
                <a:gd name="T112" fmla="*/ 1769 w 1771"/>
                <a:gd name="T113" fmla="*/ 966 h 1807"/>
                <a:gd name="T114" fmla="*/ 1770 w 1771"/>
                <a:gd name="T115" fmla="*/ 947 h 1807"/>
                <a:gd name="T116" fmla="*/ 1771 w 1771"/>
                <a:gd name="T117" fmla="*/ 928 h 1807"/>
                <a:gd name="T118" fmla="*/ 1771 w 1771"/>
                <a:gd name="T119" fmla="*/ 908 h 1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71" h="1807">
                  <a:moveTo>
                    <a:pt x="1771" y="893"/>
                  </a:moveTo>
                  <a:cubicBezTo>
                    <a:pt x="1771" y="892"/>
                    <a:pt x="1771" y="892"/>
                    <a:pt x="1771" y="892"/>
                  </a:cubicBezTo>
                  <a:cubicBezTo>
                    <a:pt x="1771" y="887"/>
                    <a:pt x="1771" y="887"/>
                    <a:pt x="1771" y="887"/>
                  </a:cubicBezTo>
                  <a:cubicBezTo>
                    <a:pt x="1771" y="885"/>
                    <a:pt x="1771" y="885"/>
                    <a:pt x="1771" y="885"/>
                  </a:cubicBezTo>
                  <a:cubicBezTo>
                    <a:pt x="1771" y="881"/>
                    <a:pt x="1771" y="881"/>
                    <a:pt x="1771" y="881"/>
                  </a:cubicBezTo>
                  <a:cubicBezTo>
                    <a:pt x="1771" y="880"/>
                    <a:pt x="1771" y="880"/>
                    <a:pt x="1771" y="880"/>
                  </a:cubicBezTo>
                  <a:cubicBezTo>
                    <a:pt x="1771" y="875"/>
                    <a:pt x="1771" y="875"/>
                    <a:pt x="1771" y="875"/>
                  </a:cubicBezTo>
                  <a:cubicBezTo>
                    <a:pt x="1771" y="874"/>
                    <a:pt x="1771" y="874"/>
                    <a:pt x="1771" y="874"/>
                  </a:cubicBezTo>
                  <a:cubicBezTo>
                    <a:pt x="1771" y="870"/>
                    <a:pt x="1771" y="870"/>
                    <a:pt x="1771" y="870"/>
                  </a:cubicBezTo>
                  <a:cubicBezTo>
                    <a:pt x="1770" y="868"/>
                    <a:pt x="1770" y="868"/>
                    <a:pt x="1770" y="868"/>
                  </a:cubicBezTo>
                  <a:cubicBezTo>
                    <a:pt x="1770" y="864"/>
                    <a:pt x="1770" y="864"/>
                    <a:pt x="1770" y="864"/>
                  </a:cubicBezTo>
                  <a:cubicBezTo>
                    <a:pt x="1770" y="862"/>
                    <a:pt x="1770" y="862"/>
                    <a:pt x="1770" y="862"/>
                  </a:cubicBezTo>
                  <a:cubicBezTo>
                    <a:pt x="1770" y="859"/>
                    <a:pt x="1770" y="859"/>
                    <a:pt x="1770" y="859"/>
                  </a:cubicBezTo>
                  <a:cubicBezTo>
                    <a:pt x="1770" y="857"/>
                    <a:pt x="1770" y="857"/>
                    <a:pt x="1770" y="857"/>
                  </a:cubicBezTo>
                  <a:cubicBezTo>
                    <a:pt x="1770" y="852"/>
                    <a:pt x="1770" y="852"/>
                    <a:pt x="1770" y="852"/>
                  </a:cubicBezTo>
                  <a:cubicBezTo>
                    <a:pt x="1770" y="851"/>
                    <a:pt x="1770" y="851"/>
                    <a:pt x="1770" y="851"/>
                  </a:cubicBezTo>
                  <a:cubicBezTo>
                    <a:pt x="1769" y="847"/>
                    <a:pt x="1769" y="847"/>
                    <a:pt x="1769" y="847"/>
                  </a:cubicBezTo>
                  <a:cubicBezTo>
                    <a:pt x="1769" y="845"/>
                    <a:pt x="1769" y="845"/>
                    <a:pt x="1769" y="845"/>
                  </a:cubicBezTo>
                  <a:cubicBezTo>
                    <a:pt x="1769" y="841"/>
                    <a:pt x="1769" y="841"/>
                    <a:pt x="1769" y="841"/>
                  </a:cubicBezTo>
                  <a:cubicBezTo>
                    <a:pt x="1769" y="839"/>
                    <a:pt x="1769" y="839"/>
                    <a:pt x="1769" y="839"/>
                  </a:cubicBezTo>
                  <a:cubicBezTo>
                    <a:pt x="1769" y="836"/>
                    <a:pt x="1769" y="836"/>
                    <a:pt x="1769" y="836"/>
                  </a:cubicBezTo>
                  <a:cubicBezTo>
                    <a:pt x="1768" y="834"/>
                    <a:pt x="1768" y="834"/>
                    <a:pt x="1768" y="834"/>
                  </a:cubicBezTo>
                  <a:cubicBezTo>
                    <a:pt x="1768" y="830"/>
                    <a:pt x="1768" y="830"/>
                    <a:pt x="1768" y="830"/>
                  </a:cubicBezTo>
                  <a:cubicBezTo>
                    <a:pt x="1768" y="828"/>
                    <a:pt x="1768" y="828"/>
                    <a:pt x="1768" y="828"/>
                  </a:cubicBezTo>
                  <a:cubicBezTo>
                    <a:pt x="1768" y="824"/>
                    <a:pt x="1768" y="824"/>
                    <a:pt x="1768" y="824"/>
                  </a:cubicBezTo>
                  <a:cubicBezTo>
                    <a:pt x="1768" y="822"/>
                    <a:pt x="1768" y="822"/>
                    <a:pt x="1768" y="822"/>
                  </a:cubicBezTo>
                  <a:cubicBezTo>
                    <a:pt x="1767" y="819"/>
                    <a:pt x="1767" y="819"/>
                    <a:pt x="1767" y="819"/>
                  </a:cubicBezTo>
                  <a:cubicBezTo>
                    <a:pt x="1767" y="816"/>
                    <a:pt x="1767" y="816"/>
                    <a:pt x="1767" y="816"/>
                  </a:cubicBezTo>
                  <a:cubicBezTo>
                    <a:pt x="1767" y="813"/>
                    <a:pt x="1767" y="813"/>
                    <a:pt x="1767" y="813"/>
                  </a:cubicBezTo>
                  <a:cubicBezTo>
                    <a:pt x="1766" y="810"/>
                    <a:pt x="1766" y="810"/>
                    <a:pt x="1766" y="810"/>
                  </a:cubicBezTo>
                  <a:cubicBezTo>
                    <a:pt x="1766" y="808"/>
                    <a:pt x="1766" y="808"/>
                    <a:pt x="1766" y="808"/>
                  </a:cubicBezTo>
                  <a:cubicBezTo>
                    <a:pt x="1765" y="799"/>
                    <a:pt x="1765" y="799"/>
                    <a:pt x="1765" y="799"/>
                  </a:cubicBezTo>
                  <a:cubicBezTo>
                    <a:pt x="1765" y="797"/>
                    <a:pt x="1765" y="797"/>
                    <a:pt x="1765" y="797"/>
                  </a:cubicBezTo>
                  <a:cubicBezTo>
                    <a:pt x="1765" y="794"/>
                    <a:pt x="1765" y="794"/>
                    <a:pt x="1765" y="794"/>
                  </a:cubicBezTo>
                  <a:cubicBezTo>
                    <a:pt x="1764" y="793"/>
                    <a:pt x="1764" y="793"/>
                    <a:pt x="1764" y="793"/>
                  </a:cubicBezTo>
                  <a:cubicBezTo>
                    <a:pt x="1764" y="787"/>
                    <a:pt x="1764" y="787"/>
                    <a:pt x="1764" y="787"/>
                  </a:cubicBezTo>
                  <a:cubicBezTo>
                    <a:pt x="1763" y="786"/>
                    <a:pt x="1763" y="786"/>
                    <a:pt x="1763" y="786"/>
                  </a:cubicBezTo>
                  <a:cubicBezTo>
                    <a:pt x="1763" y="783"/>
                    <a:pt x="1763" y="783"/>
                    <a:pt x="1763" y="783"/>
                  </a:cubicBezTo>
                  <a:cubicBezTo>
                    <a:pt x="1763" y="782"/>
                    <a:pt x="1763" y="782"/>
                    <a:pt x="1763" y="782"/>
                  </a:cubicBezTo>
                  <a:cubicBezTo>
                    <a:pt x="1762" y="775"/>
                    <a:pt x="1762" y="775"/>
                    <a:pt x="1762" y="775"/>
                  </a:cubicBezTo>
                  <a:cubicBezTo>
                    <a:pt x="1762" y="774"/>
                    <a:pt x="1762" y="774"/>
                    <a:pt x="1762" y="774"/>
                  </a:cubicBezTo>
                  <a:cubicBezTo>
                    <a:pt x="1761" y="771"/>
                    <a:pt x="1761" y="771"/>
                    <a:pt x="1761" y="771"/>
                  </a:cubicBezTo>
                  <a:cubicBezTo>
                    <a:pt x="1761" y="770"/>
                    <a:pt x="1761" y="770"/>
                    <a:pt x="1761" y="770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0"/>
                    <a:pt x="1760" y="760"/>
                    <a:pt x="1760" y="760"/>
                  </a:cubicBezTo>
                  <a:cubicBezTo>
                    <a:pt x="1760" y="759"/>
                    <a:pt x="1760" y="759"/>
                    <a:pt x="1760" y="759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4" y="728"/>
                    <a:pt x="1750" y="708"/>
                    <a:pt x="1745" y="688"/>
                  </a:cubicBezTo>
                  <a:cubicBezTo>
                    <a:pt x="1745" y="688"/>
                    <a:pt x="1745" y="688"/>
                    <a:pt x="1745" y="688"/>
                  </a:cubicBezTo>
                  <a:cubicBezTo>
                    <a:pt x="1743" y="677"/>
                    <a:pt x="1743" y="677"/>
                    <a:pt x="1743" y="677"/>
                  </a:cubicBezTo>
                  <a:cubicBezTo>
                    <a:pt x="1742" y="677"/>
                    <a:pt x="1742" y="677"/>
                    <a:pt x="1742" y="677"/>
                  </a:cubicBezTo>
                  <a:cubicBezTo>
                    <a:pt x="1740" y="667"/>
                    <a:pt x="1740" y="667"/>
                    <a:pt x="1740" y="667"/>
                  </a:cubicBezTo>
                  <a:cubicBezTo>
                    <a:pt x="1739" y="665"/>
                    <a:pt x="1739" y="665"/>
                    <a:pt x="1739" y="665"/>
                  </a:cubicBezTo>
                  <a:cubicBezTo>
                    <a:pt x="1739" y="663"/>
                    <a:pt x="1739" y="663"/>
                    <a:pt x="1739" y="663"/>
                  </a:cubicBezTo>
                  <a:cubicBezTo>
                    <a:pt x="1738" y="661"/>
                    <a:pt x="1738" y="661"/>
                    <a:pt x="1738" y="661"/>
                  </a:cubicBezTo>
                  <a:cubicBezTo>
                    <a:pt x="1737" y="657"/>
                    <a:pt x="1737" y="657"/>
                    <a:pt x="1737" y="657"/>
                  </a:cubicBezTo>
                  <a:cubicBezTo>
                    <a:pt x="1736" y="654"/>
                    <a:pt x="1736" y="654"/>
                    <a:pt x="1736" y="654"/>
                  </a:cubicBezTo>
                  <a:cubicBezTo>
                    <a:pt x="1736" y="652"/>
                    <a:pt x="1736" y="652"/>
                    <a:pt x="1736" y="652"/>
                  </a:cubicBezTo>
                  <a:cubicBezTo>
                    <a:pt x="1735" y="650"/>
                    <a:pt x="1735" y="650"/>
                    <a:pt x="1735" y="650"/>
                  </a:cubicBezTo>
                  <a:cubicBezTo>
                    <a:pt x="1734" y="646"/>
                    <a:pt x="1734" y="646"/>
                    <a:pt x="1734" y="646"/>
                  </a:cubicBezTo>
                  <a:cubicBezTo>
                    <a:pt x="1733" y="643"/>
                    <a:pt x="1733" y="643"/>
                    <a:pt x="1733" y="643"/>
                  </a:cubicBezTo>
                  <a:cubicBezTo>
                    <a:pt x="1732" y="642"/>
                    <a:pt x="1732" y="642"/>
                    <a:pt x="1732" y="642"/>
                  </a:cubicBezTo>
                  <a:cubicBezTo>
                    <a:pt x="1732" y="638"/>
                    <a:pt x="1732" y="638"/>
                    <a:pt x="1732" y="638"/>
                  </a:cubicBezTo>
                  <a:cubicBezTo>
                    <a:pt x="1731" y="637"/>
                    <a:pt x="1731" y="637"/>
                    <a:pt x="1731" y="637"/>
                  </a:cubicBezTo>
                  <a:cubicBezTo>
                    <a:pt x="1730" y="633"/>
                    <a:pt x="1730" y="633"/>
                    <a:pt x="1730" y="633"/>
                  </a:cubicBezTo>
                  <a:cubicBezTo>
                    <a:pt x="1729" y="631"/>
                    <a:pt x="1729" y="631"/>
                    <a:pt x="1729" y="631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19" y="599"/>
                    <a:pt x="1710" y="577"/>
                    <a:pt x="1701" y="555"/>
                  </a:cubicBezTo>
                  <a:cubicBezTo>
                    <a:pt x="1696" y="543"/>
                    <a:pt x="1691" y="530"/>
                    <a:pt x="1685" y="518"/>
                  </a:cubicBezTo>
                  <a:cubicBezTo>
                    <a:pt x="1672" y="491"/>
                    <a:pt x="1658" y="465"/>
                    <a:pt x="1643" y="440"/>
                  </a:cubicBezTo>
                  <a:cubicBezTo>
                    <a:pt x="1640" y="435"/>
                    <a:pt x="1640" y="435"/>
                    <a:pt x="1640" y="435"/>
                  </a:cubicBezTo>
                  <a:cubicBezTo>
                    <a:pt x="1640" y="434"/>
                    <a:pt x="1640" y="434"/>
                    <a:pt x="1640" y="434"/>
                  </a:cubicBezTo>
                  <a:cubicBezTo>
                    <a:pt x="1625" y="410"/>
                    <a:pt x="1609" y="387"/>
                    <a:pt x="1593" y="365"/>
                  </a:cubicBezTo>
                  <a:cubicBezTo>
                    <a:pt x="1593" y="364"/>
                    <a:pt x="1593" y="364"/>
                    <a:pt x="1593" y="364"/>
                  </a:cubicBezTo>
                  <a:cubicBezTo>
                    <a:pt x="1589" y="360"/>
                    <a:pt x="1589" y="360"/>
                    <a:pt x="1589" y="360"/>
                  </a:cubicBezTo>
                  <a:cubicBezTo>
                    <a:pt x="1589" y="359"/>
                    <a:pt x="1589" y="359"/>
                    <a:pt x="1589" y="359"/>
                  </a:cubicBezTo>
                  <a:cubicBezTo>
                    <a:pt x="1586" y="355"/>
                    <a:pt x="1586" y="355"/>
                    <a:pt x="1586" y="355"/>
                  </a:cubicBezTo>
                  <a:cubicBezTo>
                    <a:pt x="1585" y="355"/>
                    <a:pt x="1585" y="355"/>
                    <a:pt x="1585" y="355"/>
                  </a:cubicBezTo>
                  <a:cubicBezTo>
                    <a:pt x="1582" y="351"/>
                    <a:pt x="1582" y="351"/>
                    <a:pt x="1582" y="351"/>
                  </a:cubicBezTo>
                  <a:cubicBezTo>
                    <a:pt x="1582" y="350"/>
                    <a:pt x="1582" y="350"/>
                    <a:pt x="1582" y="350"/>
                  </a:cubicBezTo>
                  <a:cubicBezTo>
                    <a:pt x="1578" y="346"/>
                    <a:pt x="1578" y="346"/>
                    <a:pt x="1578" y="346"/>
                  </a:cubicBezTo>
                  <a:cubicBezTo>
                    <a:pt x="1578" y="345"/>
                    <a:pt x="1578" y="345"/>
                    <a:pt x="1578" y="345"/>
                  </a:cubicBezTo>
                  <a:cubicBezTo>
                    <a:pt x="1572" y="338"/>
                    <a:pt x="1566" y="330"/>
                    <a:pt x="1559" y="322"/>
                  </a:cubicBezTo>
                  <a:cubicBezTo>
                    <a:pt x="1559" y="322"/>
                    <a:pt x="1559" y="322"/>
                    <a:pt x="1559" y="322"/>
                  </a:cubicBezTo>
                  <a:cubicBezTo>
                    <a:pt x="1555" y="318"/>
                    <a:pt x="1555" y="318"/>
                    <a:pt x="1555" y="318"/>
                  </a:cubicBezTo>
                  <a:cubicBezTo>
                    <a:pt x="1555" y="317"/>
                    <a:pt x="1555" y="317"/>
                    <a:pt x="1555" y="317"/>
                  </a:cubicBezTo>
                  <a:cubicBezTo>
                    <a:pt x="1552" y="313"/>
                    <a:pt x="1552" y="313"/>
                    <a:pt x="1552" y="313"/>
                  </a:cubicBezTo>
                  <a:cubicBezTo>
                    <a:pt x="1551" y="313"/>
                    <a:pt x="1551" y="313"/>
                    <a:pt x="1551" y="313"/>
                  </a:cubicBezTo>
                  <a:cubicBezTo>
                    <a:pt x="1548" y="309"/>
                    <a:pt x="1548" y="309"/>
                    <a:pt x="1548" y="309"/>
                  </a:cubicBezTo>
                  <a:cubicBezTo>
                    <a:pt x="1547" y="308"/>
                    <a:pt x="1547" y="308"/>
                    <a:pt x="1547" y="308"/>
                  </a:cubicBezTo>
                  <a:cubicBezTo>
                    <a:pt x="1544" y="304"/>
                    <a:pt x="1544" y="304"/>
                    <a:pt x="1544" y="304"/>
                  </a:cubicBezTo>
                  <a:cubicBezTo>
                    <a:pt x="1543" y="304"/>
                    <a:pt x="1543" y="304"/>
                    <a:pt x="1543" y="304"/>
                  </a:cubicBezTo>
                  <a:cubicBezTo>
                    <a:pt x="1537" y="297"/>
                    <a:pt x="1530" y="289"/>
                    <a:pt x="1523" y="282"/>
                  </a:cubicBezTo>
                  <a:cubicBezTo>
                    <a:pt x="1523" y="282"/>
                    <a:pt x="1523" y="282"/>
                    <a:pt x="1523" y="282"/>
                  </a:cubicBezTo>
                  <a:cubicBezTo>
                    <a:pt x="1519" y="278"/>
                    <a:pt x="1519" y="278"/>
                    <a:pt x="1519" y="278"/>
                  </a:cubicBezTo>
                  <a:cubicBezTo>
                    <a:pt x="1519" y="277"/>
                    <a:pt x="1519" y="277"/>
                    <a:pt x="1519" y="277"/>
                  </a:cubicBezTo>
                  <a:cubicBezTo>
                    <a:pt x="1515" y="274"/>
                    <a:pt x="1515" y="274"/>
                    <a:pt x="1515" y="274"/>
                  </a:cubicBezTo>
                  <a:cubicBezTo>
                    <a:pt x="1515" y="273"/>
                    <a:pt x="1515" y="273"/>
                    <a:pt x="1515" y="273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510" y="269"/>
                    <a:pt x="1510" y="269"/>
                    <a:pt x="1510" y="269"/>
                  </a:cubicBezTo>
                  <a:cubicBezTo>
                    <a:pt x="1507" y="265"/>
                    <a:pt x="1507" y="265"/>
                    <a:pt x="1507" y="265"/>
                  </a:cubicBezTo>
                  <a:cubicBezTo>
                    <a:pt x="1506" y="265"/>
                    <a:pt x="1506" y="265"/>
                    <a:pt x="1506" y="265"/>
                  </a:cubicBezTo>
                  <a:cubicBezTo>
                    <a:pt x="1499" y="258"/>
                    <a:pt x="1492" y="251"/>
                    <a:pt x="1485" y="244"/>
                  </a:cubicBezTo>
                  <a:cubicBezTo>
                    <a:pt x="1485" y="244"/>
                    <a:pt x="1485" y="244"/>
                    <a:pt x="1485" y="244"/>
                  </a:cubicBezTo>
                  <a:cubicBezTo>
                    <a:pt x="1481" y="240"/>
                    <a:pt x="1481" y="240"/>
                    <a:pt x="1481" y="240"/>
                  </a:cubicBezTo>
                  <a:cubicBezTo>
                    <a:pt x="1480" y="239"/>
                    <a:pt x="1480" y="239"/>
                    <a:pt x="1480" y="239"/>
                  </a:cubicBezTo>
                  <a:cubicBezTo>
                    <a:pt x="1477" y="236"/>
                    <a:pt x="1477" y="236"/>
                    <a:pt x="1477" y="236"/>
                  </a:cubicBezTo>
                  <a:cubicBezTo>
                    <a:pt x="1476" y="235"/>
                    <a:pt x="1476" y="235"/>
                    <a:pt x="1476" y="235"/>
                  </a:cubicBezTo>
                  <a:cubicBezTo>
                    <a:pt x="1472" y="232"/>
                    <a:pt x="1472" y="232"/>
                    <a:pt x="1472" y="232"/>
                  </a:cubicBezTo>
                  <a:cubicBezTo>
                    <a:pt x="1471" y="232"/>
                    <a:pt x="1471" y="232"/>
                    <a:pt x="1471" y="232"/>
                  </a:cubicBezTo>
                  <a:cubicBezTo>
                    <a:pt x="1468" y="228"/>
                    <a:pt x="1468" y="228"/>
                    <a:pt x="1468" y="228"/>
                  </a:cubicBezTo>
                  <a:cubicBezTo>
                    <a:pt x="1467" y="228"/>
                    <a:pt x="1467" y="228"/>
                    <a:pt x="1467" y="228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5" y="209"/>
                    <a:pt x="1445" y="209"/>
                    <a:pt x="1445" y="209"/>
                  </a:cubicBezTo>
                  <a:cubicBezTo>
                    <a:pt x="1444" y="208"/>
                    <a:pt x="1444" y="208"/>
                    <a:pt x="1444" y="208"/>
                  </a:cubicBezTo>
                  <a:cubicBezTo>
                    <a:pt x="1440" y="205"/>
                    <a:pt x="1440" y="205"/>
                    <a:pt x="1440" y="205"/>
                  </a:cubicBezTo>
                  <a:cubicBezTo>
                    <a:pt x="1439" y="204"/>
                    <a:pt x="1439" y="204"/>
                    <a:pt x="1439" y="204"/>
                  </a:cubicBezTo>
                  <a:cubicBezTo>
                    <a:pt x="1436" y="201"/>
                    <a:pt x="1436" y="201"/>
                    <a:pt x="1436" y="201"/>
                  </a:cubicBezTo>
                  <a:cubicBezTo>
                    <a:pt x="1435" y="200"/>
                    <a:pt x="1435" y="200"/>
                    <a:pt x="1435" y="200"/>
                  </a:cubicBezTo>
                  <a:cubicBezTo>
                    <a:pt x="1431" y="197"/>
                    <a:pt x="1431" y="197"/>
                    <a:pt x="1431" y="197"/>
                  </a:cubicBezTo>
                  <a:cubicBezTo>
                    <a:pt x="1430" y="197"/>
                    <a:pt x="1430" y="197"/>
                    <a:pt x="1430" y="197"/>
                  </a:cubicBezTo>
                  <a:cubicBezTo>
                    <a:pt x="1426" y="194"/>
                    <a:pt x="1426" y="194"/>
                    <a:pt x="1426" y="194"/>
                  </a:cubicBezTo>
                  <a:cubicBezTo>
                    <a:pt x="1425" y="193"/>
                    <a:pt x="1425" y="193"/>
                    <a:pt x="1425" y="193"/>
                  </a:cubicBezTo>
                  <a:cubicBezTo>
                    <a:pt x="1421" y="190"/>
                    <a:pt x="1421" y="190"/>
                    <a:pt x="1421" y="190"/>
                  </a:cubicBezTo>
                  <a:cubicBezTo>
                    <a:pt x="1421" y="189"/>
                    <a:pt x="1421" y="189"/>
                    <a:pt x="1421" y="189"/>
                  </a:cubicBezTo>
                  <a:cubicBezTo>
                    <a:pt x="1407" y="179"/>
                    <a:pt x="1407" y="179"/>
                    <a:pt x="1407" y="179"/>
                  </a:cubicBezTo>
                  <a:cubicBezTo>
                    <a:pt x="1406" y="178"/>
                    <a:pt x="1406" y="178"/>
                    <a:pt x="1406" y="178"/>
                  </a:cubicBezTo>
                  <a:cubicBezTo>
                    <a:pt x="1402" y="175"/>
                    <a:pt x="1402" y="175"/>
                    <a:pt x="1402" y="175"/>
                  </a:cubicBezTo>
                  <a:cubicBezTo>
                    <a:pt x="1401" y="174"/>
                    <a:pt x="1401" y="174"/>
                    <a:pt x="1401" y="174"/>
                  </a:cubicBezTo>
                  <a:cubicBezTo>
                    <a:pt x="1398" y="172"/>
                    <a:pt x="1398" y="172"/>
                    <a:pt x="1398" y="172"/>
                  </a:cubicBezTo>
                  <a:cubicBezTo>
                    <a:pt x="1396" y="171"/>
                    <a:pt x="1396" y="171"/>
                    <a:pt x="1396" y="171"/>
                  </a:cubicBezTo>
                  <a:cubicBezTo>
                    <a:pt x="1393" y="169"/>
                    <a:pt x="1393" y="169"/>
                    <a:pt x="1393" y="169"/>
                  </a:cubicBezTo>
                  <a:cubicBezTo>
                    <a:pt x="1391" y="167"/>
                    <a:pt x="1391" y="167"/>
                    <a:pt x="1391" y="167"/>
                  </a:cubicBezTo>
                  <a:cubicBezTo>
                    <a:pt x="1388" y="165"/>
                    <a:pt x="1388" y="165"/>
                    <a:pt x="1388" y="165"/>
                  </a:cubicBezTo>
                  <a:cubicBezTo>
                    <a:pt x="1387" y="164"/>
                    <a:pt x="1387" y="164"/>
                    <a:pt x="1387" y="164"/>
                  </a:cubicBezTo>
                  <a:cubicBezTo>
                    <a:pt x="1383" y="162"/>
                    <a:pt x="1383" y="162"/>
                    <a:pt x="1383" y="162"/>
                  </a:cubicBezTo>
                  <a:cubicBezTo>
                    <a:pt x="1382" y="161"/>
                    <a:pt x="1382" y="161"/>
                    <a:pt x="1382" y="161"/>
                  </a:cubicBezTo>
                  <a:cubicBezTo>
                    <a:pt x="1378" y="158"/>
                    <a:pt x="1378" y="158"/>
                    <a:pt x="1378" y="158"/>
                  </a:cubicBezTo>
                  <a:cubicBezTo>
                    <a:pt x="1377" y="158"/>
                    <a:pt x="1377" y="158"/>
                    <a:pt x="1377" y="158"/>
                  </a:cubicBezTo>
                  <a:cubicBezTo>
                    <a:pt x="1363" y="148"/>
                    <a:pt x="1363" y="148"/>
                    <a:pt x="1363" y="148"/>
                  </a:cubicBezTo>
                  <a:cubicBezTo>
                    <a:pt x="1362" y="147"/>
                    <a:pt x="1362" y="147"/>
                    <a:pt x="1362" y="147"/>
                  </a:cubicBezTo>
                  <a:cubicBezTo>
                    <a:pt x="1358" y="145"/>
                    <a:pt x="1358" y="145"/>
                    <a:pt x="1358" y="145"/>
                  </a:cubicBezTo>
                  <a:cubicBezTo>
                    <a:pt x="1356" y="144"/>
                    <a:pt x="1356" y="144"/>
                    <a:pt x="1356" y="144"/>
                  </a:cubicBezTo>
                  <a:cubicBezTo>
                    <a:pt x="1353" y="141"/>
                    <a:pt x="1353" y="141"/>
                    <a:pt x="1353" y="141"/>
                  </a:cubicBezTo>
                  <a:cubicBezTo>
                    <a:pt x="1352" y="141"/>
                    <a:pt x="1352" y="141"/>
                    <a:pt x="1352" y="141"/>
                  </a:cubicBezTo>
                  <a:cubicBezTo>
                    <a:pt x="1348" y="138"/>
                    <a:pt x="1348" y="138"/>
                    <a:pt x="1348" y="138"/>
                  </a:cubicBezTo>
                  <a:cubicBezTo>
                    <a:pt x="1347" y="138"/>
                    <a:pt x="1347" y="138"/>
                    <a:pt x="1347" y="138"/>
                  </a:cubicBezTo>
                  <a:cubicBezTo>
                    <a:pt x="1343" y="135"/>
                    <a:pt x="1343" y="135"/>
                    <a:pt x="1343" y="135"/>
                  </a:cubicBezTo>
                  <a:cubicBezTo>
                    <a:pt x="1342" y="134"/>
                    <a:pt x="1342" y="134"/>
                    <a:pt x="1342" y="134"/>
                  </a:cubicBezTo>
                  <a:cubicBezTo>
                    <a:pt x="1338" y="132"/>
                    <a:pt x="1338" y="132"/>
                    <a:pt x="1338" y="132"/>
                  </a:cubicBezTo>
                  <a:cubicBezTo>
                    <a:pt x="1337" y="131"/>
                    <a:pt x="1337" y="131"/>
                    <a:pt x="1337" y="131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16" y="119"/>
                    <a:pt x="1316" y="119"/>
                    <a:pt x="1316" y="119"/>
                  </a:cubicBezTo>
                  <a:cubicBezTo>
                    <a:pt x="1315" y="119"/>
                    <a:pt x="1315" y="119"/>
                    <a:pt x="1315" y="119"/>
                  </a:cubicBezTo>
                  <a:cubicBezTo>
                    <a:pt x="1311" y="116"/>
                    <a:pt x="1311" y="116"/>
                    <a:pt x="1311" y="116"/>
                  </a:cubicBezTo>
                  <a:cubicBezTo>
                    <a:pt x="1310" y="116"/>
                    <a:pt x="1310" y="116"/>
                    <a:pt x="1310" y="116"/>
                  </a:cubicBezTo>
                  <a:cubicBezTo>
                    <a:pt x="1306" y="114"/>
                    <a:pt x="1306" y="114"/>
                    <a:pt x="1306" y="114"/>
                  </a:cubicBezTo>
                  <a:cubicBezTo>
                    <a:pt x="1305" y="113"/>
                    <a:pt x="1305" y="113"/>
                    <a:pt x="1305" y="113"/>
                  </a:cubicBezTo>
                  <a:cubicBezTo>
                    <a:pt x="1301" y="111"/>
                    <a:pt x="1301" y="111"/>
                    <a:pt x="1301" y="111"/>
                  </a:cubicBezTo>
                  <a:cubicBezTo>
                    <a:pt x="1300" y="110"/>
                    <a:pt x="1300" y="110"/>
                    <a:pt x="1300" y="110"/>
                  </a:cubicBezTo>
                  <a:cubicBezTo>
                    <a:pt x="1296" y="108"/>
                    <a:pt x="1296" y="108"/>
                    <a:pt x="1296" y="108"/>
                  </a:cubicBezTo>
                  <a:cubicBezTo>
                    <a:pt x="1295" y="107"/>
                    <a:pt x="1295" y="107"/>
                    <a:pt x="1295" y="107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89" y="105"/>
                    <a:pt x="1289" y="105"/>
                    <a:pt x="1289" y="105"/>
                  </a:cubicBezTo>
                  <a:cubicBezTo>
                    <a:pt x="1282" y="101"/>
                    <a:pt x="1275" y="97"/>
                    <a:pt x="1268" y="94"/>
                  </a:cubicBezTo>
                  <a:cubicBezTo>
                    <a:pt x="1267" y="93"/>
                    <a:pt x="1267" y="93"/>
                    <a:pt x="1267" y="93"/>
                  </a:cubicBezTo>
                  <a:cubicBezTo>
                    <a:pt x="1263" y="91"/>
                    <a:pt x="1263" y="91"/>
                    <a:pt x="1263" y="91"/>
                  </a:cubicBezTo>
                  <a:cubicBezTo>
                    <a:pt x="1262" y="91"/>
                    <a:pt x="1262" y="91"/>
                    <a:pt x="1262" y="91"/>
                  </a:cubicBezTo>
                  <a:cubicBezTo>
                    <a:pt x="1258" y="89"/>
                    <a:pt x="1258" y="89"/>
                    <a:pt x="1258" y="89"/>
                  </a:cubicBezTo>
                  <a:cubicBezTo>
                    <a:pt x="1256" y="88"/>
                    <a:pt x="1256" y="88"/>
                    <a:pt x="1256" y="88"/>
                  </a:cubicBezTo>
                  <a:cubicBezTo>
                    <a:pt x="1252" y="86"/>
                    <a:pt x="1252" y="86"/>
                    <a:pt x="1252" y="86"/>
                  </a:cubicBezTo>
                  <a:cubicBezTo>
                    <a:pt x="1251" y="86"/>
                    <a:pt x="1251" y="86"/>
                    <a:pt x="1251" y="86"/>
                  </a:cubicBezTo>
                  <a:cubicBezTo>
                    <a:pt x="1247" y="83"/>
                    <a:pt x="1247" y="83"/>
                    <a:pt x="1247" y="83"/>
                  </a:cubicBezTo>
                  <a:cubicBezTo>
                    <a:pt x="1246" y="83"/>
                    <a:pt x="1246" y="83"/>
                    <a:pt x="1246" y="83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35" y="78"/>
                    <a:pt x="1229" y="76"/>
                    <a:pt x="1224" y="73"/>
                  </a:cubicBezTo>
                  <a:cubicBezTo>
                    <a:pt x="1224" y="73"/>
                    <a:pt x="1224" y="73"/>
                    <a:pt x="1224" y="73"/>
                  </a:cubicBezTo>
                  <a:cubicBezTo>
                    <a:pt x="1219" y="71"/>
                    <a:pt x="1219" y="71"/>
                    <a:pt x="1219" y="71"/>
                  </a:cubicBezTo>
                  <a:cubicBezTo>
                    <a:pt x="1218" y="71"/>
                    <a:pt x="1218" y="71"/>
                    <a:pt x="1218" y="71"/>
                  </a:cubicBezTo>
                  <a:cubicBezTo>
                    <a:pt x="1213" y="69"/>
                    <a:pt x="1213" y="69"/>
                    <a:pt x="1213" y="69"/>
                  </a:cubicBezTo>
                  <a:cubicBezTo>
                    <a:pt x="1212" y="68"/>
                    <a:pt x="1212" y="68"/>
                    <a:pt x="1212" y="68"/>
                  </a:cubicBezTo>
                  <a:cubicBezTo>
                    <a:pt x="1208" y="66"/>
                    <a:pt x="1208" y="66"/>
                    <a:pt x="1208" y="66"/>
                  </a:cubicBezTo>
                  <a:cubicBezTo>
                    <a:pt x="1207" y="66"/>
                    <a:pt x="1207" y="66"/>
                    <a:pt x="1207" y="66"/>
                  </a:cubicBezTo>
                  <a:cubicBezTo>
                    <a:pt x="1202" y="64"/>
                    <a:pt x="1202" y="64"/>
                    <a:pt x="1202" y="64"/>
                  </a:cubicBezTo>
                  <a:cubicBezTo>
                    <a:pt x="1201" y="64"/>
                    <a:pt x="1201" y="64"/>
                    <a:pt x="1201" y="64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86" y="58"/>
                    <a:pt x="1177" y="55"/>
                    <a:pt x="1167" y="51"/>
                  </a:cubicBezTo>
                  <a:cubicBezTo>
                    <a:pt x="1166" y="51"/>
                    <a:pt x="1166" y="51"/>
                    <a:pt x="1166" y="51"/>
                  </a:cubicBezTo>
                  <a:cubicBezTo>
                    <a:pt x="1162" y="49"/>
                    <a:pt x="1162" y="49"/>
                    <a:pt x="1162" y="49"/>
                  </a:cubicBezTo>
                  <a:cubicBezTo>
                    <a:pt x="1161" y="49"/>
                    <a:pt x="1161" y="49"/>
                    <a:pt x="1161" y="49"/>
                  </a:cubicBezTo>
                  <a:cubicBezTo>
                    <a:pt x="1156" y="47"/>
                    <a:pt x="1156" y="47"/>
                    <a:pt x="1156" y="47"/>
                  </a:cubicBezTo>
                  <a:cubicBezTo>
                    <a:pt x="1155" y="47"/>
                    <a:pt x="1155" y="47"/>
                    <a:pt x="1155" y="47"/>
                  </a:cubicBezTo>
                  <a:cubicBezTo>
                    <a:pt x="1150" y="45"/>
                    <a:pt x="1150" y="45"/>
                    <a:pt x="1150" y="45"/>
                  </a:cubicBezTo>
                  <a:cubicBezTo>
                    <a:pt x="1149" y="45"/>
                    <a:pt x="1149" y="45"/>
                    <a:pt x="1149" y="45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36" y="41"/>
                    <a:pt x="1128" y="38"/>
                    <a:pt x="1120" y="36"/>
                  </a:cubicBezTo>
                  <a:cubicBezTo>
                    <a:pt x="1120" y="36"/>
                    <a:pt x="1120" y="36"/>
                    <a:pt x="1120" y="36"/>
                  </a:cubicBezTo>
                  <a:cubicBezTo>
                    <a:pt x="1115" y="35"/>
                    <a:pt x="1115" y="35"/>
                    <a:pt x="1115" y="35"/>
                  </a:cubicBezTo>
                  <a:cubicBezTo>
                    <a:pt x="1114" y="34"/>
                    <a:pt x="1114" y="34"/>
                    <a:pt x="1114" y="34"/>
                  </a:cubicBezTo>
                  <a:cubicBezTo>
                    <a:pt x="1109" y="33"/>
                    <a:pt x="1109" y="33"/>
                    <a:pt x="1109" y="33"/>
                  </a:cubicBezTo>
                  <a:cubicBezTo>
                    <a:pt x="1108" y="33"/>
                    <a:pt x="1108" y="33"/>
                    <a:pt x="1108" y="33"/>
                  </a:cubicBezTo>
                  <a:cubicBezTo>
                    <a:pt x="1103" y="31"/>
                    <a:pt x="1103" y="31"/>
                    <a:pt x="1103" y="31"/>
                  </a:cubicBezTo>
                  <a:cubicBezTo>
                    <a:pt x="1102" y="31"/>
                    <a:pt x="1102" y="31"/>
                    <a:pt x="1102" y="31"/>
                  </a:cubicBezTo>
                  <a:cubicBezTo>
                    <a:pt x="1097" y="30"/>
                    <a:pt x="1097" y="30"/>
                    <a:pt x="1097" y="30"/>
                  </a:cubicBezTo>
                  <a:cubicBezTo>
                    <a:pt x="1096" y="29"/>
                    <a:pt x="1096" y="29"/>
                    <a:pt x="1096" y="29"/>
                  </a:cubicBezTo>
                  <a:cubicBezTo>
                    <a:pt x="1091" y="28"/>
                    <a:pt x="1091" y="28"/>
                    <a:pt x="1091" y="28"/>
                  </a:cubicBezTo>
                  <a:cubicBezTo>
                    <a:pt x="1090" y="28"/>
                    <a:pt x="1090" y="28"/>
                    <a:pt x="1090" y="28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79" y="25"/>
                    <a:pt x="1073" y="24"/>
                    <a:pt x="1067" y="22"/>
                  </a:cubicBezTo>
                  <a:cubicBezTo>
                    <a:pt x="1066" y="22"/>
                    <a:pt x="1066" y="22"/>
                    <a:pt x="1066" y="22"/>
                  </a:cubicBezTo>
                  <a:cubicBezTo>
                    <a:pt x="1061" y="21"/>
                    <a:pt x="1061" y="21"/>
                    <a:pt x="1061" y="21"/>
                  </a:cubicBezTo>
                  <a:cubicBezTo>
                    <a:pt x="1059" y="21"/>
                    <a:pt x="1059" y="21"/>
                    <a:pt x="1059" y="21"/>
                  </a:cubicBezTo>
                  <a:cubicBezTo>
                    <a:pt x="1055" y="20"/>
                    <a:pt x="1055" y="20"/>
                    <a:pt x="1055" y="20"/>
                  </a:cubicBezTo>
                  <a:cubicBezTo>
                    <a:pt x="1053" y="19"/>
                    <a:pt x="1053" y="19"/>
                    <a:pt x="1053" y="19"/>
                  </a:cubicBezTo>
                  <a:cubicBezTo>
                    <a:pt x="1049" y="19"/>
                    <a:pt x="1049" y="19"/>
                    <a:pt x="1049" y="19"/>
                  </a:cubicBezTo>
                  <a:cubicBezTo>
                    <a:pt x="1047" y="18"/>
                    <a:pt x="1047" y="18"/>
                    <a:pt x="1047" y="18"/>
                  </a:cubicBezTo>
                  <a:cubicBezTo>
                    <a:pt x="1043" y="17"/>
                    <a:pt x="1043" y="17"/>
                    <a:pt x="1043" y="17"/>
                  </a:cubicBezTo>
                  <a:cubicBezTo>
                    <a:pt x="1041" y="17"/>
                    <a:pt x="1041" y="17"/>
                    <a:pt x="1041" y="17"/>
                  </a:cubicBezTo>
                  <a:cubicBezTo>
                    <a:pt x="1037" y="16"/>
                    <a:pt x="1037" y="16"/>
                    <a:pt x="1037" y="16"/>
                  </a:cubicBezTo>
                  <a:cubicBezTo>
                    <a:pt x="1035" y="16"/>
                    <a:pt x="1035" y="16"/>
                    <a:pt x="1035" y="16"/>
                  </a:cubicBezTo>
                  <a:cubicBezTo>
                    <a:pt x="1031" y="15"/>
                    <a:pt x="1031" y="15"/>
                    <a:pt x="1031" y="15"/>
                  </a:cubicBezTo>
                  <a:cubicBezTo>
                    <a:pt x="1030" y="15"/>
                    <a:pt x="1030" y="15"/>
                    <a:pt x="1030" y="15"/>
                  </a:cubicBezTo>
                  <a:cubicBezTo>
                    <a:pt x="1024" y="14"/>
                    <a:pt x="1024" y="14"/>
                    <a:pt x="1024" y="14"/>
                  </a:cubicBezTo>
                  <a:cubicBezTo>
                    <a:pt x="1023" y="14"/>
                    <a:pt x="1023" y="14"/>
                    <a:pt x="1023" y="14"/>
                  </a:cubicBezTo>
                  <a:cubicBezTo>
                    <a:pt x="975" y="5"/>
                    <a:pt x="926" y="1"/>
                    <a:pt x="876" y="0"/>
                  </a:cubicBezTo>
                  <a:cubicBezTo>
                    <a:pt x="868" y="0"/>
                    <a:pt x="868" y="0"/>
                    <a:pt x="868" y="0"/>
                  </a:cubicBezTo>
                  <a:cubicBezTo>
                    <a:pt x="590" y="0"/>
                    <a:pt x="341" y="126"/>
                    <a:pt x="175" y="323"/>
                  </a:cubicBezTo>
                  <a:cubicBezTo>
                    <a:pt x="158" y="344"/>
                    <a:pt x="149" y="358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50" y="375"/>
                    <a:pt x="159" y="379"/>
                    <a:pt x="178" y="379"/>
                  </a:cubicBezTo>
                  <a:cubicBezTo>
                    <a:pt x="559" y="379"/>
                    <a:pt x="559" y="379"/>
                    <a:pt x="559" y="379"/>
                  </a:cubicBezTo>
                  <a:cubicBezTo>
                    <a:pt x="1261" y="379"/>
                    <a:pt x="1261" y="379"/>
                    <a:pt x="1261" y="379"/>
                  </a:cubicBezTo>
                  <a:cubicBezTo>
                    <a:pt x="1269" y="379"/>
                    <a:pt x="1278" y="382"/>
                    <a:pt x="1287" y="387"/>
                  </a:cubicBezTo>
                  <a:cubicBezTo>
                    <a:pt x="1294" y="391"/>
                    <a:pt x="1300" y="396"/>
                    <a:pt x="1304" y="402"/>
                  </a:cubicBezTo>
                  <a:cubicBezTo>
                    <a:pt x="1452" y="634"/>
                    <a:pt x="1452" y="634"/>
                    <a:pt x="1452" y="634"/>
                  </a:cubicBezTo>
                  <a:cubicBezTo>
                    <a:pt x="1455" y="638"/>
                    <a:pt x="1457" y="643"/>
                    <a:pt x="1459" y="648"/>
                  </a:cubicBezTo>
                  <a:cubicBezTo>
                    <a:pt x="1461" y="655"/>
                    <a:pt x="1461" y="655"/>
                    <a:pt x="1461" y="655"/>
                  </a:cubicBezTo>
                  <a:cubicBezTo>
                    <a:pt x="1461" y="656"/>
                    <a:pt x="1461" y="656"/>
                    <a:pt x="1461" y="656"/>
                  </a:cubicBezTo>
                  <a:cubicBezTo>
                    <a:pt x="1461" y="657"/>
                    <a:pt x="1461" y="657"/>
                    <a:pt x="1461" y="657"/>
                  </a:cubicBezTo>
                  <a:cubicBezTo>
                    <a:pt x="1463" y="664"/>
                    <a:pt x="1463" y="671"/>
                    <a:pt x="1463" y="677"/>
                  </a:cubicBezTo>
                  <a:cubicBezTo>
                    <a:pt x="1462" y="685"/>
                    <a:pt x="1462" y="685"/>
                    <a:pt x="1462" y="685"/>
                  </a:cubicBezTo>
                  <a:cubicBezTo>
                    <a:pt x="1372" y="1125"/>
                    <a:pt x="1372" y="1125"/>
                    <a:pt x="1372" y="1125"/>
                  </a:cubicBezTo>
                  <a:cubicBezTo>
                    <a:pt x="1322" y="1367"/>
                    <a:pt x="1322" y="1367"/>
                    <a:pt x="1322" y="1367"/>
                  </a:cubicBezTo>
                  <a:cubicBezTo>
                    <a:pt x="1319" y="1383"/>
                    <a:pt x="1304" y="1395"/>
                    <a:pt x="1289" y="1395"/>
                  </a:cubicBezTo>
                  <a:cubicBezTo>
                    <a:pt x="1046" y="1395"/>
                    <a:pt x="1046" y="1395"/>
                    <a:pt x="1046" y="1395"/>
                  </a:cubicBezTo>
                  <a:cubicBezTo>
                    <a:pt x="1030" y="1395"/>
                    <a:pt x="1011" y="1384"/>
                    <a:pt x="1002" y="1371"/>
                  </a:cubicBezTo>
                  <a:cubicBezTo>
                    <a:pt x="705" y="923"/>
                    <a:pt x="705" y="923"/>
                    <a:pt x="705" y="923"/>
                  </a:cubicBezTo>
                  <a:cubicBezTo>
                    <a:pt x="684" y="1030"/>
                    <a:pt x="684" y="1030"/>
                    <a:pt x="684" y="1030"/>
                  </a:cubicBezTo>
                  <a:cubicBezTo>
                    <a:pt x="615" y="1368"/>
                    <a:pt x="615" y="1368"/>
                    <a:pt x="615" y="1368"/>
                  </a:cubicBezTo>
                  <a:cubicBezTo>
                    <a:pt x="613" y="1380"/>
                    <a:pt x="602" y="1391"/>
                    <a:pt x="590" y="1394"/>
                  </a:cubicBezTo>
                  <a:cubicBezTo>
                    <a:pt x="590" y="1394"/>
                    <a:pt x="590" y="1394"/>
                    <a:pt x="590" y="1394"/>
                  </a:cubicBezTo>
                  <a:cubicBezTo>
                    <a:pt x="590" y="1395"/>
                    <a:pt x="590" y="1395"/>
                    <a:pt x="590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2" y="1396"/>
                    <a:pt x="582" y="1396"/>
                    <a:pt x="582" y="1396"/>
                  </a:cubicBezTo>
                  <a:cubicBezTo>
                    <a:pt x="581" y="1396"/>
                    <a:pt x="581" y="1396"/>
                    <a:pt x="581" y="1396"/>
                  </a:cubicBezTo>
                  <a:cubicBezTo>
                    <a:pt x="553" y="1396"/>
                    <a:pt x="553" y="1396"/>
                    <a:pt x="553" y="1396"/>
                  </a:cubicBezTo>
                  <a:cubicBezTo>
                    <a:pt x="403" y="1396"/>
                    <a:pt x="403" y="1396"/>
                    <a:pt x="403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1" y="1394"/>
                    <a:pt x="384" y="1389"/>
                    <a:pt x="382" y="1382"/>
                  </a:cubicBezTo>
                  <a:cubicBezTo>
                    <a:pt x="382" y="1382"/>
                    <a:pt x="382" y="1382"/>
                    <a:pt x="382" y="1382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1" y="1368"/>
                    <a:pt x="381" y="1368"/>
                    <a:pt x="381" y="1368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10" y="733"/>
                    <a:pt x="510" y="733"/>
                    <a:pt x="510" y="733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6" y="720"/>
                    <a:pt x="516" y="720"/>
                    <a:pt x="516" y="720"/>
                  </a:cubicBezTo>
                  <a:cubicBezTo>
                    <a:pt x="517" y="719"/>
                    <a:pt x="517" y="719"/>
                    <a:pt x="517" y="719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43" y="705"/>
                    <a:pt x="543" y="705"/>
                    <a:pt x="543" y="705"/>
                  </a:cubicBezTo>
                  <a:cubicBezTo>
                    <a:pt x="544" y="705"/>
                    <a:pt x="544" y="705"/>
                    <a:pt x="544" y="705"/>
                  </a:cubicBezTo>
                  <a:cubicBezTo>
                    <a:pt x="555" y="705"/>
                    <a:pt x="555" y="705"/>
                    <a:pt x="555" y="705"/>
                  </a:cubicBezTo>
                  <a:cubicBezTo>
                    <a:pt x="557" y="705"/>
                    <a:pt x="557" y="705"/>
                    <a:pt x="557" y="705"/>
                  </a:cubicBezTo>
                  <a:cubicBezTo>
                    <a:pt x="786" y="705"/>
                    <a:pt x="786" y="705"/>
                    <a:pt x="786" y="705"/>
                  </a:cubicBezTo>
                  <a:cubicBezTo>
                    <a:pt x="802" y="705"/>
                    <a:pt x="821" y="716"/>
                    <a:pt x="829" y="729"/>
                  </a:cubicBezTo>
                  <a:cubicBezTo>
                    <a:pt x="1127" y="1178"/>
                    <a:pt x="1127" y="1178"/>
                    <a:pt x="1127" y="1178"/>
                  </a:cubicBezTo>
                  <a:cubicBezTo>
                    <a:pt x="1244" y="590"/>
                    <a:pt x="1244" y="590"/>
                    <a:pt x="1244" y="590"/>
                  </a:cubicBezTo>
                  <a:cubicBezTo>
                    <a:pt x="557" y="590"/>
                    <a:pt x="557" y="590"/>
                    <a:pt x="557" y="590"/>
                  </a:cubicBezTo>
                  <a:cubicBezTo>
                    <a:pt x="555" y="590"/>
                    <a:pt x="555" y="590"/>
                    <a:pt x="555" y="590"/>
                  </a:cubicBezTo>
                  <a:cubicBezTo>
                    <a:pt x="475" y="590"/>
                    <a:pt x="475" y="590"/>
                    <a:pt x="475" y="590"/>
                  </a:cubicBezTo>
                  <a:cubicBezTo>
                    <a:pt x="435" y="590"/>
                    <a:pt x="395" y="593"/>
                    <a:pt x="357" y="600"/>
                  </a:cubicBezTo>
                  <a:cubicBezTo>
                    <a:pt x="162" y="632"/>
                    <a:pt x="0" y="756"/>
                    <a:pt x="0" y="1037"/>
                  </a:cubicBezTo>
                  <a:cubicBezTo>
                    <a:pt x="0" y="1321"/>
                    <a:pt x="239" y="1662"/>
                    <a:pt x="616" y="1772"/>
                  </a:cubicBezTo>
                  <a:cubicBezTo>
                    <a:pt x="694" y="1794"/>
                    <a:pt x="779" y="1807"/>
                    <a:pt x="868" y="1807"/>
                  </a:cubicBezTo>
                  <a:cubicBezTo>
                    <a:pt x="873" y="1807"/>
                    <a:pt x="873" y="1807"/>
                    <a:pt x="873" y="1807"/>
                  </a:cubicBezTo>
                  <a:cubicBezTo>
                    <a:pt x="1020" y="1806"/>
                    <a:pt x="1158" y="1770"/>
                    <a:pt x="1280" y="1707"/>
                  </a:cubicBezTo>
                  <a:cubicBezTo>
                    <a:pt x="1285" y="1705"/>
                    <a:pt x="1285" y="1705"/>
                    <a:pt x="1285" y="1705"/>
                  </a:cubicBezTo>
                  <a:cubicBezTo>
                    <a:pt x="1286" y="1704"/>
                    <a:pt x="1286" y="1704"/>
                    <a:pt x="1286" y="1704"/>
                  </a:cubicBezTo>
                  <a:cubicBezTo>
                    <a:pt x="1291" y="1702"/>
                    <a:pt x="1291" y="1702"/>
                    <a:pt x="1291" y="1702"/>
                  </a:cubicBezTo>
                  <a:cubicBezTo>
                    <a:pt x="1292" y="1701"/>
                    <a:pt x="1292" y="1701"/>
                    <a:pt x="1292" y="1701"/>
                  </a:cubicBezTo>
                  <a:cubicBezTo>
                    <a:pt x="1295" y="1699"/>
                    <a:pt x="1295" y="1699"/>
                    <a:pt x="1295" y="1699"/>
                  </a:cubicBezTo>
                  <a:cubicBezTo>
                    <a:pt x="1297" y="1698"/>
                    <a:pt x="1297" y="1698"/>
                    <a:pt x="1297" y="1698"/>
                  </a:cubicBezTo>
                  <a:cubicBezTo>
                    <a:pt x="1301" y="1696"/>
                    <a:pt x="1301" y="1696"/>
                    <a:pt x="1301" y="1696"/>
                  </a:cubicBezTo>
                  <a:cubicBezTo>
                    <a:pt x="1302" y="1695"/>
                    <a:pt x="1302" y="1695"/>
                    <a:pt x="1302" y="1695"/>
                  </a:cubicBezTo>
                  <a:cubicBezTo>
                    <a:pt x="1306" y="1693"/>
                    <a:pt x="1306" y="1693"/>
                    <a:pt x="1306" y="1693"/>
                  </a:cubicBezTo>
                  <a:cubicBezTo>
                    <a:pt x="1307" y="1693"/>
                    <a:pt x="1307" y="1693"/>
                    <a:pt x="1307" y="1693"/>
                  </a:cubicBezTo>
                  <a:cubicBezTo>
                    <a:pt x="1311" y="1690"/>
                    <a:pt x="1311" y="1690"/>
                    <a:pt x="1311" y="1690"/>
                  </a:cubicBezTo>
                  <a:cubicBezTo>
                    <a:pt x="1313" y="1689"/>
                    <a:pt x="1313" y="1689"/>
                    <a:pt x="1313" y="1689"/>
                  </a:cubicBezTo>
                  <a:cubicBezTo>
                    <a:pt x="1317" y="1687"/>
                    <a:pt x="1317" y="1687"/>
                    <a:pt x="1317" y="1687"/>
                  </a:cubicBezTo>
                  <a:cubicBezTo>
                    <a:pt x="1318" y="1687"/>
                    <a:pt x="1318" y="1687"/>
                    <a:pt x="1318" y="1687"/>
                  </a:cubicBezTo>
                  <a:cubicBezTo>
                    <a:pt x="1322" y="1684"/>
                    <a:pt x="1322" y="1684"/>
                    <a:pt x="1322" y="1684"/>
                  </a:cubicBezTo>
                  <a:cubicBezTo>
                    <a:pt x="1323" y="1684"/>
                    <a:pt x="1323" y="1684"/>
                    <a:pt x="1323" y="1684"/>
                  </a:cubicBezTo>
                  <a:cubicBezTo>
                    <a:pt x="1327" y="1681"/>
                    <a:pt x="1327" y="1681"/>
                    <a:pt x="1327" y="1681"/>
                  </a:cubicBezTo>
                  <a:cubicBezTo>
                    <a:pt x="1329" y="1680"/>
                    <a:pt x="1329" y="1680"/>
                    <a:pt x="1329" y="1680"/>
                  </a:cubicBezTo>
                  <a:cubicBezTo>
                    <a:pt x="1332" y="1678"/>
                    <a:pt x="1332" y="1678"/>
                    <a:pt x="1332" y="1678"/>
                  </a:cubicBezTo>
                  <a:cubicBezTo>
                    <a:pt x="1333" y="1677"/>
                    <a:pt x="1333" y="1677"/>
                    <a:pt x="1333" y="1677"/>
                  </a:cubicBezTo>
                  <a:cubicBezTo>
                    <a:pt x="1338" y="1675"/>
                    <a:pt x="1338" y="1675"/>
                    <a:pt x="1338" y="1675"/>
                  </a:cubicBezTo>
                  <a:cubicBezTo>
                    <a:pt x="1339" y="1674"/>
                    <a:pt x="1339" y="1674"/>
                    <a:pt x="1339" y="1674"/>
                  </a:cubicBezTo>
                  <a:cubicBezTo>
                    <a:pt x="1343" y="1672"/>
                    <a:pt x="1343" y="1672"/>
                    <a:pt x="1343" y="1672"/>
                  </a:cubicBezTo>
                  <a:cubicBezTo>
                    <a:pt x="1343" y="1671"/>
                    <a:pt x="1343" y="1671"/>
                    <a:pt x="1343" y="1671"/>
                  </a:cubicBezTo>
                  <a:cubicBezTo>
                    <a:pt x="1348" y="1669"/>
                    <a:pt x="1348" y="1669"/>
                    <a:pt x="1348" y="1669"/>
                  </a:cubicBezTo>
                  <a:cubicBezTo>
                    <a:pt x="1349" y="1668"/>
                    <a:pt x="1349" y="1668"/>
                    <a:pt x="1349" y="1668"/>
                  </a:cubicBezTo>
                  <a:cubicBezTo>
                    <a:pt x="1353" y="1665"/>
                    <a:pt x="1353" y="1665"/>
                    <a:pt x="1353" y="1665"/>
                  </a:cubicBezTo>
                  <a:cubicBezTo>
                    <a:pt x="1354" y="1665"/>
                    <a:pt x="1354" y="1665"/>
                    <a:pt x="1354" y="1665"/>
                  </a:cubicBezTo>
                  <a:cubicBezTo>
                    <a:pt x="1358" y="1662"/>
                    <a:pt x="1358" y="1662"/>
                    <a:pt x="1358" y="1662"/>
                  </a:cubicBezTo>
                  <a:cubicBezTo>
                    <a:pt x="1359" y="1661"/>
                    <a:pt x="1359" y="1661"/>
                    <a:pt x="1359" y="1661"/>
                  </a:cubicBezTo>
                  <a:cubicBezTo>
                    <a:pt x="1363" y="1659"/>
                    <a:pt x="1363" y="1659"/>
                    <a:pt x="1363" y="1659"/>
                  </a:cubicBezTo>
                  <a:cubicBezTo>
                    <a:pt x="1364" y="1658"/>
                    <a:pt x="1364" y="1658"/>
                    <a:pt x="1364" y="1658"/>
                  </a:cubicBezTo>
                  <a:cubicBezTo>
                    <a:pt x="1368" y="1655"/>
                    <a:pt x="1368" y="1655"/>
                    <a:pt x="1368" y="1655"/>
                  </a:cubicBezTo>
                  <a:cubicBezTo>
                    <a:pt x="1369" y="1655"/>
                    <a:pt x="1369" y="1655"/>
                    <a:pt x="1369" y="1655"/>
                  </a:cubicBezTo>
                  <a:cubicBezTo>
                    <a:pt x="1373" y="1652"/>
                    <a:pt x="1373" y="1652"/>
                    <a:pt x="1373" y="1652"/>
                  </a:cubicBezTo>
                  <a:cubicBezTo>
                    <a:pt x="1374" y="1651"/>
                    <a:pt x="1374" y="1651"/>
                    <a:pt x="1374" y="1651"/>
                  </a:cubicBezTo>
                  <a:cubicBezTo>
                    <a:pt x="1378" y="1648"/>
                    <a:pt x="1378" y="1648"/>
                    <a:pt x="1378" y="1648"/>
                  </a:cubicBezTo>
                  <a:cubicBezTo>
                    <a:pt x="1379" y="1648"/>
                    <a:pt x="1379" y="1648"/>
                    <a:pt x="1379" y="1648"/>
                  </a:cubicBezTo>
                  <a:cubicBezTo>
                    <a:pt x="1383" y="1645"/>
                    <a:pt x="1383" y="1645"/>
                    <a:pt x="1383" y="1645"/>
                  </a:cubicBezTo>
                  <a:cubicBezTo>
                    <a:pt x="1384" y="1645"/>
                    <a:pt x="1384" y="1645"/>
                    <a:pt x="1384" y="1645"/>
                  </a:cubicBezTo>
                  <a:cubicBezTo>
                    <a:pt x="1388" y="1642"/>
                    <a:pt x="1388" y="1642"/>
                    <a:pt x="1388" y="1642"/>
                  </a:cubicBezTo>
                  <a:cubicBezTo>
                    <a:pt x="1389" y="1641"/>
                    <a:pt x="1389" y="1641"/>
                    <a:pt x="1389" y="1641"/>
                  </a:cubicBezTo>
                  <a:cubicBezTo>
                    <a:pt x="1393" y="1638"/>
                    <a:pt x="1393" y="1638"/>
                    <a:pt x="1393" y="1638"/>
                  </a:cubicBezTo>
                  <a:cubicBezTo>
                    <a:pt x="1394" y="1638"/>
                    <a:pt x="1394" y="1638"/>
                    <a:pt x="1394" y="1638"/>
                  </a:cubicBezTo>
                  <a:cubicBezTo>
                    <a:pt x="1398" y="1635"/>
                    <a:pt x="1398" y="1635"/>
                    <a:pt x="1398" y="1635"/>
                  </a:cubicBezTo>
                  <a:cubicBezTo>
                    <a:pt x="1399" y="1634"/>
                    <a:pt x="1399" y="1634"/>
                    <a:pt x="1399" y="1634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8" y="1628"/>
                    <a:pt x="1408" y="1628"/>
                    <a:pt x="1408" y="1628"/>
                  </a:cubicBezTo>
                  <a:cubicBezTo>
                    <a:pt x="1408" y="1627"/>
                    <a:pt x="1408" y="1627"/>
                    <a:pt x="1408" y="1627"/>
                  </a:cubicBezTo>
                  <a:cubicBezTo>
                    <a:pt x="1417" y="1620"/>
                    <a:pt x="1417" y="1620"/>
                    <a:pt x="1417" y="1620"/>
                  </a:cubicBezTo>
                  <a:cubicBezTo>
                    <a:pt x="1418" y="1620"/>
                    <a:pt x="1418" y="1620"/>
                    <a:pt x="1418" y="1620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74" y="1573"/>
                    <a:pt x="1485" y="1563"/>
                    <a:pt x="1495" y="1554"/>
                  </a:cubicBezTo>
                  <a:cubicBezTo>
                    <a:pt x="1495" y="1553"/>
                    <a:pt x="1495" y="1553"/>
                    <a:pt x="1495" y="1553"/>
                  </a:cubicBezTo>
                  <a:cubicBezTo>
                    <a:pt x="1503" y="1545"/>
                    <a:pt x="1503" y="1545"/>
                    <a:pt x="1503" y="1545"/>
                  </a:cubicBezTo>
                  <a:cubicBezTo>
                    <a:pt x="1504" y="1545"/>
                    <a:pt x="1504" y="1545"/>
                    <a:pt x="1504" y="1545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12" y="1537"/>
                    <a:pt x="1512" y="1537"/>
                    <a:pt x="1512" y="1537"/>
                  </a:cubicBezTo>
                  <a:cubicBezTo>
                    <a:pt x="1512" y="1536"/>
                    <a:pt x="1512" y="1536"/>
                    <a:pt x="1512" y="1536"/>
                  </a:cubicBezTo>
                  <a:cubicBezTo>
                    <a:pt x="1516" y="1533"/>
                    <a:pt x="1516" y="1533"/>
                    <a:pt x="1516" y="1533"/>
                  </a:cubicBezTo>
                  <a:cubicBezTo>
                    <a:pt x="1516" y="1532"/>
                    <a:pt x="1516" y="1532"/>
                    <a:pt x="1516" y="1532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4" y="1524"/>
                    <a:pt x="1524" y="1524"/>
                    <a:pt x="1524" y="1524"/>
                  </a:cubicBezTo>
                  <a:cubicBezTo>
                    <a:pt x="1525" y="1523"/>
                    <a:pt x="1525" y="1523"/>
                    <a:pt x="1525" y="1523"/>
                  </a:cubicBezTo>
                  <a:cubicBezTo>
                    <a:pt x="1528" y="1519"/>
                    <a:pt x="1528" y="1519"/>
                    <a:pt x="1528" y="1519"/>
                  </a:cubicBezTo>
                  <a:cubicBezTo>
                    <a:pt x="1529" y="1519"/>
                    <a:pt x="1529" y="1519"/>
                    <a:pt x="1529" y="1519"/>
                  </a:cubicBezTo>
                  <a:cubicBezTo>
                    <a:pt x="1532" y="1516"/>
                    <a:pt x="1532" y="1516"/>
                    <a:pt x="1532" y="1516"/>
                  </a:cubicBezTo>
                  <a:cubicBezTo>
                    <a:pt x="1533" y="1514"/>
                    <a:pt x="1533" y="1514"/>
                    <a:pt x="1533" y="1514"/>
                  </a:cubicBezTo>
                  <a:cubicBezTo>
                    <a:pt x="1536" y="1511"/>
                    <a:pt x="1536" y="1511"/>
                    <a:pt x="1536" y="1511"/>
                  </a:cubicBezTo>
                  <a:cubicBezTo>
                    <a:pt x="1538" y="1509"/>
                    <a:pt x="1538" y="1509"/>
                    <a:pt x="1538" y="1509"/>
                  </a:cubicBezTo>
                  <a:cubicBezTo>
                    <a:pt x="1539" y="1507"/>
                    <a:pt x="1539" y="1507"/>
                    <a:pt x="1539" y="1507"/>
                  </a:cubicBezTo>
                  <a:cubicBezTo>
                    <a:pt x="1543" y="1504"/>
                    <a:pt x="1543" y="1504"/>
                    <a:pt x="1543" y="1504"/>
                  </a:cubicBezTo>
                  <a:cubicBezTo>
                    <a:pt x="1544" y="1502"/>
                    <a:pt x="1544" y="1502"/>
                    <a:pt x="1544" y="1502"/>
                  </a:cubicBezTo>
                  <a:cubicBezTo>
                    <a:pt x="1546" y="1500"/>
                    <a:pt x="1546" y="1500"/>
                    <a:pt x="1546" y="1500"/>
                  </a:cubicBezTo>
                  <a:cubicBezTo>
                    <a:pt x="1547" y="1499"/>
                    <a:pt x="1547" y="1499"/>
                    <a:pt x="1547" y="1499"/>
                  </a:cubicBezTo>
                  <a:cubicBezTo>
                    <a:pt x="1655" y="1376"/>
                    <a:pt x="1730" y="1224"/>
                    <a:pt x="1758" y="1056"/>
                  </a:cubicBezTo>
                  <a:cubicBezTo>
                    <a:pt x="1758" y="1056"/>
                    <a:pt x="1758" y="1056"/>
                    <a:pt x="1758" y="1056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1" y="1037"/>
                    <a:pt x="1761" y="1037"/>
                    <a:pt x="1761" y="1037"/>
                  </a:cubicBezTo>
                  <a:cubicBezTo>
                    <a:pt x="1761" y="1036"/>
                    <a:pt x="1761" y="1036"/>
                    <a:pt x="1761" y="1036"/>
                  </a:cubicBezTo>
                  <a:cubicBezTo>
                    <a:pt x="1762" y="1033"/>
                    <a:pt x="1762" y="1033"/>
                    <a:pt x="1762" y="1033"/>
                  </a:cubicBezTo>
                  <a:cubicBezTo>
                    <a:pt x="1762" y="1032"/>
                    <a:pt x="1762" y="1032"/>
                    <a:pt x="1762" y="1032"/>
                  </a:cubicBezTo>
                  <a:cubicBezTo>
                    <a:pt x="1762" y="1029"/>
                    <a:pt x="1762" y="1029"/>
                    <a:pt x="1762" y="1029"/>
                  </a:cubicBezTo>
                  <a:cubicBezTo>
                    <a:pt x="1763" y="1028"/>
                    <a:pt x="1763" y="1028"/>
                    <a:pt x="1763" y="1028"/>
                  </a:cubicBezTo>
                  <a:cubicBezTo>
                    <a:pt x="1763" y="1025"/>
                    <a:pt x="1763" y="1025"/>
                    <a:pt x="1763" y="1025"/>
                  </a:cubicBezTo>
                  <a:cubicBezTo>
                    <a:pt x="1763" y="1024"/>
                    <a:pt x="1763" y="1024"/>
                    <a:pt x="1763" y="1024"/>
                  </a:cubicBezTo>
                  <a:cubicBezTo>
                    <a:pt x="1764" y="1014"/>
                    <a:pt x="1764" y="1014"/>
                    <a:pt x="1764" y="1014"/>
                  </a:cubicBezTo>
                  <a:cubicBezTo>
                    <a:pt x="1765" y="1012"/>
                    <a:pt x="1765" y="1012"/>
                    <a:pt x="1765" y="1012"/>
                  </a:cubicBezTo>
                  <a:cubicBezTo>
                    <a:pt x="1765" y="1010"/>
                    <a:pt x="1765" y="1010"/>
                    <a:pt x="1765" y="1010"/>
                  </a:cubicBezTo>
                  <a:cubicBezTo>
                    <a:pt x="1765" y="1008"/>
                    <a:pt x="1765" y="1008"/>
                    <a:pt x="1765" y="1008"/>
                  </a:cubicBezTo>
                  <a:cubicBezTo>
                    <a:pt x="1765" y="1005"/>
                    <a:pt x="1765" y="1005"/>
                    <a:pt x="1765" y="1005"/>
                  </a:cubicBezTo>
                  <a:cubicBezTo>
                    <a:pt x="1766" y="1004"/>
                    <a:pt x="1766" y="1004"/>
                    <a:pt x="1766" y="1004"/>
                  </a:cubicBezTo>
                  <a:cubicBezTo>
                    <a:pt x="1766" y="1001"/>
                    <a:pt x="1766" y="1001"/>
                    <a:pt x="1766" y="1001"/>
                  </a:cubicBezTo>
                  <a:cubicBezTo>
                    <a:pt x="1766" y="999"/>
                    <a:pt x="1766" y="999"/>
                    <a:pt x="1766" y="999"/>
                  </a:cubicBezTo>
                  <a:cubicBezTo>
                    <a:pt x="1767" y="994"/>
                    <a:pt x="1767" y="994"/>
                    <a:pt x="1767" y="994"/>
                  </a:cubicBezTo>
                  <a:cubicBezTo>
                    <a:pt x="1767" y="993"/>
                    <a:pt x="1767" y="993"/>
                    <a:pt x="1767" y="993"/>
                  </a:cubicBezTo>
                  <a:cubicBezTo>
                    <a:pt x="1767" y="990"/>
                    <a:pt x="1767" y="990"/>
                    <a:pt x="1767" y="990"/>
                  </a:cubicBezTo>
                  <a:cubicBezTo>
                    <a:pt x="1767" y="988"/>
                    <a:pt x="1767" y="988"/>
                    <a:pt x="1767" y="988"/>
                  </a:cubicBezTo>
                  <a:cubicBezTo>
                    <a:pt x="1767" y="986"/>
                    <a:pt x="1767" y="986"/>
                    <a:pt x="1767" y="986"/>
                  </a:cubicBezTo>
                  <a:cubicBezTo>
                    <a:pt x="1768" y="984"/>
                    <a:pt x="1768" y="984"/>
                    <a:pt x="1768" y="984"/>
                  </a:cubicBezTo>
                  <a:cubicBezTo>
                    <a:pt x="1768" y="981"/>
                    <a:pt x="1768" y="981"/>
                    <a:pt x="1768" y="981"/>
                  </a:cubicBezTo>
                  <a:cubicBezTo>
                    <a:pt x="1768" y="979"/>
                    <a:pt x="1768" y="979"/>
                    <a:pt x="1768" y="979"/>
                  </a:cubicBezTo>
                  <a:cubicBezTo>
                    <a:pt x="1768" y="977"/>
                    <a:pt x="1768" y="977"/>
                    <a:pt x="1768" y="977"/>
                  </a:cubicBezTo>
                  <a:cubicBezTo>
                    <a:pt x="1768" y="974"/>
                    <a:pt x="1768" y="974"/>
                    <a:pt x="1768" y="974"/>
                  </a:cubicBezTo>
                  <a:cubicBezTo>
                    <a:pt x="1769" y="971"/>
                    <a:pt x="1769" y="971"/>
                    <a:pt x="1769" y="971"/>
                  </a:cubicBezTo>
                  <a:cubicBezTo>
                    <a:pt x="1769" y="968"/>
                    <a:pt x="1769" y="968"/>
                    <a:pt x="1769" y="968"/>
                  </a:cubicBezTo>
                  <a:cubicBezTo>
                    <a:pt x="1769" y="966"/>
                    <a:pt x="1769" y="966"/>
                    <a:pt x="1769" y="966"/>
                  </a:cubicBezTo>
                  <a:cubicBezTo>
                    <a:pt x="1769" y="964"/>
                    <a:pt x="1769" y="964"/>
                    <a:pt x="1769" y="964"/>
                  </a:cubicBezTo>
                  <a:cubicBezTo>
                    <a:pt x="1769" y="962"/>
                    <a:pt x="1769" y="962"/>
                    <a:pt x="1769" y="962"/>
                  </a:cubicBezTo>
                  <a:cubicBezTo>
                    <a:pt x="1769" y="959"/>
                    <a:pt x="1769" y="959"/>
                    <a:pt x="1769" y="959"/>
                  </a:cubicBezTo>
                  <a:cubicBezTo>
                    <a:pt x="1769" y="957"/>
                    <a:pt x="1769" y="957"/>
                    <a:pt x="1769" y="957"/>
                  </a:cubicBezTo>
                  <a:cubicBezTo>
                    <a:pt x="1770" y="954"/>
                    <a:pt x="1770" y="954"/>
                    <a:pt x="1770" y="954"/>
                  </a:cubicBezTo>
                  <a:cubicBezTo>
                    <a:pt x="1770" y="953"/>
                    <a:pt x="1770" y="953"/>
                    <a:pt x="1770" y="953"/>
                  </a:cubicBezTo>
                  <a:cubicBezTo>
                    <a:pt x="1770" y="948"/>
                    <a:pt x="1770" y="948"/>
                    <a:pt x="1770" y="948"/>
                  </a:cubicBezTo>
                  <a:cubicBezTo>
                    <a:pt x="1770" y="947"/>
                    <a:pt x="1770" y="947"/>
                    <a:pt x="1770" y="947"/>
                  </a:cubicBezTo>
                  <a:cubicBezTo>
                    <a:pt x="1770" y="944"/>
                    <a:pt x="1770" y="944"/>
                    <a:pt x="1770" y="944"/>
                  </a:cubicBezTo>
                  <a:cubicBezTo>
                    <a:pt x="1770" y="942"/>
                    <a:pt x="1770" y="942"/>
                    <a:pt x="1770" y="942"/>
                  </a:cubicBezTo>
                  <a:cubicBezTo>
                    <a:pt x="1770" y="939"/>
                    <a:pt x="1770" y="939"/>
                    <a:pt x="1770" y="939"/>
                  </a:cubicBezTo>
                  <a:cubicBezTo>
                    <a:pt x="1771" y="937"/>
                    <a:pt x="1771" y="937"/>
                    <a:pt x="1771" y="937"/>
                  </a:cubicBezTo>
                  <a:cubicBezTo>
                    <a:pt x="1771" y="934"/>
                    <a:pt x="1771" y="934"/>
                    <a:pt x="1771" y="934"/>
                  </a:cubicBezTo>
                  <a:cubicBezTo>
                    <a:pt x="1771" y="933"/>
                    <a:pt x="1771" y="933"/>
                    <a:pt x="1771" y="933"/>
                  </a:cubicBezTo>
                  <a:cubicBezTo>
                    <a:pt x="1771" y="929"/>
                    <a:pt x="1771" y="929"/>
                    <a:pt x="1771" y="929"/>
                  </a:cubicBezTo>
                  <a:cubicBezTo>
                    <a:pt x="1771" y="928"/>
                    <a:pt x="1771" y="928"/>
                    <a:pt x="1771" y="928"/>
                  </a:cubicBezTo>
                  <a:cubicBezTo>
                    <a:pt x="1771" y="924"/>
                    <a:pt x="1771" y="924"/>
                    <a:pt x="1771" y="924"/>
                  </a:cubicBezTo>
                  <a:cubicBezTo>
                    <a:pt x="1771" y="922"/>
                    <a:pt x="1771" y="922"/>
                    <a:pt x="1771" y="922"/>
                  </a:cubicBezTo>
                  <a:cubicBezTo>
                    <a:pt x="1771" y="919"/>
                    <a:pt x="1771" y="919"/>
                    <a:pt x="1771" y="919"/>
                  </a:cubicBezTo>
                  <a:cubicBezTo>
                    <a:pt x="1771" y="917"/>
                    <a:pt x="1771" y="917"/>
                    <a:pt x="1771" y="917"/>
                  </a:cubicBezTo>
                  <a:cubicBezTo>
                    <a:pt x="1771" y="914"/>
                    <a:pt x="1771" y="914"/>
                    <a:pt x="1771" y="914"/>
                  </a:cubicBezTo>
                  <a:cubicBezTo>
                    <a:pt x="1771" y="913"/>
                    <a:pt x="1771" y="913"/>
                    <a:pt x="1771" y="913"/>
                  </a:cubicBezTo>
                  <a:cubicBezTo>
                    <a:pt x="1771" y="910"/>
                    <a:pt x="1771" y="910"/>
                    <a:pt x="1771" y="910"/>
                  </a:cubicBezTo>
                  <a:cubicBezTo>
                    <a:pt x="1771" y="908"/>
                    <a:pt x="1771" y="908"/>
                    <a:pt x="1771" y="908"/>
                  </a:cubicBezTo>
                  <a:cubicBezTo>
                    <a:pt x="1771" y="898"/>
                    <a:pt x="1771" y="898"/>
                    <a:pt x="1771" y="898"/>
                  </a:cubicBezTo>
                  <a:cubicBezTo>
                    <a:pt x="1771" y="897"/>
                    <a:pt x="1771" y="897"/>
                    <a:pt x="1771" y="897"/>
                  </a:cubicBezTo>
                  <a:lnTo>
                    <a:pt x="1771" y="893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 sz="1350" dirty="0"/>
            </a:p>
          </p:txBody>
        </p:sp>
        <p:grpSp>
          <p:nvGrpSpPr>
            <p:cNvPr id="31" name="Groep 30"/>
            <p:cNvGrpSpPr>
              <a:grpSpLocks noSelect="1"/>
            </p:cNvGrpSpPr>
            <p:nvPr userDrawn="1"/>
          </p:nvGrpSpPr>
          <p:grpSpPr bwMode="gray">
            <a:xfrm>
              <a:off x="0" y="0"/>
              <a:ext cx="561975" cy="572770"/>
              <a:chOff x="902335" y="290830"/>
              <a:chExt cx="561975" cy="572770"/>
            </a:xfrm>
          </p:grpSpPr>
          <p:sp>
            <p:nvSpPr>
              <p:cNvPr id="32" name="Freeform 5"/>
              <p:cNvSpPr>
                <a:spLocks noSelect="1"/>
              </p:cNvSpPr>
              <p:nvPr userDrawn="1"/>
            </p:nvSpPr>
            <p:spPr bwMode="gray">
              <a:xfrm>
                <a:off x="984250" y="534035"/>
                <a:ext cx="77470" cy="199390"/>
              </a:xfrm>
              <a:custGeom>
                <a:avLst/>
                <a:gdLst>
                  <a:gd name="T0" fmla="*/ 155 w 244"/>
                  <a:gd name="T1" fmla="*/ 0 h 629"/>
                  <a:gd name="T2" fmla="*/ 120 w 244"/>
                  <a:gd name="T3" fmla="*/ 28 h 629"/>
                  <a:gd name="T4" fmla="*/ 0 w 244"/>
                  <a:gd name="T5" fmla="*/ 601 h 629"/>
                  <a:gd name="T6" fmla="*/ 0 w 244"/>
                  <a:gd name="T7" fmla="*/ 606 h 629"/>
                  <a:gd name="T8" fmla="*/ 0 w 244"/>
                  <a:gd name="T9" fmla="*/ 607 h 629"/>
                  <a:gd name="T10" fmla="*/ 23 w 244"/>
                  <a:gd name="T11" fmla="*/ 629 h 629"/>
                  <a:gd name="T12" fmla="*/ 145 w 244"/>
                  <a:gd name="T13" fmla="*/ 629 h 629"/>
                  <a:gd name="T14" fmla="*/ 144 w 244"/>
                  <a:gd name="T15" fmla="*/ 629 h 629"/>
                  <a:gd name="T16" fmla="*/ 144 w 244"/>
                  <a:gd name="T17" fmla="*/ 629 h 629"/>
                  <a:gd name="T18" fmla="*/ 143 w 244"/>
                  <a:gd name="T19" fmla="*/ 629 h 629"/>
                  <a:gd name="T20" fmla="*/ 143 w 244"/>
                  <a:gd name="T21" fmla="*/ 629 h 629"/>
                  <a:gd name="T22" fmla="*/ 143 w 244"/>
                  <a:gd name="T23" fmla="*/ 629 h 629"/>
                  <a:gd name="T24" fmla="*/ 142 w 244"/>
                  <a:gd name="T25" fmla="*/ 629 h 629"/>
                  <a:gd name="T26" fmla="*/ 142 w 244"/>
                  <a:gd name="T27" fmla="*/ 629 h 629"/>
                  <a:gd name="T28" fmla="*/ 142 w 244"/>
                  <a:gd name="T29" fmla="*/ 629 h 629"/>
                  <a:gd name="T30" fmla="*/ 141 w 244"/>
                  <a:gd name="T31" fmla="*/ 629 h 629"/>
                  <a:gd name="T32" fmla="*/ 141 w 244"/>
                  <a:gd name="T33" fmla="*/ 629 h 629"/>
                  <a:gd name="T34" fmla="*/ 141 w 244"/>
                  <a:gd name="T35" fmla="*/ 629 h 629"/>
                  <a:gd name="T36" fmla="*/ 141 w 244"/>
                  <a:gd name="T37" fmla="*/ 629 h 629"/>
                  <a:gd name="T38" fmla="*/ 123 w 244"/>
                  <a:gd name="T39" fmla="*/ 615 h 629"/>
                  <a:gd name="T40" fmla="*/ 123 w 244"/>
                  <a:gd name="T41" fmla="*/ 615 h 629"/>
                  <a:gd name="T42" fmla="*/ 123 w 244"/>
                  <a:gd name="T43" fmla="*/ 614 h 629"/>
                  <a:gd name="T44" fmla="*/ 123 w 244"/>
                  <a:gd name="T45" fmla="*/ 614 h 629"/>
                  <a:gd name="T46" fmla="*/ 122 w 244"/>
                  <a:gd name="T47" fmla="*/ 613 h 629"/>
                  <a:gd name="T48" fmla="*/ 122 w 244"/>
                  <a:gd name="T49" fmla="*/ 613 h 629"/>
                  <a:gd name="T50" fmla="*/ 122 w 244"/>
                  <a:gd name="T51" fmla="*/ 613 h 629"/>
                  <a:gd name="T52" fmla="*/ 122 w 244"/>
                  <a:gd name="T53" fmla="*/ 612 h 629"/>
                  <a:gd name="T54" fmla="*/ 122 w 244"/>
                  <a:gd name="T55" fmla="*/ 612 h 629"/>
                  <a:gd name="T56" fmla="*/ 122 w 244"/>
                  <a:gd name="T57" fmla="*/ 612 h 629"/>
                  <a:gd name="T58" fmla="*/ 122 w 244"/>
                  <a:gd name="T59" fmla="*/ 612 h 629"/>
                  <a:gd name="T60" fmla="*/ 122 w 244"/>
                  <a:gd name="T61" fmla="*/ 605 h 629"/>
                  <a:gd name="T62" fmla="*/ 122 w 244"/>
                  <a:gd name="T63" fmla="*/ 605 h 629"/>
                  <a:gd name="T64" fmla="*/ 122 w 244"/>
                  <a:gd name="T65" fmla="*/ 605 h 629"/>
                  <a:gd name="T66" fmla="*/ 122 w 244"/>
                  <a:gd name="T67" fmla="*/ 602 h 629"/>
                  <a:gd name="T68" fmla="*/ 244 w 244"/>
                  <a:gd name="T69" fmla="*/ 0 h 629"/>
                  <a:gd name="T70" fmla="*/ 155 w 244"/>
                  <a:gd name="T71" fmla="*/ 0 h 6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4" h="629">
                    <a:moveTo>
                      <a:pt x="155" y="0"/>
                    </a:moveTo>
                    <a:cubicBezTo>
                      <a:pt x="139" y="0"/>
                      <a:pt x="123" y="13"/>
                      <a:pt x="120" y="28"/>
                    </a:cubicBezTo>
                    <a:cubicBezTo>
                      <a:pt x="0" y="601"/>
                      <a:pt x="0" y="601"/>
                      <a:pt x="0" y="601"/>
                    </a:cubicBezTo>
                    <a:cubicBezTo>
                      <a:pt x="0" y="606"/>
                      <a:pt x="0" y="606"/>
                      <a:pt x="0" y="606"/>
                    </a:cubicBezTo>
                    <a:cubicBezTo>
                      <a:pt x="0" y="607"/>
                      <a:pt x="0" y="607"/>
                      <a:pt x="0" y="607"/>
                    </a:cubicBezTo>
                    <a:cubicBezTo>
                      <a:pt x="0" y="620"/>
                      <a:pt x="10" y="629"/>
                      <a:pt x="23" y="629"/>
                    </a:cubicBezTo>
                    <a:cubicBezTo>
                      <a:pt x="145" y="629"/>
                      <a:pt x="145" y="629"/>
                      <a:pt x="145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32" y="628"/>
                      <a:pt x="126" y="623"/>
                      <a:pt x="123" y="615"/>
                    </a:cubicBezTo>
                    <a:cubicBezTo>
                      <a:pt x="123" y="615"/>
                      <a:pt x="123" y="615"/>
                      <a:pt x="123" y="615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2"/>
                      <a:pt x="122" y="602"/>
                      <a:pt x="122" y="602"/>
                    </a:cubicBezTo>
                    <a:cubicBezTo>
                      <a:pt x="244" y="0"/>
                      <a:pt x="244" y="0"/>
                      <a:pt x="244" y="0"/>
                    </a:cubicBezTo>
                    <a:lnTo>
                      <a:pt x="155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3" name="Freeform 6"/>
              <p:cNvSpPr>
                <a:spLocks noSelect="1"/>
              </p:cNvSpPr>
              <p:nvPr userDrawn="1"/>
            </p:nvSpPr>
            <p:spPr bwMode="gray">
              <a:xfrm>
                <a:off x="1078865" y="478155"/>
                <a:ext cx="218440" cy="186055"/>
              </a:xfrm>
              <a:custGeom>
                <a:avLst/>
                <a:gdLst>
                  <a:gd name="T0" fmla="*/ 0 w 687"/>
                  <a:gd name="T1" fmla="*/ 0 h 587"/>
                  <a:gd name="T2" fmla="*/ 0 w 687"/>
                  <a:gd name="T3" fmla="*/ 115 h 587"/>
                  <a:gd name="T4" fmla="*/ 229 w 687"/>
                  <a:gd name="T5" fmla="*/ 115 h 587"/>
                  <a:gd name="T6" fmla="*/ 272 w 687"/>
                  <a:gd name="T7" fmla="*/ 139 h 587"/>
                  <a:gd name="T8" fmla="*/ 569 w 687"/>
                  <a:gd name="T9" fmla="*/ 587 h 587"/>
                  <a:gd name="T10" fmla="*/ 687 w 687"/>
                  <a:gd name="T11" fmla="*/ 0 h 587"/>
                  <a:gd name="T12" fmla="*/ 0 w 687"/>
                  <a:gd name="T13" fmla="*/ 0 h 5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7" h="587">
                    <a:moveTo>
                      <a:pt x="0" y="0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229" y="115"/>
                      <a:pt x="229" y="115"/>
                      <a:pt x="229" y="115"/>
                    </a:cubicBezTo>
                    <a:cubicBezTo>
                      <a:pt x="244" y="115"/>
                      <a:pt x="264" y="126"/>
                      <a:pt x="272" y="139"/>
                    </a:cubicBezTo>
                    <a:cubicBezTo>
                      <a:pt x="569" y="587"/>
                      <a:pt x="569" y="587"/>
                      <a:pt x="569" y="587"/>
                    </a:cubicBezTo>
                    <a:cubicBezTo>
                      <a:pt x="687" y="0"/>
                      <a:pt x="687" y="0"/>
                      <a:pt x="68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4" name="Freeform 7"/>
              <p:cNvSpPr>
                <a:spLocks noSelect="1"/>
              </p:cNvSpPr>
              <p:nvPr userDrawn="1"/>
            </p:nvSpPr>
            <p:spPr bwMode="gray">
              <a:xfrm>
                <a:off x="902335" y="478155"/>
                <a:ext cx="406400" cy="385445"/>
              </a:xfrm>
              <a:custGeom>
                <a:avLst/>
                <a:gdLst>
                  <a:gd name="T0" fmla="*/ 555 w 1280"/>
                  <a:gd name="T1" fmla="*/ 0 h 1216"/>
                  <a:gd name="T2" fmla="*/ 475 w 1280"/>
                  <a:gd name="T3" fmla="*/ 0 h 1216"/>
                  <a:gd name="T4" fmla="*/ 357 w 1280"/>
                  <a:gd name="T5" fmla="*/ 9 h 1216"/>
                  <a:gd name="T6" fmla="*/ 0 w 1280"/>
                  <a:gd name="T7" fmla="*/ 447 h 1216"/>
                  <a:gd name="T8" fmla="*/ 616 w 1280"/>
                  <a:gd name="T9" fmla="*/ 1181 h 1216"/>
                  <a:gd name="T10" fmla="*/ 867 w 1280"/>
                  <a:gd name="T11" fmla="*/ 1216 h 1216"/>
                  <a:gd name="T12" fmla="*/ 872 w 1280"/>
                  <a:gd name="T13" fmla="*/ 1216 h 1216"/>
                  <a:gd name="T14" fmla="*/ 1280 w 1280"/>
                  <a:gd name="T15" fmla="*/ 1117 h 1216"/>
                  <a:gd name="T16" fmla="*/ 1033 w 1280"/>
                  <a:gd name="T17" fmla="*/ 1153 h 1216"/>
                  <a:gd name="T18" fmla="*/ 1033 w 1280"/>
                  <a:gd name="T19" fmla="*/ 1153 h 1216"/>
                  <a:gd name="T20" fmla="*/ 1033 w 1280"/>
                  <a:gd name="T21" fmla="*/ 1153 h 1216"/>
                  <a:gd name="T22" fmla="*/ 552 w 1280"/>
                  <a:gd name="T23" fmla="*/ 805 h 1216"/>
                  <a:gd name="T24" fmla="*/ 403 w 1280"/>
                  <a:gd name="T25" fmla="*/ 805 h 1216"/>
                  <a:gd name="T26" fmla="*/ 281 w 1280"/>
                  <a:gd name="T27" fmla="*/ 805 h 1216"/>
                  <a:gd name="T28" fmla="*/ 258 w 1280"/>
                  <a:gd name="T29" fmla="*/ 783 h 1216"/>
                  <a:gd name="T30" fmla="*/ 258 w 1280"/>
                  <a:gd name="T31" fmla="*/ 782 h 1216"/>
                  <a:gd name="T32" fmla="*/ 258 w 1280"/>
                  <a:gd name="T33" fmla="*/ 777 h 1216"/>
                  <a:gd name="T34" fmla="*/ 378 w 1280"/>
                  <a:gd name="T35" fmla="*/ 204 h 1216"/>
                  <a:gd name="T36" fmla="*/ 413 w 1280"/>
                  <a:gd name="T37" fmla="*/ 176 h 1216"/>
                  <a:gd name="T38" fmla="*/ 502 w 1280"/>
                  <a:gd name="T39" fmla="*/ 176 h 1216"/>
                  <a:gd name="T40" fmla="*/ 502 w 1280"/>
                  <a:gd name="T41" fmla="*/ 176 h 1216"/>
                  <a:gd name="T42" fmla="*/ 509 w 1280"/>
                  <a:gd name="T43" fmla="*/ 143 h 1216"/>
                  <a:gd name="T44" fmla="*/ 509 w 1280"/>
                  <a:gd name="T45" fmla="*/ 141 h 1216"/>
                  <a:gd name="T46" fmla="*/ 509 w 1280"/>
                  <a:gd name="T47" fmla="*/ 141 h 1216"/>
                  <a:gd name="T48" fmla="*/ 515 w 1280"/>
                  <a:gd name="T49" fmla="*/ 130 h 1216"/>
                  <a:gd name="T50" fmla="*/ 516 w 1280"/>
                  <a:gd name="T51" fmla="*/ 128 h 1216"/>
                  <a:gd name="T52" fmla="*/ 517 w 1280"/>
                  <a:gd name="T53" fmla="*/ 128 h 1216"/>
                  <a:gd name="T54" fmla="*/ 517 w 1280"/>
                  <a:gd name="T55" fmla="*/ 127 h 1216"/>
                  <a:gd name="T56" fmla="*/ 518 w 1280"/>
                  <a:gd name="T57" fmla="*/ 127 h 1216"/>
                  <a:gd name="T58" fmla="*/ 518 w 1280"/>
                  <a:gd name="T59" fmla="*/ 127 h 1216"/>
                  <a:gd name="T60" fmla="*/ 518 w 1280"/>
                  <a:gd name="T61" fmla="*/ 126 h 1216"/>
                  <a:gd name="T62" fmla="*/ 518 w 1280"/>
                  <a:gd name="T63" fmla="*/ 126 h 1216"/>
                  <a:gd name="T64" fmla="*/ 532 w 1280"/>
                  <a:gd name="T65" fmla="*/ 117 h 1216"/>
                  <a:gd name="T66" fmla="*/ 532 w 1280"/>
                  <a:gd name="T67" fmla="*/ 117 h 1216"/>
                  <a:gd name="T68" fmla="*/ 532 w 1280"/>
                  <a:gd name="T69" fmla="*/ 117 h 1216"/>
                  <a:gd name="T70" fmla="*/ 543 w 1280"/>
                  <a:gd name="T71" fmla="*/ 115 h 1216"/>
                  <a:gd name="T72" fmla="*/ 543 w 1280"/>
                  <a:gd name="T73" fmla="*/ 115 h 1216"/>
                  <a:gd name="T74" fmla="*/ 555 w 1280"/>
                  <a:gd name="T75" fmla="*/ 115 h 1216"/>
                  <a:gd name="T76" fmla="*/ 557 w 1280"/>
                  <a:gd name="T77" fmla="*/ 115 h 1216"/>
                  <a:gd name="T78" fmla="*/ 557 w 1280"/>
                  <a:gd name="T79" fmla="*/ 0 h 1216"/>
                  <a:gd name="T80" fmla="*/ 555 w 1280"/>
                  <a:gd name="T81" fmla="*/ 0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280" h="1216">
                    <a:moveTo>
                      <a:pt x="555" y="0"/>
                    </a:moveTo>
                    <a:cubicBezTo>
                      <a:pt x="475" y="0"/>
                      <a:pt x="475" y="0"/>
                      <a:pt x="475" y="0"/>
                    </a:cubicBezTo>
                    <a:cubicBezTo>
                      <a:pt x="435" y="0"/>
                      <a:pt x="395" y="3"/>
                      <a:pt x="357" y="9"/>
                    </a:cubicBezTo>
                    <a:cubicBezTo>
                      <a:pt x="161" y="42"/>
                      <a:pt x="0" y="165"/>
                      <a:pt x="0" y="447"/>
                    </a:cubicBezTo>
                    <a:cubicBezTo>
                      <a:pt x="0" y="730"/>
                      <a:pt x="239" y="1072"/>
                      <a:pt x="616" y="1181"/>
                    </a:cubicBezTo>
                    <a:cubicBezTo>
                      <a:pt x="694" y="1204"/>
                      <a:pt x="778" y="1216"/>
                      <a:pt x="867" y="1216"/>
                    </a:cubicBezTo>
                    <a:cubicBezTo>
                      <a:pt x="872" y="1216"/>
                      <a:pt x="872" y="1216"/>
                      <a:pt x="872" y="1216"/>
                    </a:cubicBezTo>
                    <a:cubicBezTo>
                      <a:pt x="1019" y="1216"/>
                      <a:pt x="1157" y="1180"/>
                      <a:pt x="1280" y="1117"/>
                    </a:cubicBezTo>
                    <a:cubicBezTo>
                      <a:pt x="1190" y="1142"/>
                      <a:pt x="1108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728" y="1153"/>
                      <a:pt x="552" y="970"/>
                      <a:pt x="552" y="805"/>
                    </a:cubicBezTo>
                    <a:cubicBezTo>
                      <a:pt x="403" y="805"/>
                      <a:pt x="403" y="805"/>
                      <a:pt x="403" y="805"/>
                    </a:cubicBezTo>
                    <a:cubicBezTo>
                      <a:pt x="281" y="805"/>
                      <a:pt x="281" y="805"/>
                      <a:pt x="281" y="805"/>
                    </a:cubicBezTo>
                    <a:cubicBezTo>
                      <a:pt x="268" y="805"/>
                      <a:pt x="258" y="796"/>
                      <a:pt x="258" y="783"/>
                    </a:cubicBezTo>
                    <a:cubicBezTo>
                      <a:pt x="258" y="782"/>
                      <a:pt x="258" y="782"/>
                      <a:pt x="258" y="782"/>
                    </a:cubicBezTo>
                    <a:cubicBezTo>
                      <a:pt x="258" y="777"/>
                      <a:pt x="258" y="777"/>
                      <a:pt x="258" y="777"/>
                    </a:cubicBezTo>
                    <a:cubicBezTo>
                      <a:pt x="378" y="204"/>
                      <a:pt x="378" y="204"/>
                      <a:pt x="378" y="204"/>
                    </a:cubicBezTo>
                    <a:cubicBezTo>
                      <a:pt x="381" y="189"/>
                      <a:pt x="397" y="176"/>
                      <a:pt x="413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9" y="143"/>
                      <a:pt x="509" y="143"/>
                      <a:pt x="509" y="143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15" y="130"/>
                      <a:pt x="515" y="130"/>
                      <a:pt x="515" y="130"/>
                    </a:cubicBezTo>
                    <a:cubicBezTo>
                      <a:pt x="516" y="128"/>
                      <a:pt x="516" y="128"/>
                      <a:pt x="516" y="128"/>
                    </a:cubicBezTo>
                    <a:cubicBezTo>
                      <a:pt x="517" y="128"/>
                      <a:pt x="517" y="128"/>
                      <a:pt x="517" y="128"/>
                    </a:cubicBezTo>
                    <a:cubicBezTo>
                      <a:pt x="517" y="127"/>
                      <a:pt x="517" y="127"/>
                      <a:pt x="517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55" y="115"/>
                      <a:pt x="555" y="115"/>
                      <a:pt x="555" y="115"/>
                    </a:cubicBezTo>
                    <a:cubicBezTo>
                      <a:pt x="557" y="115"/>
                      <a:pt x="557" y="115"/>
                      <a:pt x="557" y="115"/>
                    </a:cubicBezTo>
                    <a:cubicBezTo>
                      <a:pt x="557" y="0"/>
                      <a:pt x="557" y="0"/>
                      <a:pt x="557" y="0"/>
                    </a:cubicBezTo>
                    <a:lnTo>
                      <a:pt x="555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5" name="Freeform 8"/>
              <p:cNvSpPr>
                <a:spLocks noSelect="1"/>
              </p:cNvSpPr>
              <p:nvPr userDrawn="1"/>
            </p:nvSpPr>
            <p:spPr bwMode="gray">
              <a:xfrm>
                <a:off x="1077595" y="429895"/>
                <a:ext cx="386715" cy="414020"/>
              </a:xfrm>
              <a:custGeom>
                <a:avLst/>
                <a:gdLst>
                  <a:gd name="T0" fmla="*/ 770 w 1219"/>
                  <a:gd name="T1" fmla="*/ 928 h 1304"/>
                  <a:gd name="T2" fmla="*/ 350 w 1219"/>
                  <a:gd name="T3" fmla="*/ 929 h 1304"/>
                  <a:gd name="T4" fmla="*/ 38 w 1219"/>
                  <a:gd name="T5" fmla="*/ 955 h 1304"/>
                  <a:gd name="T6" fmla="*/ 30 w 1219"/>
                  <a:gd name="T7" fmla="*/ 956 h 1304"/>
                  <a:gd name="T8" fmla="*/ 481 w 1219"/>
                  <a:gd name="T9" fmla="*/ 1304 h 1304"/>
                  <a:gd name="T10" fmla="*/ 734 w 1219"/>
                  <a:gd name="T11" fmla="*/ 1265 h 1304"/>
                  <a:gd name="T12" fmla="*/ 744 w 1219"/>
                  <a:gd name="T13" fmla="*/ 1259 h 1304"/>
                  <a:gd name="T14" fmla="*/ 755 w 1219"/>
                  <a:gd name="T15" fmla="*/ 1253 h 1304"/>
                  <a:gd name="T16" fmla="*/ 765 w 1219"/>
                  <a:gd name="T17" fmla="*/ 1247 h 1304"/>
                  <a:gd name="T18" fmla="*/ 776 w 1219"/>
                  <a:gd name="T19" fmla="*/ 1241 h 1304"/>
                  <a:gd name="T20" fmla="*/ 786 w 1219"/>
                  <a:gd name="T21" fmla="*/ 1235 h 1304"/>
                  <a:gd name="T22" fmla="*/ 797 w 1219"/>
                  <a:gd name="T23" fmla="*/ 1228 h 1304"/>
                  <a:gd name="T24" fmla="*/ 806 w 1219"/>
                  <a:gd name="T25" fmla="*/ 1222 h 1304"/>
                  <a:gd name="T26" fmla="*/ 816 w 1219"/>
                  <a:gd name="T27" fmla="*/ 1215 h 1304"/>
                  <a:gd name="T28" fmla="*/ 826 w 1219"/>
                  <a:gd name="T29" fmla="*/ 1209 h 1304"/>
                  <a:gd name="T30" fmla="*/ 836 w 1219"/>
                  <a:gd name="T31" fmla="*/ 1202 h 1304"/>
                  <a:gd name="T32" fmla="*/ 846 w 1219"/>
                  <a:gd name="T33" fmla="*/ 1195 h 1304"/>
                  <a:gd name="T34" fmla="*/ 856 w 1219"/>
                  <a:gd name="T35" fmla="*/ 1188 h 1304"/>
                  <a:gd name="T36" fmla="*/ 870 w 1219"/>
                  <a:gd name="T37" fmla="*/ 1177 h 1304"/>
                  <a:gd name="T38" fmla="*/ 879 w 1219"/>
                  <a:gd name="T39" fmla="*/ 1169 h 1304"/>
                  <a:gd name="T40" fmla="*/ 898 w 1219"/>
                  <a:gd name="T41" fmla="*/ 1154 h 1304"/>
                  <a:gd name="T42" fmla="*/ 942 w 1219"/>
                  <a:gd name="T43" fmla="*/ 1114 h 1304"/>
                  <a:gd name="T44" fmla="*/ 955 w 1219"/>
                  <a:gd name="T45" fmla="*/ 1101 h 1304"/>
                  <a:gd name="T46" fmla="*/ 964 w 1219"/>
                  <a:gd name="T47" fmla="*/ 1092 h 1304"/>
                  <a:gd name="T48" fmla="*/ 972 w 1219"/>
                  <a:gd name="T49" fmla="*/ 1084 h 1304"/>
                  <a:gd name="T50" fmla="*/ 981 w 1219"/>
                  <a:gd name="T51" fmla="*/ 1075 h 1304"/>
                  <a:gd name="T52" fmla="*/ 990 w 1219"/>
                  <a:gd name="T53" fmla="*/ 1064 h 1304"/>
                  <a:gd name="T54" fmla="*/ 1206 w 1219"/>
                  <a:gd name="T55" fmla="*/ 617 h 1304"/>
                  <a:gd name="T56" fmla="*/ 1207 w 1219"/>
                  <a:gd name="T57" fmla="*/ 609 h 1304"/>
                  <a:gd name="T58" fmla="*/ 1209 w 1219"/>
                  <a:gd name="T59" fmla="*/ 594 h 1304"/>
                  <a:gd name="T60" fmla="*/ 1211 w 1219"/>
                  <a:gd name="T61" fmla="*/ 585 h 1304"/>
                  <a:gd name="T62" fmla="*/ 1212 w 1219"/>
                  <a:gd name="T63" fmla="*/ 570 h 1304"/>
                  <a:gd name="T64" fmla="*/ 1213 w 1219"/>
                  <a:gd name="T65" fmla="*/ 561 h 1304"/>
                  <a:gd name="T66" fmla="*/ 1215 w 1219"/>
                  <a:gd name="T67" fmla="*/ 551 h 1304"/>
                  <a:gd name="T68" fmla="*/ 1215 w 1219"/>
                  <a:gd name="T69" fmla="*/ 542 h 1304"/>
                  <a:gd name="T70" fmla="*/ 1216 w 1219"/>
                  <a:gd name="T71" fmla="*/ 532 h 1304"/>
                  <a:gd name="T72" fmla="*/ 1217 w 1219"/>
                  <a:gd name="T73" fmla="*/ 522 h 1304"/>
                  <a:gd name="T74" fmla="*/ 1217 w 1219"/>
                  <a:gd name="T75" fmla="*/ 513 h 1304"/>
                  <a:gd name="T76" fmla="*/ 1218 w 1219"/>
                  <a:gd name="T77" fmla="*/ 502 h 1304"/>
                  <a:gd name="T78" fmla="*/ 1218 w 1219"/>
                  <a:gd name="T79" fmla="*/ 493 h 1304"/>
                  <a:gd name="T80" fmla="*/ 1218 w 1219"/>
                  <a:gd name="T81" fmla="*/ 483 h 1304"/>
                  <a:gd name="T82" fmla="*/ 1219 w 1219"/>
                  <a:gd name="T83" fmla="*/ 473 h 1304"/>
                  <a:gd name="T84" fmla="*/ 1219 w 1219"/>
                  <a:gd name="T85" fmla="*/ 459 h 1304"/>
                  <a:gd name="T86" fmla="*/ 1218 w 1219"/>
                  <a:gd name="T87" fmla="*/ 447 h 1304"/>
                  <a:gd name="T88" fmla="*/ 1218 w 1219"/>
                  <a:gd name="T89" fmla="*/ 436 h 1304"/>
                  <a:gd name="T90" fmla="*/ 1218 w 1219"/>
                  <a:gd name="T91" fmla="*/ 424 h 1304"/>
                  <a:gd name="T92" fmla="*/ 1217 w 1219"/>
                  <a:gd name="T93" fmla="*/ 413 h 1304"/>
                  <a:gd name="T94" fmla="*/ 1216 w 1219"/>
                  <a:gd name="T95" fmla="*/ 402 h 1304"/>
                  <a:gd name="T96" fmla="*/ 1216 w 1219"/>
                  <a:gd name="T97" fmla="*/ 391 h 1304"/>
                  <a:gd name="T98" fmla="*/ 1215 w 1219"/>
                  <a:gd name="T99" fmla="*/ 380 h 1304"/>
                  <a:gd name="T100" fmla="*/ 1214 w 1219"/>
                  <a:gd name="T101" fmla="*/ 369 h 1304"/>
                  <a:gd name="T102" fmla="*/ 1212 w 1219"/>
                  <a:gd name="T103" fmla="*/ 353 h 1304"/>
                  <a:gd name="T104" fmla="*/ 1210 w 1219"/>
                  <a:gd name="T105" fmla="*/ 342 h 1304"/>
                  <a:gd name="T106" fmla="*/ 1209 w 1219"/>
                  <a:gd name="T107" fmla="*/ 331 h 1304"/>
                  <a:gd name="T108" fmla="*/ 1207 w 1219"/>
                  <a:gd name="T109" fmla="*/ 320 h 1304"/>
                  <a:gd name="T110" fmla="*/ 1193 w 1219"/>
                  <a:gd name="T111" fmla="*/ 248 h 1304"/>
                  <a:gd name="T112" fmla="*/ 1187 w 1219"/>
                  <a:gd name="T113" fmla="*/ 226 h 1304"/>
                  <a:gd name="T114" fmla="*/ 1184 w 1219"/>
                  <a:gd name="T115" fmla="*/ 215 h 1304"/>
                  <a:gd name="T116" fmla="*/ 1181 w 1219"/>
                  <a:gd name="T117" fmla="*/ 204 h 1304"/>
                  <a:gd name="T118" fmla="*/ 1177 w 1219"/>
                  <a:gd name="T119" fmla="*/ 193 h 1304"/>
                  <a:gd name="T120" fmla="*/ 1174 w 1219"/>
                  <a:gd name="T121" fmla="*/ 182 h 1304"/>
                  <a:gd name="T122" fmla="*/ 1090 w 1219"/>
                  <a:gd name="T123" fmla="*/ 0 h 1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219" h="1304">
                    <a:moveTo>
                      <a:pt x="1126" y="206"/>
                    </a:moveTo>
                    <a:cubicBezTo>
                      <a:pt x="1126" y="329"/>
                      <a:pt x="1089" y="447"/>
                      <a:pt x="1016" y="537"/>
                    </a:cubicBezTo>
                    <a:cubicBezTo>
                      <a:pt x="972" y="592"/>
                      <a:pt x="902" y="646"/>
                      <a:pt x="820" y="685"/>
                    </a:cubicBezTo>
                    <a:cubicBezTo>
                      <a:pt x="770" y="928"/>
                      <a:pt x="770" y="928"/>
                      <a:pt x="770" y="928"/>
                    </a:cubicBezTo>
                    <a:cubicBezTo>
                      <a:pt x="767" y="943"/>
                      <a:pt x="751" y="956"/>
                      <a:pt x="736" y="956"/>
                    </a:cubicBezTo>
                    <a:cubicBezTo>
                      <a:pt x="493" y="956"/>
                      <a:pt x="493" y="956"/>
                      <a:pt x="493" y="956"/>
                    </a:cubicBezTo>
                    <a:cubicBezTo>
                      <a:pt x="399" y="956"/>
                      <a:pt x="399" y="956"/>
                      <a:pt x="399" y="956"/>
                    </a:cubicBezTo>
                    <a:cubicBezTo>
                      <a:pt x="381" y="956"/>
                      <a:pt x="359" y="944"/>
                      <a:pt x="350" y="929"/>
                    </a:cubicBezTo>
                    <a:cubicBezTo>
                      <a:pt x="131" y="590"/>
                      <a:pt x="131" y="590"/>
                      <a:pt x="131" y="590"/>
                    </a:cubicBezTo>
                    <a:cubicBezTo>
                      <a:pt x="63" y="929"/>
                      <a:pt x="63" y="929"/>
                      <a:pt x="63" y="929"/>
                    </a:cubicBezTo>
                    <a:cubicBezTo>
                      <a:pt x="60" y="941"/>
                      <a:pt x="50" y="951"/>
                      <a:pt x="38" y="955"/>
                    </a:cubicBezTo>
                    <a:cubicBezTo>
                      <a:pt x="38" y="955"/>
                      <a:pt x="38" y="955"/>
                      <a:pt x="38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0" y="956"/>
                      <a:pt x="30" y="956"/>
                      <a:pt x="30" y="956"/>
                    </a:cubicBezTo>
                    <a:cubicBezTo>
                      <a:pt x="29" y="956"/>
                      <a:pt x="29" y="956"/>
                      <a:pt x="29" y="956"/>
                    </a:cubicBezTo>
                    <a:cubicBezTo>
                      <a:pt x="0" y="956"/>
                      <a:pt x="0" y="956"/>
                      <a:pt x="0" y="956"/>
                    </a:cubicBezTo>
                    <a:cubicBezTo>
                      <a:pt x="0" y="1121"/>
                      <a:pt x="176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556" y="1304"/>
                      <a:pt x="638" y="1293"/>
                      <a:pt x="728" y="1268"/>
                    </a:cubicBezTo>
                    <a:cubicBezTo>
                      <a:pt x="732" y="1265"/>
                      <a:pt x="732" y="1265"/>
                      <a:pt x="732" y="1265"/>
                    </a:cubicBezTo>
                    <a:cubicBezTo>
                      <a:pt x="734" y="1265"/>
                      <a:pt x="734" y="1265"/>
                      <a:pt x="734" y="1265"/>
                    </a:cubicBezTo>
                    <a:cubicBezTo>
                      <a:pt x="738" y="1262"/>
                      <a:pt x="738" y="1262"/>
                      <a:pt x="738" y="1262"/>
                    </a:cubicBezTo>
                    <a:cubicBezTo>
                      <a:pt x="739" y="1262"/>
                      <a:pt x="739" y="1262"/>
                      <a:pt x="739" y="1262"/>
                    </a:cubicBezTo>
                    <a:cubicBezTo>
                      <a:pt x="743" y="1260"/>
                      <a:pt x="743" y="1260"/>
                      <a:pt x="743" y="1260"/>
                    </a:cubicBezTo>
                    <a:cubicBezTo>
                      <a:pt x="744" y="1259"/>
                      <a:pt x="744" y="1259"/>
                      <a:pt x="744" y="1259"/>
                    </a:cubicBezTo>
                    <a:cubicBezTo>
                      <a:pt x="749" y="1257"/>
                      <a:pt x="749" y="1257"/>
                      <a:pt x="749" y="1257"/>
                    </a:cubicBezTo>
                    <a:cubicBezTo>
                      <a:pt x="750" y="1256"/>
                      <a:pt x="750" y="1256"/>
                      <a:pt x="750" y="1256"/>
                    </a:cubicBezTo>
                    <a:cubicBezTo>
                      <a:pt x="754" y="1254"/>
                      <a:pt x="754" y="1254"/>
                      <a:pt x="754" y="1254"/>
                    </a:cubicBezTo>
                    <a:cubicBezTo>
                      <a:pt x="755" y="1253"/>
                      <a:pt x="755" y="1253"/>
                      <a:pt x="755" y="1253"/>
                    </a:cubicBezTo>
                    <a:cubicBezTo>
                      <a:pt x="759" y="1251"/>
                      <a:pt x="759" y="1251"/>
                      <a:pt x="759" y="1251"/>
                    </a:cubicBezTo>
                    <a:cubicBezTo>
                      <a:pt x="760" y="1250"/>
                      <a:pt x="760" y="1250"/>
                      <a:pt x="760" y="1250"/>
                    </a:cubicBezTo>
                    <a:cubicBezTo>
                      <a:pt x="765" y="1248"/>
                      <a:pt x="765" y="1248"/>
                      <a:pt x="765" y="1248"/>
                    </a:cubicBezTo>
                    <a:cubicBezTo>
                      <a:pt x="765" y="1247"/>
                      <a:pt x="765" y="1247"/>
                      <a:pt x="765" y="1247"/>
                    </a:cubicBezTo>
                    <a:cubicBezTo>
                      <a:pt x="769" y="1245"/>
                      <a:pt x="769" y="1245"/>
                      <a:pt x="769" y="1245"/>
                    </a:cubicBezTo>
                    <a:cubicBezTo>
                      <a:pt x="771" y="1244"/>
                      <a:pt x="771" y="1244"/>
                      <a:pt x="771" y="1244"/>
                    </a:cubicBezTo>
                    <a:cubicBezTo>
                      <a:pt x="775" y="1242"/>
                      <a:pt x="775" y="1242"/>
                      <a:pt x="775" y="1242"/>
                    </a:cubicBezTo>
                    <a:cubicBezTo>
                      <a:pt x="776" y="1241"/>
                      <a:pt x="776" y="1241"/>
                      <a:pt x="776" y="1241"/>
                    </a:cubicBezTo>
                    <a:cubicBezTo>
                      <a:pt x="780" y="1239"/>
                      <a:pt x="780" y="1239"/>
                      <a:pt x="780" y="1239"/>
                    </a:cubicBezTo>
                    <a:cubicBezTo>
                      <a:pt x="781" y="1238"/>
                      <a:pt x="781" y="1238"/>
                      <a:pt x="781" y="1238"/>
                    </a:cubicBezTo>
                    <a:cubicBezTo>
                      <a:pt x="785" y="1236"/>
                      <a:pt x="785" y="1236"/>
                      <a:pt x="785" y="1236"/>
                    </a:cubicBezTo>
                    <a:cubicBezTo>
                      <a:pt x="786" y="1235"/>
                      <a:pt x="786" y="1235"/>
                      <a:pt x="786" y="1235"/>
                    </a:cubicBezTo>
                    <a:cubicBezTo>
                      <a:pt x="790" y="1232"/>
                      <a:pt x="790" y="1232"/>
                      <a:pt x="790" y="1232"/>
                    </a:cubicBezTo>
                    <a:cubicBezTo>
                      <a:pt x="791" y="1232"/>
                      <a:pt x="791" y="1232"/>
                      <a:pt x="791" y="1232"/>
                    </a:cubicBezTo>
                    <a:cubicBezTo>
                      <a:pt x="795" y="1229"/>
                      <a:pt x="795" y="1229"/>
                      <a:pt x="795" y="1229"/>
                    </a:cubicBezTo>
                    <a:cubicBezTo>
                      <a:pt x="797" y="1228"/>
                      <a:pt x="797" y="1228"/>
                      <a:pt x="797" y="1228"/>
                    </a:cubicBezTo>
                    <a:cubicBezTo>
                      <a:pt x="801" y="1226"/>
                      <a:pt x="801" y="1226"/>
                      <a:pt x="801" y="1226"/>
                    </a:cubicBezTo>
                    <a:cubicBezTo>
                      <a:pt x="802" y="1225"/>
                      <a:pt x="802" y="1225"/>
                      <a:pt x="802" y="1225"/>
                    </a:cubicBezTo>
                    <a:cubicBezTo>
                      <a:pt x="805" y="1223"/>
                      <a:pt x="805" y="1223"/>
                      <a:pt x="805" y="1223"/>
                    </a:cubicBezTo>
                    <a:cubicBezTo>
                      <a:pt x="806" y="1222"/>
                      <a:pt x="806" y="1222"/>
                      <a:pt x="806" y="1222"/>
                    </a:cubicBezTo>
                    <a:cubicBezTo>
                      <a:pt x="811" y="1219"/>
                      <a:pt x="811" y="1219"/>
                      <a:pt x="811" y="1219"/>
                    </a:cubicBezTo>
                    <a:cubicBezTo>
                      <a:pt x="812" y="1219"/>
                      <a:pt x="812" y="1219"/>
                      <a:pt x="812" y="1219"/>
                    </a:cubicBezTo>
                    <a:cubicBezTo>
                      <a:pt x="815" y="1216"/>
                      <a:pt x="815" y="1216"/>
                      <a:pt x="815" y="1216"/>
                    </a:cubicBezTo>
                    <a:cubicBezTo>
                      <a:pt x="816" y="1215"/>
                      <a:pt x="816" y="1215"/>
                      <a:pt x="816" y="1215"/>
                    </a:cubicBezTo>
                    <a:cubicBezTo>
                      <a:pt x="821" y="1213"/>
                      <a:pt x="821" y="1213"/>
                      <a:pt x="821" y="1213"/>
                    </a:cubicBezTo>
                    <a:cubicBezTo>
                      <a:pt x="822" y="1212"/>
                      <a:pt x="822" y="1212"/>
                      <a:pt x="822" y="1212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31" y="1206"/>
                      <a:pt x="831" y="1206"/>
                      <a:pt x="831" y="1206"/>
                    </a:cubicBezTo>
                    <a:cubicBezTo>
                      <a:pt x="831" y="1205"/>
                      <a:pt x="831" y="1205"/>
                      <a:pt x="831" y="1205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40" y="1199"/>
                      <a:pt x="840" y="1199"/>
                      <a:pt x="840" y="1199"/>
                    </a:cubicBezTo>
                    <a:cubicBezTo>
                      <a:pt x="841" y="1198"/>
                      <a:pt x="841" y="1198"/>
                      <a:pt x="841" y="1198"/>
                    </a:cubicBezTo>
                    <a:cubicBezTo>
                      <a:pt x="845" y="1195"/>
                      <a:pt x="845" y="1195"/>
                      <a:pt x="845" y="1195"/>
                    </a:cubicBezTo>
                    <a:cubicBezTo>
                      <a:pt x="846" y="1195"/>
                      <a:pt x="846" y="1195"/>
                      <a:pt x="846" y="1195"/>
                    </a:cubicBezTo>
                    <a:cubicBezTo>
                      <a:pt x="850" y="1192"/>
                      <a:pt x="850" y="1192"/>
                      <a:pt x="850" y="1192"/>
                    </a:cubicBezTo>
                    <a:cubicBezTo>
                      <a:pt x="851" y="1191"/>
                      <a:pt x="851" y="1191"/>
                      <a:pt x="851" y="1191"/>
                    </a:cubicBezTo>
                    <a:cubicBezTo>
                      <a:pt x="855" y="1188"/>
                      <a:pt x="855" y="1188"/>
                      <a:pt x="855" y="1188"/>
                    </a:cubicBezTo>
                    <a:cubicBezTo>
                      <a:pt x="856" y="1188"/>
                      <a:pt x="856" y="1188"/>
                      <a:pt x="856" y="1188"/>
                    </a:cubicBezTo>
                    <a:cubicBezTo>
                      <a:pt x="865" y="1181"/>
                      <a:pt x="865" y="1181"/>
                      <a:pt x="865" y="1181"/>
                    </a:cubicBezTo>
                    <a:cubicBezTo>
                      <a:pt x="865" y="1180"/>
                      <a:pt x="865" y="1180"/>
                      <a:pt x="865" y="1180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4" y="1173"/>
                      <a:pt x="874" y="1173"/>
                      <a:pt x="874" y="1173"/>
                    </a:cubicBezTo>
                    <a:cubicBezTo>
                      <a:pt x="875" y="1173"/>
                      <a:pt x="875" y="1173"/>
                      <a:pt x="875" y="1173"/>
                    </a:cubicBezTo>
                    <a:cubicBezTo>
                      <a:pt x="879" y="1170"/>
                      <a:pt x="879" y="1170"/>
                      <a:pt x="879" y="1170"/>
                    </a:cubicBezTo>
                    <a:cubicBezTo>
                      <a:pt x="879" y="1169"/>
                      <a:pt x="879" y="1169"/>
                      <a:pt x="879" y="1169"/>
                    </a:cubicBezTo>
                    <a:cubicBezTo>
                      <a:pt x="888" y="1162"/>
                      <a:pt x="888" y="1162"/>
                      <a:pt x="888" y="1162"/>
                    </a:cubicBezTo>
                    <a:cubicBezTo>
                      <a:pt x="889" y="1162"/>
                      <a:pt x="889" y="1162"/>
                      <a:pt x="889" y="1162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911" y="1143"/>
                      <a:pt x="911" y="1143"/>
                      <a:pt x="911" y="1143"/>
                    </a:cubicBezTo>
                    <a:cubicBezTo>
                      <a:pt x="911" y="1142"/>
                      <a:pt x="911" y="1142"/>
                      <a:pt x="911" y="1142"/>
                    </a:cubicBezTo>
                    <a:cubicBezTo>
                      <a:pt x="922" y="1133"/>
                      <a:pt x="932" y="1124"/>
                      <a:pt x="942" y="1114"/>
                    </a:cubicBezTo>
                    <a:cubicBezTo>
                      <a:pt x="942" y="1114"/>
                      <a:pt x="942" y="1114"/>
                      <a:pt x="942" y="1114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9" y="1097"/>
                      <a:pt x="959" y="1097"/>
                      <a:pt x="959" y="1097"/>
                    </a:cubicBezTo>
                    <a:cubicBezTo>
                      <a:pt x="960" y="1097"/>
                      <a:pt x="960" y="1097"/>
                      <a:pt x="960" y="1097"/>
                    </a:cubicBezTo>
                    <a:cubicBezTo>
                      <a:pt x="963" y="1093"/>
                      <a:pt x="963" y="1093"/>
                      <a:pt x="963" y="1093"/>
                    </a:cubicBezTo>
                    <a:cubicBezTo>
                      <a:pt x="964" y="1092"/>
                      <a:pt x="964" y="1092"/>
                      <a:pt x="964" y="1092"/>
                    </a:cubicBezTo>
                    <a:cubicBezTo>
                      <a:pt x="967" y="1089"/>
                      <a:pt x="967" y="1089"/>
                      <a:pt x="967" y="1089"/>
                    </a:cubicBezTo>
                    <a:cubicBezTo>
                      <a:pt x="968" y="1088"/>
                      <a:pt x="968" y="1088"/>
                      <a:pt x="968" y="1088"/>
                    </a:cubicBezTo>
                    <a:cubicBezTo>
                      <a:pt x="971" y="1085"/>
                      <a:pt x="971" y="1085"/>
                      <a:pt x="971" y="1085"/>
                    </a:cubicBezTo>
                    <a:cubicBezTo>
                      <a:pt x="972" y="1084"/>
                      <a:pt x="972" y="1084"/>
                      <a:pt x="972" y="1084"/>
                    </a:cubicBezTo>
                    <a:cubicBezTo>
                      <a:pt x="976" y="1080"/>
                      <a:pt x="976" y="1080"/>
                      <a:pt x="976" y="1080"/>
                    </a:cubicBezTo>
                    <a:cubicBezTo>
                      <a:pt x="977" y="1079"/>
                      <a:pt x="977" y="1079"/>
                      <a:pt x="977" y="1079"/>
                    </a:cubicBezTo>
                    <a:cubicBezTo>
                      <a:pt x="979" y="1076"/>
                      <a:pt x="979" y="1076"/>
                      <a:pt x="979" y="1076"/>
                    </a:cubicBezTo>
                    <a:cubicBezTo>
                      <a:pt x="981" y="1075"/>
                      <a:pt x="981" y="1075"/>
                      <a:pt x="981" y="1075"/>
                    </a:cubicBezTo>
                    <a:cubicBezTo>
                      <a:pt x="984" y="1072"/>
                      <a:pt x="984" y="1072"/>
                      <a:pt x="984" y="1072"/>
                    </a:cubicBezTo>
                    <a:cubicBezTo>
                      <a:pt x="985" y="1070"/>
                      <a:pt x="985" y="1070"/>
                      <a:pt x="985" y="1070"/>
                    </a:cubicBezTo>
                    <a:cubicBezTo>
                      <a:pt x="987" y="1068"/>
                      <a:pt x="987" y="1068"/>
                      <a:pt x="987" y="1068"/>
                    </a:cubicBezTo>
                    <a:cubicBezTo>
                      <a:pt x="990" y="1064"/>
                      <a:pt x="990" y="1064"/>
                      <a:pt x="990" y="1064"/>
                    </a:cubicBezTo>
                    <a:cubicBezTo>
                      <a:pt x="991" y="1063"/>
                      <a:pt x="991" y="1063"/>
                      <a:pt x="991" y="1063"/>
                    </a:cubicBezTo>
                    <a:cubicBezTo>
                      <a:pt x="994" y="1061"/>
                      <a:pt x="994" y="1061"/>
                      <a:pt x="994" y="1061"/>
                    </a:cubicBezTo>
                    <a:cubicBezTo>
                      <a:pt x="994" y="1060"/>
                      <a:pt x="994" y="1060"/>
                      <a:pt x="994" y="1060"/>
                    </a:cubicBezTo>
                    <a:cubicBezTo>
                      <a:pt x="1102" y="937"/>
                      <a:pt x="1177" y="785"/>
                      <a:pt x="1206" y="617"/>
                    </a:cubicBezTo>
                    <a:cubicBezTo>
                      <a:pt x="1206" y="617"/>
                      <a:pt x="1206" y="617"/>
                      <a:pt x="1206" y="617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4"/>
                      <a:pt x="1209" y="594"/>
                      <a:pt x="1209" y="594"/>
                    </a:cubicBezTo>
                    <a:cubicBezTo>
                      <a:pt x="1210" y="593"/>
                      <a:pt x="1210" y="593"/>
                      <a:pt x="1210" y="593"/>
                    </a:cubicBezTo>
                    <a:cubicBezTo>
                      <a:pt x="1210" y="589"/>
                      <a:pt x="1210" y="589"/>
                      <a:pt x="1210" y="589"/>
                    </a:cubicBezTo>
                    <a:cubicBezTo>
                      <a:pt x="1210" y="588"/>
                      <a:pt x="1210" y="588"/>
                      <a:pt x="1210" y="588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2" y="574"/>
                      <a:pt x="1212" y="574"/>
                      <a:pt x="1212" y="574"/>
                    </a:cubicBezTo>
                    <a:cubicBezTo>
                      <a:pt x="1212" y="573"/>
                      <a:pt x="1212" y="573"/>
                      <a:pt x="1212" y="573"/>
                    </a:cubicBezTo>
                    <a:cubicBezTo>
                      <a:pt x="1212" y="570"/>
                      <a:pt x="1212" y="570"/>
                      <a:pt x="1212" y="570"/>
                    </a:cubicBezTo>
                    <a:cubicBezTo>
                      <a:pt x="1213" y="568"/>
                      <a:pt x="1213" y="568"/>
                      <a:pt x="1213" y="568"/>
                    </a:cubicBezTo>
                    <a:cubicBezTo>
                      <a:pt x="1213" y="566"/>
                      <a:pt x="1213" y="566"/>
                      <a:pt x="1213" y="566"/>
                    </a:cubicBezTo>
                    <a:cubicBezTo>
                      <a:pt x="1213" y="564"/>
                      <a:pt x="1213" y="564"/>
                      <a:pt x="1213" y="564"/>
                    </a:cubicBezTo>
                    <a:cubicBezTo>
                      <a:pt x="1213" y="561"/>
                      <a:pt x="1213" y="561"/>
                      <a:pt x="1213" y="561"/>
                    </a:cubicBezTo>
                    <a:cubicBezTo>
                      <a:pt x="1214" y="560"/>
                      <a:pt x="1214" y="560"/>
                      <a:pt x="1214" y="560"/>
                    </a:cubicBezTo>
                    <a:cubicBezTo>
                      <a:pt x="1214" y="555"/>
                      <a:pt x="1214" y="555"/>
                      <a:pt x="1214" y="555"/>
                    </a:cubicBezTo>
                    <a:cubicBezTo>
                      <a:pt x="1214" y="553"/>
                      <a:pt x="1214" y="553"/>
                      <a:pt x="1214" y="553"/>
                    </a:cubicBezTo>
                    <a:cubicBezTo>
                      <a:pt x="1215" y="551"/>
                      <a:pt x="1215" y="551"/>
                      <a:pt x="1215" y="551"/>
                    </a:cubicBezTo>
                    <a:cubicBezTo>
                      <a:pt x="1215" y="549"/>
                      <a:pt x="1215" y="549"/>
                      <a:pt x="1215" y="549"/>
                    </a:cubicBezTo>
                    <a:cubicBezTo>
                      <a:pt x="1215" y="546"/>
                      <a:pt x="1215" y="546"/>
                      <a:pt x="1215" y="546"/>
                    </a:cubicBezTo>
                    <a:cubicBezTo>
                      <a:pt x="1215" y="544"/>
                      <a:pt x="1215" y="544"/>
                      <a:pt x="1215" y="544"/>
                    </a:cubicBezTo>
                    <a:cubicBezTo>
                      <a:pt x="1215" y="542"/>
                      <a:pt x="1215" y="542"/>
                      <a:pt x="1215" y="542"/>
                    </a:cubicBezTo>
                    <a:cubicBezTo>
                      <a:pt x="1215" y="540"/>
                      <a:pt x="1215" y="540"/>
                      <a:pt x="1215" y="540"/>
                    </a:cubicBezTo>
                    <a:cubicBezTo>
                      <a:pt x="1216" y="537"/>
                      <a:pt x="1216" y="537"/>
                      <a:pt x="1216" y="537"/>
                    </a:cubicBezTo>
                    <a:cubicBezTo>
                      <a:pt x="1216" y="534"/>
                      <a:pt x="1216" y="534"/>
                      <a:pt x="1216" y="534"/>
                    </a:cubicBezTo>
                    <a:cubicBezTo>
                      <a:pt x="1216" y="532"/>
                      <a:pt x="1216" y="532"/>
                      <a:pt x="1216" y="532"/>
                    </a:cubicBezTo>
                    <a:cubicBezTo>
                      <a:pt x="1216" y="529"/>
                      <a:pt x="1216" y="529"/>
                      <a:pt x="1216" y="529"/>
                    </a:cubicBezTo>
                    <a:cubicBezTo>
                      <a:pt x="1216" y="527"/>
                      <a:pt x="1216" y="527"/>
                      <a:pt x="1216" y="527"/>
                    </a:cubicBezTo>
                    <a:cubicBezTo>
                      <a:pt x="1217" y="524"/>
                      <a:pt x="1217" y="524"/>
                      <a:pt x="1217" y="524"/>
                    </a:cubicBezTo>
                    <a:cubicBezTo>
                      <a:pt x="1217" y="522"/>
                      <a:pt x="1217" y="522"/>
                      <a:pt x="1217" y="522"/>
                    </a:cubicBezTo>
                    <a:cubicBezTo>
                      <a:pt x="1217" y="520"/>
                      <a:pt x="1217" y="520"/>
                      <a:pt x="1217" y="520"/>
                    </a:cubicBezTo>
                    <a:cubicBezTo>
                      <a:pt x="1217" y="518"/>
                      <a:pt x="1217" y="518"/>
                      <a:pt x="1217" y="518"/>
                    </a:cubicBezTo>
                    <a:cubicBezTo>
                      <a:pt x="1217" y="515"/>
                      <a:pt x="1217" y="515"/>
                      <a:pt x="1217" y="515"/>
                    </a:cubicBezTo>
                    <a:cubicBezTo>
                      <a:pt x="1217" y="513"/>
                      <a:pt x="1217" y="513"/>
                      <a:pt x="1217" y="513"/>
                    </a:cubicBezTo>
                    <a:cubicBezTo>
                      <a:pt x="1218" y="509"/>
                      <a:pt x="1218" y="509"/>
                      <a:pt x="1218" y="509"/>
                    </a:cubicBezTo>
                    <a:cubicBezTo>
                      <a:pt x="1218" y="507"/>
                      <a:pt x="1218" y="507"/>
                      <a:pt x="1218" y="507"/>
                    </a:cubicBezTo>
                    <a:cubicBezTo>
                      <a:pt x="1218" y="504"/>
                      <a:pt x="1218" y="504"/>
                      <a:pt x="1218" y="504"/>
                    </a:cubicBezTo>
                    <a:cubicBezTo>
                      <a:pt x="1218" y="502"/>
                      <a:pt x="1218" y="502"/>
                      <a:pt x="1218" y="502"/>
                    </a:cubicBezTo>
                    <a:cubicBezTo>
                      <a:pt x="1218" y="500"/>
                      <a:pt x="1218" y="500"/>
                      <a:pt x="1218" y="500"/>
                    </a:cubicBezTo>
                    <a:cubicBezTo>
                      <a:pt x="1218" y="498"/>
                      <a:pt x="1218" y="498"/>
                      <a:pt x="1218" y="498"/>
                    </a:cubicBezTo>
                    <a:cubicBezTo>
                      <a:pt x="1218" y="495"/>
                      <a:pt x="1218" y="495"/>
                      <a:pt x="1218" y="495"/>
                    </a:cubicBezTo>
                    <a:cubicBezTo>
                      <a:pt x="1218" y="493"/>
                      <a:pt x="1218" y="493"/>
                      <a:pt x="1218" y="493"/>
                    </a:cubicBezTo>
                    <a:cubicBezTo>
                      <a:pt x="1218" y="490"/>
                      <a:pt x="1218" y="490"/>
                      <a:pt x="1218" y="490"/>
                    </a:cubicBezTo>
                    <a:cubicBezTo>
                      <a:pt x="1218" y="489"/>
                      <a:pt x="1218" y="489"/>
                      <a:pt x="1218" y="489"/>
                    </a:cubicBezTo>
                    <a:cubicBezTo>
                      <a:pt x="1218" y="484"/>
                      <a:pt x="1218" y="484"/>
                      <a:pt x="1218" y="484"/>
                    </a:cubicBezTo>
                    <a:cubicBezTo>
                      <a:pt x="1218" y="483"/>
                      <a:pt x="1218" y="483"/>
                      <a:pt x="1218" y="483"/>
                    </a:cubicBezTo>
                    <a:cubicBezTo>
                      <a:pt x="1218" y="480"/>
                      <a:pt x="1218" y="480"/>
                      <a:pt x="1218" y="480"/>
                    </a:cubicBezTo>
                    <a:cubicBezTo>
                      <a:pt x="1219" y="478"/>
                      <a:pt x="1219" y="478"/>
                      <a:pt x="1219" y="478"/>
                    </a:cubicBezTo>
                    <a:cubicBezTo>
                      <a:pt x="1219" y="475"/>
                      <a:pt x="1219" y="475"/>
                      <a:pt x="1219" y="475"/>
                    </a:cubicBezTo>
                    <a:cubicBezTo>
                      <a:pt x="1219" y="473"/>
                      <a:pt x="1219" y="473"/>
                      <a:pt x="1219" y="473"/>
                    </a:cubicBezTo>
                    <a:cubicBezTo>
                      <a:pt x="1219" y="470"/>
                      <a:pt x="1219" y="470"/>
                      <a:pt x="1219" y="470"/>
                    </a:cubicBezTo>
                    <a:cubicBezTo>
                      <a:pt x="1219" y="469"/>
                      <a:pt x="1219" y="469"/>
                      <a:pt x="1219" y="469"/>
                    </a:cubicBezTo>
                    <a:cubicBezTo>
                      <a:pt x="1219" y="464"/>
                      <a:pt x="1219" y="464"/>
                      <a:pt x="1219" y="464"/>
                    </a:cubicBezTo>
                    <a:cubicBezTo>
                      <a:pt x="1219" y="459"/>
                      <a:pt x="1219" y="459"/>
                      <a:pt x="1219" y="459"/>
                    </a:cubicBezTo>
                    <a:cubicBezTo>
                      <a:pt x="1219" y="458"/>
                      <a:pt x="1219" y="458"/>
                      <a:pt x="1219" y="458"/>
                    </a:cubicBezTo>
                    <a:cubicBezTo>
                      <a:pt x="1219" y="453"/>
                      <a:pt x="1219" y="453"/>
                      <a:pt x="1219" y="453"/>
                    </a:cubicBezTo>
                    <a:cubicBezTo>
                      <a:pt x="1219" y="452"/>
                      <a:pt x="1219" y="452"/>
                      <a:pt x="1219" y="452"/>
                    </a:cubicBezTo>
                    <a:cubicBezTo>
                      <a:pt x="1218" y="447"/>
                      <a:pt x="1218" y="447"/>
                      <a:pt x="1218" y="447"/>
                    </a:cubicBezTo>
                    <a:cubicBezTo>
                      <a:pt x="1218" y="446"/>
                      <a:pt x="1218" y="446"/>
                      <a:pt x="1218" y="446"/>
                    </a:cubicBezTo>
                    <a:cubicBezTo>
                      <a:pt x="1218" y="442"/>
                      <a:pt x="1218" y="442"/>
                      <a:pt x="1218" y="442"/>
                    </a:cubicBezTo>
                    <a:cubicBezTo>
                      <a:pt x="1218" y="441"/>
                      <a:pt x="1218" y="441"/>
                      <a:pt x="1218" y="441"/>
                    </a:cubicBezTo>
                    <a:cubicBezTo>
                      <a:pt x="1218" y="436"/>
                      <a:pt x="1218" y="436"/>
                      <a:pt x="1218" y="436"/>
                    </a:cubicBezTo>
                    <a:cubicBezTo>
                      <a:pt x="1218" y="434"/>
                      <a:pt x="1218" y="434"/>
                      <a:pt x="1218" y="434"/>
                    </a:cubicBezTo>
                    <a:cubicBezTo>
                      <a:pt x="1218" y="430"/>
                      <a:pt x="1218" y="430"/>
                      <a:pt x="1218" y="430"/>
                    </a:cubicBezTo>
                    <a:cubicBezTo>
                      <a:pt x="1218" y="429"/>
                      <a:pt x="1218" y="429"/>
                      <a:pt x="1218" y="429"/>
                    </a:cubicBezTo>
                    <a:cubicBezTo>
                      <a:pt x="1218" y="424"/>
                      <a:pt x="1218" y="424"/>
                      <a:pt x="1218" y="424"/>
                    </a:cubicBezTo>
                    <a:cubicBezTo>
                      <a:pt x="1218" y="423"/>
                      <a:pt x="1218" y="423"/>
                      <a:pt x="1218" y="423"/>
                    </a:cubicBezTo>
                    <a:cubicBezTo>
                      <a:pt x="1217" y="419"/>
                      <a:pt x="1217" y="419"/>
                      <a:pt x="1217" y="419"/>
                    </a:cubicBezTo>
                    <a:cubicBezTo>
                      <a:pt x="1217" y="417"/>
                      <a:pt x="1217" y="417"/>
                      <a:pt x="1217" y="417"/>
                    </a:cubicBezTo>
                    <a:cubicBezTo>
                      <a:pt x="1217" y="413"/>
                      <a:pt x="1217" y="413"/>
                      <a:pt x="1217" y="413"/>
                    </a:cubicBezTo>
                    <a:cubicBezTo>
                      <a:pt x="1217" y="411"/>
                      <a:pt x="1217" y="411"/>
                      <a:pt x="1217" y="411"/>
                    </a:cubicBezTo>
                    <a:cubicBezTo>
                      <a:pt x="1217" y="408"/>
                      <a:pt x="1217" y="408"/>
                      <a:pt x="1217" y="408"/>
                    </a:cubicBezTo>
                    <a:cubicBezTo>
                      <a:pt x="1217" y="406"/>
                      <a:pt x="1217" y="406"/>
                      <a:pt x="1217" y="406"/>
                    </a:cubicBezTo>
                    <a:cubicBezTo>
                      <a:pt x="1216" y="402"/>
                      <a:pt x="1216" y="402"/>
                      <a:pt x="1216" y="402"/>
                    </a:cubicBezTo>
                    <a:cubicBezTo>
                      <a:pt x="1216" y="400"/>
                      <a:pt x="1216" y="400"/>
                      <a:pt x="1216" y="400"/>
                    </a:cubicBezTo>
                    <a:cubicBezTo>
                      <a:pt x="1216" y="396"/>
                      <a:pt x="1216" y="396"/>
                      <a:pt x="1216" y="396"/>
                    </a:cubicBezTo>
                    <a:cubicBezTo>
                      <a:pt x="1216" y="394"/>
                      <a:pt x="1216" y="394"/>
                      <a:pt x="1216" y="394"/>
                    </a:cubicBezTo>
                    <a:cubicBezTo>
                      <a:pt x="1216" y="391"/>
                      <a:pt x="1216" y="391"/>
                      <a:pt x="1216" y="391"/>
                    </a:cubicBezTo>
                    <a:cubicBezTo>
                      <a:pt x="1215" y="388"/>
                      <a:pt x="1215" y="388"/>
                      <a:pt x="1215" y="388"/>
                    </a:cubicBezTo>
                    <a:cubicBezTo>
                      <a:pt x="1215" y="385"/>
                      <a:pt x="1215" y="385"/>
                      <a:pt x="1215" y="385"/>
                    </a:cubicBezTo>
                    <a:cubicBezTo>
                      <a:pt x="1215" y="383"/>
                      <a:pt x="1215" y="383"/>
                      <a:pt x="1215" y="383"/>
                    </a:cubicBezTo>
                    <a:cubicBezTo>
                      <a:pt x="1215" y="380"/>
                      <a:pt x="1215" y="380"/>
                      <a:pt x="1215" y="380"/>
                    </a:cubicBezTo>
                    <a:cubicBezTo>
                      <a:pt x="1214" y="377"/>
                      <a:pt x="1214" y="377"/>
                      <a:pt x="1214" y="377"/>
                    </a:cubicBezTo>
                    <a:cubicBezTo>
                      <a:pt x="1214" y="374"/>
                      <a:pt x="1214" y="374"/>
                      <a:pt x="1214" y="374"/>
                    </a:cubicBezTo>
                    <a:cubicBezTo>
                      <a:pt x="1214" y="371"/>
                      <a:pt x="1214" y="371"/>
                      <a:pt x="1214" y="371"/>
                    </a:cubicBezTo>
                    <a:cubicBezTo>
                      <a:pt x="1214" y="369"/>
                      <a:pt x="1214" y="369"/>
                      <a:pt x="1214" y="369"/>
                    </a:cubicBezTo>
                    <a:cubicBezTo>
                      <a:pt x="1213" y="359"/>
                      <a:pt x="1213" y="359"/>
                      <a:pt x="1213" y="359"/>
                    </a:cubicBezTo>
                    <a:cubicBezTo>
                      <a:pt x="1212" y="358"/>
                      <a:pt x="1212" y="358"/>
                      <a:pt x="1212" y="358"/>
                    </a:cubicBezTo>
                    <a:cubicBezTo>
                      <a:pt x="1212" y="355"/>
                      <a:pt x="1212" y="355"/>
                      <a:pt x="1212" y="355"/>
                    </a:cubicBezTo>
                    <a:cubicBezTo>
                      <a:pt x="1212" y="353"/>
                      <a:pt x="1212" y="353"/>
                      <a:pt x="1212" y="353"/>
                    </a:cubicBezTo>
                    <a:cubicBezTo>
                      <a:pt x="1211" y="348"/>
                      <a:pt x="1211" y="348"/>
                      <a:pt x="1211" y="348"/>
                    </a:cubicBezTo>
                    <a:cubicBezTo>
                      <a:pt x="1211" y="346"/>
                      <a:pt x="1211" y="346"/>
                      <a:pt x="1211" y="346"/>
                    </a:cubicBezTo>
                    <a:cubicBezTo>
                      <a:pt x="1211" y="343"/>
                      <a:pt x="1211" y="343"/>
                      <a:pt x="1211" y="343"/>
                    </a:cubicBezTo>
                    <a:cubicBezTo>
                      <a:pt x="1210" y="342"/>
                      <a:pt x="1210" y="342"/>
                      <a:pt x="1210" y="342"/>
                    </a:cubicBezTo>
                    <a:cubicBezTo>
                      <a:pt x="1210" y="336"/>
                      <a:pt x="1210" y="336"/>
                      <a:pt x="1210" y="336"/>
                    </a:cubicBezTo>
                    <a:cubicBezTo>
                      <a:pt x="1209" y="335"/>
                      <a:pt x="1209" y="335"/>
                      <a:pt x="1209" y="335"/>
                    </a:cubicBezTo>
                    <a:cubicBezTo>
                      <a:pt x="1209" y="332"/>
                      <a:pt x="1209" y="332"/>
                      <a:pt x="1209" y="332"/>
                    </a:cubicBezTo>
                    <a:cubicBezTo>
                      <a:pt x="1209" y="331"/>
                      <a:pt x="1209" y="331"/>
                      <a:pt x="1209" y="331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5" y="309"/>
                      <a:pt x="1205" y="309"/>
                      <a:pt x="1205" y="309"/>
                    </a:cubicBezTo>
                    <a:cubicBezTo>
                      <a:pt x="1205" y="308"/>
                      <a:pt x="1205" y="308"/>
                      <a:pt x="1205" y="308"/>
                    </a:cubicBezTo>
                    <a:cubicBezTo>
                      <a:pt x="1202" y="288"/>
                      <a:pt x="1198" y="269"/>
                      <a:pt x="1193" y="249"/>
                    </a:cubicBezTo>
                    <a:cubicBezTo>
                      <a:pt x="1193" y="248"/>
                      <a:pt x="1193" y="248"/>
                      <a:pt x="1193" y="248"/>
                    </a:cubicBezTo>
                    <a:cubicBezTo>
                      <a:pt x="1190" y="238"/>
                      <a:pt x="1190" y="238"/>
                      <a:pt x="1190" y="238"/>
                    </a:cubicBezTo>
                    <a:cubicBezTo>
                      <a:pt x="1190" y="237"/>
                      <a:pt x="1190" y="237"/>
                      <a:pt x="1190" y="237"/>
                    </a:cubicBezTo>
                    <a:cubicBezTo>
                      <a:pt x="1187" y="228"/>
                      <a:pt x="1187" y="228"/>
                      <a:pt x="1187" y="228"/>
                    </a:cubicBezTo>
                    <a:cubicBezTo>
                      <a:pt x="1187" y="226"/>
                      <a:pt x="1187" y="226"/>
                      <a:pt x="1187" y="226"/>
                    </a:cubicBezTo>
                    <a:cubicBezTo>
                      <a:pt x="1186" y="223"/>
                      <a:pt x="1186" y="223"/>
                      <a:pt x="1186" y="223"/>
                    </a:cubicBezTo>
                    <a:cubicBezTo>
                      <a:pt x="1186" y="221"/>
                      <a:pt x="1186" y="221"/>
                      <a:pt x="1186" y="221"/>
                    </a:cubicBezTo>
                    <a:cubicBezTo>
                      <a:pt x="1184" y="217"/>
                      <a:pt x="1184" y="217"/>
                      <a:pt x="1184" y="217"/>
                    </a:cubicBezTo>
                    <a:cubicBezTo>
                      <a:pt x="1184" y="215"/>
                      <a:pt x="1184" y="215"/>
                      <a:pt x="1184" y="215"/>
                    </a:cubicBezTo>
                    <a:cubicBezTo>
                      <a:pt x="1183" y="213"/>
                      <a:pt x="1183" y="213"/>
                      <a:pt x="1183" y="213"/>
                    </a:cubicBezTo>
                    <a:cubicBezTo>
                      <a:pt x="1182" y="210"/>
                      <a:pt x="1182" y="210"/>
                      <a:pt x="1182" y="210"/>
                    </a:cubicBezTo>
                    <a:cubicBezTo>
                      <a:pt x="1181" y="207"/>
                      <a:pt x="1181" y="207"/>
                      <a:pt x="1181" y="207"/>
                    </a:cubicBezTo>
                    <a:cubicBezTo>
                      <a:pt x="1181" y="204"/>
                      <a:pt x="1181" y="204"/>
                      <a:pt x="1181" y="204"/>
                    </a:cubicBezTo>
                    <a:cubicBezTo>
                      <a:pt x="1180" y="202"/>
                      <a:pt x="1180" y="202"/>
                      <a:pt x="1180" y="202"/>
                    </a:cubicBezTo>
                    <a:cubicBezTo>
                      <a:pt x="1179" y="199"/>
                      <a:pt x="1179" y="199"/>
                      <a:pt x="1179" y="199"/>
                    </a:cubicBezTo>
                    <a:cubicBezTo>
                      <a:pt x="1179" y="198"/>
                      <a:pt x="1179" y="198"/>
                      <a:pt x="1179" y="198"/>
                    </a:cubicBezTo>
                    <a:cubicBezTo>
                      <a:pt x="1177" y="193"/>
                      <a:pt x="1177" y="193"/>
                      <a:pt x="1177" y="193"/>
                    </a:cubicBezTo>
                    <a:cubicBezTo>
                      <a:pt x="1177" y="192"/>
                      <a:pt x="1177" y="192"/>
                      <a:pt x="1177" y="192"/>
                    </a:cubicBezTo>
                    <a:cubicBezTo>
                      <a:pt x="1176" y="188"/>
                      <a:pt x="1176" y="188"/>
                      <a:pt x="1176" y="188"/>
                    </a:cubicBezTo>
                    <a:cubicBezTo>
                      <a:pt x="1175" y="187"/>
                      <a:pt x="1175" y="187"/>
                      <a:pt x="1175" y="187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66" y="160"/>
                      <a:pt x="1158" y="137"/>
                      <a:pt x="1149" y="116"/>
                    </a:cubicBezTo>
                    <a:cubicBezTo>
                      <a:pt x="1144" y="103"/>
                      <a:pt x="1138" y="91"/>
                      <a:pt x="1132" y="79"/>
                    </a:cubicBezTo>
                    <a:cubicBezTo>
                      <a:pt x="1120" y="52"/>
                      <a:pt x="1106" y="26"/>
                      <a:pt x="1090" y="0"/>
                    </a:cubicBezTo>
                    <a:cubicBezTo>
                      <a:pt x="1115" y="67"/>
                      <a:pt x="1126" y="137"/>
                      <a:pt x="1126" y="206"/>
                    </a:cubicBezTo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6" name="Freeform 9"/>
              <p:cNvSpPr>
                <a:spLocks noSelect="1"/>
              </p:cNvSpPr>
              <p:nvPr userDrawn="1"/>
            </p:nvSpPr>
            <p:spPr bwMode="gray">
              <a:xfrm>
                <a:off x="1118870" y="583565"/>
                <a:ext cx="114935" cy="149860"/>
              </a:xfrm>
              <a:custGeom>
                <a:avLst/>
                <a:gdLst>
                  <a:gd name="T0" fmla="*/ 0 w 362"/>
                  <a:gd name="T1" fmla="*/ 106 h 472"/>
                  <a:gd name="T2" fmla="*/ 219 w 362"/>
                  <a:gd name="T3" fmla="*/ 445 h 472"/>
                  <a:gd name="T4" fmla="*/ 268 w 362"/>
                  <a:gd name="T5" fmla="*/ 472 h 472"/>
                  <a:gd name="T6" fmla="*/ 362 w 362"/>
                  <a:gd name="T7" fmla="*/ 472 h 472"/>
                  <a:gd name="T8" fmla="*/ 319 w 362"/>
                  <a:gd name="T9" fmla="*/ 448 h 472"/>
                  <a:gd name="T10" fmla="*/ 22 w 362"/>
                  <a:gd name="T11" fmla="*/ 0 h 472"/>
                  <a:gd name="T12" fmla="*/ 0 w 362"/>
                  <a:gd name="T13" fmla="*/ 106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2" h="472">
                    <a:moveTo>
                      <a:pt x="0" y="106"/>
                    </a:moveTo>
                    <a:cubicBezTo>
                      <a:pt x="219" y="445"/>
                      <a:pt x="219" y="445"/>
                      <a:pt x="219" y="445"/>
                    </a:cubicBezTo>
                    <a:cubicBezTo>
                      <a:pt x="228" y="460"/>
                      <a:pt x="250" y="472"/>
                      <a:pt x="268" y="472"/>
                    </a:cubicBezTo>
                    <a:cubicBezTo>
                      <a:pt x="362" y="472"/>
                      <a:pt x="362" y="472"/>
                      <a:pt x="362" y="472"/>
                    </a:cubicBezTo>
                    <a:cubicBezTo>
                      <a:pt x="347" y="472"/>
                      <a:pt x="327" y="461"/>
                      <a:pt x="319" y="448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0" y="106"/>
                    </a:lnTo>
                    <a:close/>
                  </a:path>
                </a:pathLst>
              </a:cu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7" name="Freeform 10"/>
              <p:cNvSpPr>
                <a:spLocks noSelect="1"/>
              </p:cNvSpPr>
              <p:nvPr userDrawn="1"/>
            </p:nvSpPr>
            <p:spPr bwMode="gray">
              <a:xfrm>
                <a:off x="949325" y="290830"/>
                <a:ext cx="277495" cy="120015"/>
              </a:xfrm>
              <a:custGeom>
                <a:avLst/>
                <a:gdLst>
                  <a:gd name="T0" fmla="*/ 27 w 874"/>
                  <a:gd name="T1" fmla="*/ 323 h 378"/>
                  <a:gd name="T2" fmla="*/ 1 w 874"/>
                  <a:gd name="T3" fmla="*/ 366 h 378"/>
                  <a:gd name="T4" fmla="*/ 1 w 874"/>
                  <a:gd name="T5" fmla="*/ 367 h 378"/>
                  <a:gd name="T6" fmla="*/ 1 w 874"/>
                  <a:gd name="T7" fmla="*/ 367 h 378"/>
                  <a:gd name="T8" fmla="*/ 30 w 874"/>
                  <a:gd name="T9" fmla="*/ 378 h 378"/>
                  <a:gd name="T10" fmla="*/ 410 w 874"/>
                  <a:gd name="T11" fmla="*/ 378 h 378"/>
                  <a:gd name="T12" fmla="*/ 400 w 874"/>
                  <a:gd name="T13" fmla="*/ 293 h 378"/>
                  <a:gd name="T14" fmla="*/ 439 w 874"/>
                  <a:gd name="T15" fmla="*/ 165 h 378"/>
                  <a:gd name="T16" fmla="*/ 471 w 874"/>
                  <a:gd name="T17" fmla="*/ 129 h 378"/>
                  <a:gd name="T18" fmla="*/ 820 w 874"/>
                  <a:gd name="T19" fmla="*/ 11 h 378"/>
                  <a:gd name="T20" fmla="*/ 838 w 874"/>
                  <a:gd name="T21" fmla="*/ 12 h 378"/>
                  <a:gd name="T22" fmla="*/ 874 w 874"/>
                  <a:gd name="T23" fmla="*/ 13 h 378"/>
                  <a:gd name="T24" fmla="*/ 728 w 874"/>
                  <a:gd name="T25" fmla="*/ 0 h 378"/>
                  <a:gd name="T26" fmla="*/ 719 w 874"/>
                  <a:gd name="T27" fmla="*/ 0 h 378"/>
                  <a:gd name="T28" fmla="*/ 27 w 874"/>
                  <a:gd name="T29" fmla="*/ 323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4" h="378">
                    <a:moveTo>
                      <a:pt x="27" y="323"/>
                    </a:moveTo>
                    <a:cubicBezTo>
                      <a:pt x="10" y="343"/>
                      <a:pt x="0" y="357"/>
                      <a:pt x="1" y="366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2" y="375"/>
                      <a:pt x="11" y="378"/>
                      <a:pt x="30" y="378"/>
                    </a:cubicBezTo>
                    <a:cubicBezTo>
                      <a:pt x="410" y="378"/>
                      <a:pt x="410" y="378"/>
                      <a:pt x="410" y="378"/>
                    </a:cubicBezTo>
                    <a:cubicBezTo>
                      <a:pt x="404" y="349"/>
                      <a:pt x="400" y="320"/>
                      <a:pt x="400" y="293"/>
                    </a:cubicBezTo>
                    <a:cubicBezTo>
                      <a:pt x="400" y="244"/>
                      <a:pt x="412" y="200"/>
                      <a:pt x="439" y="165"/>
                    </a:cubicBezTo>
                    <a:cubicBezTo>
                      <a:pt x="449" y="152"/>
                      <a:pt x="460" y="140"/>
                      <a:pt x="471" y="129"/>
                    </a:cubicBezTo>
                    <a:cubicBezTo>
                      <a:pt x="555" y="49"/>
                      <a:pt x="683" y="11"/>
                      <a:pt x="820" y="11"/>
                    </a:cubicBezTo>
                    <a:cubicBezTo>
                      <a:pt x="826" y="11"/>
                      <a:pt x="832" y="11"/>
                      <a:pt x="838" y="12"/>
                    </a:cubicBezTo>
                    <a:cubicBezTo>
                      <a:pt x="850" y="12"/>
                      <a:pt x="862" y="12"/>
                      <a:pt x="874" y="13"/>
                    </a:cubicBezTo>
                    <a:cubicBezTo>
                      <a:pt x="827" y="5"/>
                      <a:pt x="778" y="0"/>
                      <a:pt x="728" y="0"/>
                    </a:cubicBezTo>
                    <a:cubicBezTo>
                      <a:pt x="719" y="0"/>
                      <a:pt x="719" y="0"/>
                      <a:pt x="719" y="0"/>
                    </a:cubicBezTo>
                    <a:cubicBezTo>
                      <a:pt x="441" y="0"/>
                      <a:pt x="192" y="125"/>
                      <a:pt x="27" y="323"/>
                    </a:cubicBezTo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8" name="Freeform 11"/>
              <p:cNvSpPr>
                <a:spLocks noSelect="1"/>
              </p:cNvSpPr>
              <p:nvPr userDrawn="1"/>
            </p:nvSpPr>
            <p:spPr bwMode="gray">
              <a:xfrm>
                <a:off x="1076325" y="294005"/>
                <a:ext cx="358775" cy="353695"/>
              </a:xfrm>
              <a:custGeom>
                <a:avLst/>
                <a:gdLst>
                  <a:gd name="T0" fmla="*/ 0 w 1130"/>
                  <a:gd name="T1" fmla="*/ 282 h 1113"/>
                  <a:gd name="T2" fmla="*/ 738 w 1130"/>
                  <a:gd name="T3" fmla="*/ 375 h 1113"/>
                  <a:gd name="T4" fmla="*/ 910 w 1130"/>
                  <a:gd name="T5" fmla="*/ 637 h 1113"/>
                  <a:gd name="T6" fmla="*/ 913 w 1130"/>
                  <a:gd name="T7" fmla="*/ 645 h 1113"/>
                  <a:gd name="T8" fmla="*/ 824 w 1130"/>
                  <a:gd name="T9" fmla="*/ 1113 h 1113"/>
                  <a:gd name="T10" fmla="*/ 1094 w 1130"/>
                  <a:gd name="T11" fmla="*/ 428 h 1113"/>
                  <a:gd name="T12" fmla="*/ 1044 w 1130"/>
                  <a:gd name="T13" fmla="*/ 353 h 1113"/>
                  <a:gd name="T14" fmla="*/ 1040 w 1130"/>
                  <a:gd name="T15" fmla="*/ 348 h 1113"/>
                  <a:gd name="T16" fmla="*/ 1034 w 1130"/>
                  <a:gd name="T17" fmla="*/ 339 h 1113"/>
                  <a:gd name="T18" fmla="*/ 1030 w 1130"/>
                  <a:gd name="T19" fmla="*/ 334 h 1113"/>
                  <a:gd name="T20" fmla="*/ 1007 w 1130"/>
                  <a:gd name="T21" fmla="*/ 306 h 1113"/>
                  <a:gd name="T22" fmla="*/ 1003 w 1130"/>
                  <a:gd name="T23" fmla="*/ 301 h 1113"/>
                  <a:gd name="T24" fmla="*/ 995 w 1130"/>
                  <a:gd name="T25" fmla="*/ 293 h 1113"/>
                  <a:gd name="T26" fmla="*/ 974 w 1130"/>
                  <a:gd name="T27" fmla="*/ 270 h 1113"/>
                  <a:gd name="T28" fmla="*/ 967 w 1130"/>
                  <a:gd name="T29" fmla="*/ 262 h 1113"/>
                  <a:gd name="T30" fmla="*/ 962 w 1130"/>
                  <a:gd name="T31" fmla="*/ 257 h 1113"/>
                  <a:gd name="T32" fmla="*/ 937 w 1130"/>
                  <a:gd name="T33" fmla="*/ 233 h 1113"/>
                  <a:gd name="T34" fmla="*/ 932 w 1130"/>
                  <a:gd name="T35" fmla="*/ 228 h 1113"/>
                  <a:gd name="T36" fmla="*/ 924 w 1130"/>
                  <a:gd name="T37" fmla="*/ 221 h 1113"/>
                  <a:gd name="T38" fmla="*/ 919 w 1130"/>
                  <a:gd name="T39" fmla="*/ 216 h 1113"/>
                  <a:gd name="T40" fmla="*/ 901 w 1130"/>
                  <a:gd name="T41" fmla="*/ 201 h 1113"/>
                  <a:gd name="T42" fmla="*/ 895 w 1130"/>
                  <a:gd name="T43" fmla="*/ 196 h 1113"/>
                  <a:gd name="T44" fmla="*/ 887 w 1130"/>
                  <a:gd name="T45" fmla="*/ 190 h 1113"/>
                  <a:gd name="T46" fmla="*/ 882 w 1130"/>
                  <a:gd name="T47" fmla="*/ 185 h 1113"/>
                  <a:gd name="T48" fmla="*/ 873 w 1130"/>
                  <a:gd name="T49" fmla="*/ 178 h 1113"/>
                  <a:gd name="T50" fmla="*/ 858 w 1130"/>
                  <a:gd name="T51" fmla="*/ 167 h 1113"/>
                  <a:gd name="T52" fmla="*/ 849 w 1130"/>
                  <a:gd name="T53" fmla="*/ 160 h 1113"/>
                  <a:gd name="T54" fmla="*/ 843 w 1130"/>
                  <a:gd name="T55" fmla="*/ 156 h 1113"/>
                  <a:gd name="T56" fmla="*/ 835 w 1130"/>
                  <a:gd name="T57" fmla="*/ 150 h 1113"/>
                  <a:gd name="T58" fmla="*/ 829 w 1130"/>
                  <a:gd name="T59" fmla="*/ 146 h 1113"/>
                  <a:gd name="T60" fmla="*/ 809 w 1130"/>
                  <a:gd name="T61" fmla="*/ 133 h 1113"/>
                  <a:gd name="T62" fmla="*/ 803 w 1130"/>
                  <a:gd name="T63" fmla="*/ 129 h 1113"/>
                  <a:gd name="T64" fmla="*/ 794 w 1130"/>
                  <a:gd name="T65" fmla="*/ 124 h 1113"/>
                  <a:gd name="T66" fmla="*/ 788 w 1130"/>
                  <a:gd name="T67" fmla="*/ 120 h 1113"/>
                  <a:gd name="T68" fmla="*/ 768 w 1130"/>
                  <a:gd name="T69" fmla="*/ 108 h 1113"/>
                  <a:gd name="T70" fmla="*/ 762 w 1130"/>
                  <a:gd name="T71" fmla="*/ 104 h 1113"/>
                  <a:gd name="T72" fmla="*/ 753 w 1130"/>
                  <a:gd name="T73" fmla="*/ 99 h 1113"/>
                  <a:gd name="T74" fmla="*/ 746 w 1130"/>
                  <a:gd name="T75" fmla="*/ 96 h 1113"/>
                  <a:gd name="T76" fmla="*/ 720 w 1130"/>
                  <a:gd name="T77" fmla="*/ 82 h 1113"/>
                  <a:gd name="T78" fmla="*/ 713 w 1130"/>
                  <a:gd name="T79" fmla="*/ 79 h 1113"/>
                  <a:gd name="T80" fmla="*/ 704 w 1130"/>
                  <a:gd name="T81" fmla="*/ 75 h 1113"/>
                  <a:gd name="T82" fmla="*/ 697 w 1130"/>
                  <a:gd name="T83" fmla="*/ 72 h 1113"/>
                  <a:gd name="T84" fmla="*/ 675 w 1130"/>
                  <a:gd name="T85" fmla="*/ 62 h 1113"/>
                  <a:gd name="T86" fmla="*/ 669 w 1130"/>
                  <a:gd name="T87" fmla="*/ 59 h 1113"/>
                  <a:gd name="T88" fmla="*/ 659 w 1130"/>
                  <a:gd name="T89" fmla="*/ 55 h 1113"/>
                  <a:gd name="T90" fmla="*/ 653 w 1130"/>
                  <a:gd name="T91" fmla="*/ 52 h 1113"/>
                  <a:gd name="T92" fmla="*/ 619 w 1130"/>
                  <a:gd name="T93" fmla="*/ 40 h 1113"/>
                  <a:gd name="T94" fmla="*/ 612 w 1130"/>
                  <a:gd name="T95" fmla="*/ 38 h 1113"/>
                  <a:gd name="T96" fmla="*/ 602 w 1130"/>
                  <a:gd name="T97" fmla="*/ 34 h 1113"/>
                  <a:gd name="T98" fmla="*/ 595 w 1130"/>
                  <a:gd name="T99" fmla="*/ 32 h 1113"/>
                  <a:gd name="T100" fmla="*/ 566 w 1130"/>
                  <a:gd name="T101" fmla="*/ 23 h 1113"/>
                  <a:gd name="T102" fmla="*/ 559 w 1130"/>
                  <a:gd name="T103" fmla="*/ 21 h 1113"/>
                  <a:gd name="T104" fmla="*/ 549 w 1130"/>
                  <a:gd name="T105" fmla="*/ 18 h 1113"/>
                  <a:gd name="T106" fmla="*/ 542 w 1130"/>
                  <a:gd name="T107" fmla="*/ 17 h 1113"/>
                  <a:gd name="T108" fmla="*/ 518 w 1130"/>
                  <a:gd name="T109" fmla="*/ 11 h 1113"/>
                  <a:gd name="T110" fmla="*/ 511 w 1130"/>
                  <a:gd name="T111" fmla="*/ 9 h 1113"/>
                  <a:gd name="T112" fmla="*/ 501 w 1130"/>
                  <a:gd name="T113" fmla="*/ 7 h 1113"/>
                  <a:gd name="T114" fmla="*/ 493 w 1130"/>
                  <a:gd name="T115" fmla="*/ 6 h 1113"/>
                  <a:gd name="T116" fmla="*/ 482 w 1130"/>
                  <a:gd name="T117" fmla="*/ 4 h 1113"/>
                  <a:gd name="T118" fmla="*/ 474 w 1130"/>
                  <a:gd name="T119" fmla="*/ 2 h 1113"/>
                  <a:gd name="T120" fmla="*/ 71 w 1130"/>
                  <a:gd name="T121" fmla="*/ 118 h 1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30" h="1113">
                    <a:moveTo>
                      <a:pt x="71" y="118"/>
                    </a:moveTo>
                    <a:cubicBezTo>
                      <a:pt x="60" y="129"/>
                      <a:pt x="49" y="141"/>
                      <a:pt x="39" y="154"/>
                    </a:cubicBezTo>
                    <a:cubicBezTo>
                      <a:pt x="12" y="189"/>
                      <a:pt x="0" y="233"/>
                      <a:pt x="0" y="282"/>
                    </a:cubicBezTo>
                    <a:cubicBezTo>
                      <a:pt x="0" y="309"/>
                      <a:pt x="4" y="338"/>
                      <a:pt x="10" y="367"/>
                    </a:cubicBezTo>
                    <a:cubicBezTo>
                      <a:pt x="712" y="367"/>
                      <a:pt x="712" y="367"/>
                      <a:pt x="712" y="367"/>
                    </a:cubicBezTo>
                    <a:cubicBezTo>
                      <a:pt x="720" y="367"/>
                      <a:pt x="730" y="370"/>
                      <a:pt x="738" y="375"/>
                    </a:cubicBezTo>
                    <a:cubicBezTo>
                      <a:pt x="745" y="380"/>
                      <a:pt x="752" y="385"/>
                      <a:pt x="756" y="391"/>
                    </a:cubicBezTo>
                    <a:cubicBezTo>
                      <a:pt x="904" y="622"/>
                      <a:pt x="904" y="622"/>
                      <a:pt x="904" y="622"/>
                    </a:cubicBezTo>
                    <a:cubicBezTo>
                      <a:pt x="907" y="626"/>
                      <a:pt x="909" y="632"/>
                      <a:pt x="910" y="637"/>
                    </a:cubicBezTo>
                    <a:cubicBezTo>
                      <a:pt x="912" y="644"/>
                      <a:pt x="912" y="644"/>
                      <a:pt x="912" y="644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4" y="652"/>
                      <a:pt x="915" y="660"/>
                      <a:pt x="914" y="666"/>
                    </a:cubicBezTo>
                    <a:cubicBezTo>
                      <a:pt x="914" y="674"/>
                      <a:pt x="914" y="674"/>
                      <a:pt x="914" y="674"/>
                    </a:cubicBezTo>
                    <a:cubicBezTo>
                      <a:pt x="824" y="1113"/>
                      <a:pt x="824" y="1113"/>
                      <a:pt x="824" y="1113"/>
                    </a:cubicBezTo>
                    <a:cubicBezTo>
                      <a:pt x="906" y="1074"/>
                      <a:pt x="976" y="1020"/>
                      <a:pt x="1020" y="965"/>
                    </a:cubicBezTo>
                    <a:cubicBezTo>
                      <a:pt x="1093" y="875"/>
                      <a:pt x="1130" y="757"/>
                      <a:pt x="1130" y="634"/>
                    </a:cubicBezTo>
                    <a:cubicBezTo>
                      <a:pt x="1130" y="565"/>
                      <a:pt x="1119" y="495"/>
                      <a:pt x="1094" y="428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77" y="399"/>
                      <a:pt x="1061" y="376"/>
                      <a:pt x="1044" y="353"/>
                    </a:cubicBezTo>
                    <a:cubicBezTo>
                      <a:pt x="1044" y="353"/>
                      <a:pt x="1044" y="353"/>
                      <a:pt x="1044" y="353"/>
                    </a:cubicBezTo>
                    <a:cubicBezTo>
                      <a:pt x="1041" y="349"/>
                      <a:pt x="1041" y="349"/>
                      <a:pt x="1041" y="349"/>
                    </a:cubicBezTo>
                    <a:cubicBezTo>
                      <a:pt x="1040" y="348"/>
                      <a:pt x="1040" y="348"/>
                      <a:pt x="1040" y="348"/>
                    </a:cubicBezTo>
                    <a:cubicBezTo>
                      <a:pt x="1037" y="344"/>
                      <a:pt x="1037" y="344"/>
                      <a:pt x="1037" y="344"/>
                    </a:cubicBezTo>
                    <a:cubicBezTo>
                      <a:pt x="1037" y="343"/>
                      <a:pt x="1037" y="343"/>
                      <a:pt x="1037" y="343"/>
                    </a:cubicBezTo>
                    <a:cubicBezTo>
                      <a:pt x="1034" y="339"/>
                      <a:pt x="1034" y="339"/>
                      <a:pt x="1034" y="339"/>
                    </a:cubicBezTo>
                    <a:cubicBezTo>
                      <a:pt x="1033" y="338"/>
                      <a:pt x="1033" y="338"/>
                      <a:pt x="1033" y="338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23" y="326"/>
                      <a:pt x="1017" y="318"/>
                      <a:pt x="1011" y="311"/>
                    </a:cubicBezTo>
                    <a:cubicBezTo>
                      <a:pt x="1011" y="311"/>
                      <a:pt x="1011" y="311"/>
                      <a:pt x="1011" y="311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3" y="302"/>
                      <a:pt x="1003" y="302"/>
                      <a:pt x="1003" y="302"/>
                    </a:cubicBezTo>
                    <a:cubicBezTo>
                      <a:pt x="1003" y="301"/>
                      <a:pt x="1003" y="301"/>
                      <a:pt x="1003" y="301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88" y="285"/>
                      <a:pt x="982" y="278"/>
                      <a:pt x="975" y="271"/>
                    </a:cubicBezTo>
                    <a:cubicBezTo>
                      <a:pt x="974" y="270"/>
                      <a:pt x="974" y="270"/>
                      <a:pt x="974" y="270"/>
                    </a:cubicBezTo>
                    <a:cubicBezTo>
                      <a:pt x="971" y="266"/>
                      <a:pt x="971" y="266"/>
                      <a:pt x="971" y="266"/>
                    </a:cubicBezTo>
                    <a:cubicBezTo>
                      <a:pt x="970" y="266"/>
                      <a:pt x="970" y="266"/>
                      <a:pt x="970" y="266"/>
                    </a:cubicBezTo>
                    <a:cubicBezTo>
                      <a:pt x="967" y="262"/>
                      <a:pt x="967" y="262"/>
                      <a:pt x="967" y="262"/>
                    </a:cubicBezTo>
                    <a:cubicBezTo>
                      <a:pt x="966" y="262"/>
                      <a:pt x="966" y="262"/>
                      <a:pt x="966" y="262"/>
                    </a:cubicBezTo>
                    <a:cubicBezTo>
                      <a:pt x="963" y="258"/>
                      <a:pt x="963" y="258"/>
                      <a:pt x="963" y="258"/>
                    </a:cubicBezTo>
                    <a:cubicBezTo>
                      <a:pt x="962" y="257"/>
                      <a:pt x="962" y="257"/>
                      <a:pt x="962" y="257"/>
                    </a:cubicBezTo>
                    <a:cubicBezTo>
                      <a:pt x="958" y="254"/>
                      <a:pt x="958" y="254"/>
                      <a:pt x="958" y="254"/>
                    </a:cubicBezTo>
                    <a:cubicBezTo>
                      <a:pt x="958" y="253"/>
                      <a:pt x="958" y="253"/>
                      <a:pt x="958" y="253"/>
                    </a:cubicBezTo>
                    <a:cubicBezTo>
                      <a:pt x="951" y="246"/>
                      <a:pt x="944" y="239"/>
                      <a:pt x="937" y="233"/>
                    </a:cubicBezTo>
                    <a:cubicBezTo>
                      <a:pt x="936" y="232"/>
                      <a:pt x="936" y="232"/>
                      <a:pt x="936" y="232"/>
                    </a:cubicBezTo>
                    <a:cubicBezTo>
                      <a:pt x="932" y="229"/>
                      <a:pt x="932" y="229"/>
                      <a:pt x="932" y="229"/>
                    </a:cubicBezTo>
                    <a:cubicBezTo>
                      <a:pt x="932" y="228"/>
                      <a:pt x="932" y="228"/>
                      <a:pt x="932" y="228"/>
                    </a:cubicBezTo>
                    <a:cubicBezTo>
                      <a:pt x="928" y="225"/>
                      <a:pt x="928" y="225"/>
                      <a:pt x="928" y="225"/>
                    </a:cubicBezTo>
                    <a:cubicBezTo>
                      <a:pt x="927" y="224"/>
                      <a:pt x="927" y="224"/>
                      <a:pt x="927" y="224"/>
                    </a:cubicBezTo>
                    <a:cubicBezTo>
                      <a:pt x="924" y="221"/>
                      <a:pt x="924" y="221"/>
                      <a:pt x="924" y="221"/>
                    </a:cubicBezTo>
                    <a:cubicBezTo>
                      <a:pt x="923" y="220"/>
                      <a:pt x="923" y="220"/>
                      <a:pt x="923" y="220"/>
                    </a:cubicBezTo>
                    <a:cubicBezTo>
                      <a:pt x="919" y="217"/>
                      <a:pt x="919" y="217"/>
                      <a:pt x="919" y="217"/>
                    </a:cubicBezTo>
                    <a:cubicBezTo>
                      <a:pt x="919" y="216"/>
                      <a:pt x="919" y="216"/>
                      <a:pt x="919" y="216"/>
                    </a:cubicBezTo>
                    <a:cubicBezTo>
                      <a:pt x="914" y="213"/>
                      <a:pt x="914" y="213"/>
                      <a:pt x="914" y="213"/>
                    </a:cubicBezTo>
                    <a:cubicBezTo>
                      <a:pt x="914" y="212"/>
                      <a:pt x="914" y="212"/>
                      <a:pt x="914" y="212"/>
                    </a:cubicBezTo>
                    <a:cubicBezTo>
                      <a:pt x="901" y="201"/>
                      <a:pt x="901" y="201"/>
                      <a:pt x="901" y="201"/>
                    </a:cubicBezTo>
                    <a:cubicBezTo>
                      <a:pt x="900" y="200"/>
                      <a:pt x="900" y="200"/>
                      <a:pt x="900" y="200"/>
                    </a:cubicBezTo>
                    <a:cubicBezTo>
                      <a:pt x="896" y="197"/>
                      <a:pt x="896" y="197"/>
                      <a:pt x="896" y="197"/>
                    </a:cubicBezTo>
                    <a:cubicBezTo>
                      <a:pt x="895" y="196"/>
                      <a:pt x="895" y="196"/>
                      <a:pt x="895" y="196"/>
                    </a:cubicBezTo>
                    <a:cubicBezTo>
                      <a:pt x="892" y="193"/>
                      <a:pt x="892" y="193"/>
                      <a:pt x="892" y="193"/>
                    </a:cubicBezTo>
                    <a:cubicBezTo>
                      <a:pt x="891" y="193"/>
                      <a:pt x="891" y="193"/>
                      <a:pt x="891" y="193"/>
                    </a:cubicBezTo>
                    <a:cubicBezTo>
                      <a:pt x="887" y="190"/>
                      <a:pt x="887" y="190"/>
                      <a:pt x="887" y="190"/>
                    </a:cubicBezTo>
                    <a:cubicBezTo>
                      <a:pt x="886" y="189"/>
                      <a:pt x="886" y="189"/>
                      <a:pt x="886" y="189"/>
                    </a:cubicBezTo>
                    <a:cubicBezTo>
                      <a:pt x="883" y="186"/>
                      <a:pt x="883" y="186"/>
                      <a:pt x="883" y="186"/>
                    </a:cubicBezTo>
                    <a:cubicBezTo>
                      <a:pt x="882" y="185"/>
                      <a:pt x="882" y="185"/>
                      <a:pt x="882" y="185"/>
                    </a:cubicBezTo>
                    <a:cubicBezTo>
                      <a:pt x="878" y="182"/>
                      <a:pt x="878" y="182"/>
                      <a:pt x="878" y="182"/>
                    </a:cubicBezTo>
                    <a:cubicBezTo>
                      <a:pt x="877" y="182"/>
                      <a:pt x="877" y="182"/>
                      <a:pt x="877" y="182"/>
                    </a:cubicBezTo>
                    <a:cubicBezTo>
                      <a:pt x="873" y="178"/>
                      <a:pt x="873" y="178"/>
                      <a:pt x="873" y="178"/>
                    </a:cubicBezTo>
                    <a:cubicBezTo>
                      <a:pt x="872" y="178"/>
                      <a:pt x="872" y="178"/>
                      <a:pt x="872" y="178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4" y="164"/>
                      <a:pt x="854" y="164"/>
                      <a:pt x="854" y="164"/>
                    </a:cubicBezTo>
                    <a:cubicBezTo>
                      <a:pt x="853" y="163"/>
                      <a:pt x="853" y="163"/>
                      <a:pt x="853" y="163"/>
                    </a:cubicBezTo>
                    <a:cubicBezTo>
                      <a:pt x="849" y="160"/>
                      <a:pt x="849" y="160"/>
                      <a:pt x="849" y="160"/>
                    </a:cubicBezTo>
                    <a:cubicBezTo>
                      <a:pt x="848" y="160"/>
                      <a:pt x="848" y="160"/>
                      <a:pt x="848" y="160"/>
                    </a:cubicBezTo>
                    <a:cubicBezTo>
                      <a:pt x="844" y="157"/>
                      <a:pt x="844" y="157"/>
                      <a:pt x="844" y="157"/>
                    </a:cubicBezTo>
                    <a:cubicBezTo>
                      <a:pt x="843" y="156"/>
                      <a:pt x="843" y="156"/>
                      <a:pt x="843" y="156"/>
                    </a:cubicBezTo>
                    <a:cubicBezTo>
                      <a:pt x="839" y="154"/>
                      <a:pt x="839" y="154"/>
                      <a:pt x="839" y="154"/>
                    </a:cubicBezTo>
                    <a:cubicBezTo>
                      <a:pt x="838" y="153"/>
                      <a:pt x="838" y="153"/>
                      <a:pt x="838" y="153"/>
                    </a:cubicBezTo>
                    <a:cubicBezTo>
                      <a:pt x="835" y="150"/>
                      <a:pt x="835" y="150"/>
                      <a:pt x="835" y="150"/>
                    </a:cubicBezTo>
                    <a:cubicBezTo>
                      <a:pt x="833" y="149"/>
                      <a:pt x="833" y="149"/>
                      <a:pt x="833" y="149"/>
                    </a:cubicBezTo>
                    <a:cubicBezTo>
                      <a:pt x="829" y="147"/>
                      <a:pt x="829" y="147"/>
                      <a:pt x="829" y="147"/>
                    </a:cubicBezTo>
                    <a:cubicBezTo>
                      <a:pt x="829" y="146"/>
                      <a:pt x="829" y="146"/>
                      <a:pt x="829" y="146"/>
                    </a:cubicBezTo>
                    <a:cubicBezTo>
                      <a:pt x="814" y="136"/>
                      <a:pt x="814" y="136"/>
                      <a:pt x="814" y="136"/>
                    </a:cubicBezTo>
                    <a:cubicBezTo>
                      <a:pt x="813" y="136"/>
                      <a:pt x="813" y="136"/>
                      <a:pt x="813" y="136"/>
                    </a:cubicBezTo>
                    <a:cubicBezTo>
                      <a:pt x="809" y="133"/>
                      <a:pt x="809" y="133"/>
                      <a:pt x="809" y="133"/>
                    </a:cubicBezTo>
                    <a:cubicBezTo>
                      <a:pt x="808" y="132"/>
                      <a:pt x="808" y="132"/>
                      <a:pt x="808" y="132"/>
                    </a:cubicBezTo>
                    <a:cubicBezTo>
                      <a:pt x="804" y="130"/>
                      <a:pt x="804" y="130"/>
                      <a:pt x="804" y="130"/>
                    </a:cubicBezTo>
                    <a:cubicBezTo>
                      <a:pt x="803" y="129"/>
                      <a:pt x="803" y="129"/>
                      <a:pt x="803" y="129"/>
                    </a:cubicBezTo>
                    <a:cubicBezTo>
                      <a:pt x="799" y="127"/>
                      <a:pt x="799" y="127"/>
                      <a:pt x="799" y="127"/>
                    </a:cubicBezTo>
                    <a:cubicBezTo>
                      <a:pt x="798" y="126"/>
                      <a:pt x="798" y="126"/>
                      <a:pt x="798" y="126"/>
                    </a:cubicBezTo>
                    <a:cubicBezTo>
                      <a:pt x="794" y="124"/>
                      <a:pt x="794" y="124"/>
                      <a:pt x="794" y="124"/>
                    </a:cubicBezTo>
                    <a:cubicBezTo>
                      <a:pt x="793" y="123"/>
                      <a:pt x="793" y="123"/>
                      <a:pt x="793" y="123"/>
                    </a:cubicBezTo>
                    <a:cubicBezTo>
                      <a:pt x="789" y="121"/>
                      <a:pt x="789" y="121"/>
                      <a:pt x="789" y="121"/>
                    </a:cubicBezTo>
                    <a:cubicBezTo>
                      <a:pt x="788" y="120"/>
                      <a:pt x="788" y="120"/>
                      <a:pt x="788" y="120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68" y="108"/>
                      <a:pt x="768" y="108"/>
                      <a:pt x="768" y="108"/>
                    </a:cubicBezTo>
                    <a:cubicBezTo>
                      <a:pt x="767" y="108"/>
                      <a:pt x="767" y="108"/>
                      <a:pt x="767" y="108"/>
                    </a:cubicBezTo>
                    <a:cubicBezTo>
                      <a:pt x="763" y="105"/>
                      <a:pt x="763" y="105"/>
                      <a:pt x="763" y="105"/>
                    </a:cubicBezTo>
                    <a:cubicBezTo>
                      <a:pt x="762" y="104"/>
                      <a:pt x="762" y="104"/>
                      <a:pt x="762" y="104"/>
                    </a:cubicBezTo>
                    <a:cubicBezTo>
                      <a:pt x="758" y="102"/>
                      <a:pt x="758" y="102"/>
                      <a:pt x="758" y="102"/>
                    </a:cubicBezTo>
                    <a:cubicBezTo>
                      <a:pt x="756" y="102"/>
                      <a:pt x="756" y="102"/>
                      <a:pt x="756" y="102"/>
                    </a:cubicBezTo>
                    <a:cubicBezTo>
                      <a:pt x="753" y="99"/>
                      <a:pt x="753" y="99"/>
                      <a:pt x="753" y="99"/>
                    </a:cubicBezTo>
                    <a:cubicBezTo>
                      <a:pt x="751" y="99"/>
                      <a:pt x="751" y="99"/>
                      <a:pt x="751" y="99"/>
                    </a:cubicBezTo>
                    <a:cubicBezTo>
                      <a:pt x="747" y="97"/>
                      <a:pt x="747" y="97"/>
                      <a:pt x="747" y="97"/>
                    </a:cubicBezTo>
                    <a:cubicBezTo>
                      <a:pt x="746" y="96"/>
                      <a:pt x="746" y="96"/>
                      <a:pt x="746" y="96"/>
                    </a:cubicBezTo>
                    <a:cubicBezTo>
                      <a:pt x="742" y="94"/>
                      <a:pt x="742" y="94"/>
                      <a:pt x="742" y="94"/>
                    </a:cubicBezTo>
                    <a:cubicBezTo>
                      <a:pt x="741" y="93"/>
                      <a:pt x="741" y="93"/>
                      <a:pt x="741" y="93"/>
                    </a:cubicBezTo>
                    <a:cubicBezTo>
                      <a:pt x="734" y="90"/>
                      <a:pt x="727" y="86"/>
                      <a:pt x="720" y="82"/>
                    </a:cubicBezTo>
                    <a:cubicBezTo>
                      <a:pt x="719" y="82"/>
                      <a:pt x="719" y="82"/>
                      <a:pt x="719" y="82"/>
                    </a:cubicBezTo>
                    <a:cubicBezTo>
                      <a:pt x="714" y="80"/>
                      <a:pt x="714" y="80"/>
                      <a:pt x="714" y="80"/>
                    </a:cubicBezTo>
                    <a:cubicBezTo>
                      <a:pt x="713" y="79"/>
                      <a:pt x="713" y="79"/>
                      <a:pt x="713" y="79"/>
                    </a:cubicBezTo>
                    <a:cubicBezTo>
                      <a:pt x="709" y="77"/>
                      <a:pt x="709" y="77"/>
                      <a:pt x="709" y="77"/>
                    </a:cubicBezTo>
                    <a:cubicBezTo>
                      <a:pt x="708" y="77"/>
                      <a:pt x="708" y="77"/>
                      <a:pt x="708" y="77"/>
                    </a:cubicBezTo>
                    <a:cubicBezTo>
                      <a:pt x="704" y="75"/>
                      <a:pt x="704" y="75"/>
                      <a:pt x="704" y="75"/>
                    </a:cubicBezTo>
                    <a:cubicBezTo>
                      <a:pt x="703" y="74"/>
                      <a:pt x="703" y="74"/>
                      <a:pt x="703" y="74"/>
                    </a:cubicBezTo>
                    <a:cubicBezTo>
                      <a:pt x="698" y="72"/>
                      <a:pt x="698" y="72"/>
                      <a:pt x="698" y="72"/>
                    </a:cubicBezTo>
                    <a:cubicBezTo>
                      <a:pt x="697" y="72"/>
                      <a:pt x="697" y="72"/>
                      <a:pt x="697" y="72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87" y="67"/>
                      <a:pt x="681" y="64"/>
                      <a:pt x="675" y="62"/>
                    </a:cubicBezTo>
                    <a:cubicBezTo>
                      <a:pt x="675" y="62"/>
                      <a:pt x="675" y="62"/>
                      <a:pt x="675" y="62"/>
                    </a:cubicBezTo>
                    <a:cubicBezTo>
                      <a:pt x="670" y="60"/>
                      <a:pt x="670" y="60"/>
                      <a:pt x="670" y="60"/>
                    </a:cubicBezTo>
                    <a:cubicBezTo>
                      <a:pt x="669" y="59"/>
                      <a:pt x="669" y="59"/>
                      <a:pt x="669" y="59"/>
                    </a:cubicBezTo>
                    <a:cubicBezTo>
                      <a:pt x="665" y="57"/>
                      <a:pt x="665" y="57"/>
                      <a:pt x="665" y="57"/>
                    </a:cubicBezTo>
                    <a:cubicBezTo>
                      <a:pt x="664" y="57"/>
                      <a:pt x="664" y="57"/>
                      <a:pt x="664" y="57"/>
                    </a:cubicBezTo>
                    <a:cubicBezTo>
                      <a:pt x="659" y="55"/>
                      <a:pt x="659" y="55"/>
                      <a:pt x="659" y="55"/>
                    </a:cubicBezTo>
                    <a:cubicBezTo>
                      <a:pt x="658" y="55"/>
                      <a:pt x="658" y="55"/>
                      <a:pt x="658" y="55"/>
                    </a:cubicBezTo>
                    <a:cubicBezTo>
                      <a:pt x="654" y="53"/>
                      <a:pt x="654" y="53"/>
                      <a:pt x="654" y="53"/>
                    </a:cubicBezTo>
                    <a:cubicBezTo>
                      <a:pt x="653" y="52"/>
                      <a:pt x="653" y="52"/>
                      <a:pt x="653" y="52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38" y="47"/>
                      <a:pt x="628" y="43"/>
                      <a:pt x="619" y="40"/>
                    </a:cubicBezTo>
                    <a:cubicBezTo>
                      <a:pt x="618" y="40"/>
                      <a:pt x="618" y="40"/>
                      <a:pt x="618" y="40"/>
                    </a:cubicBezTo>
                    <a:cubicBezTo>
                      <a:pt x="613" y="38"/>
                      <a:pt x="613" y="38"/>
                      <a:pt x="613" y="38"/>
                    </a:cubicBezTo>
                    <a:cubicBezTo>
                      <a:pt x="612" y="38"/>
                      <a:pt x="612" y="38"/>
                      <a:pt x="612" y="38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2" y="34"/>
                      <a:pt x="602" y="34"/>
                      <a:pt x="602" y="34"/>
                    </a:cubicBezTo>
                    <a:cubicBezTo>
                      <a:pt x="601" y="34"/>
                      <a:pt x="601" y="34"/>
                      <a:pt x="601" y="34"/>
                    </a:cubicBezTo>
                    <a:cubicBezTo>
                      <a:pt x="596" y="32"/>
                      <a:pt x="596" y="32"/>
                      <a:pt x="596" y="32"/>
                    </a:cubicBezTo>
                    <a:cubicBezTo>
                      <a:pt x="595" y="32"/>
                      <a:pt x="595" y="32"/>
                      <a:pt x="595" y="32"/>
                    </a:cubicBezTo>
                    <a:cubicBezTo>
                      <a:pt x="587" y="29"/>
                      <a:pt x="580" y="27"/>
                      <a:pt x="572" y="25"/>
                    </a:cubicBezTo>
                    <a:cubicBezTo>
                      <a:pt x="571" y="25"/>
                      <a:pt x="571" y="25"/>
                      <a:pt x="571" y="25"/>
                    </a:cubicBezTo>
                    <a:cubicBezTo>
                      <a:pt x="566" y="23"/>
                      <a:pt x="566" y="23"/>
                      <a:pt x="566" y="23"/>
                    </a:cubicBezTo>
                    <a:cubicBezTo>
                      <a:pt x="565" y="23"/>
                      <a:pt x="565" y="23"/>
                      <a:pt x="565" y="23"/>
                    </a:cubicBezTo>
                    <a:cubicBezTo>
                      <a:pt x="560" y="22"/>
                      <a:pt x="560" y="22"/>
                      <a:pt x="560" y="22"/>
                    </a:cubicBezTo>
                    <a:cubicBezTo>
                      <a:pt x="559" y="21"/>
                      <a:pt x="559" y="21"/>
                      <a:pt x="559" y="21"/>
                    </a:cubicBezTo>
                    <a:cubicBezTo>
                      <a:pt x="555" y="20"/>
                      <a:pt x="555" y="20"/>
                      <a:pt x="555" y="20"/>
                    </a:cubicBezTo>
                    <a:cubicBezTo>
                      <a:pt x="553" y="20"/>
                      <a:pt x="553" y="20"/>
                      <a:pt x="553" y="20"/>
                    </a:cubicBezTo>
                    <a:cubicBezTo>
                      <a:pt x="549" y="18"/>
                      <a:pt x="549" y="18"/>
                      <a:pt x="549" y="18"/>
                    </a:cubicBezTo>
                    <a:cubicBezTo>
                      <a:pt x="548" y="18"/>
                      <a:pt x="548" y="18"/>
                      <a:pt x="548" y="18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0" y="14"/>
                      <a:pt x="524" y="12"/>
                      <a:pt x="518" y="11"/>
                    </a:cubicBezTo>
                    <a:cubicBezTo>
                      <a:pt x="517" y="11"/>
                      <a:pt x="517" y="11"/>
                      <a:pt x="517" y="11"/>
                    </a:cubicBezTo>
                    <a:cubicBezTo>
                      <a:pt x="512" y="10"/>
                      <a:pt x="512" y="10"/>
                      <a:pt x="512" y="10"/>
                    </a:cubicBezTo>
                    <a:cubicBezTo>
                      <a:pt x="511" y="9"/>
                      <a:pt x="511" y="9"/>
                      <a:pt x="511" y="9"/>
                    </a:cubicBezTo>
                    <a:cubicBezTo>
                      <a:pt x="506" y="8"/>
                      <a:pt x="506" y="8"/>
                      <a:pt x="506" y="8"/>
                    </a:cubicBezTo>
                    <a:cubicBezTo>
                      <a:pt x="505" y="8"/>
                      <a:pt x="505" y="8"/>
                      <a:pt x="505" y="8"/>
                    </a:cubicBezTo>
                    <a:cubicBezTo>
                      <a:pt x="501" y="7"/>
                      <a:pt x="501" y="7"/>
                      <a:pt x="501" y="7"/>
                    </a:cubicBezTo>
                    <a:cubicBezTo>
                      <a:pt x="499" y="7"/>
                      <a:pt x="499" y="7"/>
                      <a:pt x="499" y="7"/>
                    </a:cubicBezTo>
                    <a:cubicBezTo>
                      <a:pt x="495" y="6"/>
                      <a:pt x="495" y="6"/>
                      <a:pt x="495" y="6"/>
                    </a:cubicBezTo>
                    <a:cubicBezTo>
                      <a:pt x="493" y="6"/>
                      <a:pt x="493" y="6"/>
                      <a:pt x="493" y="6"/>
                    </a:cubicBezTo>
                    <a:cubicBezTo>
                      <a:pt x="489" y="5"/>
                      <a:pt x="489" y="5"/>
                      <a:pt x="489" y="5"/>
                    </a:cubicBezTo>
                    <a:cubicBezTo>
                      <a:pt x="487" y="4"/>
                      <a:pt x="487" y="4"/>
                      <a:pt x="487" y="4"/>
                    </a:cubicBezTo>
                    <a:cubicBezTo>
                      <a:pt x="482" y="4"/>
                      <a:pt x="482" y="4"/>
                      <a:pt x="482" y="4"/>
                    </a:cubicBezTo>
                    <a:cubicBezTo>
                      <a:pt x="481" y="3"/>
                      <a:pt x="481" y="3"/>
                      <a:pt x="481" y="3"/>
                    </a:cubicBezTo>
                    <a:cubicBezTo>
                      <a:pt x="475" y="2"/>
                      <a:pt x="475" y="2"/>
                      <a:pt x="475" y="2"/>
                    </a:cubicBezTo>
                    <a:cubicBezTo>
                      <a:pt x="474" y="2"/>
                      <a:pt x="474" y="2"/>
                      <a:pt x="474" y="2"/>
                    </a:cubicBezTo>
                    <a:cubicBezTo>
                      <a:pt x="462" y="1"/>
                      <a:pt x="450" y="1"/>
                      <a:pt x="438" y="1"/>
                    </a:cubicBezTo>
                    <a:cubicBezTo>
                      <a:pt x="432" y="0"/>
                      <a:pt x="426" y="0"/>
                      <a:pt x="420" y="0"/>
                    </a:cubicBezTo>
                    <a:cubicBezTo>
                      <a:pt x="283" y="0"/>
                      <a:pt x="155" y="38"/>
                      <a:pt x="71" y="118"/>
                    </a:cubicBezTo>
                  </a:path>
                </a:pathLst>
              </a:cu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978191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inhoud 10"/>
          <p:cNvSpPr>
            <a:spLocks noGrp="1" noSelect="1"/>
          </p:cNvSpPr>
          <p:nvPr>
            <p:ph sz="quarter" idx="14" hasCustomPrompt="1"/>
          </p:nvPr>
        </p:nvSpPr>
        <p:spPr bwMode="gray">
          <a:xfrm>
            <a:off x="445534" y="1497600"/>
            <a:ext cx="6336000" cy="4032000"/>
          </a:xfrm>
        </p:spPr>
        <p:txBody>
          <a:bodyPr/>
          <a:lstStyle>
            <a:lvl4pPr>
              <a:spcAft>
                <a:spcPts val="1800"/>
              </a:spcAft>
              <a:defRPr/>
            </a:lvl4pPr>
          </a:lstStyle>
          <a:p>
            <a:pPr lvl="0"/>
            <a:r>
              <a:rPr lang="en-GB" noProof="1"/>
              <a:t>Klik om de modelstijlen te bewerken</a:t>
            </a:r>
          </a:p>
          <a:p>
            <a:pPr lvl="1"/>
            <a:r>
              <a:rPr lang="en-GB" noProof="1"/>
              <a:t>Tweede niveau</a:t>
            </a:r>
          </a:p>
          <a:p>
            <a:pPr lvl="2"/>
            <a:r>
              <a:rPr lang="en-GB" noProof="1"/>
              <a:t>Derde niveau</a:t>
            </a:r>
          </a:p>
          <a:p>
            <a:pPr lvl="3"/>
            <a:r>
              <a:rPr lang="en-GB" noProof="1"/>
              <a:t>Vierde niveau</a:t>
            </a:r>
          </a:p>
          <a:p>
            <a:pPr lvl="4"/>
            <a:r>
              <a:rPr lang="en-GB" noProof="1"/>
              <a:t>Vijfde niveau</a:t>
            </a:r>
          </a:p>
        </p:txBody>
      </p:sp>
      <p:sp>
        <p:nvSpPr>
          <p:cNvPr id="4" name="Tijdelijke aanduiding voor dianummer 3"/>
          <p:cNvSpPr>
            <a:spLocks noGrp="1" noSelect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1336C48C-F87C-4E4B-81EF-5027B17D1F61}" type="slidenum">
              <a:rPr lang="en-GB" noProof="1" smtClean="0"/>
              <a:pPr/>
              <a:t>‹Nº›</a:t>
            </a:fld>
            <a:endParaRPr lang="en-GB" noProof="1"/>
          </a:p>
        </p:txBody>
      </p:sp>
      <p:sp>
        <p:nvSpPr>
          <p:cNvPr id="5" name="Tijdelijke aanduiding voor afbeelding 4"/>
          <p:cNvSpPr>
            <a:spLocks noGrp="1" noSelect="1"/>
          </p:cNvSpPr>
          <p:nvPr>
            <p:ph type="pic" sz="quarter" idx="17" hasCustomPrompt="1"/>
          </p:nvPr>
        </p:nvSpPr>
        <p:spPr bwMode="gray">
          <a:xfrm>
            <a:off x="7757764" y="1590570"/>
            <a:ext cx="4032000" cy="4032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 Picture</a:t>
            </a:r>
          </a:p>
        </p:txBody>
      </p:sp>
      <p:sp>
        <p:nvSpPr>
          <p:cNvPr id="6" name="Titel 5"/>
          <p:cNvSpPr>
            <a:spLocks noGrp="1" noSelect="1"/>
          </p:cNvSpPr>
          <p:nvPr>
            <p:ph type="title" hasCustomPrompt="1"/>
          </p:nvPr>
        </p:nvSpPr>
        <p:spPr bwMode="gray">
          <a:xfrm>
            <a:off x="445534" y="246063"/>
            <a:ext cx="113040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5579485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Select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noProof="1"/>
              <a:t>Title</a:t>
            </a:r>
          </a:p>
        </p:txBody>
      </p:sp>
      <p:sp>
        <p:nvSpPr>
          <p:cNvPr id="7" name="Tijdelijke aanduiding voor dianummer 6"/>
          <p:cNvSpPr>
            <a:spLocks noGrp="1" noSelect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1336C48C-F87C-4E4B-81EF-5027B17D1F61}" type="slidenum">
              <a:rPr lang="en-GB" noProof="1" smtClean="0"/>
              <a:pPr/>
              <a:t>‹Nº›</a:t>
            </a:fld>
            <a:endParaRPr lang="en-GB" noProof="1"/>
          </a:p>
        </p:txBody>
      </p:sp>
      <p:sp>
        <p:nvSpPr>
          <p:cNvPr id="5" name="Tijdelijke aanduiding voor afbeelding 4"/>
          <p:cNvSpPr>
            <a:spLocks noGrp="1" noSelect="1"/>
          </p:cNvSpPr>
          <p:nvPr>
            <p:ph type="pic" sz="quarter" idx="17" hasCustomPrompt="1"/>
          </p:nvPr>
        </p:nvSpPr>
        <p:spPr bwMode="gray">
          <a:xfrm>
            <a:off x="367201" y="1591200"/>
            <a:ext cx="11444399" cy="40392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27266373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3"/>
          <p:cNvSpPr>
            <a:spLocks noGrp="1" noSelect="1"/>
          </p:cNvSpPr>
          <p:nvPr>
            <p:ph type="pic" sz="quarter" idx="10" hasCustomPrompt="1"/>
          </p:nvPr>
        </p:nvSpPr>
        <p:spPr bwMode="gray">
          <a:xfrm>
            <a:off x="0" y="0"/>
            <a:ext cx="12190413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2" name="Titel 1"/>
          <p:cNvSpPr>
            <a:spLocks noGrp="1" noSelect="1"/>
          </p:cNvSpPr>
          <p:nvPr>
            <p:ph type="title" hasCustomPrompt="1"/>
          </p:nvPr>
        </p:nvSpPr>
        <p:spPr bwMode="gray">
          <a:xfrm>
            <a:off x="1017469" y="763200"/>
            <a:ext cx="10193873" cy="608400"/>
          </a:xfrm>
          <a:prstGeom prst="roundRect">
            <a:avLst>
              <a:gd name="adj" fmla="val 7649"/>
            </a:avLst>
          </a:prstGeom>
          <a:solidFill>
            <a:schemeClr val="bg1"/>
          </a:solidFill>
        </p:spPr>
        <p:txBody>
          <a:bodyPr lIns="108000" rIns="108000"/>
          <a:lstStyle>
            <a:lvl1pPr>
              <a:defRPr/>
            </a:lvl1pPr>
          </a:lstStyle>
          <a:p>
            <a:r>
              <a:rPr lang="en-GB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2585026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dianummer 6"/>
          <p:cNvSpPr>
            <a:spLocks noGrp="1" noSelect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1336C48C-F87C-4E4B-81EF-5027B17D1F61}" type="slidenum">
              <a:rPr lang="en-GB" noProof="1" smtClean="0"/>
              <a:pPr/>
              <a:t>‹Nº›</a:t>
            </a:fld>
            <a:endParaRPr lang="en-GB" noProof="1"/>
          </a:p>
        </p:txBody>
      </p:sp>
      <p:sp>
        <p:nvSpPr>
          <p:cNvPr id="4" name="Tijdelijke aanduiding voor grafiek 3"/>
          <p:cNvSpPr>
            <a:spLocks noGrp="1" noSelect="1"/>
          </p:cNvSpPr>
          <p:nvPr>
            <p:ph type="chart" sz="quarter" idx="12" hasCustomPrompt="1"/>
          </p:nvPr>
        </p:nvSpPr>
        <p:spPr bwMode="gray">
          <a:xfrm>
            <a:off x="445534" y="1497600"/>
            <a:ext cx="11304000" cy="4032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Chart</a:t>
            </a:r>
          </a:p>
        </p:txBody>
      </p:sp>
      <p:sp>
        <p:nvSpPr>
          <p:cNvPr id="3" name="Titel 2"/>
          <p:cNvSpPr>
            <a:spLocks noGrp="1" noSelect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</a:t>
            </a:r>
          </a:p>
        </p:txBody>
      </p:sp>
      <p:grpSp>
        <p:nvGrpSpPr>
          <p:cNvPr id="21" name="Group 4"/>
          <p:cNvGrpSpPr>
            <a:grpSpLocks noSelect="1" noChangeAspect="1"/>
          </p:cNvGrpSpPr>
          <p:nvPr userDrawn="1"/>
        </p:nvGrpSpPr>
        <p:grpSpPr bwMode="gray">
          <a:xfrm>
            <a:off x="380953" y="5843382"/>
            <a:ext cx="11424279" cy="12703"/>
            <a:chOff x="180" y="2760"/>
            <a:chExt cx="5398" cy="6"/>
          </a:xfrm>
        </p:grpSpPr>
        <p:sp>
          <p:nvSpPr>
            <p:cNvPr id="22" name="Freeform 6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  <p:sp>
          <p:nvSpPr>
            <p:cNvPr id="23" name="Rectangle 9"/>
            <p:cNvSpPr>
              <a:spLocks noSelect="1" noChangeArrowheads="1"/>
            </p:cNvSpPr>
            <p:nvPr/>
          </p:nvSpPr>
          <p:spPr bwMode="gray">
            <a:xfrm>
              <a:off x="180" y="2760"/>
              <a:ext cx="5398" cy="6"/>
            </a:xfrm>
            <a:prstGeom prst="rect">
              <a:avLst/>
            </a:prstGeom>
            <a:solidFill>
              <a:srgbClr val="EA650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  <p:sp>
          <p:nvSpPr>
            <p:cNvPr id="24" name="Freeform 10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</p:grpSp>
      <p:grpSp>
        <p:nvGrpSpPr>
          <p:cNvPr id="25" name="Group 4"/>
          <p:cNvGrpSpPr>
            <a:grpSpLocks noSelect="1" noChangeAspect="1"/>
          </p:cNvGrpSpPr>
          <p:nvPr userDrawn="1"/>
        </p:nvGrpSpPr>
        <p:grpSpPr bwMode="gray">
          <a:xfrm>
            <a:off x="985839" y="6148408"/>
            <a:ext cx="1103312" cy="336551"/>
            <a:chOff x="621" y="3873"/>
            <a:chExt cx="695" cy="212"/>
          </a:xfrm>
        </p:grpSpPr>
        <p:sp>
          <p:nvSpPr>
            <p:cNvPr id="26" name="Freeform 5"/>
            <p:cNvSpPr>
              <a:spLocks noSelect="1"/>
            </p:cNvSpPr>
            <p:nvPr userDrawn="1"/>
          </p:nvSpPr>
          <p:spPr bwMode="gray">
            <a:xfrm>
              <a:off x="621" y="3873"/>
              <a:ext cx="515" cy="93"/>
            </a:xfrm>
            <a:custGeom>
              <a:avLst/>
              <a:gdLst/>
              <a:ahLst/>
              <a:cxnLst>
                <a:cxn ang="0">
                  <a:pos x="1955" y="422"/>
                </a:cxn>
                <a:cxn ang="0">
                  <a:pos x="1849" y="422"/>
                </a:cxn>
                <a:cxn ang="0">
                  <a:pos x="1738" y="576"/>
                </a:cxn>
                <a:cxn ang="0">
                  <a:pos x="103" y="639"/>
                </a:cxn>
                <a:cxn ang="0">
                  <a:pos x="287" y="374"/>
                </a:cxn>
                <a:cxn ang="0">
                  <a:pos x="377" y="653"/>
                </a:cxn>
                <a:cxn ang="0">
                  <a:pos x="234" y="182"/>
                </a:cxn>
                <a:cxn ang="0">
                  <a:pos x="79" y="193"/>
                </a:cxn>
                <a:cxn ang="0">
                  <a:pos x="0" y="639"/>
                </a:cxn>
                <a:cxn ang="0">
                  <a:pos x="2133" y="653"/>
                </a:cxn>
                <a:cxn ang="0">
                  <a:pos x="2249" y="276"/>
                </a:cxn>
                <a:cxn ang="0">
                  <a:pos x="2344" y="653"/>
                </a:cxn>
                <a:cxn ang="0">
                  <a:pos x="2434" y="359"/>
                </a:cxn>
                <a:cxn ang="0">
                  <a:pos x="2136" y="206"/>
                </a:cxn>
                <a:cxn ang="0">
                  <a:pos x="2044" y="206"/>
                </a:cxn>
                <a:cxn ang="0">
                  <a:pos x="2133" y="653"/>
                </a:cxn>
                <a:cxn ang="0">
                  <a:pos x="786" y="427"/>
                </a:cxn>
                <a:cxn ang="0">
                  <a:pos x="688" y="269"/>
                </a:cxn>
                <a:cxn ang="0">
                  <a:pos x="668" y="664"/>
                </a:cxn>
                <a:cxn ang="0">
                  <a:pos x="812" y="652"/>
                </a:cxn>
                <a:cxn ang="0">
                  <a:pos x="889" y="206"/>
                </a:cxn>
                <a:cxn ang="0">
                  <a:pos x="803" y="206"/>
                </a:cxn>
                <a:cxn ang="0">
                  <a:pos x="2733" y="269"/>
                </a:cxn>
                <a:cxn ang="0">
                  <a:pos x="2734" y="576"/>
                </a:cxn>
                <a:cxn ang="0">
                  <a:pos x="2713" y="182"/>
                </a:cxn>
                <a:cxn ang="0">
                  <a:pos x="2836" y="593"/>
                </a:cxn>
                <a:cxn ang="0">
                  <a:pos x="2921" y="652"/>
                </a:cxn>
                <a:cxn ang="0">
                  <a:pos x="2921" y="193"/>
                </a:cxn>
                <a:cxn ang="0">
                  <a:pos x="2842" y="247"/>
                </a:cxn>
                <a:cxn ang="0">
                  <a:pos x="1324" y="214"/>
                </a:cxn>
                <a:cxn ang="0">
                  <a:pos x="1414" y="653"/>
                </a:cxn>
                <a:cxn ang="0">
                  <a:pos x="1414" y="193"/>
                </a:cxn>
                <a:cxn ang="0">
                  <a:pos x="3045" y="22"/>
                </a:cxn>
                <a:cxn ang="0">
                  <a:pos x="3135" y="653"/>
                </a:cxn>
                <a:cxn ang="0">
                  <a:pos x="3135" y="2"/>
                </a:cxn>
                <a:cxn ang="0">
                  <a:pos x="1375" y="12"/>
                </a:cxn>
                <a:cxn ang="0">
                  <a:pos x="1436" y="73"/>
                </a:cxn>
                <a:cxn ang="0">
                  <a:pos x="1154" y="578"/>
                </a:cxn>
                <a:cxn ang="0">
                  <a:pos x="1207" y="276"/>
                </a:cxn>
                <a:cxn ang="0">
                  <a:pos x="1207" y="193"/>
                </a:cxn>
                <a:cxn ang="0">
                  <a:pos x="1097" y="57"/>
                </a:cxn>
                <a:cxn ang="0">
                  <a:pos x="1007" y="535"/>
                </a:cxn>
                <a:cxn ang="0">
                  <a:pos x="1227" y="635"/>
                </a:cxn>
                <a:cxn ang="0">
                  <a:pos x="3450" y="267"/>
                </a:cxn>
                <a:cxn ang="0">
                  <a:pos x="3458" y="664"/>
                </a:cxn>
                <a:cxn ang="0">
                  <a:pos x="3603" y="555"/>
                </a:cxn>
                <a:cxn ang="0">
                  <a:pos x="3346" y="460"/>
                </a:cxn>
                <a:cxn ang="0">
                  <a:pos x="3657" y="420"/>
                </a:cxn>
                <a:cxn ang="0">
                  <a:pos x="3458" y="664"/>
                </a:cxn>
              </a:cxnLst>
              <a:rect l="0" t="0" r="r" b="b"/>
              <a:pathLst>
                <a:path w="3657" h="664">
                  <a:moveTo>
                    <a:pt x="1517" y="422"/>
                  </a:moveTo>
                  <a:cubicBezTo>
                    <a:pt x="1517" y="287"/>
                    <a:pt x="1600" y="182"/>
                    <a:pt x="1736" y="182"/>
                  </a:cubicBezTo>
                  <a:cubicBezTo>
                    <a:pt x="1874" y="182"/>
                    <a:pt x="1955" y="286"/>
                    <a:pt x="1955" y="422"/>
                  </a:cubicBezTo>
                  <a:cubicBezTo>
                    <a:pt x="1955" y="564"/>
                    <a:pt x="1867" y="664"/>
                    <a:pt x="1735" y="664"/>
                  </a:cubicBezTo>
                  <a:cubicBezTo>
                    <a:pt x="1603" y="664"/>
                    <a:pt x="1517" y="564"/>
                    <a:pt x="1517" y="422"/>
                  </a:cubicBezTo>
                  <a:moveTo>
                    <a:pt x="1849" y="422"/>
                  </a:moveTo>
                  <a:cubicBezTo>
                    <a:pt x="1849" y="331"/>
                    <a:pt x="1804" y="270"/>
                    <a:pt x="1736" y="269"/>
                  </a:cubicBezTo>
                  <a:cubicBezTo>
                    <a:pt x="1666" y="270"/>
                    <a:pt x="1624" y="333"/>
                    <a:pt x="1624" y="422"/>
                  </a:cubicBezTo>
                  <a:cubicBezTo>
                    <a:pt x="1624" y="503"/>
                    <a:pt x="1661" y="576"/>
                    <a:pt x="1738" y="576"/>
                  </a:cubicBezTo>
                  <a:cubicBezTo>
                    <a:pt x="1806" y="576"/>
                    <a:pt x="1849" y="513"/>
                    <a:pt x="1849" y="422"/>
                  </a:cubicBezTo>
                  <a:moveTo>
                    <a:pt x="90" y="653"/>
                  </a:moveTo>
                  <a:cubicBezTo>
                    <a:pt x="97" y="653"/>
                    <a:pt x="103" y="647"/>
                    <a:pt x="103" y="639"/>
                  </a:cubicBezTo>
                  <a:cubicBezTo>
                    <a:pt x="103" y="410"/>
                    <a:pt x="103" y="410"/>
                    <a:pt x="103" y="410"/>
                  </a:cubicBezTo>
                  <a:cubicBezTo>
                    <a:pt x="103" y="322"/>
                    <a:pt x="152" y="276"/>
                    <a:pt x="206" y="276"/>
                  </a:cubicBezTo>
                  <a:cubicBezTo>
                    <a:pt x="247" y="276"/>
                    <a:pt x="287" y="299"/>
                    <a:pt x="287" y="374"/>
                  </a:cubicBezTo>
                  <a:cubicBezTo>
                    <a:pt x="287" y="639"/>
                    <a:pt x="287" y="639"/>
                    <a:pt x="287" y="639"/>
                  </a:cubicBezTo>
                  <a:cubicBezTo>
                    <a:pt x="287" y="647"/>
                    <a:pt x="293" y="653"/>
                    <a:pt x="300" y="653"/>
                  </a:cubicBezTo>
                  <a:cubicBezTo>
                    <a:pt x="377" y="653"/>
                    <a:pt x="377" y="653"/>
                    <a:pt x="377" y="653"/>
                  </a:cubicBezTo>
                  <a:cubicBezTo>
                    <a:pt x="384" y="653"/>
                    <a:pt x="390" y="647"/>
                    <a:pt x="390" y="639"/>
                  </a:cubicBezTo>
                  <a:cubicBezTo>
                    <a:pt x="390" y="359"/>
                    <a:pt x="390" y="359"/>
                    <a:pt x="390" y="359"/>
                  </a:cubicBezTo>
                  <a:cubicBezTo>
                    <a:pt x="390" y="234"/>
                    <a:pt x="321" y="182"/>
                    <a:pt x="234" y="182"/>
                  </a:cubicBezTo>
                  <a:cubicBezTo>
                    <a:pt x="178" y="182"/>
                    <a:pt x="127" y="215"/>
                    <a:pt x="96" y="252"/>
                  </a:cubicBezTo>
                  <a:cubicBezTo>
                    <a:pt x="92" y="206"/>
                    <a:pt x="92" y="206"/>
                    <a:pt x="92" y="206"/>
                  </a:cubicBezTo>
                  <a:cubicBezTo>
                    <a:pt x="91" y="199"/>
                    <a:pt x="85" y="193"/>
                    <a:pt x="79" y="193"/>
                  </a:cubicBezTo>
                  <a:cubicBezTo>
                    <a:pt x="13" y="193"/>
                    <a:pt x="13" y="193"/>
                    <a:pt x="13" y="193"/>
                  </a:cubicBezTo>
                  <a:cubicBezTo>
                    <a:pt x="6" y="193"/>
                    <a:pt x="0" y="199"/>
                    <a:pt x="0" y="206"/>
                  </a:cubicBezTo>
                  <a:cubicBezTo>
                    <a:pt x="0" y="639"/>
                    <a:pt x="0" y="639"/>
                    <a:pt x="0" y="639"/>
                  </a:cubicBezTo>
                  <a:cubicBezTo>
                    <a:pt x="0" y="647"/>
                    <a:pt x="6" y="653"/>
                    <a:pt x="13" y="653"/>
                  </a:cubicBezTo>
                  <a:lnTo>
                    <a:pt x="90" y="653"/>
                  </a:lnTo>
                  <a:close/>
                  <a:moveTo>
                    <a:pt x="2133" y="653"/>
                  </a:moveTo>
                  <a:cubicBezTo>
                    <a:pt x="2141" y="653"/>
                    <a:pt x="2147" y="647"/>
                    <a:pt x="2147" y="639"/>
                  </a:cubicBezTo>
                  <a:cubicBezTo>
                    <a:pt x="2147" y="410"/>
                    <a:pt x="2147" y="410"/>
                    <a:pt x="2147" y="410"/>
                  </a:cubicBezTo>
                  <a:cubicBezTo>
                    <a:pt x="2147" y="322"/>
                    <a:pt x="2196" y="276"/>
                    <a:pt x="2249" y="276"/>
                  </a:cubicBezTo>
                  <a:cubicBezTo>
                    <a:pt x="2291" y="276"/>
                    <a:pt x="2331" y="299"/>
                    <a:pt x="2331" y="374"/>
                  </a:cubicBezTo>
                  <a:cubicBezTo>
                    <a:pt x="2331" y="639"/>
                    <a:pt x="2331" y="639"/>
                    <a:pt x="2331" y="639"/>
                  </a:cubicBezTo>
                  <a:cubicBezTo>
                    <a:pt x="2331" y="647"/>
                    <a:pt x="2337" y="653"/>
                    <a:pt x="2344" y="653"/>
                  </a:cubicBezTo>
                  <a:cubicBezTo>
                    <a:pt x="2420" y="653"/>
                    <a:pt x="2420" y="653"/>
                    <a:pt x="2420" y="653"/>
                  </a:cubicBezTo>
                  <a:cubicBezTo>
                    <a:pt x="2428" y="653"/>
                    <a:pt x="2434" y="647"/>
                    <a:pt x="2434" y="639"/>
                  </a:cubicBezTo>
                  <a:cubicBezTo>
                    <a:pt x="2434" y="359"/>
                    <a:pt x="2434" y="359"/>
                    <a:pt x="2434" y="359"/>
                  </a:cubicBezTo>
                  <a:cubicBezTo>
                    <a:pt x="2434" y="234"/>
                    <a:pt x="2365" y="182"/>
                    <a:pt x="2278" y="182"/>
                  </a:cubicBezTo>
                  <a:cubicBezTo>
                    <a:pt x="2222" y="182"/>
                    <a:pt x="2170" y="215"/>
                    <a:pt x="2140" y="252"/>
                  </a:cubicBezTo>
                  <a:cubicBezTo>
                    <a:pt x="2136" y="206"/>
                    <a:pt x="2136" y="206"/>
                    <a:pt x="2136" y="206"/>
                  </a:cubicBezTo>
                  <a:cubicBezTo>
                    <a:pt x="2135" y="199"/>
                    <a:pt x="2129" y="193"/>
                    <a:pt x="2123" y="193"/>
                  </a:cubicBezTo>
                  <a:cubicBezTo>
                    <a:pt x="2057" y="193"/>
                    <a:pt x="2057" y="193"/>
                    <a:pt x="2057" y="193"/>
                  </a:cubicBezTo>
                  <a:cubicBezTo>
                    <a:pt x="2050" y="193"/>
                    <a:pt x="2044" y="199"/>
                    <a:pt x="2044" y="206"/>
                  </a:cubicBezTo>
                  <a:cubicBezTo>
                    <a:pt x="2044" y="639"/>
                    <a:pt x="2044" y="639"/>
                    <a:pt x="2044" y="639"/>
                  </a:cubicBezTo>
                  <a:cubicBezTo>
                    <a:pt x="2044" y="647"/>
                    <a:pt x="2050" y="653"/>
                    <a:pt x="2057" y="653"/>
                  </a:cubicBezTo>
                  <a:lnTo>
                    <a:pt x="2133" y="653"/>
                  </a:lnTo>
                  <a:close/>
                  <a:moveTo>
                    <a:pt x="688" y="269"/>
                  </a:moveTo>
                  <a:cubicBezTo>
                    <a:pt x="736" y="269"/>
                    <a:pt x="786" y="304"/>
                    <a:pt x="786" y="406"/>
                  </a:cubicBezTo>
                  <a:cubicBezTo>
                    <a:pt x="786" y="427"/>
                    <a:pt x="786" y="427"/>
                    <a:pt x="786" y="427"/>
                  </a:cubicBezTo>
                  <a:cubicBezTo>
                    <a:pt x="786" y="547"/>
                    <a:pt x="729" y="576"/>
                    <a:pt x="690" y="576"/>
                  </a:cubicBezTo>
                  <a:cubicBezTo>
                    <a:pt x="621" y="576"/>
                    <a:pt x="582" y="502"/>
                    <a:pt x="582" y="421"/>
                  </a:cubicBezTo>
                  <a:cubicBezTo>
                    <a:pt x="582" y="329"/>
                    <a:pt x="626" y="269"/>
                    <a:pt x="688" y="269"/>
                  </a:cubicBezTo>
                  <a:moveTo>
                    <a:pt x="669" y="182"/>
                  </a:moveTo>
                  <a:cubicBezTo>
                    <a:pt x="570" y="182"/>
                    <a:pt x="476" y="261"/>
                    <a:pt x="476" y="422"/>
                  </a:cubicBezTo>
                  <a:cubicBezTo>
                    <a:pt x="476" y="554"/>
                    <a:pt x="547" y="664"/>
                    <a:pt x="668" y="664"/>
                  </a:cubicBezTo>
                  <a:cubicBezTo>
                    <a:pt x="722" y="664"/>
                    <a:pt x="768" y="631"/>
                    <a:pt x="791" y="593"/>
                  </a:cubicBezTo>
                  <a:cubicBezTo>
                    <a:pt x="798" y="639"/>
                    <a:pt x="798" y="639"/>
                    <a:pt x="798" y="639"/>
                  </a:cubicBezTo>
                  <a:cubicBezTo>
                    <a:pt x="799" y="646"/>
                    <a:pt x="805" y="652"/>
                    <a:pt x="812" y="652"/>
                  </a:cubicBezTo>
                  <a:cubicBezTo>
                    <a:pt x="876" y="652"/>
                    <a:pt x="876" y="652"/>
                    <a:pt x="876" y="652"/>
                  </a:cubicBezTo>
                  <a:cubicBezTo>
                    <a:pt x="883" y="652"/>
                    <a:pt x="889" y="647"/>
                    <a:pt x="889" y="639"/>
                  </a:cubicBezTo>
                  <a:cubicBezTo>
                    <a:pt x="889" y="206"/>
                    <a:pt x="889" y="206"/>
                    <a:pt x="889" y="206"/>
                  </a:cubicBezTo>
                  <a:cubicBezTo>
                    <a:pt x="889" y="199"/>
                    <a:pt x="883" y="193"/>
                    <a:pt x="876" y="193"/>
                  </a:cubicBezTo>
                  <a:cubicBezTo>
                    <a:pt x="817" y="193"/>
                    <a:pt x="817" y="193"/>
                    <a:pt x="817" y="193"/>
                  </a:cubicBezTo>
                  <a:cubicBezTo>
                    <a:pt x="810" y="193"/>
                    <a:pt x="804" y="199"/>
                    <a:pt x="803" y="206"/>
                  </a:cubicBezTo>
                  <a:cubicBezTo>
                    <a:pt x="798" y="247"/>
                    <a:pt x="798" y="247"/>
                    <a:pt x="798" y="247"/>
                  </a:cubicBezTo>
                  <a:cubicBezTo>
                    <a:pt x="768" y="210"/>
                    <a:pt x="727" y="182"/>
                    <a:pt x="669" y="182"/>
                  </a:cubicBezTo>
                  <a:moveTo>
                    <a:pt x="2733" y="269"/>
                  </a:moveTo>
                  <a:cubicBezTo>
                    <a:pt x="2780" y="269"/>
                    <a:pt x="2830" y="304"/>
                    <a:pt x="2830" y="406"/>
                  </a:cubicBezTo>
                  <a:cubicBezTo>
                    <a:pt x="2830" y="427"/>
                    <a:pt x="2830" y="427"/>
                    <a:pt x="2830" y="427"/>
                  </a:cubicBezTo>
                  <a:cubicBezTo>
                    <a:pt x="2830" y="547"/>
                    <a:pt x="2773" y="576"/>
                    <a:pt x="2734" y="576"/>
                  </a:cubicBezTo>
                  <a:cubicBezTo>
                    <a:pt x="2665" y="576"/>
                    <a:pt x="2627" y="502"/>
                    <a:pt x="2627" y="421"/>
                  </a:cubicBezTo>
                  <a:cubicBezTo>
                    <a:pt x="2627" y="329"/>
                    <a:pt x="2670" y="269"/>
                    <a:pt x="2733" y="269"/>
                  </a:cubicBezTo>
                  <a:moveTo>
                    <a:pt x="2713" y="182"/>
                  </a:moveTo>
                  <a:cubicBezTo>
                    <a:pt x="2614" y="182"/>
                    <a:pt x="2520" y="261"/>
                    <a:pt x="2520" y="422"/>
                  </a:cubicBezTo>
                  <a:cubicBezTo>
                    <a:pt x="2520" y="554"/>
                    <a:pt x="2591" y="664"/>
                    <a:pt x="2713" y="664"/>
                  </a:cubicBezTo>
                  <a:cubicBezTo>
                    <a:pt x="2766" y="664"/>
                    <a:pt x="2813" y="631"/>
                    <a:pt x="2836" y="593"/>
                  </a:cubicBezTo>
                  <a:cubicBezTo>
                    <a:pt x="2843" y="639"/>
                    <a:pt x="2843" y="639"/>
                    <a:pt x="2843" y="639"/>
                  </a:cubicBezTo>
                  <a:cubicBezTo>
                    <a:pt x="2844" y="646"/>
                    <a:pt x="2850" y="652"/>
                    <a:pt x="2856" y="652"/>
                  </a:cubicBezTo>
                  <a:cubicBezTo>
                    <a:pt x="2921" y="652"/>
                    <a:pt x="2921" y="652"/>
                    <a:pt x="2921" y="652"/>
                  </a:cubicBezTo>
                  <a:cubicBezTo>
                    <a:pt x="2928" y="652"/>
                    <a:pt x="2934" y="647"/>
                    <a:pt x="2934" y="639"/>
                  </a:cubicBezTo>
                  <a:cubicBezTo>
                    <a:pt x="2934" y="206"/>
                    <a:pt x="2934" y="206"/>
                    <a:pt x="2934" y="206"/>
                  </a:cubicBezTo>
                  <a:cubicBezTo>
                    <a:pt x="2934" y="199"/>
                    <a:pt x="2928" y="193"/>
                    <a:pt x="2921" y="193"/>
                  </a:cubicBezTo>
                  <a:cubicBezTo>
                    <a:pt x="2861" y="193"/>
                    <a:pt x="2861" y="193"/>
                    <a:pt x="2861" y="193"/>
                  </a:cubicBezTo>
                  <a:cubicBezTo>
                    <a:pt x="2855" y="193"/>
                    <a:pt x="2849" y="199"/>
                    <a:pt x="2848" y="206"/>
                  </a:cubicBezTo>
                  <a:cubicBezTo>
                    <a:pt x="2842" y="247"/>
                    <a:pt x="2842" y="247"/>
                    <a:pt x="2842" y="247"/>
                  </a:cubicBezTo>
                  <a:cubicBezTo>
                    <a:pt x="2813" y="210"/>
                    <a:pt x="2771" y="182"/>
                    <a:pt x="2713" y="182"/>
                  </a:cubicBezTo>
                  <a:moveTo>
                    <a:pt x="1337" y="200"/>
                  </a:moveTo>
                  <a:cubicBezTo>
                    <a:pt x="1330" y="201"/>
                    <a:pt x="1324" y="206"/>
                    <a:pt x="1324" y="214"/>
                  </a:cubicBezTo>
                  <a:cubicBezTo>
                    <a:pt x="1324" y="639"/>
                    <a:pt x="1324" y="639"/>
                    <a:pt x="1324" y="639"/>
                  </a:cubicBezTo>
                  <a:cubicBezTo>
                    <a:pt x="1324" y="647"/>
                    <a:pt x="1330" y="653"/>
                    <a:pt x="1337" y="653"/>
                  </a:cubicBezTo>
                  <a:cubicBezTo>
                    <a:pt x="1414" y="653"/>
                    <a:pt x="1414" y="653"/>
                    <a:pt x="1414" y="653"/>
                  </a:cubicBezTo>
                  <a:cubicBezTo>
                    <a:pt x="1421" y="653"/>
                    <a:pt x="1427" y="647"/>
                    <a:pt x="1427" y="639"/>
                  </a:cubicBezTo>
                  <a:cubicBezTo>
                    <a:pt x="1427" y="206"/>
                    <a:pt x="1427" y="206"/>
                    <a:pt x="1427" y="206"/>
                  </a:cubicBezTo>
                  <a:cubicBezTo>
                    <a:pt x="1427" y="199"/>
                    <a:pt x="1421" y="192"/>
                    <a:pt x="1414" y="193"/>
                  </a:cubicBezTo>
                  <a:lnTo>
                    <a:pt x="1337" y="200"/>
                  </a:lnTo>
                  <a:close/>
                  <a:moveTo>
                    <a:pt x="3058" y="9"/>
                  </a:moveTo>
                  <a:cubicBezTo>
                    <a:pt x="3051" y="10"/>
                    <a:pt x="3045" y="15"/>
                    <a:pt x="3045" y="22"/>
                  </a:cubicBezTo>
                  <a:cubicBezTo>
                    <a:pt x="3045" y="639"/>
                    <a:pt x="3045" y="639"/>
                    <a:pt x="3045" y="639"/>
                  </a:cubicBezTo>
                  <a:cubicBezTo>
                    <a:pt x="3045" y="647"/>
                    <a:pt x="3051" y="653"/>
                    <a:pt x="3058" y="653"/>
                  </a:cubicBezTo>
                  <a:cubicBezTo>
                    <a:pt x="3135" y="653"/>
                    <a:pt x="3135" y="653"/>
                    <a:pt x="3135" y="653"/>
                  </a:cubicBezTo>
                  <a:cubicBezTo>
                    <a:pt x="3142" y="653"/>
                    <a:pt x="3148" y="647"/>
                    <a:pt x="3148" y="639"/>
                  </a:cubicBezTo>
                  <a:cubicBezTo>
                    <a:pt x="3148" y="15"/>
                    <a:pt x="3148" y="15"/>
                    <a:pt x="3148" y="15"/>
                  </a:cubicBezTo>
                  <a:cubicBezTo>
                    <a:pt x="3148" y="7"/>
                    <a:pt x="3142" y="0"/>
                    <a:pt x="3135" y="2"/>
                  </a:cubicBezTo>
                  <a:lnTo>
                    <a:pt x="3058" y="9"/>
                  </a:lnTo>
                  <a:close/>
                  <a:moveTo>
                    <a:pt x="1436" y="73"/>
                  </a:moveTo>
                  <a:cubicBezTo>
                    <a:pt x="1436" y="39"/>
                    <a:pt x="1409" y="12"/>
                    <a:pt x="1375" y="12"/>
                  </a:cubicBezTo>
                  <a:cubicBezTo>
                    <a:pt x="1342" y="12"/>
                    <a:pt x="1315" y="39"/>
                    <a:pt x="1315" y="73"/>
                  </a:cubicBezTo>
                  <a:cubicBezTo>
                    <a:pt x="1315" y="106"/>
                    <a:pt x="1342" y="133"/>
                    <a:pt x="1375" y="133"/>
                  </a:cubicBezTo>
                  <a:cubicBezTo>
                    <a:pt x="1409" y="133"/>
                    <a:pt x="1436" y="106"/>
                    <a:pt x="1436" y="73"/>
                  </a:cubicBezTo>
                  <a:moveTo>
                    <a:pt x="1219" y="578"/>
                  </a:moveTo>
                  <a:cubicBezTo>
                    <a:pt x="1217" y="568"/>
                    <a:pt x="1211" y="565"/>
                    <a:pt x="1199" y="570"/>
                  </a:cubicBezTo>
                  <a:cubicBezTo>
                    <a:pt x="1192" y="572"/>
                    <a:pt x="1169" y="578"/>
                    <a:pt x="1154" y="578"/>
                  </a:cubicBezTo>
                  <a:cubicBezTo>
                    <a:pt x="1124" y="578"/>
                    <a:pt x="1111" y="567"/>
                    <a:pt x="1110" y="524"/>
                  </a:cubicBezTo>
                  <a:cubicBezTo>
                    <a:pt x="1110" y="276"/>
                    <a:pt x="1110" y="276"/>
                    <a:pt x="1110" y="276"/>
                  </a:cubicBezTo>
                  <a:cubicBezTo>
                    <a:pt x="1207" y="276"/>
                    <a:pt x="1207" y="276"/>
                    <a:pt x="1207" y="276"/>
                  </a:cubicBezTo>
                  <a:cubicBezTo>
                    <a:pt x="1214" y="276"/>
                    <a:pt x="1220" y="270"/>
                    <a:pt x="1220" y="263"/>
                  </a:cubicBezTo>
                  <a:cubicBezTo>
                    <a:pt x="1220" y="206"/>
                    <a:pt x="1220" y="206"/>
                    <a:pt x="1220" y="206"/>
                  </a:cubicBezTo>
                  <a:cubicBezTo>
                    <a:pt x="1220" y="199"/>
                    <a:pt x="1214" y="193"/>
                    <a:pt x="1207" y="193"/>
                  </a:cubicBezTo>
                  <a:cubicBezTo>
                    <a:pt x="1110" y="193"/>
                    <a:pt x="1110" y="193"/>
                    <a:pt x="1110" y="193"/>
                  </a:cubicBezTo>
                  <a:cubicBezTo>
                    <a:pt x="1110" y="70"/>
                    <a:pt x="1110" y="70"/>
                    <a:pt x="1110" y="70"/>
                  </a:cubicBezTo>
                  <a:cubicBezTo>
                    <a:pt x="1110" y="62"/>
                    <a:pt x="1104" y="56"/>
                    <a:pt x="1097" y="57"/>
                  </a:cubicBezTo>
                  <a:cubicBezTo>
                    <a:pt x="1021" y="64"/>
                    <a:pt x="1021" y="64"/>
                    <a:pt x="1021" y="64"/>
                  </a:cubicBezTo>
                  <a:cubicBezTo>
                    <a:pt x="1013" y="65"/>
                    <a:pt x="1007" y="70"/>
                    <a:pt x="1007" y="77"/>
                  </a:cubicBezTo>
                  <a:cubicBezTo>
                    <a:pt x="1007" y="535"/>
                    <a:pt x="1007" y="535"/>
                    <a:pt x="1007" y="535"/>
                  </a:cubicBezTo>
                  <a:cubicBezTo>
                    <a:pt x="1007" y="610"/>
                    <a:pt x="1041" y="664"/>
                    <a:pt x="1132" y="664"/>
                  </a:cubicBezTo>
                  <a:cubicBezTo>
                    <a:pt x="1159" y="664"/>
                    <a:pt x="1193" y="659"/>
                    <a:pt x="1219" y="647"/>
                  </a:cubicBezTo>
                  <a:cubicBezTo>
                    <a:pt x="1224" y="645"/>
                    <a:pt x="1228" y="643"/>
                    <a:pt x="1227" y="635"/>
                  </a:cubicBezTo>
                  <a:lnTo>
                    <a:pt x="1219" y="578"/>
                  </a:lnTo>
                  <a:close/>
                  <a:moveTo>
                    <a:pt x="3346" y="384"/>
                  </a:moveTo>
                  <a:cubicBezTo>
                    <a:pt x="3354" y="331"/>
                    <a:pt x="3379" y="267"/>
                    <a:pt x="3450" y="267"/>
                  </a:cubicBezTo>
                  <a:cubicBezTo>
                    <a:pt x="3524" y="267"/>
                    <a:pt x="3549" y="326"/>
                    <a:pt x="3552" y="384"/>
                  </a:cubicBezTo>
                  <a:lnTo>
                    <a:pt x="3346" y="384"/>
                  </a:lnTo>
                  <a:close/>
                  <a:moveTo>
                    <a:pt x="3458" y="664"/>
                  </a:moveTo>
                  <a:cubicBezTo>
                    <a:pt x="3524" y="664"/>
                    <a:pt x="3577" y="647"/>
                    <a:pt x="3617" y="625"/>
                  </a:cubicBezTo>
                  <a:cubicBezTo>
                    <a:pt x="3624" y="621"/>
                    <a:pt x="3627" y="614"/>
                    <a:pt x="3624" y="607"/>
                  </a:cubicBezTo>
                  <a:cubicBezTo>
                    <a:pt x="3603" y="555"/>
                    <a:pt x="3603" y="555"/>
                    <a:pt x="3603" y="555"/>
                  </a:cubicBezTo>
                  <a:cubicBezTo>
                    <a:pt x="3600" y="548"/>
                    <a:pt x="3592" y="545"/>
                    <a:pt x="3585" y="548"/>
                  </a:cubicBezTo>
                  <a:cubicBezTo>
                    <a:pt x="3548" y="566"/>
                    <a:pt x="3509" y="576"/>
                    <a:pt x="3464" y="576"/>
                  </a:cubicBezTo>
                  <a:cubicBezTo>
                    <a:pt x="3388" y="576"/>
                    <a:pt x="3352" y="521"/>
                    <a:pt x="3346" y="460"/>
                  </a:cubicBezTo>
                  <a:cubicBezTo>
                    <a:pt x="3644" y="460"/>
                    <a:pt x="3644" y="460"/>
                    <a:pt x="3644" y="460"/>
                  </a:cubicBezTo>
                  <a:cubicBezTo>
                    <a:pt x="3651" y="460"/>
                    <a:pt x="3656" y="454"/>
                    <a:pt x="3657" y="446"/>
                  </a:cubicBezTo>
                  <a:cubicBezTo>
                    <a:pt x="3657" y="436"/>
                    <a:pt x="3657" y="429"/>
                    <a:pt x="3657" y="420"/>
                  </a:cubicBezTo>
                  <a:cubicBezTo>
                    <a:pt x="3657" y="306"/>
                    <a:pt x="3599" y="182"/>
                    <a:pt x="3451" y="182"/>
                  </a:cubicBezTo>
                  <a:cubicBezTo>
                    <a:pt x="3318" y="182"/>
                    <a:pt x="3238" y="285"/>
                    <a:pt x="3238" y="425"/>
                  </a:cubicBezTo>
                  <a:cubicBezTo>
                    <a:pt x="3238" y="569"/>
                    <a:pt x="3324" y="664"/>
                    <a:pt x="3458" y="664"/>
                  </a:cubicBezTo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  <p:sp>
          <p:nvSpPr>
            <p:cNvPr id="27" name="Freeform 6"/>
            <p:cNvSpPr>
              <a:spLocks noSelect="1"/>
            </p:cNvSpPr>
            <p:nvPr/>
          </p:nvSpPr>
          <p:spPr bwMode="gray">
            <a:xfrm>
              <a:off x="621" y="3992"/>
              <a:ext cx="695" cy="93"/>
            </a:xfrm>
            <a:custGeom>
              <a:avLst/>
              <a:gdLst/>
              <a:ahLst/>
              <a:cxnLst>
                <a:cxn ang="0">
                  <a:pos x="13" y="193"/>
                </a:cxn>
                <a:cxn ang="0">
                  <a:pos x="234" y="182"/>
                </a:cxn>
                <a:cxn ang="0">
                  <a:pos x="300" y="653"/>
                </a:cxn>
                <a:cxn ang="0">
                  <a:pos x="103" y="410"/>
                </a:cxn>
                <a:cxn ang="0">
                  <a:pos x="2735" y="269"/>
                </a:cxn>
                <a:cxn ang="0">
                  <a:pos x="2832" y="406"/>
                </a:cxn>
                <a:cxn ang="0">
                  <a:pos x="2849" y="206"/>
                </a:cxn>
                <a:cxn ang="0">
                  <a:pos x="2935" y="640"/>
                </a:cxn>
                <a:cxn ang="0">
                  <a:pos x="2837" y="593"/>
                </a:cxn>
                <a:cxn ang="0">
                  <a:pos x="4643" y="653"/>
                </a:cxn>
                <a:cxn ang="0">
                  <a:pos x="4840" y="374"/>
                </a:cxn>
                <a:cxn ang="0">
                  <a:pos x="4943" y="640"/>
                </a:cxn>
                <a:cxn ang="0">
                  <a:pos x="4645" y="206"/>
                </a:cxn>
                <a:cxn ang="0">
                  <a:pos x="4553" y="640"/>
                </a:cxn>
                <a:cxn ang="0">
                  <a:pos x="3156" y="640"/>
                </a:cxn>
                <a:cxn ang="0">
                  <a:pos x="3341" y="640"/>
                </a:cxn>
                <a:cxn ang="0">
                  <a:pos x="3443" y="359"/>
                </a:cxn>
                <a:cxn ang="0">
                  <a:pos x="3132" y="193"/>
                </a:cxn>
                <a:cxn ang="0">
                  <a:pos x="3067" y="653"/>
                </a:cxn>
                <a:cxn ang="0">
                  <a:pos x="2331" y="640"/>
                </a:cxn>
                <a:cxn ang="0">
                  <a:pos x="2434" y="15"/>
                </a:cxn>
                <a:cxn ang="0">
                  <a:pos x="691" y="267"/>
                </a:cxn>
                <a:cxn ang="0">
                  <a:pos x="479" y="425"/>
                </a:cxn>
                <a:cxn ang="0">
                  <a:pos x="884" y="460"/>
                </a:cxn>
                <a:cxn ang="0">
                  <a:pos x="843" y="555"/>
                </a:cxn>
                <a:cxn ang="0">
                  <a:pos x="1803" y="384"/>
                </a:cxn>
                <a:cxn ang="0">
                  <a:pos x="1709" y="664"/>
                </a:cxn>
                <a:cxn ang="0">
                  <a:pos x="1907" y="447"/>
                </a:cxn>
                <a:cxn ang="0">
                  <a:pos x="1836" y="548"/>
                </a:cxn>
                <a:cxn ang="0">
                  <a:pos x="1709" y="664"/>
                </a:cxn>
                <a:cxn ang="0">
                  <a:pos x="1380" y="653"/>
                </a:cxn>
                <a:cxn ang="0">
                  <a:pos x="1164" y="664"/>
                </a:cxn>
                <a:cxn ang="0">
                  <a:pos x="1291" y="23"/>
                </a:cxn>
                <a:cxn ang="0">
                  <a:pos x="1184" y="269"/>
                </a:cxn>
                <a:cxn ang="0">
                  <a:pos x="1291" y="406"/>
                </a:cxn>
                <a:cxn ang="0">
                  <a:pos x="4359" y="384"/>
                </a:cxn>
                <a:cxn ang="0">
                  <a:pos x="4464" y="420"/>
                </a:cxn>
                <a:cxn ang="0">
                  <a:pos x="4271" y="576"/>
                </a:cxn>
                <a:cxn ang="0">
                  <a:pos x="4425" y="625"/>
                </a:cxn>
                <a:cxn ang="0">
                  <a:pos x="3955" y="640"/>
                </a:cxn>
                <a:cxn ang="0">
                  <a:pos x="3858" y="593"/>
                </a:cxn>
                <a:cxn ang="0">
                  <a:pos x="3852" y="233"/>
                </a:cxn>
                <a:cxn ang="0">
                  <a:pos x="3853" y="406"/>
                </a:cxn>
                <a:cxn ang="0">
                  <a:pos x="3853" y="427"/>
                </a:cxn>
                <a:cxn ang="0">
                  <a:pos x="2094" y="252"/>
                </a:cxn>
                <a:cxn ang="0">
                  <a:pos x="1998" y="206"/>
                </a:cxn>
                <a:cxn ang="0">
                  <a:pos x="2101" y="640"/>
                </a:cxn>
                <a:cxn ang="0">
                  <a:pos x="2248" y="276"/>
                </a:cxn>
              </a:cxnLst>
              <a:rect l="0" t="0" r="r" b="b"/>
              <a:pathLst>
                <a:path w="4943" h="664">
                  <a:moveTo>
                    <a:pt x="13" y="653"/>
                  </a:moveTo>
                  <a:cubicBezTo>
                    <a:pt x="6" y="653"/>
                    <a:pt x="0" y="647"/>
                    <a:pt x="0" y="64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0" y="199"/>
                    <a:pt x="6" y="193"/>
                    <a:pt x="13" y="193"/>
                  </a:cubicBezTo>
                  <a:cubicBezTo>
                    <a:pt x="79" y="193"/>
                    <a:pt x="79" y="193"/>
                    <a:pt x="79" y="193"/>
                  </a:cubicBezTo>
                  <a:cubicBezTo>
                    <a:pt x="85" y="193"/>
                    <a:pt x="91" y="199"/>
                    <a:pt x="92" y="206"/>
                  </a:cubicBezTo>
                  <a:cubicBezTo>
                    <a:pt x="96" y="252"/>
                    <a:pt x="96" y="252"/>
                    <a:pt x="96" y="252"/>
                  </a:cubicBezTo>
                  <a:cubicBezTo>
                    <a:pt x="127" y="215"/>
                    <a:pt x="178" y="182"/>
                    <a:pt x="234" y="182"/>
                  </a:cubicBezTo>
                  <a:cubicBezTo>
                    <a:pt x="321" y="182"/>
                    <a:pt x="390" y="234"/>
                    <a:pt x="390" y="359"/>
                  </a:cubicBezTo>
                  <a:cubicBezTo>
                    <a:pt x="390" y="640"/>
                    <a:pt x="390" y="640"/>
                    <a:pt x="390" y="640"/>
                  </a:cubicBezTo>
                  <a:cubicBezTo>
                    <a:pt x="390" y="647"/>
                    <a:pt x="384" y="653"/>
                    <a:pt x="377" y="653"/>
                  </a:cubicBezTo>
                  <a:cubicBezTo>
                    <a:pt x="300" y="653"/>
                    <a:pt x="300" y="653"/>
                    <a:pt x="300" y="653"/>
                  </a:cubicBezTo>
                  <a:cubicBezTo>
                    <a:pt x="293" y="653"/>
                    <a:pt x="287" y="647"/>
                    <a:pt x="287" y="640"/>
                  </a:cubicBezTo>
                  <a:cubicBezTo>
                    <a:pt x="287" y="374"/>
                    <a:pt x="287" y="374"/>
                    <a:pt x="287" y="374"/>
                  </a:cubicBezTo>
                  <a:cubicBezTo>
                    <a:pt x="287" y="299"/>
                    <a:pt x="247" y="276"/>
                    <a:pt x="206" y="276"/>
                  </a:cubicBezTo>
                  <a:cubicBezTo>
                    <a:pt x="152" y="276"/>
                    <a:pt x="103" y="323"/>
                    <a:pt x="103" y="410"/>
                  </a:cubicBezTo>
                  <a:cubicBezTo>
                    <a:pt x="103" y="640"/>
                    <a:pt x="103" y="640"/>
                    <a:pt x="103" y="640"/>
                  </a:cubicBezTo>
                  <a:cubicBezTo>
                    <a:pt x="103" y="647"/>
                    <a:pt x="97" y="653"/>
                    <a:pt x="90" y="653"/>
                  </a:cubicBezTo>
                  <a:lnTo>
                    <a:pt x="13" y="653"/>
                  </a:lnTo>
                  <a:close/>
                  <a:moveTo>
                    <a:pt x="2735" y="269"/>
                  </a:moveTo>
                  <a:cubicBezTo>
                    <a:pt x="2672" y="269"/>
                    <a:pt x="2629" y="330"/>
                    <a:pt x="2629" y="421"/>
                  </a:cubicBezTo>
                  <a:cubicBezTo>
                    <a:pt x="2629" y="503"/>
                    <a:pt x="2667" y="576"/>
                    <a:pt x="2736" y="576"/>
                  </a:cubicBezTo>
                  <a:cubicBezTo>
                    <a:pt x="2775" y="576"/>
                    <a:pt x="2832" y="547"/>
                    <a:pt x="2832" y="428"/>
                  </a:cubicBezTo>
                  <a:cubicBezTo>
                    <a:pt x="2832" y="406"/>
                    <a:pt x="2832" y="406"/>
                    <a:pt x="2832" y="406"/>
                  </a:cubicBezTo>
                  <a:cubicBezTo>
                    <a:pt x="2832" y="304"/>
                    <a:pt x="2782" y="269"/>
                    <a:pt x="2735" y="269"/>
                  </a:cubicBezTo>
                  <a:moveTo>
                    <a:pt x="2715" y="182"/>
                  </a:moveTo>
                  <a:cubicBezTo>
                    <a:pt x="2773" y="182"/>
                    <a:pt x="2815" y="210"/>
                    <a:pt x="2844" y="247"/>
                  </a:cubicBezTo>
                  <a:cubicBezTo>
                    <a:pt x="2849" y="206"/>
                    <a:pt x="2849" y="206"/>
                    <a:pt x="2849" y="206"/>
                  </a:cubicBezTo>
                  <a:cubicBezTo>
                    <a:pt x="2850" y="200"/>
                    <a:pt x="2856" y="193"/>
                    <a:pt x="2863" y="193"/>
                  </a:cubicBezTo>
                  <a:cubicBezTo>
                    <a:pt x="2922" y="193"/>
                    <a:pt x="2922" y="193"/>
                    <a:pt x="2922" y="193"/>
                  </a:cubicBezTo>
                  <a:cubicBezTo>
                    <a:pt x="2930" y="193"/>
                    <a:pt x="2935" y="199"/>
                    <a:pt x="2935" y="206"/>
                  </a:cubicBezTo>
                  <a:cubicBezTo>
                    <a:pt x="2935" y="640"/>
                    <a:pt x="2935" y="640"/>
                    <a:pt x="2935" y="640"/>
                  </a:cubicBezTo>
                  <a:cubicBezTo>
                    <a:pt x="2935" y="647"/>
                    <a:pt x="2930" y="653"/>
                    <a:pt x="2922" y="653"/>
                  </a:cubicBezTo>
                  <a:cubicBezTo>
                    <a:pt x="2858" y="653"/>
                    <a:pt x="2858" y="653"/>
                    <a:pt x="2858" y="653"/>
                  </a:cubicBezTo>
                  <a:cubicBezTo>
                    <a:pt x="2851" y="653"/>
                    <a:pt x="2845" y="646"/>
                    <a:pt x="2844" y="640"/>
                  </a:cubicBezTo>
                  <a:cubicBezTo>
                    <a:pt x="2837" y="593"/>
                    <a:pt x="2837" y="593"/>
                    <a:pt x="2837" y="593"/>
                  </a:cubicBezTo>
                  <a:cubicBezTo>
                    <a:pt x="2815" y="631"/>
                    <a:pt x="2768" y="664"/>
                    <a:pt x="2714" y="664"/>
                  </a:cubicBezTo>
                  <a:cubicBezTo>
                    <a:pt x="2593" y="664"/>
                    <a:pt x="2522" y="555"/>
                    <a:pt x="2522" y="422"/>
                  </a:cubicBezTo>
                  <a:cubicBezTo>
                    <a:pt x="2522" y="261"/>
                    <a:pt x="2616" y="182"/>
                    <a:pt x="2715" y="182"/>
                  </a:cubicBezTo>
                  <a:moveTo>
                    <a:pt x="4643" y="653"/>
                  </a:moveTo>
                  <a:cubicBezTo>
                    <a:pt x="4650" y="653"/>
                    <a:pt x="4656" y="647"/>
                    <a:pt x="4656" y="640"/>
                  </a:cubicBezTo>
                  <a:cubicBezTo>
                    <a:pt x="4656" y="410"/>
                    <a:pt x="4656" y="410"/>
                    <a:pt x="4656" y="410"/>
                  </a:cubicBezTo>
                  <a:cubicBezTo>
                    <a:pt x="4656" y="323"/>
                    <a:pt x="4705" y="276"/>
                    <a:pt x="4759" y="276"/>
                  </a:cubicBezTo>
                  <a:cubicBezTo>
                    <a:pt x="4800" y="276"/>
                    <a:pt x="4840" y="299"/>
                    <a:pt x="4840" y="374"/>
                  </a:cubicBezTo>
                  <a:cubicBezTo>
                    <a:pt x="4840" y="640"/>
                    <a:pt x="4840" y="640"/>
                    <a:pt x="4840" y="640"/>
                  </a:cubicBezTo>
                  <a:cubicBezTo>
                    <a:pt x="4840" y="647"/>
                    <a:pt x="4846" y="653"/>
                    <a:pt x="4853" y="653"/>
                  </a:cubicBezTo>
                  <a:cubicBezTo>
                    <a:pt x="4930" y="653"/>
                    <a:pt x="4930" y="653"/>
                    <a:pt x="4930" y="653"/>
                  </a:cubicBezTo>
                  <a:cubicBezTo>
                    <a:pt x="4937" y="653"/>
                    <a:pt x="4943" y="647"/>
                    <a:pt x="4943" y="640"/>
                  </a:cubicBezTo>
                  <a:cubicBezTo>
                    <a:pt x="4943" y="359"/>
                    <a:pt x="4943" y="359"/>
                    <a:pt x="4943" y="359"/>
                  </a:cubicBezTo>
                  <a:cubicBezTo>
                    <a:pt x="4943" y="234"/>
                    <a:pt x="4874" y="182"/>
                    <a:pt x="4787" y="182"/>
                  </a:cubicBezTo>
                  <a:cubicBezTo>
                    <a:pt x="4731" y="182"/>
                    <a:pt x="4680" y="215"/>
                    <a:pt x="4649" y="252"/>
                  </a:cubicBezTo>
                  <a:cubicBezTo>
                    <a:pt x="4645" y="206"/>
                    <a:pt x="4645" y="206"/>
                    <a:pt x="4645" y="206"/>
                  </a:cubicBezTo>
                  <a:cubicBezTo>
                    <a:pt x="4644" y="199"/>
                    <a:pt x="4638" y="193"/>
                    <a:pt x="4632" y="193"/>
                  </a:cubicBezTo>
                  <a:cubicBezTo>
                    <a:pt x="4566" y="193"/>
                    <a:pt x="4566" y="193"/>
                    <a:pt x="4566" y="193"/>
                  </a:cubicBezTo>
                  <a:cubicBezTo>
                    <a:pt x="4559" y="193"/>
                    <a:pt x="4553" y="199"/>
                    <a:pt x="4553" y="206"/>
                  </a:cubicBezTo>
                  <a:cubicBezTo>
                    <a:pt x="4553" y="640"/>
                    <a:pt x="4553" y="640"/>
                    <a:pt x="4553" y="640"/>
                  </a:cubicBezTo>
                  <a:cubicBezTo>
                    <a:pt x="4553" y="647"/>
                    <a:pt x="4559" y="653"/>
                    <a:pt x="4566" y="653"/>
                  </a:cubicBezTo>
                  <a:lnTo>
                    <a:pt x="4643" y="653"/>
                  </a:lnTo>
                  <a:close/>
                  <a:moveTo>
                    <a:pt x="3143" y="653"/>
                  </a:moveTo>
                  <a:cubicBezTo>
                    <a:pt x="3151" y="653"/>
                    <a:pt x="3156" y="647"/>
                    <a:pt x="3156" y="640"/>
                  </a:cubicBezTo>
                  <a:cubicBezTo>
                    <a:pt x="3156" y="410"/>
                    <a:pt x="3156" y="410"/>
                    <a:pt x="3156" y="410"/>
                  </a:cubicBezTo>
                  <a:cubicBezTo>
                    <a:pt x="3156" y="323"/>
                    <a:pt x="3206" y="276"/>
                    <a:pt x="3259" y="276"/>
                  </a:cubicBezTo>
                  <a:cubicBezTo>
                    <a:pt x="3301" y="276"/>
                    <a:pt x="3340" y="299"/>
                    <a:pt x="3341" y="374"/>
                  </a:cubicBezTo>
                  <a:cubicBezTo>
                    <a:pt x="3341" y="640"/>
                    <a:pt x="3341" y="640"/>
                    <a:pt x="3341" y="640"/>
                  </a:cubicBezTo>
                  <a:cubicBezTo>
                    <a:pt x="3341" y="647"/>
                    <a:pt x="3346" y="653"/>
                    <a:pt x="3354" y="653"/>
                  </a:cubicBezTo>
                  <a:cubicBezTo>
                    <a:pt x="3430" y="653"/>
                    <a:pt x="3430" y="653"/>
                    <a:pt x="3430" y="653"/>
                  </a:cubicBezTo>
                  <a:cubicBezTo>
                    <a:pt x="3437" y="653"/>
                    <a:pt x="3443" y="647"/>
                    <a:pt x="3443" y="640"/>
                  </a:cubicBezTo>
                  <a:cubicBezTo>
                    <a:pt x="3443" y="359"/>
                    <a:pt x="3443" y="359"/>
                    <a:pt x="3443" y="359"/>
                  </a:cubicBezTo>
                  <a:cubicBezTo>
                    <a:pt x="3443" y="234"/>
                    <a:pt x="3375" y="182"/>
                    <a:pt x="3287" y="182"/>
                  </a:cubicBezTo>
                  <a:cubicBezTo>
                    <a:pt x="3231" y="182"/>
                    <a:pt x="3180" y="215"/>
                    <a:pt x="3150" y="252"/>
                  </a:cubicBezTo>
                  <a:cubicBezTo>
                    <a:pt x="3146" y="206"/>
                    <a:pt x="3146" y="206"/>
                    <a:pt x="3146" y="206"/>
                  </a:cubicBezTo>
                  <a:cubicBezTo>
                    <a:pt x="3145" y="199"/>
                    <a:pt x="3139" y="193"/>
                    <a:pt x="3132" y="193"/>
                  </a:cubicBezTo>
                  <a:cubicBezTo>
                    <a:pt x="3067" y="193"/>
                    <a:pt x="3067" y="193"/>
                    <a:pt x="3067" y="193"/>
                  </a:cubicBezTo>
                  <a:cubicBezTo>
                    <a:pt x="3059" y="193"/>
                    <a:pt x="3054" y="199"/>
                    <a:pt x="3054" y="206"/>
                  </a:cubicBezTo>
                  <a:cubicBezTo>
                    <a:pt x="3054" y="640"/>
                    <a:pt x="3054" y="640"/>
                    <a:pt x="3054" y="640"/>
                  </a:cubicBezTo>
                  <a:cubicBezTo>
                    <a:pt x="3054" y="647"/>
                    <a:pt x="3059" y="653"/>
                    <a:pt x="3067" y="653"/>
                  </a:cubicBezTo>
                  <a:lnTo>
                    <a:pt x="3143" y="653"/>
                  </a:lnTo>
                  <a:close/>
                  <a:moveTo>
                    <a:pt x="2344" y="9"/>
                  </a:moveTo>
                  <a:cubicBezTo>
                    <a:pt x="2336" y="10"/>
                    <a:pt x="2331" y="15"/>
                    <a:pt x="2331" y="22"/>
                  </a:cubicBezTo>
                  <a:cubicBezTo>
                    <a:pt x="2331" y="640"/>
                    <a:pt x="2331" y="640"/>
                    <a:pt x="2331" y="640"/>
                  </a:cubicBezTo>
                  <a:cubicBezTo>
                    <a:pt x="2331" y="647"/>
                    <a:pt x="2337" y="653"/>
                    <a:pt x="2344" y="653"/>
                  </a:cubicBezTo>
                  <a:cubicBezTo>
                    <a:pt x="2421" y="653"/>
                    <a:pt x="2421" y="653"/>
                    <a:pt x="2421" y="653"/>
                  </a:cubicBezTo>
                  <a:cubicBezTo>
                    <a:pt x="2428" y="653"/>
                    <a:pt x="2434" y="647"/>
                    <a:pt x="2434" y="640"/>
                  </a:cubicBezTo>
                  <a:cubicBezTo>
                    <a:pt x="2434" y="15"/>
                    <a:pt x="2434" y="15"/>
                    <a:pt x="2434" y="15"/>
                  </a:cubicBezTo>
                  <a:cubicBezTo>
                    <a:pt x="2434" y="8"/>
                    <a:pt x="2428" y="0"/>
                    <a:pt x="2421" y="2"/>
                  </a:cubicBezTo>
                  <a:lnTo>
                    <a:pt x="2344" y="9"/>
                  </a:lnTo>
                  <a:close/>
                  <a:moveTo>
                    <a:pt x="793" y="384"/>
                  </a:moveTo>
                  <a:cubicBezTo>
                    <a:pt x="789" y="326"/>
                    <a:pt x="764" y="267"/>
                    <a:pt x="691" y="267"/>
                  </a:cubicBezTo>
                  <a:cubicBezTo>
                    <a:pt x="619" y="267"/>
                    <a:pt x="594" y="331"/>
                    <a:pt x="587" y="384"/>
                  </a:cubicBezTo>
                  <a:lnTo>
                    <a:pt x="793" y="384"/>
                  </a:lnTo>
                  <a:close/>
                  <a:moveTo>
                    <a:pt x="698" y="664"/>
                  </a:moveTo>
                  <a:cubicBezTo>
                    <a:pt x="565" y="664"/>
                    <a:pt x="479" y="569"/>
                    <a:pt x="479" y="425"/>
                  </a:cubicBezTo>
                  <a:cubicBezTo>
                    <a:pt x="479" y="286"/>
                    <a:pt x="558" y="182"/>
                    <a:pt x="692" y="182"/>
                  </a:cubicBezTo>
                  <a:cubicBezTo>
                    <a:pt x="840" y="182"/>
                    <a:pt x="897" y="307"/>
                    <a:pt x="897" y="420"/>
                  </a:cubicBezTo>
                  <a:cubicBezTo>
                    <a:pt x="897" y="429"/>
                    <a:pt x="898" y="436"/>
                    <a:pt x="897" y="447"/>
                  </a:cubicBezTo>
                  <a:cubicBezTo>
                    <a:pt x="897" y="454"/>
                    <a:pt x="891" y="460"/>
                    <a:pt x="884" y="460"/>
                  </a:cubicBezTo>
                  <a:cubicBezTo>
                    <a:pt x="587" y="460"/>
                    <a:pt x="587" y="460"/>
                    <a:pt x="587" y="460"/>
                  </a:cubicBezTo>
                  <a:cubicBezTo>
                    <a:pt x="593" y="522"/>
                    <a:pt x="628" y="576"/>
                    <a:pt x="704" y="576"/>
                  </a:cubicBezTo>
                  <a:cubicBezTo>
                    <a:pt x="750" y="576"/>
                    <a:pt x="788" y="566"/>
                    <a:pt x="826" y="548"/>
                  </a:cubicBezTo>
                  <a:cubicBezTo>
                    <a:pt x="833" y="545"/>
                    <a:pt x="840" y="548"/>
                    <a:pt x="843" y="555"/>
                  </a:cubicBezTo>
                  <a:cubicBezTo>
                    <a:pt x="865" y="607"/>
                    <a:pt x="865" y="607"/>
                    <a:pt x="865" y="607"/>
                  </a:cubicBezTo>
                  <a:cubicBezTo>
                    <a:pt x="868" y="614"/>
                    <a:pt x="864" y="621"/>
                    <a:pt x="858" y="625"/>
                  </a:cubicBezTo>
                  <a:cubicBezTo>
                    <a:pt x="817" y="647"/>
                    <a:pt x="765" y="664"/>
                    <a:pt x="698" y="664"/>
                  </a:cubicBezTo>
                  <a:moveTo>
                    <a:pt x="1803" y="384"/>
                  </a:moveTo>
                  <a:cubicBezTo>
                    <a:pt x="1800" y="326"/>
                    <a:pt x="1775" y="267"/>
                    <a:pt x="1701" y="267"/>
                  </a:cubicBezTo>
                  <a:cubicBezTo>
                    <a:pt x="1629" y="267"/>
                    <a:pt x="1604" y="331"/>
                    <a:pt x="1597" y="384"/>
                  </a:cubicBezTo>
                  <a:lnTo>
                    <a:pt x="1803" y="384"/>
                  </a:lnTo>
                  <a:close/>
                  <a:moveTo>
                    <a:pt x="1709" y="664"/>
                  </a:moveTo>
                  <a:cubicBezTo>
                    <a:pt x="1575" y="664"/>
                    <a:pt x="1489" y="569"/>
                    <a:pt x="1489" y="425"/>
                  </a:cubicBezTo>
                  <a:cubicBezTo>
                    <a:pt x="1489" y="286"/>
                    <a:pt x="1569" y="182"/>
                    <a:pt x="1702" y="182"/>
                  </a:cubicBezTo>
                  <a:cubicBezTo>
                    <a:pt x="1850" y="182"/>
                    <a:pt x="1907" y="307"/>
                    <a:pt x="1907" y="420"/>
                  </a:cubicBezTo>
                  <a:cubicBezTo>
                    <a:pt x="1907" y="429"/>
                    <a:pt x="1908" y="436"/>
                    <a:pt x="1907" y="447"/>
                  </a:cubicBezTo>
                  <a:cubicBezTo>
                    <a:pt x="1907" y="454"/>
                    <a:pt x="1902" y="460"/>
                    <a:pt x="1894" y="460"/>
                  </a:cubicBezTo>
                  <a:cubicBezTo>
                    <a:pt x="1597" y="460"/>
                    <a:pt x="1597" y="460"/>
                    <a:pt x="1597" y="460"/>
                  </a:cubicBezTo>
                  <a:cubicBezTo>
                    <a:pt x="1603" y="522"/>
                    <a:pt x="1638" y="576"/>
                    <a:pt x="1714" y="576"/>
                  </a:cubicBezTo>
                  <a:cubicBezTo>
                    <a:pt x="1760" y="576"/>
                    <a:pt x="1798" y="566"/>
                    <a:pt x="1836" y="548"/>
                  </a:cubicBezTo>
                  <a:cubicBezTo>
                    <a:pt x="1843" y="545"/>
                    <a:pt x="1851" y="548"/>
                    <a:pt x="1854" y="555"/>
                  </a:cubicBezTo>
                  <a:cubicBezTo>
                    <a:pt x="1875" y="607"/>
                    <a:pt x="1875" y="607"/>
                    <a:pt x="1875" y="607"/>
                  </a:cubicBezTo>
                  <a:cubicBezTo>
                    <a:pt x="1878" y="614"/>
                    <a:pt x="1875" y="621"/>
                    <a:pt x="1868" y="625"/>
                  </a:cubicBezTo>
                  <a:cubicBezTo>
                    <a:pt x="1828" y="647"/>
                    <a:pt x="1775" y="664"/>
                    <a:pt x="1709" y="664"/>
                  </a:cubicBezTo>
                  <a:moveTo>
                    <a:pt x="1380" y="2"/>
                  </a:moveTo>
                  <a:cubicBezTo>
                    <a:pt x="1388" y="0"/>
                    <a:pt x="1393" y="8"/>
                    <a:pt x="1393" y="15"/>
                  </a:cubicBezTo>
                  <a:cubicBezTo>
                    <a:pt x="1393" y="640"/>
                    <a:pt x="1393" y="640"/>
                    <a:pt x="1393" y="640"/>
                  </a:cubicBezTo>
                  <a:cubicBezTo>
                    <a:pt x="1393" y="647"/>
                    <a:pt x="1388" y="653"/>
                    <a:pt x="1380" y="653"/>
                  </a:cubicBezTo>
                  <a:cubicBezTo>
                    <a:pt x="1317" y="653"/>
                    <a:pt x="1317" y="653"/>
                    <a:pt x="1317" y="653"/>
                  </a:cubicBezTo>
                  <a:cubicBezTo>
                    <a:pt x="1310" y="653"/>
                    <a:pt x="1305" y="646"/>
                    <a:pt x="1304" y="640"/>
                  </a:cubicBezTo>
                  <a:cubicBezTo>
                    <a:pt x="1297" y="593"/>
                    <a:pt x="1297" y="593"/>
                    <a:pt x="1297" y="593"/>
                  </a:cubicBezTo>
                  <a:cubicBezTo>
                    <a:pt x="1274" y="631"/>
                    <a:pt x="1217" y="664"/>
                    <a:pt x="1164" y="664"/>
                  </a:cubicBezTo>
                  <a:cubicBezTo>
                    <a:pt x="1042" y="664"/>
                    <a:pt x="971" y="555"/>
                    <a:pt x="971" y="422"/>
                  </a:cubicBezTo>
                  <a:cubicBezTo>
                    <a:pt x="971" y="261"/>
                    <a:pt x="1065" y="182"/>
                    <a:pt x="1164" y="182"/>
                  </a:cubicBezTo>
                  <a:cubicBezTo>
                    <a:pt x="1215" y="182"/>
                    <a:pt x="1260" y="203"/>
                    <a:pt x="1291" y="233"/>
                  </a:cubicBezTo>
                  <a:cubicBezTo>
                    <a:pt x="1291" y="23"/>
                    <a:pt x="1291" y="23"/>
                    <a:pt x="1291" y="23"/>
                  </a:cubicBezTo>
                  <a:cubicBezTo>
                    <a:pt x="1291" y="15"/>
                    <a:pt x="1296" y="10"/>
                    <a:pt x="1304" y="9"/>
                  </a:cubicBezTo>
                  <a:cubicBezTo>
                    <a:pt x="1380" y="2"/>
                    <a:pt x="1380" y="2"/>
                    <a:pt x="1380" y="2"/>
                  </a:cubicBezTo>
                  <a:moveTo>
                    <a:pt x="1291" y="406"/>
                  </a:moveTo>
                  <a:cubicBezTo>
                    <a:pt x="1291" y="304"/>
                    <a:pt x="1231" y="269"/>
                    <a:pt x="1184" y="269"/>
                  </a:cubicBezTo>
                  <a:cubicBezTo>
                    <a:pt x="1122" y="269"/>
                    <a:pt x="1078" y="330"/>
                    <a:pt x="1078" y="421"/>
                  </a:cubicBezTo>
                  <a:cubicBezTo>
                    <a:pt x="1078" y="503"/>
                    <a:pt x="1116" y="576"/>
                    <a:pt x="1186" y="576"/>
                  </a:cubicBezTo>
                  <a:cubicBezTo>
                    <a:pt x="1224" y="576"/>
                    <a:pt x="1291" y="547"/>
                    <a:pt x="1291" y="427"/>
                  </a:cubicBezTo>
                  <a:lnTo>
                    <a:pt x="1291" y="406"/>
                  </a:lnTo>
                  <a:close/>
                  <a:moveTo>
                    <a:pt x="4359" y="384"/>
                  </a:moveTo>
                  <a:cubicBezTo>
                    <a:pt x="4356" y="326"/>
                    <a:pt x="4331" y="267"/>
                    <a:pt x="4258" y="267"/>
                  </a:cubicBezTo>
                  <a:cubicBezTo>
                    <a:pt x="4186" y="267"/>
                    <a:pt x="4161" y="331"/>
                    <a:pt x="4154" y="384"/>
                  </a:cubicBezTo>
                  <a:lnTo>
                    <a:pt x="4359" y="384"/>
                  </a:lnTo>
                  <a:close/>
                  <a:moveTo>
                    <a:pt x="4265" y="664"/>
                  </a:moveTo>
                  <a:cubicBezTo>
                    <a:pt x="4131" y="664"/>
                    <a:pt x="4045" y="569"/>
                    <a:pt x="4045" y="425"/>
                  </a:cubicBezTo>
                  <a:cubicBezTo>
                    <a:pt x="4045" y="286"/>
                    <a:pt x="4125" y="182"/>
                    <a:pt x="4259" y="182"/>
                  </a:cubicBezTo>
                  <a:cubicBezTo>
                    <a:pt x="4406" y="182"/>
                    <a:pt x="4464" y="307"/>
                    <a:pt x="4464" y="420"/>
                  </a:cubicBezTo>
                  <a:cubicBezTo>
                    <a:pt x="4464" y="429"/>
                    <a:pt x="4464" y="436"/>
                    <a:pt x="4464" y="447"/>
                  </a:cubicBezTo>
                  <a:cubicBezTo>
                    <a:pt x="4464" y="454"/>
                    <a:pt x="4458" y="460"/>
                    <a:pt x="4451" y="460"/>
                  </a:cubicBezTo>
                  <a:cubicBezTo>
                    <a:pt x="4154" y="460"/>
                    <a:pt x="4154" y="460"/>
                    <a:pt x="4154" y="460"/>
                  </a:cubicBezTo>
                  <a:cubicBezTo>
                    <a:pt x="4159" y="522"/>
                    <a:pt x="4195" y="576"/>
                    <a:pt x="4271" y="576"/>
                  </a:cubicBezTo>
                  <a:cubicBezTo>
                    <a:pt x="4317" y="576"/>
                    <a:pt x="4355" y="566"/>
                    <a:pt x="4393" y="548"/>
                  </a:cubicBezTo>
                  <a:cubicBezTo>
                    <a:pt x="4399" y="545"/>
                    <a:pt x="4407" y="548"/>
                    <a:pt x="4410" y="555"/>
                  </a:cubicBezTo>
                  <a:cubicBezTo>
                    <a:pt x="4432" y="607"/>
                    <a:pt x="4432" y="607"/>
                    <a:pt x="4432" y="607"/>
                  </a:cubicBezTo>
                  <a:cubicBezTo>
                    <a:pt x="4434" y="614"/>
                    <a:pt x="4431" y="621"/>
                    <a:pt x="4425" y="625"/>
                  </a:cubicBezTo>
                  <a:cubicBezTo>
                    <a:pt x="4384" y="647"/>
                    <a:pt x="4332" y="664"/>
                    <a:pt x="4265" y="664"/>
                  </a:cubicBezTo>
                  <a:moveTo>
                    <a:pt x="3942" y="2"/>
                  </a:moveTo>
                  <a:cubicBezTo>
                    <a:pt x="3949" y="0"/>
                    <a:pt x="3955" y="8"/>
                    <a:pt x="3955" y="15"/>
                  </a:cubicBezTo>
                  <a:cubicBezTo>
                    <a:pt x="3955" y="640"/>
                    <a:pt x="3955" y="640"/>
                    <a:pt x="3955" y="640"/>
                  </a:cubicBezTo>
                  <a:cubicBezTo>
                    <a:pt x="3955" y="647"/>
                    <a:pt x="3949" y="653"/>
                    <a:pt x="3942" y="653"/>
                  </a:cubicBezTo>
                  <a:cubicBezTo>
                    <a:pt x="3879" y="653"/>
                    <a:pt x="3879" y="653"/>
                    <a:pt x="3879" y="653"/>
                  </a:cubicBezTo>
                  <a:cubicBezTo>
                    <a:pt x="3872" y="653"/>
                    <a:pt x="3866" y="646"/>
                    <a:pt x="3865" y="640"/>
                  </a:cubicBezTo>
                  <a:cubicBezTo>
                    <a:pt x="3858" y="593"/>
                    <a:pt x="3858" y="593"/>
                    <a:pt x="3858" y="593"/>
                  </a:cubicBezTo>
                  <a:cubicBezTo>
                    <a:pt x="3835" y="631"/>
                    <a:pt x="3779" y="664"/>
                    <a:pt x="3726" y="664"/>
                  </a:cubicBezTo>
                  <a:cubicBezTo>
                    <a:pt x="3604" y="664"/>
                    <a:pt x="3533" y="555"/>
                    <a:pt x="3533" y="422"/>
                  </a:cubicBezTo>
                  <a:cubicBezTo>
                    <a:pt x="3533" y="261"/>
                    <a:pt x="3627" y="182"/>
                    <a:pt x="3726" y="182"/>
                  </a:cubicBezTo>
                  <a:cubicBezTo>
                    <a:pt x="3777" y="182"/>
                    <a:pt x="3822" y="203"/>
                    <a:pt x="3852" y="233"/>
                  </a:cubicBezTo>
                  <a:cubicBezTo>
                    <a:pt x="3852" y="23"/>
                    <a:pt x="3852" y="23"/>
                    <a:pt x="3852" y="23"/>
                  </a:cubicBezTo>
                  <a:cubicBezTo>
                    <a:pt x="3852" y="15"/>
                    <a:pt x="3858" y="10"/>
                    <a:pt x="3866" y="9"/>
                  </a:cubicBezTo>
                  <a:cubicBezTo>
                    <a:pt x="3942" y="2"/>
                    <a:pt x="3942" y="2"/>
                    <a:pt x="3942" y="2"/>
                  </a:cubicBezTo>
                  <a:moveTo>
                    <a:pt x="3853" y="406"/>
                  </a:moveTo>
                  <a:cubicBezTo>
                    <a:pt x="3853" y="304"/>
                    <a:pt x="3793" y="269"/>
                    <a:pt x="3746" y="269"/>
                  </a:cubicBezTo>
                  <a:cubicBezTo>
                    <a:pt x="3683" y="269"/>
                    <a:pt x="3640" y="330"/>
                    <a:pt x="3640" y="421"/>
                  </a:cubicBezTo>
                  <a:cubicBezTo>
                    <a:pt x="3640" y="503"/>
                    <a:pt x="3677" y="576"/>
                    <a:pt x="3747" y="576"/>
                  </a:cubicBezTo>
                  <a:cubicBezTo>
                    <a:pt x="3786" y="576"/>
                    <a:pt x="3853" y="547"/>
                    <a:pt x="3853" y="427"/>
                  </a:cubicBezTo>
                  <a:lnTo>
                    <a:pt x="3853" y="406"/>
                  </a:lnTo>
                  <a:close/>
                  <a:moveTo>
                    <a:pt x="2248" y="195"/>
                  </a:moveTo>
                  <a:cubicBezTo>
                    <a:pt x="2248" y="188"/>
                    <a:pt x="2242" y="182"/>
                    <a:pt x="2235" y="182"/>
                  </a:cubicBezTo>
                  <a:cubicBezTo>
                    <a:pt x="2179" y="182"/>
                    <a:pt x="2125" y="215"/>
                    <a:pt x="2094" y="252"/>
                  </a:cubicBezTo>
                  <a:cubicBezTo>
                    <a:pt x="2090" y="206"/>
                    <a:pt x="2090" y="206"/>
                    <a:pt x="2090" y="206"/>
                  </a:cubicBezTo>
                  <a:cubicBezTo>
                    <a:pt x="2089" y="199"/>
                    <a:pt x="2083" y="193"/>
                    <a:pt x="2077" y="193"/>
                  </a:cubicBezTo>
                  <a:cubicBezTo>
                    <a:pt x="2011" y="193"/>
                    <a:pt x="2011" y="193"/>
                    <a:pt x="2011" y="193"/>
                  </a:cubicBezTo>
                  <a:cubicBezTo>
                    <a:pt x="2004" y="193"/>
                    <a:pt x="1998" y="199"/>
                    <a:pt x="1998" y="206"/>
                  </a:cubicBezTo>
                  <a:cubicBezTo>
                    <a:pt x="1998" y="640"/>
                    <a:pt x="1998" y="640"/>
                    <a:pt x="1998" y="640"/>
                  </a:cubicBezTo>
                  <a:cubicBezTo>
                    <a:pt x="1998" y="647"/>
                    <a:pt x="2004" y="653"/>
                    <a:pt x="2011" y="653"/>
                  </a:cubicBezTo>
                  <a:cubicBezTo>
                    <a:pt x="2088" y="653"/>
                    <a:pt x="2088" y="653"/>
                    <a:pt x="2088" y="653"/>
                  </a:cubicBezTo>
                  <a:cubicBezTo>
                    <a:pt x="2095" y="653"/>
                    <a:pt x="2101" y="647"/>
                    <a:pt x="2101" y="640"/>
                  </a:cubicBezTo>
                  <a:cubicBezTo>
                    <a:pt x="2101" y="415"/>
                    <a:pt x="2101" y="415"/>
                    <a:pt x="2101" y="415"/>
                  </a:cubicBezTo>
                  <a:cubicBezTo>
                    <a:pt x="2101" y="322"/>
                    <a:pt x="2158" y="286"/>
                    <a:pt x="2210" y="286"/>
                  </a:cubicBezTo>
                  <a:cubicBezTo>
                    <a:pt x="2218" y="286"/>
                    <a:pt x="2225" y="288"/>
                    <a:pt x="2230" y="288"/>
                  </a:cubicBezTo>
                  <a:cubicBezTo>
                    <a:pt x="2241" y="290"/>
                    <a:pt x="2248" y="284"/>
                    <a:pt x="2248" y="276"/>
                  </a:cubicBezTo>
                  <a:lnTo>
                    <a:pt x="2248" y="19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</p:grpSp>
      <p:grpSp>
        <p:nvGrpSpPr>
          <p:cNvPr id="28" name="HR logo"/>
          <p:cNvGrpSpPr>
            <a:grpSpLocks noSelect="1"/>
          </p:cNvGrpSpPr>
          <p:nvPr userDrawn="1"/>
        </p:nvGrpSpPr>
        <p:grpSpPr bwMode="gray">
          <a:xfrm>
            <a:off x="374401" y="6076800"/>
            <a:ext cx="504000" cy="514800"/>
            <a:chOff x="0" y="0"/>
            <a:chExt cx="562610" cy="574675"/>
          </a:xfrm>
        </p:grpSpPr>
        <p:sp>
          <p:nvSpPr>
            <p:cNvPr id="29" name="Freeform 35"/>
            <p:cNvSpPr>
              <a:spLocks noSelect="1"/>
            </p:cNvSpPr>
            <p:nvPr userDrawn="1"/>
          </p:nvSpPr>
          <p:spPr bwMode="gray">
            <a:xfrm>
              <a:off x="0" y="0"/>
              <a:ext cx="562610" cy="574675"/>
            </a:xfrm>
            <a:custGeom>
              <a:avLst/>
              <a:gdLst>
                <a:gd name="T0" fmla="*/ 1771 w 1771"/>
                <a:gd name="T1" fmla="*/ 874 h 1807"/>
                <a:gd name="T2" fmla="*/ 1770 w 1771"/>
                <a:gd name="T3" fmla="*/ 851 h 1807"/>
                <a:gd name="T4" fmla="*/ 1768 w 1771"/>
                <a:gd name="T5" fmla="*/ 828 h 1807"/>
                <a:gd name="T6" fmla="*/ 1765 w 1771"/>
                <a:gd name="T7" fmla="*/ 799 h 1807"/>
                <a:gd name="T8" fmla="*/ 1762 w 1771"/>
                <a:gd name="T9" fmla="*/ 775 h 1807"/>
                <a:gd name="T10" fmla="*/ 1758 w 1771"/>
                <a:gd name="T11" fmla="*/ 748 h 1807"/>
                <a:gd name="T12" fmla="*/ 1739 w 1771"/>
                <a:gd name="T13" fmla="*/ 663 h 1807"/>
                <a:gd name="T14" fmla="*/ 1732 w 1771"/>
                <a:gd name="T15" fmla="*/ 642 h 1807"/>
                <a:gd name="T16" fmla="*/ 1726 w 1771"/>
                <a:gd name="T17" fmla="*/ 622 h 1807"/>
                <a:gd name="T18" fmla="*/ 1589 w 1771"/>
                <a:gd name="T19" fmla="*/ 360 h 1807"/>
                <a:gd name="T20" fmla="*/ 1559 w 1771"/>
                <a:gd name="T21" fmla="*/ 322 h 1807"/>
                <a:gd name="T22" fmla="*/ 1544 w 1771"/>
                <a:gd name="T23" fmla="*/ 304 h 1807"/>
                <a:gd name="T24" fmla="*/ 1511 w 1771"/>
                <a:gd name="T25" fmla="*/ 269 h 1807"/>
                <a:gd name="T26" fmla="*/ 1477 w 1771"/>
                <a:gd name="T27" fmla="*/ 236 h 1807"/>
                <a:gd name="T28" fmla="*/ 1449 w 1771"/>
                <a:gd name="T29" fmla="*/ 212 h 1807"/>
                <a:gd name="T30" fmla="*/ 1431 w 1771"/>
                <a:gd name="T31" fmla="*/ 197 h 1807"/>
                <a:gd name="T32" fmla="*/ 1402 w 1771"/>
                <a:gd name="T33" fmla="*/ 175 h 1807"/>
                <a:gd name="T34" fmla="*/ 1383 w 1771"/>
                <a:gd name="T35" fmla="*/ 162 h 1807"/>
                <a:gd name="T36" fmla="*/ 1353 w 1771"/>
                <a:gd name="T37" fmla="*/ 141 h 1807"/>
                <a:gd name="T38" fmla="*/ 1321 w 1771"/>
                <a:gd name="T39" fmla="*/ 122 h 1807"/>
                <a:gd name="T40" fmla="*/ 1301 w 1771"/>
                <a:gd name="T41" fmla="*/ 111 h 1807"/>
                <a:gd name="T42" fmla="*/ 1263 w 1771"/>
                <a:gd name="T43" fmla="*/ 91 h 1807"/>
                <a:gd name="T44" fmla="*/ 1241 w 1771"/>
                <a:gd name="T45" fmla="*/ 81 h 1807"/>
                <a:gd name="T46" fmla="*/ 1208 w 1771"/>
                <a:gd name="T47" fmla="*/ 66 h 1807"/>
                <a:gd name="T48" fmla="*/ 1162 w 1771"/>
                <a:gd name="T49" fmla="*/ 49 h 1807"/>
                <a:gd name="T50" fmla="*/ 1120 w 1771"/>
                <a:gd name="T51" fmla="*/ 36 h 1807"/>
                <a:gd name="T52" fmla="*/ 1097 w 1771"/>
                <a:gd name="T53" fmla="*/ 30 h 1807"/>
                <a:gd name="T54" fmla="*/ 1061 w 1771"/>
                <a:gd name="T55" fmla="*/ 21 h 1807"/>
                <a:gd name="T56" fmla="*/ 1037 w 1771"/>
                <a:gd name="T57" fmla="*/ 16 h 1807"/>
                <a:gd name="T58" fmla="*/ 175 w 1771"/>
                <a:gd name="T59" fmla="*/ 323 h 1807"/>
                <a:gd name="T60" fmla="*/ 1304 w 1771"/>
                <a:gd name="T61" fmla="*/ 402 h 1807"/>
                <a:gd name="T62" fmla="*/ 1372 w 1771"/>
                <a:gd name="T63" fmla="*/ 1125 h 1807"/>
                <a:gd name="T64" fmla="*/ 590 w 1771"/>
                <a:gd name="T65" fmla="*/ 1394 h 1807"/>
                <a:gd name="T66" fmla="*/ 403 w 1771"/>
                <a:gd name="T67" fmla="*/ 1396 h 1807"/>
                <a:gd name="T68" fmla="*/ 400 w 1771"/>
                <a:gd name="T69" fmla="*/ 1396 h 1807"/>
                <a:gd name="T70" fmla="*/ 381 w 1771"/>
                <a:gd name="T71" fmla="*/ 1380 h 1807"/>
                <a:gd name="T72" fmla="*/ 380 w 1771"/>
                <a:gd name="T73" fmla="*/ 1371 h 1807"/>
                <a:gd name="T74" fmla="*/ 510 w 1771"/>
                <a:gd name="T75" fmla="*/ 732 h 1807"/>
                <a:gd name="T76" fmla="*/ 519 w 1771"/>
                <a:gd name="T77" fmla="*/ 716 h 1807"/>
                <a:gd name="T78" fmla="*/ 786 w 1771"/>
                <a:gd name="T79" fmla="*/ 705 h 1807"/>
                <a:gd name="T80" fmla="*/ 0 w 1771"/>
                <a:gd name="T81" fmla="*/ 1037 h 1807"/>
                <a:gd name="T82" fmla="*/ 1292 w 1771"/>
                <a:gd name="T83" fmla="*/ 1701 h 1807"/>
                <a:gd name="T84" fmla="*/ 1313 w 1771"/>
                <a:gd name="T85" fmla="*/ 1689 h 1807"/>
                <a:gd name="T86" fmla="*/ 1333 w 1771"/>
                <a:gd name="T87" fmla="*/ 1677 h 1807"/>
                <a:gd name="T88" fmla="*/ 1354 w 1771"/>
                <a:gd name="T89" fmla="*/ 1665 h 1807"/>
                <a:gd name="T90" fmla="*/ 1374 w 1771"/>
                <a:gd name="T91" fmla="*/ 1651 h 1807"/>
                <a:gd name="T92" fmla="*/ 1394 w 1771"/>
                <a:gd name="T93" fmla="*/ 1638 h 1807"/>
                <a:gd name="T94" fmla="*/ 1418 w 1771"/>
                <a:gd name="T95" fmla="*/ 1620 h 1807"/>
                <a:gd name="T96" fmla="*/ 1441 w 1771"/>
                <a:gd name="T97" fmla="*/ 1601 h 1807"/>
                <a:gd name="T98" fmla="*/ 1504 w 1771"/>
                <a:gd name="T99" fmla="*/ 1545 h 1807"/>
                <a:gd name="T100" fmla="*/ 1520 w 1771"/>
                <a:gd name="T101" fmla="*/ 1528 h 1807"/>
                <a:gd name="T102" fmla="*/ 1538 w 1771"/>
                <a:gd name="T103" fmla="*/ 1509 h 1807"/>
                <a:gd name="T104" fmla="*/ 1759 w 1771"/>
                <a:gd name="T105" fmla="*/ 1052 h 1807"/>
                <a:gd name="T106" fmla="*/ 1762 w 1771"/>
                <a:gd name="T107" fmla="*/ 1029 h 1807"/>
                <a:gd name="T108" fmla="*/ 1765 w 1771"/>
                <a:gd name="T109" fmla="*/ 1005 h 1807"/>
                <a:gd name="T110" fmla="*/ 1767 w 1771"/>
                <a:gd name="T111" fmla="*/ 986 h 1807"/>
                <a:gd name="T112" fmla="*/ 1769 w 1771"/>
                <a:gd name="T113" fmla="*/ 966 h 1807"/>
                <a:gd name="T114" fmla="*/ 1770 w 1771"/>
                <a:gd name="T115" fmla="*/ 947 h 1807"/>
                <a:gd name="T116" fmla="*/ 1771 w 1771"/>
                <a:gd name="T117" fmla="*/ 928 h 1807"/>
                <a:gd name="T118" fmla="*/ 1771 w 1771"/>
                <a:gd name="T119" fmla="*/ 908 h 1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71" h="1807">
                  <a:moveTo>
                    <a:pt x="1771" y="893"/>
                  </a:moveTo>
                  <a:cubicBezTo>
                    <a:pt x="1771" y="892"/>
                    <a:pt x="1771" y="892"/>
                    <a:pt x="1771" y="892"/>
                  </a:cubicBezTo>
                  <a:cubicBezTo>
                    <a:pt x="1771" y="887"/>
                    <a:pt x="1771" y="887"/>
                    <a:pt x="1771" y="887"/>
                  </a:cubicBezTo>
                  <a:cubicBezTo>
                    <a:pt x="1771" y="885"/>
                    <a:pt x="1771" y="885"/>
                    <a:pt x="1771" y="885"/>
                  </a:cubicBezTo>
                  <a:cubicBezTo>
                    <a:pt x="1771" y="881"/>
                    <a:pt x="1771" y="881"/>
                    <a:pt x="1771" y="881"/>
                  </a:cubicBezTo>
                  <a:cubicBezTo>
                    <a:pt x="1771" y="880"/>
                    <a:pt x="1771" y="880"/>
                    <a:pt x="1771" y="880"/>
                  </a:cubicBezTo>
                  <a:cubicBezTo>
                    <a:pt x="1771" y="875"/>
                    <a:pt x="1771" y="875"/>
                    <a:pt x="1771" y="875"/>
                  </a:cubicBezTo>
                  <a:cubicBezTo>
                    <a:pt x="1771" y="874"/>
                    <a:pt x="1771" y="874"/>
                    <a:pt x="1771" y="874"/>
                  </a:cubicBezTo>
                  <a:cubicBezTo>
                    <a:pt x="1771" y="870"/>
                    <a:pt x="1771" y="870"/>
                    <a:pt x="1771" y="870"/>
                  </a:cubicBezTo>
                  <a:cubicBezTo>
                    <a:pt x="1770" y="868"/>
                    <a:pt x="1770" y="868"/>
                    <a:pt x="1770" y="868"/>
                  </a:cubicBezTo>
                  <a:cubicBezTo>
                    <a:pt x="1770" y="864"/>
                    <a:pt x="1770" y="864"/>
                    <a:pt x="1770" y="864"/>
                  </a:cubicBezTo>
                  <a:cubicBezTo>
                    <a:pt x="1770" y="862"/>
                    <a:pt x="1770" y="862"/>
                    <a:pt x="1770" y="862"/>
                  </a:cubicBezTo>
                  <a:cubicBezTo>
                    <a:pt x="1770" y="859"/>
                    <a:pt x="1770" y="859"/>
                    <a:pt x="1770" y="859"/>
                  </a:cubicBezTo>
                  <a:cubicBezTo>
                    <a:pt x="1770" y="857"/>
                    <a:pt x="1770" y="857"/>
                    <a:pt x="1770" y="857"/>
                  </a:cubicBezTo>
                  <a:cubicBezTo>
                    <a:pt x="1770" y="852"/>
                    <a:pt x="1770" y="852"/>
                    <a:pt x="1770" y="852"/>
                  </a:cubicBezTo>
                  <a:cubicBezTo>
                    <a:pt x="1770" y="851"/>
                    <a:pt x="1770" y="851"/>
                    <a:pt x="1770" y="851"/>
                  </a:cubicBezTo>
                  <a:cubicBezTo>
                    <a:pt x="1769" y="847"/>
                    <a:pt x="1769" y="847"/>
                    <a:pt x="1769" y="847"/>
                  </a:cubicBezTo>
                  <a:cubicBezTo>
                    <a:pt x="1769" y="845"/>
                    <a:pt x="1769" y="845"/>
                    <a:pt x="1769" y="845"/>
                  </a:cubicBezTo>
                  <a:cubicBezTo>
                    <a:pt x="1769" y="841"/>
                    <a:pt x="1769" y="841"/>
                    <a:pt x="1769" y="841"/>
                  </a:cubicBezTo>
                  <a:cubicBezTo>
                    <a:pt x="1769" y="839"/>
                    <a:pt x="1769" y="839"/>
                    <a:pt x="1769" y="839"/>
                  </a:cubicBezTo>
                  <a:cubicBezTo>
                    <a:pt x="1769" y="836"/>
                    <a:pt x="1769" y="836"/>
                    <a:pt x="1769" y="836"/>
                  </a:cubicBezTo>
                  <a:cubicBezTo>
                    <a:pt x="1768" y="834"/>
                    <a:pt x="1768" y="834"/>
                    <a:pt x="1768" y="834"/>
                  </a:cubicBezTo>
                  <a:cubicBezTo>
                    <a:pt x="1768" y="830"/>
                    <a:pt x="1768" y="830"/>
                    <a:pt x="1768" y="830"/>
                  </a:cubicBezTo>
                  <a:cubicBezTo>
                    <a:pt x="1768" y="828"/>
                    <a:pt x="1768" y="828"/>
                    <a:pt x="1768" y="828"/>
                  </a:cubicBezTo>
                  <a:cubicBezTo>
                    <a:pt x="1768" y="824"/>
                    <a:pt x="1768" y="824"/>
                    <a:pt x="1768" y="824"/>
                  </a:cubicBezTo>
                  <a:cubicBezTo>
                    <a:pt x="1768" y="822"/>
                    <a:pt x="1768" y="822"/>
                    <a:pt x="1768" y="822"/>
                  </a:cubicBezTo>
                  <a:cubicBezTo>
                    <a:pt x="1767" y="819"/>
                    <a:pt x="1767" y="819"/>
                    <a:pt x="1767" y="819"/>
                  </a:cubicBezTo>
                  <a:cubicBezTo>
                    <a:pt x="1767" y="816"/>
                    <a:pt x="1767" y="816"/>
                    <a:pt x="1767" y="816"/>
                  </a:cubicBezTo>
                  <a:cubicBezTo>
                    <a:pt x="1767" y="813"/>
                    <a:pt x="1767" y="813"/>
                    <a:pt x="1767" y="813"/>
                  </a:cubicBezTo>
                  <a:cubicBezTo>
                    <a:pt x="1766" y="810"/>
                    <a:pt x="1766" y="810"/>
                    <a:pt x="1766" y="810"/>
                  </a:cubicBezTo>
                  <a:cubicBezTo>
                    <a:pt x="1766" y="808"/>
                    <a:pt x="1766" y="808"/>
                    <a:pt x="1766" y="808"/>
                  </a:cubicBezTo>
                  <a:cubicBezTo>
                    <a:pt x="1765" y="799"/>
                    <a:pt x="1765" y="799"/>
                    <a:pt x="1765" y="799"/>
                  </a:cubicBezTo>
                  <a:cubicBezTo>
                    <a:pt x="1765" y="797"/>
                    <a:pt x="1765" y="797"/>
                    <a:pt x="1765" y="797"/>
                  </a:cubicBezTo>
                  <a:cubicBezTo>
                    <a:pt x="1765" y="794"/>
                    <a:pt x="1765" y="794"/>
                    <a:pt x="1765" y="794"/>
                  </a:cubicBezTo>
                  <a:cubicBezTo>
                    <a:pt x="1764" y="793"/>
                    <a:pt x="1764" y="793"/>
                    <a:pt x="1764" y="793"/>
                  </a:cubicBezTo>
                  <a:cubicBezTo>
                    <a:pt x="1764" y="787"/>
                    <a:pt x="1764" y="787"/>
                    <a:pt x="1764" y="787"/>
                  </a:cubicBezTo>
                  <a:cubicBezTo>
                    <a:pt x="1763" y="786"/>
                    <a:pt x="1763" y="786"/>
                    <a:pt x="1763" y="786"/>
                  </a:cubicBezTo>
                  <a:cubicBezTo>
                    <a:pt x="1763" y="783"/>
                    <a:pt x="1763" y="783"/>
                    <a:pt x="1763" y="783"/>
                  </a:cubicBezTo>
                  <a:cubicBezTo>
                    <a:pt x="1763" y="782"/>
                    <a:pt x="1763" y="782"/>
                    <a:pt x="1763" y="782"/>
                  </a:cubicBezTo>
                  <a:cubicBezTo>
                    <a:pt x="1762" y="775"/>
                    <a:pt x="1762" y="775"/>
                    <a:pt x="1762" y="775"/>
                  </a:cubicBezTo>
                  <a:cubicBezTo>
                    <a:pt x="1762" y="774"/>
                    <a:pt x="1762" y="774"/>
                    <a:pt x="1762" y="774"/>
                  </a:cubicBezTo>
                  <a:cubicBezTo>
                    <a:pt x="1761" y="771"/>
                    <a:pt x="1761" y="771"/>
                    <a:pt x="1761" y="771"/>
                  </a:cubicBezTo>
                  <a:cubicBezTo>
                    <a:pt x="1761" y="770"/>
                    <a:pt x="1761" y="770"/>
                    <a:pt x="1761" y="770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0"/>
                    <a:pt x="1760" y="760"/>
                    <a:pt x="1760" y="760"/>
                  </a:cubicBezTo>
                  <a:cubicBezTo>
                    <a:pt x="1760" y="759"/>
                    <a:pt x="1760" y="759"/>
                    <a:pt x="1760" y="759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4" y="728"/>
                    <a:pt x="1750" y="708"/>
                    <a:pt x="1745" y="688"/>
                  </a:cubicBezTo>
                  <a:cubicBezTo>
                    <a:pt x="1745" y="688"/>
                    <a:pt x="1745" y="688"/>
                    <a:pt x="1745" y="688"/>
                  </a:cubicBezTo>
                  <a:cubicBezTo>
                    <a:pt x="1743" y="677"/>
                    <a:pt x="1743" y="677"/>
                    <a:pt x="1743" y="677"/>
                  </a:cubicBezTo>
                  <a:cubicBezTo>
                    <a:pt x="1742" y="677"/>
                    <a:pt x="1742" y="677"/>
                    <a:pt x="1742" y="677"/>
                  </a:cubicBezTo>
                  <a:cubicBezTo>
                    <a:pt x="1740" y="667"/>
                    <a:pt x="1740" y="667"/>
                    <a:pt x="1740" y="667"/>
                  </a:cubicBezTo>
                  <a:cubicBezTo>
                    <a:pt x="1739" y="665"/>
                    <a:pt x="1739" y="665"/>
                    <a:pt x="1739" y="665"/>
                  </a:cubicBezTo>
                  <a:cubicBezTo>
                    <a:pt x="1739" y="663"/>
                    <a:pt x="1739" y="663"/>
                    <a:pt x="1739" y="663"/>
                  </a:cubicBezTo>
                  <a:cubicBezTo>
                    <a:pt x="1738" y="661"/>
                    <a:pt x="1738" y="661"/>
                    <a:pt x="1738" y="661"/>
                  </a:cubicBezTo>
                  <a:cubicBezTo>
                    <a:pt x="1737" y="657"/>
                    <a:pt x="1737" y="657"/>
                    <a:pt x="1737" y="657"/>
                  </a:cubicBezTo>
                  <a:cubicBezTo>
                    <a:pt x="1736" y="654"/>
                    <a:pt x="1736" y="654"/>
                    <a:pt x="1736" y="654"/>
                  </a:cubicBezTo>
                  <a:cubicBezTo>
                    <a:pt x="1736" y="652"/>
                    <a:pt x="1736" y="652"/>
                    <a:pt x="1736" y="652"/>
                  </a:cubicBezTo>
                  <a:cubicBezTo>
                    <a:pt x="1735" y="650"/>
                    <a:pt x="1735" y="650"/>
                    <a:pt x="1735" y="650"/>
                  </a:cubicBezTo>
                  <a:cubicBezTo>
                    <a:pt x="1734" y="646"/>
                    <a:pt x="1734" y="646"/>
                    <a:pt x="1734" y="646"/>
                  </a:cubicBezTo>
                  <a:cubicBezTo>
                    <a:pt x="1733" y="643"/>
                    <a:pt x="1733" y="643"/>
                    <a:pt x="1733" y="643"/>
                  </a:cubicBezTo>
                  <a:cubicBezTo>
                    <a:pt x="1732" y="642"/>
                    <a:pt x="1732" y="642"/>
                    <a:pt x="1732" y="642"/>
                  </a:cubicBezTo>
                  <a:cubicBezTo>
                    <a:pt x="1732" y="638"/>
                    <a:pt x="1732" y="638"/>
                    <a:pt x="1732" y="638"/>
                  </a:cubicBezTo>
                  <a:cubicBezTo>
                    <a:pt x="1731" y="637"/>
                    <a:pt x="1731" y="637"/>
                    <a:pt x="1731" y="637"/>
                  </a:cubicBezTo>
                  <a:cubicBezTo>
                    <a:pt x="1730" y="633"/>
                    <a:pt x="1730" y="633"/>
                    <a:pt x="1730" y="633"/>
                  </a:cubicBezTo>
                  <a:cubicBezTo>
                    <a:pt x="1729" y="631"/>
                    <a:pt x="1729" y="631"/>
                    <a:pt x="1729" y="631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19" y="599"/>
                    <a:pt x="1710" y="577"/>
                    <a:pt x="1701" y="555"/>
                  </a:cubicBezTo>
                  <a:cubicBezTo>
                    <a:pt x="1696" y="543"/>
                    <a:pt x="1691" y="530"/>
                    <a:pt x="1685" y="518"/>
                  </a:cubicBezTo>
                  <a:cubicBezTo>
                    <a:pt x="1672" y="491"/>
                    <a:pt x="1658" y="465"/>
                    <a:pt x="1643" y="440"/>
                  </a:cubicBezTo>
                  <a:cubicBezTo>
                    <a:pt x="1640" y="435"/>
                    <a:pt x="1640" y="435"/>
                    <a:pt x="1640" y="435"/>
                  </a:cubicBezTo>
                  <a:cubicBezTo>
                    <a:pt x="1640" y="434"/>
                    <a:pt x="1640" y="434"/>
                    <a:pt x="1640" y="434"/>
                  </a:cubicBezTo>
                  <a:cubicBezTo>
                    <a:pt x="1625" y="410"/>
                    <a:pt x="1609" y="387"/>
                    <a:pt x="1593" y="365"/>
                  </a:cubicBezTo>
                  <a:cubicBezTo>
                    <a:pt x="1593" y="364"/>
                    <a:pt x="1593" y="364"/>
                    <a:pt x="1593" y="364"/>
                  </a:cubicBezTo>
                  <a:cubicBezTo>
                    <a:pt x="1589" y="360"/>
                    <a:pt x="1589" y="360"/>
                    <a:pt x="1589" y="360"/>
                  </a:cubicBezTo>
                  <a:cubicBezTo>
                    <a:pt x="1589" y="359"/>
                    <a:pt x="1589" y="359"/>
                    <a:pt x="1589" y="359"/>
                  </a:cubicBezTo>
                  <a:cubicBezTo>
                    <a:pt x="1586" y="355"/>
                    <a:pt x="1586" y="355"/>
                    <a:pt x="1586" y="355"/>
                  </a:cubicBezTo>
                  <a:cubicBezTo>
                    <a:pt x="1585" y="355"/>
                    <a:pt x="1585" y="355"/>
                    <a:pt x="1585" y="355"/>
                  </a:cubicBezTo>
                  <a:cubicBezTo>
                    <a:pt x="1582" y="351"/>
                    <a:pt x="1582" y="351"/>
                    <a:pt x="1582" y="351"/>
                  </a:cubicBezTo>
                  <a:cubicBezTo>
                    <a:pt x="1582" y="350"/>
                    <a:pt x="1582" y="350"/>
                    <a:pt x="1582" y="350"/>
                  </a:cubicBezTo>
                  <a:cubicBezTo>
                    <a:pt x="1578" y="346"/>
                    <a:pt x="1578" y="346"/>
                    <a:pt x="1578" y="346"/>
                  </a:cubicBezTo>
                  <a:cubicBezTo>
                    <a:pt x="1578" y="345"/>
                    <a:pt x="1578" y="345"/>
                    <a:pt x="1578" y="345"/>
                  </a:cubicBezTo>
                  <a:cubicBezTo>
                    <a:pt x="1572" y="338"/>
                    <a:pt x="1566" y="330"/>
                    <a:pt x="1559" y="322"/>
                  </a:cubicBezTo>
                  <a:cubicBezTo>
                    <a:pt x="1559" y="322"/>
                    <a:pt x="1559" y="322"/>
                    <a:pt x="1559" y="322"/>
                  </a:cubicBezTo>
                  <a:cubicBezTo>
                    <a:pt x="1555" y="318"/>
                    <a:pt x="1555" y="318"/>
                    <a:pt x="1555" y="318"/>
                  </a:cubicBezTo>
                  <a:cubicBezTo>
                    <a:pt x="1555" y="317"/>
                    <a:pt x="1555" y="317"/>
                    <a:pt x="1555" y="317"/>
                  </a:cubicBezTo>
                  <a:cubicBezTo>
                    <a:pt x="1552" y="313"/>
                    <a:pt x="1552" y="313"/>
                    <a:pt x="1552" y="313"/>
                  </a:cubicBezTo>
                  <a:cubicBezTo>
                    <a:pt x="1551" y="313"/>
                    <a:pt x="1551" y="313"/>
                    <a:pt x="1551" y="313"/>
                  </a:cubicBezTo>
                  <a:cubicBezTo>
                    <a:pt x="1548" y="309"/>
                    <a:pt x="1548" y="309"/>
                    <a:pt x="1548" y="309"/>
                  </a:cubicBezTo>
                  <a:cubicBezTo>
                    <a:pt x="1547" y="308"/>
                    <a:pt x="1547" y="308"/>
                    <a:pt x="1547" y="308"/>
                  </a:cubicBezTo>
                  <a:cubicBezTo>
                    <a:pt x="1544" y="304"/>
                    <a:pt x="1544" y="304"/>
                    <a:pt x="1544" y="304"/>
                  </a:cubicBezTo>
                  <a:cubicBezTo>
                    <a:pt x="1543" y="304"/>
                    <a:pt x="1543" y="304"/>
                    <a:pt x="1543" y="304"/>
                  </a:cubicBezTo>
                  <a:cubicBezTo>
                    <a:pt x="1537" y="297"/>
                    <a:pt x="1530" y="289"/>
                    <a:pt x="1523" y="282"/>
                  </a:cubicBezTo>
                  <a:cubicBezTo>
                    <a:pt x="1523" y="282"/>
                    <a:pt x="1523" y="282"/>
                    <a:pt x="1523" y="282"/>
                  </a:cubicBezTo>
                  <a:cubicBezTo>
                    <a:pt x="1519" y="278"/>
                    <a:pt x="1519" y="278"/>
                    <a:pt x="1519" y="278"/>
                  </a:cubicBezTo>
                  <a:cubicBezTo>
                    <a:pt x="1519" y="277"/>
                    <a:pt x="1519" y="277"/>
                    <a:pt x="1519" y="277"/>
                  </a:cubicBezTo>
                  <a:cubicBezTo>
                    <a:pt x="1515" y="274"/>
                    <a:pt x="1515" y="274"/>
                    <a:pt x="1515" y="274"/>
                  </a:cubicBezTo>
                  <a:cubicBezTo>
                    <a:pt x="1515" y="273"/>
                    <a:pt x="1515" y="273"/>
                    <a:pt x="1515" y="273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510" y="269"/>
                    <a:pt x="1510" y="269"/>
                    <a:pt x="1510" y="269"/>
                  </a:cubicBezTo>
                  <a:cubicBezTo>
                    <a:pt x="1507" y="265"/>
                    <a:pt x="1507" y="265"/>
                    <a:pt x="1507" y="265"/>
                  </a:cubicBezTo>
                  <a:cubicBezTo>
                    <a:pt x="1506" y="265"/>
                    <a:pt x="1506" y="265"/>
                    <a:pt x="1506" y="265"/>
                  </a:cubicBezTo>
                  <a:cubicBezTo>
                    <a:pt x="1499" y="258"/>
                    <a:pt x="1492" y="251"/>
                    <a:pt x="1485" y="244"/>
                  </a:cubicBezTo>
                  <a:cubicBezTo>
                    <a:pt x="1485" y="244"/>
                    <a:pt x="1485" y="244"/>
                    <a:pt x="1485" y="244"/>
                  </a:cubicBezTo>
                  <a:cubicBezTo>
                    <a:pt x="1481" y="240"/>
                    <a:pt x="1481" y="240"/>
                    <a:pt x="1481" y="240"/>
                  </a:cubicBezTo>
                  <a:cubicBezTo>
                    <a:pt x="1480" y="239"/>
                    <a:pt x="1480" y="239"/>
                    <a:pt x="1480" y="239"/>
                  </a:cubicBezTo>
                  <a:cubicBezTo>
                    <a:pt x="1477" y="236"/>
                    <a:pt x="1477" y="236"/>
                    <a:pt x="1477" y="236"/>
                  </a:cubicBezTo>
                  <a:cubicBezTo>
                    <a:pt x="1476" y="235"/>
                    <a:pt x="1476" y="235"/>
                    <a:pt x="1476" y="235"/>
                  </a:cubicBezTo>
                  <a:cubicBezTo>
                    <a:pt x="1472" y="232"/>
                    <a:pt x="1472" y="232"/>
                    <a:pt x="1472" y="232"/>
                  </a:cubicBezTo>
                  <a:cubicBezTo>
                    <a:pt x="1471" y="232"/>
                    <a:pt x="1471" y="232"/>
                    <a:pt x="1471" y="232"/>
                  </a:cubicBezTo>
                  <a:cubicBezTo>
                    <a:pt x="1468" y="228"/>
                    <a:pt x="1468" y="228"/>
                    <a:pt x="1468" y="228"/>
                  </a:cubicBezTo>
                  <a:cubicBezTo>
                    <a:pt x="1467" y="228"/>
                    <a:pt x="1467" y="228"/>
                    <a:pt x="1467" y="228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5" y="209"/>
                    <a:pt x="1445" y="209"/>
                    <a:pt x="1445" y="209"/>
                  </a:cubicBezTo>
                  <a:cubicBezTo>
                    <a:pt x="1444" y="208"/>
                    <a:pt x="1444" y="208"/>
                    <a:pt x="1444" y="208"/>
                  </a:cubicBezTo>
                  <a:cubicBezTo>
                    <a:pt x="1440" y="205"/>
                    <a:pt x="1440" y="205"/>
                    <a:pt x="1440" y="205"/>
                  </a:cubicBezTo>
                  <a:cubicBezTo>
                    <a:pt x="1439" y="204"/>
                    <a:pt x="1439" y="204"/>
                    <a:pt x="1439" y="204"/>
                  </a:cubicBezTo>
                  <a:cubicBezTo>
                    <a:pt x="1436" y="201"/>
                    <a:pt x="1436" y="201"/>
                    <a:pt x="1436" y="201"/>
                  </a:cubicBezTo>
                  <a:cubicBezTo>
                    <a:pt x="1435" y="200"/>
                    <a:pt x="1435" y="200"/>
                    <a:pt x="1435" y="200"/>
                  </a:cubicBezTo>
                  <a:cubicBezTo>
                    <a:pt x="1431" y="197"/>
                    <a:pt x="1431" y="197"/>
                    <a:pt x="1431" y="197"/>
                  </a:cubicBezTo>
                  <a:cubicBezTo>
                    <a:pt x="1430" y="197"/>
                    <a:pt x="1430" y="197"/>
                    <a:pt x="1430" y="197"/>
                  </a:cubicBezTo>
                  <a:cubicBezTo>
                    <a:pt x="1426" y="194"/>
                    <a:pt x="1426" y="194"/>
                    <a:pt x="1426" y="194"/>
                  </a:cubicBezTo>
                  <a:cubicBezTo>
                    <a:pt x="1425" y="193"/>
                    <a:pt x="1425" y="193"/>
                    <a:pt x="1425" y="193"/>
                  </a:cubicBezTo>
                  <a:cubicBezTo>
                    <a:pt x="1421" y="190"/>
                    <a:pt x="1421" y="190"/>
                    <a:pt x="1421" y="190"/>
                  </a:cubicBezTo>
                  <a:cubicBezTo>
                    <a:pt x="1421" y="189"/>
                    <a:pt x="1421" y="189"/>
                    <a:pt x="1421" y="189"/>
                  </a:cubicBezTo>
                  <a:cubicBezTo>
                    <a:pt x="1407" y="179"/>
                    <a:pt x="1407" y="179"/>
                    <a:pt x="1407" y="179"/>
                  </a:cubicBezTo>
                  <a:cubicBezTo>
                    <a:pt x="1406" y="178"/>
                    <a:pt x="1406" y="178"/>
                    <a:pt x="1406" y="178"/>
                  </a:cubicBezTo>
                  <a:cubicBezTo>
                    <a:pt x="1402" y="175"/>
                    <a:pt x="1402" y="175"/>
                    <a:pt x="1402" y="175"/>
                  </a:cubicBezTo>
                  <a:cubicBezTo>
                    <a:pt x="1401" y="174"/>
                    <a:pt x="1401" y="174"/>
                    <a:pt x="1401" y="174"/>
                  </a:cubicBezTo>
                  <a:cubicBezTo>
                    <a:pt x="1398" y="172"/>
                    <a:pt x="1398" y="172"/>
                    <a:pt x="1398" y="172"/>
                  </a:cubicBezTo>
                  <a:cubicBezTo>
                    <a:pt x="1396" y="171"/>
                    <a:pt x="1396" y="171"/>
                    <a:pt x="1396" y="171"/>
                  </a:cubicBezTo>
                  <a:cubicBezTo>
                    <a:pt x="1393" y="169"/>
                    <a:pt x="1393" y="169"/>
                    <a:pt x="1393" y="169"/>
                  </a:cubicBezTo>
                  <a:cubicBezTo>
                    <a:pt x="1391" y="167"/>
                    <a:pt x="1391" y="167"/>
                    <a:pt x="1391" y="167"/>
                  </a:cubicBezTo>
                  <a:cubicBezTo>
                    <a:pt x="1388" y="165"/>
                    <a:pt x="1388" y="165"/>
                    <a:pt x="1388" y="165"/>
                  </a:cubicBezTo>
                  <a:cubicBezTo>
                    <a:pt x="1387" y="164"/>
                    <a:pt x="1387" y="164"/>
                    <a:pt x="1387" y="164"/>
                  </a:cubicBezTo>
                  <a:cubicBezTo>
                    <a:pt x="1383" y="162"/>
                    <a:pt x="1383" y="162"/>
                    <a:pt x="1383" y="162"/>
                  </a:cubicBezTo>
                  <a:cubicBezTo>
                    <a:pt x="1382" y="161"/>
                    <a:pt x="1382" y="161"/>
                    <a:pt x="1382" y="161"/>
                  </a:cubicBezTo>
                  <a:cubicBezTo>
                    <a:pt x="1378" y="158"/>
                    <a:pt x="1378" y="158"/>
                    <a:pt x="1378" y="158"/>
                  </a:cubicBezTo>
                  <a:cubicBezTo>
                    <a:pt x="1377" y="158"/>
                    <a:pt x="1377" y="158"/>
                    <a:pt x="1377" y="158"/>
                  </a:cubicBezTo>
                  <a:cubicBezTo>
                    <a:pt x="1363" y="148"/>
                    <a:pt x="1363" y="148"/>
                    <a:pt x="1363" y="148"/>
                  </a:cubicBezTo>
                  <a:cubicBezTo>
                    <a:pt x="1362" y="147"/>
                    <a:pt x="1362" y="147"/>
                    <a:pt x="1362" y="147"/>
                  </a:cubicBezTo>
                  <a:cubicBezTo>
                    <a:pt x="1358" y="145"/>
                    <a:pt x="1358" y="145"/>
                    <a:pt x="1358" y="145"/>
                  </a:cubicBezTo>
                  <a:cubicBezTo>
                    <a:pt x="1356" y="144"/>
                    <a:pt x="1356" y="144"/>
                    <a:pt x="1356" y="144"/>
                  </a:cubicBezTo>
                  <a:cubicBezTo>
                    <a:pt x="1353" y="141"/>
                    <a:pt x="1353" y="141"/>
                    <a:pt x="1353" y="141"/>
                  </a:cubicBezTo>
                  <a:cubicBezTo>
                    <a:pt x="1352" y="141"/>
                    <a:pt x="1352" y="141"/>
                    <a:pt x="1352" y="141"/>
                  </a:cubicBezTo>
                  <a:cubicBezTo>
                    <a:pt x="1348" y="138"/>
                    <a:pt x="1348" y="138"/>
                    <a:pt x="1348" y="138"/>
                  </a:cubicBezTo>
                  <a:cubicBezTo>
                    <a:pt x="1347" y="138"/>
                    <a:pt x="1347" y="138"/>
                    <a:pt x="1347" y="138"/>
                  </a:cubicBezTo>
                  <a:cubicBezTo>
                    <a:pt x="1343" y="135"/>
                    <a:pt x="1343" y="135"/>
                    <a:pt x="1343" y="135"/>
                  </a:cubicBezTo>
                  <a:cubicBezTo>
                    <a:pt x="1342" y="134"/>
                    <a:pt x="1342" y="134"/>
                    <a:pt x="1342" y="134"/>
                  </a:cubicBezTo>
                  <a:cubicBezTo>
                    <a:pt x="1338" y="132"/>
                    <a:pt x="1338" y="132"/>
                    <a:pt x="1338" y="132"/>
                  </a:cubicBezTo>
                  <a:cubicBezTo>
                    <a:pt x="1337" y="131"/>
                    <a:pt x="1337" y="131"/>
                    <a:pt x="1337" y="131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16" y="119"/>
                    <a:pt x="1316" y="119"/>
                    <a:pt x="1316" y="119"/>
                  </a:cubicBezTo>
                  <a:cubicBezTo>
                    <a:pt x="1315" y="119"/>
                    <a:pt x="1315" y="119"/>
                    <a:pt x="1315" y="119"/>
                  </a:cubicBezTo>
                  <a:cubicBezTo>
                    <a:pt x="1311" y="116"/>
                    <a:pt x="1311" y="116"/>
                    <a:pt x="1311" y="116"/>
                  </a:cubicBezTo>
                  <a:cubicBezTo>
                    <a:pt x="1310" y="116"/>
                    <a:pt x="1310" y="116"/>
                    <a:pt x="1310" y="116"/>
                  </a:cubicBezTo>
                  <a:cubicBezTo>
                    <a:pt x="1306" y="114"/>
                    <a:pt x="1306" y="114"/>
                    <a:pt x="1306" y="114"/>
                  </a:cubicBezTo>
                  <a:cubicBezTo>
                    <a:pt x="1305" y="113"/>
                    <a:pt x="1305" y="113"/>
                    <a:pt x="1305" y="113"/>
                  </a:cubicBezTo>
                  <a:cubicBezTo>
                    <a:pt x="1301" y="111"/>
                    <a:pt x="1301" y="111"/>
                    <a:pt x="1301" y="111"/>
                  </a:cubicBezTo>
                  <a:cubicBezTo>
                    <a:pt x="1300" y="110"/>
                    <a:pt x="1300" y="110"/>
                    <a:pt x="1300" y="110"/>
                  </a:cubicBezTo>
                  <a:cubicBezTo>
                    <a:pt x="1296" y="108"/>
                    <a:pt x="1296" y="108"/>
                    <a:pt x="1296" y="108"/>
                  </a:cubicBezTo>
                  <a:cubicBezTo>
                    <a:pt x="1295" y="107"/>
                    <a:pt x="1295" y="107"/>
                    <a:pt x="1295" y="107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89" y="105"/>
                    <a:pt x="1289" y="105"/>
                    <a:pt x="1289" y="105"/>
                  </a:cubicBezTo>
                  <a:cubicBezTo>
                    <a:pt x="1282" y="101"/>
                    <a:pt x="1275" y="97"/>
                    <a:pt x="1268" y="94"/>
                  </a:cubicBezTo>
                  <a:cubicBezTo>
                    <a:pt x="1267" y="93"/>
                    <a:pt x="1267" y="93"/>
                    <a:pt x="1267" y="93"/>
                  </a:cubicBezTo>
                  <a:cubicBezTo>
                    <a:pt x="1263" y="91"/>
                    <a:pt x="1263" y="91"/>
                    <a:pt x="1263" y="91"/>
                  </a:cubicBezTo>
                  <a:cubicBezTo>
                    <a:pt x="1262" y="91"/>
                    <a:pt x="1262" y="91"/>
                    <a:pt x="1262" y="91"/>
                  </a:cubicBezTo>
                  <a:cubicBezTo>
                    <a:pt x="1258" y="89"/>
                    <a:pt x="1258" y="89"/>
                    <a:pt x="1258" y="89"/>
                  </a:cubicBezTo>
                  <a:cubicBezTo>
                    <a:pt x="1256" y="88"/>
                    <a:pt x="1256" y="88"/>
                    <a:pt x="1256" y="88"/>
                  </a:cubicBezTo>
                  <a:cubicBezTo>
                    <a:pt x="1252" y="86"/>
                    <a:pt x="1252" y="86"/>
                    <a:pt x="1252" y="86"/>
                  </a:cubicBezTo>
                  <a:cubicBezTo>
                    <a:pt x="1251" y="86"/>
                    <a:pt x="1251" y="86"/>
                    <a:pt x="1251" y="86"/>
                  </a:cubicBezTo>
                  <a:cubicBezTo>
                    <a:pt x="1247" y="83"/>
                    <a:pt x="1247" y="83"/>
                    <a:pt x="1247" y="83"/>
                  </a:cubicBezTo>
                  <a:cubicBezTo>
                    <a:pt x="1246" y="83"/>
                    <a:pt x="1246" y="83"/>
                    <a:pt x="1246" y="83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35" y="78"/>
                    <a:pt x="1229" y="76"/>
                    <a:pt x="1224" y="73"/>
                  </a:cubicBezTo>
                  <a:cubicBezTo>
                    <a:pt x="1224" y="73"/>
                    <a:pt x="1224" y="73"/>
                    <a:pt x="1224" y="73"/>
                  </a:cubicBezTo>
                  <a:cubicBezTo>
                    <a:pt x="1219" y="71"/>
                    <a:pt x="1219" y="71"/>
                    <a:pt x="1219" y="71"/>
                  </a:cubicBezTo>
                  <a:cubicBezTo>
                    <a:pt x="1218" y="71"/>
                    <a:pt x="1218" y="71"/>
                    <a:pt x="1218" y="71"/>
                  </a:cubicBezTo>
                  <a:cubicBezTo>
                    <a:pt x="1213" y="69"/>
                    <a:pt x="1213" y="69"/>
                    <a:pt x="1213" y="69"/>
                  </a:cubicBezTo>
                  <a:cubicBezTo>
                    <a:pt x="1212" y="68"/>
                    <a:pt x="1212" y="68"/>
                    <a:pt x="1212" y="68"/>
                  </a:cubicBezTo>
                  <a:cubicBezTo>
                    <a:pt x="1208" y="66"/>
                    <a:pt x="1208" y="66"/>
                    <a:pt x="1208" y="66"/>
                  </a:cubicBezTo>
                  <a:cubicBezTo>
                    <a:pt x="1207" y="66"/>
                    <a:pt x="1207" y="66"/>
                    <a:pt x="1207" y="66"/>
                  </a:cubicBezTo>
                  <a:cubicBezTo>
                    <a:pt x="1202" y="64"/>
                    <a:pt x="1202" y="64"/>
                    <a:pt x="1202" y="64"/>
                  </a:cubicBezTo>
                  <a:cubicBezTo>
                    <a:pt x="1201" y="64"/>
                    <a:pt x="1201" y="64"/>
                    <a:pt x="1201" y="64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86" y="58"/>
                    <a:pt x="1177" y="55"/>
                    <a:pt x="1167" y="51"/>
                  </a:cubicBezTo>
                  <a:cubicBezTo>
                    <a:pt x="1166" y="51"/>
                    <a:pt x="1166" y="51"/>
                    <a:pt x="1166" y="51"/>
                  </a:cubicBezTo>
                  <a:cubicBezTo>
                    <a:pt x="1162" y="49"/>
                    <a:pt x="1162" y="49"/>
                    <a:pt x="1162" y="49"/>
                  </a:cubicBezTo>
                  <a:cubicBezTo>
                    <a:pt x="1161" y="49"/>
                    <a:pt x="1161" y="49"/>
                    <a:pt x="1161" y="49"/>
                  </a:cubicBezTo>
                  <a:cubicBezTo>
                    <a:pt x="1156" y="47"/>
                    <a:pt x="1156" y="47"/>
                    <a:pt x="1156" y="47"/>
                  </a:cubicBezTo>
                  <a:cubicBezTo>
                    <a:pt x="1155" y="47"/>
                    <a:pt x="1155" y="47"/>
                    <a:pt x="1155" y="47"/>
                  </a:cubicBezTo>
                  <a:cubicBezTo>
                    <a:pt x="1150" y="45"/>
                    <a:pt x="1150" y="45"/>
                    <a:pt x="1150" y="45"/>
                  </a:cubicBezTo>
                  <a:cubicBezTo>
                    <a:pt x="1149" y="45"/>
                    <a:pt x="1149" y="45"/>
                    <a:pt x="1149" y="45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36" y="41"/>
                    <a:pt x="1128" y="38"/>
                    <a:pt x="1120" y="36"/>
                  </a:cubicBezTo>
                  <a:cubicBezTo>
                    <a:pt x="1120" y="36"/>
                    <a:pt x="1120" y="36"/>
                    <a:pt x="1120" y="36"/>
                  </a:cubicBezTo>
                  <a:cubicBezTo>
                    <a:pt x="1115" y="35"/>
                    <a:pt x="1115" y="35"/>
                    <a:pt x="1115" y="35"/>
                  </a:cubicBezTo>
                  <a:cubicBezTo>
                    <a:pt x="1114" y="34"/>
                    <a:pt x="1114" y="34"/>
                    <a:pt x="1114" y="34"/>
                  </a:cubicBezTo>
                  <a:cubicBezTo>
                    <a:pt x="1109" y="33"/>
                    <a:pt x="1109" y="33"/>
                    <a:pt x="1109" y="33"/>
                  </a:cubicBezTo>
                  <a:cubicBezTo>
                    <a:pt x="1108" y="33"/>
                    <a:pt x="1108" y="33"/>
                    <a:pt x="1108" y="33"/>
                  </a:cubicBezTo>
                  <a:cubicBezTo>
                    <a:pt x="1103" y="31"/>
                    <a:pt x="1103" y="31"/>
                    <a:pt x="1103" y="31"/>
                  </a:cubicBezTo>
                  <a:cubicBezTo>
                    <a:pt x="1102" y="31"/>
                    <a:pt x="1102" y="31"/>
                    <a:pt x="1102" y="31"/>
                  </a:cubicBezTo>
                  <a:cubicBezTo>
                    <a:pt x="1097" y="30"/>
                    <a:pt x="1097" y="30"/>
                    <a:pt x="1097" y="30"/>
                  </a:cubicBezTo>
                  <a:cubicBezTo>
                    <a:pt x="1096" y="29"/>
                    <a:pt x="1096" y="29"/>
                    <a:pt x="1096" y="29"/>
                  </a:cubicBezTo>
                  <a:cubicBezTo>
                    <a:pt x="1091" y="28"/>
                    <a:pt x="1091" y="28"/>
                    <a:pt x="1091" y="28"/>
                  </a:cubicBezTo>
                  <a:cubicBezTo>
                    <a:pt x="1090" y="28"/>
                    <a:pt x="1090" y="28"/>
                    <a:pt x="1090" y="28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79" y="25"/>
                    <a:pt x="1073" y="24"/>
                    <a:pt x="1067" y="22"/>
                  </a:cubicBezTo>
                  <a:cubicBezTo>
                    <a:pt x="1066" y="22"/>
                    <a:pt x="1066" y="22"/>
                    <a:pt x="1066" y="22"/>
                  </a:cubicBezTo>
                  <a:cubicBezTo>
                    <a:pt x="1061" y="21"/>
                    <a:pt x="1061" y="21"/>
                    <a:pt x="1061" y="21"/>
                  </a:cubicBezTo>
                  <a:cubicBezTo>
                    <a:pt x="1059" y="21"/>
                    <a:pt x="1059" y="21"/>
                    <a:pt x="1059" y="21"/>
                  </a:cubicBezTo>
                  <a:cubicBezTo>
                    <a:pt x="1055" y="20"/>
                    <a:pt x="1055" y="20"/>
                    <a:pt x="1055" y="20"/>
                  </a:cubicBezTo>
                  <a:cubicBezTo>
                    <a:pt x="1053" y="19"/>
                    <a:pt x="1053" y="19"/>
                    <a:pt x="1053" y="19"/>
                  </a:cubicBezTo>
                  <a:cubicBezTo>
                    <a:pt x="1049" y="19"/>
                    <a:pt x="1049" y="19"/>
                    <a:pt x="1049" y="19"/>
                  </a:cubicBezTo>
                  <a:cubicBezTo>
                    <a:pt x="1047" y="18"/>
                    <a:pt x="1047" y="18"/>
                    <a:pt x="1047" y="18"/>
                  </a:cubicBezTo>
                  <a:cubicBezTo>
                    <a:pt x="1043" y="17"/>
                    <a:pt x="1043" y="17"/>
                    <a:pt x="1043" y="17"/>
                  </a:cubicBezTo>
                  <a:cubicBezTo>
                    <a:pt x="1041" y="17"/>
                    <a:pt x="1041" y="17"/>
                    <a:pt x="1041" y="17"/>
                  </a:cubicBezTo>
                  <a:cubicBezTo>
                    <a:pt x="1037" y="16"/>
                    <a:pt x="1037" y="16"/>
                    <a:pt x="1037" y="16"/>
                  </a:cubicBezTo>
                  <a:cubicBezTo>
                    <a:pt x="1035" y="16"/>
                    <a:pt x="1035" y="16"/>
                    <a:pt x="1035" y="16"/>
                  </a:cubicBezTo>
                  <a:cubicBezTo>
                    <a:pt x="1031" y="15"/>
                    <a:pt x="1031" y="15"/>
                    <a:pt x="1031" y="15"/>
                  </a:cubicBezTo>
                  <a:cubicBezTo>
                    <a:pt x="1030" y="15"/>
                    <a:pt x="1030" y="15"/>
                    <a:pt x="1030" y="15"/>
                  </a:cubicBezTo>
                  <a:cubicBezTo>
                    <a:pt x="1024" y="14"/>
                    <a:pt x="1024" y="14"/>
                    <a:pt x="1024" y="14"/>
                  </a:cubicBezTo>
                  <a:cubicBezTo>
                    <a:pt x="1023" y="14"/>
                    <a:pt x="1023" y="14"/>
                    <a:pt x="1023" y="14"/>
                  </a:cubicBezTo>
                  <a:cubicBezTo>
                    <a:pt x="975" y="5"/>
                    <a:pt x="926" y="1"/>
                    <a:pt x="876" y="0"/>
                  </a:cubicBezTo>
                  <a:cubicBezTo>
                    <a:pt x="868" y="0"/>
                    <a:pt x="868" y="0"/>
                    <a:pt x="868" y="0"/>
                  </a:cubicBezTo>
                  <a:cubicBezTo>
                    <a:pt x="590" y="0"/>
                    <a:pt x="341" y="126"/>
                    <a:pt x="175" y="323"/>
                  </a:cubicBezTo>
                  <a:cubicBezTo>
                    <a:pt x="158" y="344"/>
                    <a:pt x="149" y="358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50" y="375"/>
                    <a:pt x="159" y="379"/>
                    <a:pt x="178" y="379"/>
                  </a:cubicBezTo>
                  <a:cubicBezTo>
                    <a:pt x="559" y="379"/>
                    <a:pt x="559" y="379"/>
                    <a:pt x="559" y="379"/>
                  </a:cubicBezTo>
                  <a:cubicBezTo>
                    <a:pt x="1261" y="379"/>
                    <a:pt x="1261" y="379"/>
                    <a:pt x="1261" y="379"/>
                  </a:cubicBezTo>
                  <a:cubicBezTo>
                    <a:pt x="1269" y="379"/>
                    <a:pt x="1278" y="382"/>
                    <a:pt x="1287" y="387"/>
                  </a:cubicBezTo>
                  <a:cubicBezTo>
                    <a:pt x="1294" y="391"/>
                    <a:pt x="1300" y="396"/>
                    <a:pt x="1304" y="402"/>
                  </a:cubicBezTo>
                  <a:cubicBezTo>
                    <a:pt x="1452" y="634"/>
                    <a:pt x="1452" y="634"/>
                    <a:pt x="1452" y="634"/>
                  </a:cubicBezTo>
                  <a:cubicBezTo>
                    <a:pt x="1455" y="638"/>
                    <a:pt x="1457" y="643"/>
                    <a:pt x="1459" y="648"/>
                  </a:cubicBezTo>
                  <a:cubicBezTo>
                    <a:pt x="1461" y="655"/>
                    <a:pt x="1461" y="655"/>
                    <a:pt x="1461" y="655"/>
                  </a:cubicBezTo>
                  <a:cubicBezTo>
                    <a:pt x="1461" y="656"/>
                    <a:pt x="1461" y="656"/>
                    <a:pt x="1461" y="656"/>
                  </a:cubicBezTo>
                  <a:cubicBezTo>
                    <a:pt x="1461" y="657"/>
                    <a:pt x="1461" y="657"/>
                    <a:pt x="1461" y="657"/>
                  </a:cubicBezTo>
                  <a:cubicBezTo>
                    <a:pt x="1463" y="664"/>
                    <a:pt x="1463" y="671"/>
                    <a:pt x="1463" y="677"/>
                  </a:cubicBezTo>
                  <a:cubicBezTo>
                    <a:pt x="1462" y="685"/>
                    <a:pt x="1462" y="685"/>
                    <a:pt x="1462" y="685"/>
                  </a:cubicBezTo>
                  <a:cubicBezTo>
                    <a:pt x="1372" y="1125"/>
                    <a:pt x="1372" y="1125"/>
                    <a:pt x="1372" y="1125"/>
                  </a:cubicBezTo>
                  <a:cubicBezTo>
                    <a:pt x="1322" y="1367"/>
                    <a:pt x="1322" y="1367"/>
                    <a:pt x="1322" y="1367"/>
                  </a:cubicBezTo>
                  <a:cubicBezTo>
                    <a:pt x="1319" y="1383"/>
                    <a:pt x="1304" y="1395"/>
                    <a:pt x="1289" y="1395"/>
                  </a:cubicBezTo>
                  <a:cubicBezTo>
                    <a:pt x="1046" y="1395"/>
                    <a:pt x="1046" y="1395"/>
                    <a:pt x="1046" y="1395"/>
                  </a:cubicBezTo>
                  <a:cubicBezTo>
                    <a:pt x="1030" y="1395"/>
                    <a:pt x="1011" y="1384"/>
                    <a:pt x="1002" y="1371"/>
                  </a:cubicBezTo>
                  <a:cubicBezTo>
                    <a:pt x="705" y="923"/>
                    <a:pt x="705" y="923"/>
                    <a:pt x="705" y="923"/>
                  </a:cubicBezTo>
                  <a:cubicBezTo>
                    <a:pt x="684" y="1030"/>
                    <a:pt x="684" y="1030"/>
                    <a:pt x="684" y="1030"/>
                  </a:cubicBezTo>
                  <a:cubicBezTo>
                    <a:pt x="615" y="1368"/>
                    <a:pt x="615" y="1368"/>
                    <a:pt x="615" y="1368"/>
                  </a:cubicBezTo>
                  <a:cubicBezTo>
                    <a:pt x="613" y="1380"/>
                    <a:pt x="602" y="1391"/>
                    <a:pt x="590" y="1394"/>
                  </a:cubicBezTo>
                  <a:cubicBezTo>
                    <a:pt x="590" y="1394"/>
                    <a:pt x="590" y="1394"/>
                    <a:pt x="590" y="1394"/>
                  </a:cubicBezTo>
                  <a:cubicBezTo>
                    <a:pt x="590" y="1395"/>
                    <a:pt x="590" y="1395"/>
                    <a:pt x="590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2" y="1396"/>
                    <a:pt x="582" y="1396"/>
                    <a:pt x="582" y="1396"/>
                  </a:cubicBezTo>
                  <a:cubicBezTo>
                    <a:pt x="581" y="1396"/>
                    <a:pt x="581" y="1396"/>
                    <a:pt x="581" y="1396"/>
                  </a:cubicBezTo>
                  <a:cubicBezTo>
                    <a:pt x="553" y="1396"/>
                    <a:pt x="553" y="1396"/>
                    <a:pt x="553" y="1396"/>
                  </a:cubicBezTo>
                  <a:cubicBezTo>
                    <a:pt x="403" y="1396"/>
                    <a:pt x="403" y="1396"/>
                    <a:pt x="403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1" y="1394"/>
                    <a:pt x="384" y="1389"/>
                    <a:pt x="382" y="1382"/>
                  </a:cubicBezTo>
                  <a:cubicBezTo>
                    <a:pt x="382" y="1382"/>
                    <a:pt x="382" y="1382"/>
                    <a:pt x="382" y="1382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1" y="1368"/>
                    <a:pt x="381" y="1368"/>
                    <a:pt x="381" y="1368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10" y="733"/>
                    <a:pt x="510" y="733"/>
                    <a:pt x="510" y="733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6" y="720"/>
                    <a:pt x="516" y="720"/>
                    <a:pt x="516" y="720"/>
                  </a:cubicBezTo>
                  <a:cubicBezTo>
                    <a:pt x="517" y="719"/>
                    <a:pt x="517" y="719"/>
                    <a:pt x="517" y="719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43" y="705"/>
                    <a:pt x="543" y="705"/>
                    <a:pt x="543" y="705"/>
                  </a:cubicBezTo>
                  <a:cubicBezTo>
                    <a:pt x="544" y="705"/>
                    <a:pt x="544" y="705"/>
                    <a:pt x="544" y="705"/>
                  </a:cubicBezTo>
                  <a:cubicBezTo>
                    <a:pt x="555" y="705"/>
                    <a:pt x="555" y="705"/>
                    <a:pt x="555" y="705"/>
                  </a:cubicBezTo>
                  <a:cubicBezTo>
                    <a:pt x="557" y="705"/>
                    <a:pt x="557" y="705"/>
                    <a:pt x="557" y="705"/>
                  </a:cubicBezTo>
                  <a:cubicBezTo>
                    <a:pt x="786" y="705"/>
                    <a:pt x="786" y="705"/>
                    <a:pt x="786" y="705"/>
                  </a:cubicBezTo>
                  <a:cubicBezTo>
                    <a:pt x="802" y="705"/>
                    <a:pt x="821" y="716"/>
                    <a:pt x="829" y="729"/>
                  </a:cubicBezTo>
                  <a:cubicBezTo>
                    <a:pt x="1127" y="1178"/>
                    <a:pt x="1127" y="1178"/>
                    <a:pt x="1127" y="1178"/>
                  </a:cubicBezTo>
                  <a:cubicBezTo>
                    <a:pt x="1244" y="590"/>
                    <a:pt x="1244" y="590"/>
                    <a:pt x="1244" y="590"/>
                  </a:cubicBezTo>
                  <a:cubicBezTo>
                    <a:pt x="557" y="590"/>
                    <a:pt x="557" y="590"/>
                    <a:pt x="557" y="590"/>
                  </a:cubicBezTo>
                  <a:cubicBezTo>
                    <a:pt x="555" y="590"/>
                    <a:pt x="555" y="590"/>
                    <a:pt x="555" y="590"/>
                  </a:cubicBezTo>
                  <a:cubicBezTo>
                    <a:pt x="475" y="590"/>
                    <a:pt x="475" y="590"/>
                    <a:pt x="475" y="590"/>
                  </a:cubicBezTo>
                  <a:cubicBezTo>
                    <a:pt x="435" y="590"/>
                    <a:pt x="395" y="593"/>
                    <a:pt x="357" y="600"/>
                  </a:cubicBezTo>
                  <a:cubicBezTo>
                    <a:pt x="162" y="632"/>
                    <a:pt x="0" y="756"/>
                    <a:pt x="0" y="1037"/>
                  </a:cubicBezTo>
                  <a:cubicBezTo>
                    <a:pt x="0" y="1321"/>
                    <a:pt x="239" y="1662"/>
                    <a:pt x="616" y="1772"/>
                  </a:cubicBezTo>
                  <a:cubicBezTo>
                    <a:pt x="694" y="1794"/>
                    <a:pt x="779" y="1807"/>
                    <a:pt x="868" y="1807"/>
                  </a:cubicBezTo>
                  <a:cubicBezTo>
                    <a:pt x="873" y="1807"/>
                    <a:pt x="873" y="1807"/>
                    <a:pt x="873" y="1807"/>
                  </a:cubicBezTo>
                  <a:cubicBezTo>
                    <a:pt x="1020" y="1806"/>
                    <a:pt x="1158" y="1770"/>
                    <a:pt x="1280" y="1707"/>
                  </a:cubicBezTo>
                  <a:cubicBezTo>
                    <a:pt x="1285" y="1705"/>
                    <a:pt x="1285" y="1705"/>
                    <a:pt x="1285" y="1705"/>
                  </a:cubicBezTo>
                  <a:cubicBezTo>
                    <a:pt x="1286" y="1704"/>
                    <a:pt x="1286" y="1704"/>
                    <a:pt x="1286" y="1704"/>
                  </a:cubicBezTo>
                  <a:cubicBezTo>
                    <a:pt x="1291" y="1702"/>
                    <a:pt x="1291" y="1702"/>
                    <a:pt x="1291" y="1702"/>
                  </a:cubicBezTo>
                  <a:cubicBezTo>
                    <a:pt x="1292" y="1701"/>
                    <a:pt x="1292" y="1701"/>
                    <a:pt x="1292" y="1701"/>
                  </a:cubicBezTo>
                  <a:cubicBezTo>
                    <a:pt x="1295" y="1699"/>
                    <a:pt x="1295" y="1699"/>
                    <a:pt x="1295" y="1699"/>
                  </a:cubicBezTo>
                  <a:cubicBezTo>
                    <a:pt x="1297" y="1698"/>
                    <a:pt x="1297" y="1698"/>
                    <a:pt x="1297" y="1698"/>
                  </a:cubicBezTo>
                  <a:cubicBezTo>
                    <a:pt x="1301" y="1696"/>
                    <a:pt x="1301" y="1696"/>
                    <a:pt x="1301" y="1696"/>
                  </a:cubicBezTo>
                  <a:cubicBezTo>
                    <a:pt x="1302" y="1695"/>
                    <a:pt x="1302" y="1695"/>
                    <a:pt x="1302" y="1695"/>
                  </a:cubicBezTo>
                  <a:cubicBezTo>
                    <a:pt x="1306" y="1693"/>
                    <a:pt x="1306" y="1693"/>
                    <a:pt x="1306" y="1693"/>
                  </a:cubicBezTo>
                  <a:cubicBezTo>
                    <a:pt x="1307" y="1693"/>
                    <a:pt x="1307" y="1693"/>
                    <a:pt x="1307" y="1693"/>
                  </a:cubicBezTo>
                  <a:cubicBezTo>
                    <a:pt x="1311" y="1690"/>
                    <a:pt x="1311" y="1690"/>
                    <a:pt x="1311" y="1690"/>
                  </a:cubicBezTo>
                  <a:cubicBezTo>
                    <a:pt x="1313" y="1689"/>
                    <a:pt x="1313" y="1689"/>
                    <a:pt x="1313" y="1689"/>
                  </a:cubicBezTo>
                  <a:cubicBezTo>
                    <a:pt x="1317" y="1687"/>
                    <a:pt x="1317" y="1687"/>
                    <a:pt x="1317" y="1687"/>
                  </a:cubicBezTo>
                  <a:cubicBezTo>
                    <a:pt x="1318" y="1687"/>
                    <a:pt x="1318" y="1687"/>
                    <a:pt x="1318" y="1687"/>
                  </a:cubicBezTo>
                  <a:cubicBezTo>
                    <a:pt x="1322" y="1684"/>
                    <a:pt x="1322" y="1684"/>
                    <a:pt x="1322" y="1684"/>
                  </a:cubicBezTo>
                  <a:cubicBezTo>
                    <a:pt x="1323" y="1684"/>
                    <a:pt x="1323" y="1684"/>
                    <a:pt x="1323" y="1684"/>
                  </a:cubicBezTo>
                  <a:cubicBezTo>
                    <a:pt x="1327" y="1681"/>
                    <a:pt x="1327" y="1681"/>
                    <a:pt x="1327" y="1681"/>
                  </a:cubicBezTo>
                  <a:cubicBezTo>
                    <a:pt x="1329" y="1680"/>
                    <a:pt x="1329" y="1680"/>
                    <a:pt x="1329" y="1680"/>
                  </a:cubicBezTo>
                  <a:cubicBezTo>
                    <a:pt x="1332" y="1678"/>
                    <a:pt x="1332" y="1678"/>
                    <a:pt x="1332" y="1678"/>
                  </a:cubicBezTo>
                  <a:cubicBezTo>
                    <a:pt x="1333" y="1677"/>
                    <a:pt x="1333" y="1677"/>
                    <a:pt x="1333" y="1677"/>
                  </a:cubicBezTo>
                  <a:cubicBezTo>
                    <a:pt x="1338" y="1675"/>
                    <a:pt x="1338" y="1675"/>
                    <a:pt x="1338" y="1675"/>
                  </a:cubicBezTo>
                  <a:cubicBezTo>
                    <a:pt x="1339" y="1674"/>
                    <a:pt x="1339" y="1674"/>
                    <a:pt x="1339" y="1674"/>
                  </a:cubicBezTo>
                  <a:cubicBezTo>
                    <a:pt x="1343" y="1672"/>
                    <a:pt x="1343" y="1672"/>
                    <a:pt x="1343" y="1672"/>
                  </a:cubicBezTo>
                  <a:cubicBezTo>
                    <a:pt x="1343" y="1671"/>
                    <a:pt x="1343" y="1671"/>
                    <a:pt x="1343" y="1671"/>
                  </a:cubicBezTo>
                  <a:cubicBezTo>
                    <a:pt x="1348" y="1669"/>
                    <a:pt x="1348" y="1669"/>
                    <a:pt x="1348" y="1669"/>
                  </a:cubicBezTo>
                  <a:cubicBezTo>
                    <a:pt x="1349" y="1668"/>
                    <a:pt x="1349" y="1668"/>
                    <a:pt x="1349" y="1668"/>
                  </a:cubicBezTo>
                  <a:cubicBezTo>
                    <a:pt x="1353" y="1665"/>
                    <a:pt x="1353" y="1665"/>
                    <a:pt x="1353" y="1665"/>
                  </a:cubicBezTo>
                  <a:cubicBezTo>
                    <a:pt x="1354" y="1665"/>
                    <a:pt x="1354" y="1665"/>
                    <a:pt x="1354" y="1665"/>
                  </a:cubicBezTo>
                  <a:cubicBezTo>
                    <a:pt x="1358" y="1662"/>
                    <a:pt x="1358" y="1662"/>
                    <a:pt x="1358" y="1662"/>
                  </a:cubicBezTo>
                  <a:cubicBezTo>
                    <a:pt x="1359" y="1661"/>
                    <a:pt x="1359" y="1661"/>
                    <a:pt x="1359" y="1661"/>
                  </a:cubicBezTo>
                  <a:cubicBezTo>
                    <a:pt x="1363" y="1659"/>
                    <a:pt x="1363" y="1659"/>
                    <a:pt x="1363" y="1659"/>
                  </a:cubicBezTo>
                  <a:cubicBezTo>
                    <a:pt x="1364" y="1658"/>
                    <a:pt x="1364" y="1658"/>
                    <a:pt x="1364" y="1658"/>
                  </a:cubicBezTo>
                  <a:cubicBezTo>
                    <a:pt x="1368" y="1655"/>
                    <a:pt x="1368" y="1655"/>
                    <a:pt x="1368" y="1655"/>
                  </a:cubicBezTo>
                  <a:cubicBezTo>
                    <a:pt x="1369" y="1655"/>
                    <a:pt x="1369" y="1655"/>
                    <a:pt x="1369" y="1655"/>
                  </a:cubicBezTo>
                  <a:cubicBezTo>
                    <a:pt x="1373" y="1652"/>
                    <a:pt x="1373" y="1652"/>
                    <a:pt x="1373" y="1652"/>
                  </a:cubicBezTo>
                  <a:cubicBezTo>
                    <a:pt x="1374" y="1651"/>
                    <a:pt x="1374" y="1651"/>
                    <a:pt x="1374" y="1651"/>
                  </a:cubicBezTo>
                  <a:cubicBezTo>
                    <a:pt x="1378" y="1648"/>
                    <a:pt x="1378" y="1648"/>
                    <a:pt x="1378" y="1648"/>
                  </a:cubicBezTo>
                  <a:cubicBezTo>
                    <a:pt x="1379" y="1648"/>
                    <a:pt x="1379" y="1648"/>
                    <a:pt x="1379" y="1648"/>
                  </a:cubicBezTo>
                  <a:cubicBezTo>
                    <a:pt x="1383" y="1645"/>
                    <a:pt x="1383" y="1645"/>
                    <a:pt x="1383" y="1645"/>
                  </a:cubicBezTo>
                  <a:cubicBezTo>
                    <a:pt x="1384" y="1645"/>
                    <a:pt x="1384" y="1645"/>
                    <a:pt x="1384" y="1645"/>
                  </a:cubicBezTo>
                  <a:cubicBezTo>
                    <a:pt x="1388" y="1642"/>
                    <a:pt x="1388" y="1642"/>
                    <a:pt x="1388" y="1642"/>
                  </a:cubicBezTo>
                  <a:cubicBezTo>
                    <a:pt x="1389" y="1641"/>
                    <a:pt x="1389" y="1641"/>
                    <a:pt x="1389" y="1641"/>
                  </a:cubicBezTo>
                  <a:cubicBezTo>
                    <a:pt x="1393" y="1638"/>
                    <a:pt x="1393" y="1638"/>
                    <a:pt x="1393" y="1638"/>
                  </a:cubicBezTo>
                  <a:cubicBezTo>
                    <a:pt x="1394" y="1638"/>
                    <a:pt x="1394" y="1638"/>
                    <a:pt x="1394" y="1638"/>
                  </a:cubicBezTo>
                  <a:cubicBezTo>
                    <a:pt x="1398" y="1635"/>
                    <a:pt x="1398" y="1635"/>
                    <a:pt x="1398" y="1635"/>
                  </a:cubicBezTo>
                  <a:cubicBezTo>
                    <a:pt x="1399" y="1634"/>
                    <a:pt x="1399" y="1634"/>
                    <a:pt x="1399" y="1634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8" y="1628"/>
                    <a:pt x="1408" y="1628"/>
                    <a:pt x="1408" y="1628"/>
                  </a:cubicBezTo>
                  <a:cubicBezTo>
                    <a:pt x="1408" y="1627"/>
                    <a:pt x="1408" y="1627"/>
                    <a:pt x="1408" y="1627"/>
                  </a:cubicBezTo>
                  <a:cubicBezTo>
                    <a:pt x="1417" y="1620"/>
                    <a:pt x="1417" y="1620"/>
                    <a:pt x="1417" y="1620"/>
                  </a:cubicBezTo>
                  <a:cubicBezTo>
                    <a:pt x="1418" y="1620"/>
                    <a:pt x="1418" y="1620"/>
                    <a:pt x="1418" y="1620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74" y="1573"/>
                    <a:pt x="1485" y="1563"/>
                    <a:pt x="1495" y="1554"/>
                  </a:cubicBezTo>
                  <a:cubicBezTo>
                    <a:pt x="1495" y="1553"/>
                    <a:pt x="1495" y="1553"/>
                    <a:pt x="1495" y="1553"/>
                  </a:cubicBezTo>
                  <a:cubicBezTo>
                    <a:pt x="1503" y="1545"/>
                    <a:pt x="1503" y="1545"/>
                    <a:pt x="1503" y="1545"/>
                  </a:cubicBezTo>
                  <a:cubicBezTo>
                    <a:pt x="1504" y="1545"/>
                    <a:pt x="1504" y="1545"/>
                    <a:pt x="1504" y="1545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12" y="1537"/>
                    <a:pt x="1512" y="1537"/>
                    <a:pt x="1512" y="1537"/>
                  </a:cubicBezTo>
                  <a:cubicBezTo>
                    <a:pt x="1512" y="1536"/>
                    <a:pt x="1512" y="1536"/>
                    <a:pt x="1512" y="1536"/>
                  </a:cubicBezTo>
                  <a:cubicBezTo>
                    <a:pt x="1516" y="1533"/>
                    <a:pt x="1516" y="1533"/>
                    <a:pt x="1516" y="1533"/>
                  </a:cubicBezTo>
                  <a:cubicBezTo>
                    <a:pt x="1516" y="1532"/>
                    <a:pt x="1516" y="1532"/>
                    <a:pt x="1516" y="1532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4" y="1524"/>
                    <a:pt x="1524" y="1524"/>
                    <a:pt x="1524" y="1524"/>
                  </a:cubicBezTo>
                  <a:cubicBezTo>
                    <a:pt x="1525" y="1523"/>
                    <a:pt x="1525" y="1523"/>
                    <a:pt x="1525" y="1523"/>
                  </a:cubicBezTo>
                  <a:cubicBezTo>
                    <a:pt x="1528" y="1519"/>
                    <a:pt x="1528" y="1519"/>
                    <a:pt x="1528" y="1519"/>
                  </a:cubicBezTo>
                  <a:cubicBezTo>
                    <a:pt x="1529" y="1519"/>
                    <a:pt x="1529" y="1519"/>
                    <a:pt x="1529" y="1519"/>
                  </a:cubicBezTo>
                  <a:cubicBezTo>
                    <a:pt x="1532" y="1516"/>
                    <a:pt x="1532" y="1516"/>
                    <a:pt x="1532" y="1516"/>
                  </a:cubicBezTo>
                  <a:cubicBezTo>
                    <a:pt x="1533" y="1514"/>
                    <a:pt x="1533" y="1514"/>
                    <a:pt x="1533" y="1514"/>
                  </a:cubicBezTo>
                  <a:cubicBezTo>
                    <a:pt x="1536" y="1511"/>
                    <a:pt x="1536" y="1511"/>
                    <a:pt x="1536" y="1511"/>
                  </a:cubicBezTo>
                  <a:cubicBezTo>
                    <a:pt x="1538" y="1509"/>
                    <a:pt x="1538" y="1509"/>
                    <a:pt x="1538" y="1509"/>
                  </a:cubicBezTo>
                  <a:cubicBezTo>
                    <a:pt x="1539" y="1507"/>
                    <a:pt x="1539" y="1507"/>
                    <a:pt x="1539" y="1507"/>
                  </a:cubicBezTo>
                  <a:cubicBezTo>
                    <a:pt x="1543" y="1504"/>
                    <a:pt x="1543" y="1504"/>
                    <a:pt x="1543" y="1504"/>
                  </a:cubicBezTo>
                  <a:cubicBezTo>
                    <a:pt x="1544" y="1502"/>
                    <a:pt x="1544" y="1502"/>
                    <a:pt x="1544" y="1502"/>
                  </a:cubicBezTo>
                  <a:cubicBezTo>
                    <a:pt x="1546" y="1500"/>
                    <a:pt x="1546" y="1500"/>
                    <a:pt x="1546" y="1500"/>
                  </a:cubicBezTo>
                  <a:cubicBezTo>
                    <a:pt x="1547" y="1499"/>
                    <a:pt x="1547" y="1499"/>
                    <a:pt x="1547" y="1499"/>
                  </a:cubicBezTo>
                  <a:cubicBezTo>
                    <a:pt x="1655" y="1376"/>
                    <a:pt x="1730" y="1224"/>
                    <a:pt x="1758" y="1056"/>
                  </a:cubicBezTo>
                  <a:cubicBezTo>
                    <a:pt x="1758" y="1056"/>
                    <a:pt x="1758" y="1056"/>
                    <a:pt x="1758" y="1056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1" y="1037"/>
                    <a:pt x="1761" y="1037"/>
                    <a:pt x="1761" y="1037"/>
                  </a:cubicBezTo>
                  <a:cubicBezTo>
                    <a:pt x="1761" y="1036"/>
                    <a:pt x="1761" y="1036"/>
                    <a:pt x="1761" y="1036"/>
                  </a:cubicBezTo>
                  <a:cubicBezTo>
                    <a:pt x="1762" y="1033"/>
                    <a:pt x="1762" y="1033"/>
                    <a:pt x="1762" y="1033"/>
                  </a:cubicBezTo>
                  <a:cubicBezTo>
                    <a:pt x="1762" y="1032"/>
                    <a:pt x="1762" y="1032"/>
                    <a:pt x="1762" y="1032"/>
                  </a:cubicBezTo>
                  <a:cubicBezTo>
                    <a:pt x="1762" y="1029"/>
                    <a:pt x="1762" y="1029"/>
                    <a:pt x="1762" y="1029"/>
                  </a:cubicBezTo>
                  <a:cubicBezTo>
                    <a:pt x="1763" y="1028"/>
                    <a:pt x="1763" y="1028"/>
                    <a:pt x="1763" y="1028"/>
                  </a:cubicBezTo>
                  <a:cubicBezTo>
                    <a:pt x="1763" y="1025"/>
                    <a:pt x="1763" y="1025"/>
                    <a:pt x="1763" y="1025"/>
                  </a:cubicBezTo>
                  <a:cubicBezTo>
                    <a:pt x="1763" y="1024"/>
                    <a:pt x="1763" y="1024"/>
                    <a:pt x="1763" y="1024"/>
                  </a:cubicBezTo>
                  <a:cubicBezTo>
                    <a:pt x="1764" y="1014"/>
                    <a:pt x="1764" y="1014"/>
                    <a:pt x="1764" y="1014"/>
                  </a:cubicBezTo>
                  <a:cubicBezTo>
                    <a:pt x="1765" y="1012"/>
                    <a:pt x="1765" y="1012"/>
                    <a:pt x="1765" y="1012"/>
                  </a:cubicBezTo>
                  <a:cubicBezTo>
                    <a:pt x="1765" y="1010"/>
                    <a:pt x="1765" y="1010"/>
                    <a:pt x="1765" y="1010"/>
                  </a:cubicBezTo>
                  <a:cubicBezTo>
                    <a:pt x="1765" y="1008"/>
                    <a:pt x="1765" y="1008"/>
                    <a:pt x="1765" y="1008"/>
                  </a:cubicBezTo>
                  <a:cubicBezTo>
                    <a:pt x="1765" y="1005"/>
                    <a:pt x="1765" y="1005"/>
                    <a:pt x="1765" y="1005"/>
                  </a:cubicBezTo>
                  <a:cubicBezTo>
                    <a:pt x="1766" y="1004"/>
                    <a:pt x="1766" y="1004"/>
                    <a:pt x="1766" y="1004"/>
                  </a:cubicBezTo>
                  <a:cubicBezTo>
                    <a:pt x="1766" y="1001"/>
                    <a:pt x="1766" y="1001"/>
                    <a:pt x="1766" y="1001"/>
                  </a:cubicBezTo>
                  <a:cubicBezTo>
                    <a:pt x="1766" y="999"/>
                    <a:pt x="1766" y="999"/>
                    <a:pt x="1766" y="999"/>
                  </a:cubicBezTo>
                  <a:cubicBezTo>
                    <a:pt x="1767" y="994"/>
                    <a:pt x="1767" y="994"/>
                    <a:pt x="1767" y="994"/>
                  </a:cubicBezTo>
                  <a:cubicBezTo>
                    <a:pt x="1767" y="993"/>
                    <a:pt x="1767" y="993"/>
                    <a:pt x="1767" y="993"/>
                  </a:cubicBezTo>
                  <a:cubicBezTo>
                    <a:pt x="1767" y="990"/>
                    <a:pt x="1767" y="990"/>
                    <a:pt x="1767" y="990"/>
                  </a:cubicBezTo>
                  <a:cubicBezTo>
                    <a:pt x="1767" y="988"/>
                    <a:pt x="1767" y="988"/>
                    <a:pt x="1767" y="988"/>
                  </a:cubicBezTo>
                  <a:cubicBezTo>
                    <a:pt x="1767" y="986"/>
                    <a:pt x="1767" y="986"/>
                    <a:pt x="1767" y="986"/>
                  </a:cubicBezTo>
                  <a:cubicBezTo>
                    <a:pt x="1768" y="984"/>
                    <a:pt x="1768" y="984"/>
                    <a:pt x="1768" y="984"/>
                  </a:cubicBezTo>
                  <a:cubicBezTo>
                    <a:pt x="1768" y="981"/>
                    <a:pt x="1768" y="981"/>
                    <a:pt x="1768" y="981"/>
                  </a:cubicBezTo>
                  <a:cubicBezTo>
                    <a:pt x="1768" y="979"/>
                    <a:pt x="1768" y="979"/>
                    <a:pt x="1768" y="979"/>
                  </a:cubicBezTo>
                  <a:cubicBezTo>
                    <a:pt x="1768" y="977"/>
                    <a:pt x="1768" y="977"/>
                    <a:pt x="1768" y="977"/>
                  </a:cubicBezTo>
                  <a:cubicBezTo>
                    <a:pt x="1768" y="974"/>
                    <a:pt x="1768" y="974"/>
                    <a:pt x="1768" y="974"/>
                  </a:cubicBezTo>
                  <a:cubicBezTo>
                    <a:pt x="1769" y="971"/>
                    <a:pt x="1769" y="971"/>
                    <a:pt x="1769" y="971"/>
                  </a:cubicBezTo>
                  <a:cubicBezTo>
                    <a:pt x="1769" y="968"/>
                    <a:pt x="1769" y="968"/>
                    <a:pt x="1769" y="968"/>
                  </a:cubicBezTo>
                  <a:cubicBezTo>
                    <a:pt x="1769" y="966"/>
                    <a:pt x="1769" y="966"/>
                    <a:pt x="1769" y="966"/>
                  </a:cubicBezTo>
                  <a:cubicBezTo>
                    <a:pt x="1769" y="964"/>
                    <a:pt x="1769" y="964"/>
                    <a:pt x="1769" y="964"/>
                  </a:cubicBezTo>
                  <a:cubicBezTo>
                    <a:pt x="1769" y="962"/>
                    <a:pt x="1769" y="962"/>
                    <a:pt x="1769" y="962"/>
                  </a:cubicBezTo>
                  <a:cubicBezTo>
                    <a:pt x="1769" y="959"/>
                    <a:pt x="1769" y="959"/>
                    <a:pt x="1769" y="959"/>
                  </a:cubicBezTo>
                  <a:cubicBezTo>
                    <a:pt x="1769" y="957"/>
                    <a:pt x="1769" y="957"/>
                    <a:pt x="1769" y="957"/>
                  </a:cubicBezTo>
                  <a:cubicBezTo>
                    <a:pt x="1770" y="954"/>
                    <a:pt x="1770" y="954"/>
                    <a:pt x="1770" y="954"/>
                  </a:cubicBezTo>
                  <a:cubicBezTo>
                    <a:pt x="1770" y="953"/>
                    <a:pt x="1770" y="953"/>
                    <a:pt x="1770" y="953"/>
                  </a:cubicBezTo>
                  <a:cubicBezTo>
                    <a:pt x="1770" y="948"/>
                    <a:pt x="1770" y="948"/>
                    <a:pt x="1770" y="948"/>
                  </a:cubicBezTo>
                  <a:cubicBezTo>
                    <a:pt x="1770" y="947"/>
                    <a:pt x="1770" y="947"/>
                    <a:pt x="1770" y="947"/>
                  </a:cubicBezTo>
                  <a:cubicBezTo>
                    <a:pt x="1770" y="944"/>
                    <a:pt x="1770" y="944"/>
                    <a:pt x="1770" y="944"/>
                  </a:cubicBezTo>
                  <a:cubicBezTo>
                    <a:pt x="1770" y="942"/>
                    <a:pt x="1770" y="942"/>
                    <a:pt x="1770" y="942"/>
                  </a:cubicBezTo>
                  <a:cubicBezTo>
                    <a:pt x="1770" y="939"/>
                    <a:pt x="1770" y="939"/>
                    <a:pt x="1770" y="939"/>
                  </a:cubicBezTo>
                  <a:cubicBezTo>
                    <a:pt x="1771" y="937"/>
                    <a:pt x="1771" y="937"/>
                    <a:pt x="1771" y="937"/>
                  </a:cubicBezTo>
                  <a:cubicBezTo>
                    <a:pt x="1771" y="934"/>
                    <a:pt x="1771" y="934"/>
                    <a:pt x="1771" y="934"/>
                  </a:cubicBezTo>
                  <a:cubicBezTo>
                    <a:pt x="1771" y="933"/>
                    <a:pt x="1771" y="933"/>
                    <a:pt x="1771" y="933"/>
                  </a:cubicBezTo>
                  <a:cubicBezTo>
                    <a:pt x="1771" y="929"/>
                    <a:pt x="1771" y="929"/>
                    <a:pt x="1771" y="929"/>
                  </a:cubicBezTo>
                  <a:cubicBezTo>
                    <a:pt x="1771" y="928"/>
                    <a:pt x="1771" y="928"/>
                    <a:pt x="1771" y="928"/>
                  </a:cubicBezTo>
                  <a:cubicBezTo>
                    <a:pt x="1771" y="924"/>
                    <a:pt x="1771" y="924"/>
                    <a:pt x="1771" y="924"/>
                  </a:cubicBezTo>
                  <a:cubicBezTo>
                    <a:pt x="1771" y="922"/>
                    <a:pt x="1771" y="922"/>
                    <a:pt x="1771" y="922"/>
                  </a:cubicBezTo>
                  <a:cubicBezTo>
                    <a:pt x="1771" y="919"/>
                    <a:pt x="1771" y="919"/>
                    <a:pt x="1771" y="919"/>
                  </a:cubicBezTo>
                  <a:cubicBezTo>
                    <a:pt x="1771" y="917"/>
                    <a:pt x="1771" y="917"/>
                    <a:pt x="1771" y="917"/>
                  </a:cubicBezTo>
                  <a:cubicBezTo>
                    <a:pt x="1771" y="914"/>
                    <a:pt x="1771" y="914"/>
                    <a:pt x="1771" y="914"/>
                  </a:cubicBezTo>
                  <a:cubicBezTo>
                    <a:pt x="1771" y="913"/>
                    <a:pt x="1771" y="913"/>
                    <a:pt x="1771" y="913"/>
                  </a:cubicBezTo>
                  <a:cubicBezTo>
                    <a:pt x="1771" y="910"/>
                    <a:pt x="1771" y="910"/>
                    <a:pt x="1771" y="910"/>
                  </a:cubicBezTo>
                  <a:cubicBezTo>
                    <a:pt x="1771" y="908"/>
                    <a:pt x="1771" y="908"/>
                    <a:pt x="1771" y="908"/>
                  </a:cubicBezTo>
                  <a:cubicBezTo>
                    <a:pt x="1771" y="898"/>
                    <a:pt x="1771" y="898"/>
                    <a:pt x="1771" y="898"/>
                  </a:cubicBezTo>
                  <a:cubicBezTo>
                    <a:pt x="1771" y="897"/>
                    <a:pt x="1771" y="897"/>
                    <a:pt x="1771" y="897"/>
                  </a:cubicBezTo>
                  <a:lnTo>
                    <a:pt x="1771" y="893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 sz="1350" dirty="0"/>
            </a:p>
          </p:txBody>
        </p:sp>
        <p:grpSp>
          <p:nvGrpSpPr>
            <p:cNvPr id="30" name="Groep 29"/>
            <p:cNvGrpSpPr>
              <a:grpSpLocks noSelect="1"/>
            </p:cNvGrpSpPr>
            <p:nvPr userDrawn="1"/>
          </p:nvGrpSpPr>
          <p:grpSpPr bwMode="gray">
            <a:xfrm>
              <a:off x="0" y="0"/>
              <a:ext cx="561975" cy="572770"/>
              <a:chOff x="902335" y="290830"/>
              <a:chExt cx="561975" cy="572770"/>
            </a:xfrm>
          </p:grpSpPr>
          <p:sp>
            <p:nvSpPr>
              <p:cNvPr id="31" name="Freeform 5"/>
              <p:cNvSpPr>
                <a:spLocks noSelect="1"/>
              </p:cNvSpPr>
              <p:nvPr userDrawn="1"/>
            </p:nvSpPr>
            <p:spPr bwMode="gray">
              <a:xfrm>
                <a:off x="984250" y="534035"/>
                <a:ext cx="77470" cy="199390"/>
              </a:xfrm>
              <a:custGeom>
                <a:avLst/>
                <a:gdLst>
                  <a:gd name="T0" fmla="*/ 155 w 244"/>
                  <a:gd name="T1" fmla="*/ 0 h 629"/>
                  <a:gd name="T2" fmla="*/ 120 w 244"/>
                  <a:gd name="T3" fmla="*/ 28 h 629"/>
                  <a:gd name="T4" fmla="*/ 0 w 244"/>
                  <a:gd name="T5" fmla="*/ 601 h 629"/>
                  <a:gd name="T6" fmla="*/ 0 w 244"/>
                  <a:gd name="T7" fmla="*/ 606 h 629"/>
                  <a:gd name="T8" fmla="*/ 0 w 244"/>
                  <a:gd name="T9" fmla="*/ 607 h 629"/>
                  <a:gd name="T10" fmla="*/ 23 w 244"/>
                  <a:gd name="T11" fmla="*/ 629 h 629"/>
                  <a:gd name="T12" fmla="*/ 145 w 244"/>
                  <a:gd name="T13" fmla="*/ 629 h 629"/>
                  <a:gd name="T14" fmla="*/ 144 w 244"/>
                  <a:gd name="T15" fmla="*/ 629 h 629"/>
                  <a:gd name="T16" fmla="*/ 144 w 244"/>
                  <a:gd name="T17" fmla="*/ 629 h 629"/>
                  <a:gd name="T18" fmla="*/ 143 w 244"/>
                  <a:gd name="T19" fmla="*/ 629 h 629"/>
                  <a:gd name="T20" fmla="*/ 143 w 244"/>
                  <a:gd name="T21" fmla="*/ 629 h 629"/>
                  <a:gd name="T22" fmla="*/ 143 w 244"/>
                  <a:gd name="T23" fmla="*/ 629 h 629"/>
                  <a:gd name="T24" fmla="*/ 142 w 244"/>
                  <a:gd name="T25" fmla="*/ 629 h 629"/>
                  <a:gd name="T26" fmla="*/ 142 w 244"/>
                  <a:gd name="T27" fmla="*/ 629 h 629"/>
                  <a:gd name="T28" fmla="*/ 142 w 244"/>
                  <a:gd name="T29" fmla="*/ 629 h 629"/>
                  <a:gd name="T30" fmla="*/ 141 w 244"/>
                  <a:gd name="T31" fmla="*/ 629 h 629"/>
                  <a:gd name="T32" fmla="*/ 141 w 244"/>
                  <a:gd name="T33" fmla="*/ 629 h 629"/>
                  <a:gd name="T34" fmla="*/ 141 w 244"/>
                  <a:gd name="T35" fmla="*/ 629 h 629"/>
                  <a:gd name="T36" fmla="*/ 141 w 244"/>
                  <a:gd name="T37" fmla="*/ 629 h 629"/>
                  <a:gd name="T38" fmla="*/ 123 w 244"/>
                  <a:gd name="T39" fmla="*/ 615 h 629"/>
                  <a:gd name="T40" fmla="*/ 123 w 244"/>
                  <a:gd name="T41" fmla="*/ 615 h 629"/>
                  <a:gd name="T42" fmla="*/ 123 w 244"/>
                  <a:gd name="T43" fmla="*/ 614 h 629"/>
                  <a:gd name="T44" fmla="*/ 123 w 244"/>
                  <a:gd name="T45" fmla="*/ 614 h 629"/>
                  <a:gd name="T46" fmla="*/ 122 w 244"/>
                  <a:gd name="T47" fmla="*/ 613 h 629"/>
                  <a:gd name="T48" fmla="*/ 122 w 244"/>
                  <a:gd name="T49" fmla="*/ 613 h 629"/>
                  <a:gd name="T50" fmla="*/ 122 w 244"/>
                  <a:gd name="T51" fmla="*/ 613 h 629"/>
                  <a:gd name="T52" fmla="*/ 122 w 244"/>
                  <a:gd name="T53" fmla="*/ 612 h 629"/>
                  <a:gd name="T54" fmla="*/ 122 w 244"/>
                  <a:gd name="T55" fmla="*/ 612 h 629"/>
                  <a:gd name="T56" fmla="*/ 122 w 244"/>
                  <a:gd name="T57" fmla="*/ 612 h 629"/>
                  <a:gd name="T58" fmla="*/ 122 w 244"/>
                  <a:gd name="T59" fmla="*/ 612 h 629"/>
                  <a:gd name="T60" fmla="*/ 122 w 244"/>
                  <a:gd name="T61" fmla="*/ 605 h 629"/>
                  <a:gd name="T62" fmla="*/ 122 w 244"/>
                  <a:gd name="T63" fmla="*/ 605 h 629"/>
                  <a:gd name="T64" fmla="*/ 122 w 244"/>
                  <a:gd name="T65" fmla="*/ 605 h 629"/>
                  <a:gd name="T66" fmla="*/ 122 w 244"/>
                  <a:gd name="T67" fmla="*/ 602 h 629"/>
                  <a:gd name="T68" fmla="*/ 244 w 244"/>
                  <a:gd name="T69" fmla="*/ 0 h 629"/>
                  <a:gd name="T70" fmla="*/ 155 w 244"/>
                  <a:gd name="T71" fmla="*/ 0 h 6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4" h="629">
                    <a:moveTo>
                      <a:pt x="155" y="0"/>
                    </a:moveTo>
                    <a:cubicBezTo>
                      <a:pt x="139" y="0"/>
                      <a:pt x="123" y="13"/>
                      <a:pt x="120" y="28"/>
                    </a:cubicBezTo>
                    <a:cubicBezTo>
                      <a:pt x="0" y="601"/>
                      <a:pt x="0" y="601"/>
                      <a:pt x="0" y="601"/>
                    </a:cubicBezTo>
                    <a:cubicBezTo>
                      <a:pt x="0" y="606"/>
                      <a:pt x="0" y="606"/>
                      <a:pt x="0" y="606"/>
                    </a:cubicBezTo>
                    <a:cubicBezTo>
                      <a:pt x="0" y="607"/>
                      <a:pt x="0" y="607"/>
                      <a:pt x="0" y="607"/>
                    </a:cubicBezTo>
                    <a:cubicBezTo>
                      <a:pt x="0" y="620"/>
                      <a:pt x="10" y="629"/>
                      <a:pt x="23" y="629"/>
                    </a:cubicBezTo>
                    <a:cubicBezTo>
                      <a:pt x="145" y="629"/>
                      <a:pt x="145" y="629"/>
                      <a:pt x="145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32" y="628"/>
                      <a:pt x="126" y="623"/>
                      <a:pt x="123" y="615"/>
                    </a:cubicBezTo>
                    <a:cubicBezTo>
                      <a:pt x="123" y="615"/>
                      <a:pt x="123" y="615"/>
                      <a:pt x="123" y="615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2"/>
                      <a:pt x="122" y="602"/>
                      <a:pt x="122" y="602"/>
                    </a:cubicBezTo>
                    <a:cubicBezTo>
                      <a:pt x="244" y="0"/>
                      <a:pt x="244" y="0"/>
                      <a:pt x="244" y="0"/>
                    </a:cubicBezTo>
                    <a:lnTo>
                      <a:pt x="155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2" name="Freeform 6"/>
              <p:cNvSpPr>
                <a:spLocks noSelect="1"/>
              </p:cNvSpPr>
              <p:nvPr userDrawn="1"/>
            </p:nvSpPr>
            <p:spPr bwMode="gray">
              <a:xfrm>
                <a:off x="1078865" y="478155"/>
                <a:ext cx="218440" cy="186055"/>
              </a:xfrm>
              <a:custGeom>
                <a:avLst/>
                <a:gdLst>
                  <a:gd name="T0" fmla="*/ 0 w 687"/>
                  <a:gd name="T1" fmla="*/ 0 h 587"/>
                  <a:gd name="T2" fmla="*/ 0 w 687"/>
                  <a:gd name="T3" fmla="*/ 115 h 587"/>
                  <a:gd name="T4" fmla="*/ 229 w 687"/>
                  <a:gd name="T5" fmla="*/ 115 h 587"/>
                  <a:gd name="T6" fmla="*/ 272 w 687"/>
                  <a:gd name="T7" fmla="*/ 139 h 587"/>
                  <a:gd name="T8" fmla="*/ 569 w 687"/>
                  <a:gd name="T9" fmla="*/ 587 h 587"/>
                  <a:gd name="T10" fmla="*/ 687 w 687"/>
                  <a:gd name="T11" fmla="*/ 0 h 587"/>
                  <a:gd name="T12" fmla="*/ 0 w 687"/>
                  <a:gd name="T13" fmla="*/ 0 h 5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7" h="587">
                    <a:moveTo>
                      <a:pt x="0" y="0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229" y="115"/>
                      <a:pt x="229" y="115"/>
                      <a:pt x="229" y="115"/>
                    </a:cubicBezTo>
                    <a:cubicBezTo>
                      <a:pt x="244" y="115"/>
                      <a:pt x="264" y="126"/>
                      <a:pt x="272" y="139"/>
                    </a:cubicBezTo>
                    <a:cubicBezTo>
                      <a:pt x="569" y="587"/>
                      <a:pt x="569" y="587"/>
                      <a:pt x="569" y="587"/>
                    </a:cubicBezTo>
                    <a:cubicBezTo>
                      <a:pt x="687" y="0"/>
                      <a:pt x="687" y="0"/>
                      <a:pt x="68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3" name="Freeform 7"/>
              <p:cNvSpPr>
                <a:spLocks noSelect="1"/>
              </p:cNvSpPr>
              <p:nvPr userDrawn="1"/>
            </p:nvSpPr>
            <p:spPr bwMode="gray">
              <a:xfrm>
                <a:off x="902335" y="478155"/>
                <a:ext cx="406400" cy="385445"/>
              </a:xfrm>
              <a:custGeom>
                <a:avLst/>
                <a:gdLst>
                  <a:gd name="T0" fmla="*/ 555 w 1280"/>
                  <a:gd name="T1" fmla="*/ 0 h 1216"/>
                  <a:gd name="T2" fmla="*/ 475 w 1280"/>
                  <a:gd name="T3" fmla="*/ 0 h 1216"/>
                  <a:gd name="T4" fmla="*/ 357 w 1280"/>
                  <a:gd name="T5" fmla="*/ 9 h 1216"/>
                  <a:gd name="T6" fmla="*/ 0 w 1280"/>
                  <a:gd name="T7" fmla="*/ 447 h 1216"/>
                  <a:gd name="T8" fmla="*/ 616 w 1280"/>
                  <a:gd name="T9" fmla="*/ 1181 h 1216"/>
                  <a:gd name="T10" fmla="*/ 867 w 1280"/>
                  <a:gd name="T11" fmla="*/ 1216 h 1216"/>
                  <a:gd name="T12" fmla="*/ 872 w 1280"/>
                  <a:gd name="T13" fmla="*/ 1216 h 1216"/>
                  <a:gd name="T14" fmla="*/ 1280 w 1280"/>
                  <a:gd name="T15" fmla="*/ 1117 h 1216"/>
                  <a:gd name="T16" fmla="*/ 1033 w 1280"/>
                  <a:gd name="T17" fmla="*/ 1153 h 1216"/>
                  <a:gd name="T18" fmla="*/ 1033 w 1280"/>
                  <a:gd name="T19" fmla="*/ 1153 h 1216"/>
                  <a:gd name="T20" fmla="*/ 1033 w 1280"/>
                  <a:gd name="T21" fmla="*/ 1153 h 1216"/>
                  <a:gd name="T22" fmla="*/ 552 w 1280"/>
                  <a:gd name="T23" fmla="*/ 805 h 1216"/>
                  <a:gd name="T24" fmla="*/ 403 w 1280"/>
                  <a:gd name="T25" fmla="*/ 805 h 1216"/>
                  <a:gd name="T26" fmla="*/ 281 w 1280"/>
                  <a:gd name="T27" fmla="*/ 805 h 1216"/>
                  <a:gd name="T28" fmla="*/ 258 w 1280"/>
                  <a:gd name="T29" fmla="*/ 783 h 1216"/>
                  <a:gd name="T30" fmla="*/ 258 w 1280"/>
                  <a:gd name="T31" fmla="*/ 782 h 1216"/>
                  <a:gd name="T32" fmla="*/ 258 w 1280"/>
                  <a:gd name="T33" fmla="*/ 777 h 1216"/>
                  <a:gd name="T34" fmla="*/ 378 w 1280"/>
                  <a:gd name="T35" fmla="*/ 204 h 1216"/>
                  <a:gd name="T36" fmla="*/ 413 w 1280"/>
                  <a:gd name="T37" fmla="*/ 176 h 1216"/>
                  <a:gd name="T38" fmla="*/ 502 w 1280"/>
                  <a:gd name="T39" fmla="*/ 176 h 1216"/>
                  <a:gd name="T40" fmla="*/ 502 w 1280"/>
                  <a:gd name="T41" fmla="*/ 176 h 1216"/>
                  <a:gd name="T42" fmla="*/ 509 w 1280"/>
                  <a:gd name="T43" fmla="*/ 143 h 1216"/>
                  <a:gd name="T44" fmla="*/ 509 w 1280"/>
                  <a:gd name="T45" fmla="*/ 141 h 1216"/>
                  <a:gd name="T46" fmla="*/ 509 w 1280"/>
                  <a:gd name="T47" fmla="*/ 141 h 1216"/>
                  <a:gd name="T48" fmla="*/ 515 w 1280"/>
                  <a:gd name="T49" fmla="*/ 130 h 1216"/>
                  <a:gd name="T50" fmla="*/ 516 w 1280"/>
                  <a:gd name="T51" fmla="*/ 128 h 1216"/>
                  <a:gd name="T52" fmla="*/ 517 w 1280"/>
                  <a:gd name="T53" fmla="*/ 128 h 1216"/>
                  <a:gd name="T54" fmla="*/ 517 w 1280"/>
                  <a:gd name="T55" fmla="*/ 127 h 1216"/>
                  <a:gd name="T56" fmla="*/ 518 w 1280"/>
                  <a:gd name="T57" fmla="*/ 127 h 1216"/>
                  <a:gd name="T58" fmla="*/ 518 w 1280"/>
                  <a:gd name="T59" fmla="*/ 127 h 1216"/>
                  <a:gd name="T60" fmla="*/ 518 w 1280"/>
                  <a:gd name="T61" fmla="*/ 126 h 1216"/>
                  <a:gd name="T62" fmla="*/ 518 w 1280"/>
                  <a:gd name="T63" fmla="*/ 126 h 1216"/>
                  <a:gd name="T64" fmla="*/ 532 w 1280"/>
                  <a:gd name="T65" fmla="*/ 117 h 1216"/>
                  <a:gd name="T66" fmla="*/ 532 w 1280"/>
                  <a:gd name="T67" fmla="*/ 117 h 1216"/>
                  <a:gd name="T68" fmla="*/ 532 w 1280"/>
                  <a:gd name="T69" fmla="*/ 117 h 1216"/>
                  <a:gd name="T70" fmla="*/ 543 w 1280"/>
                  <a:gd name="T71" fmla="*/ 115 h 1216"/>
                  <a:gd name="T72" fmla="*/ 543 w 1280"/>
                  <a:gd name="T73" fmla="*/ 115 h 1216"/>
                  <a:gd name="T74" fmla="*/ 555 w 1280"/>
                  <a:gd name="T75" fmla="*/ 115 h 1216"/>
                  <a:gd name="T76" fmla="*/ 557 w 1280"/>
                  <a:gd name="T77" fmla="*/ 115 h 1216"/>
                  <a:gd name="T78" fmla="*/ 557 w 1280"/>
                  <a:gd name="T79" fmla="*/ 0 h 1216"/>
                  <a:gd name="T80" fmla="*/ 555 w 1280"/>
                  <a:gd name="T81" fmla="*/ 0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280" h="1216">
                    <a:moveTo>
                      <a:pt x="555" y="0"/>
                    </a:moveTo>
                    <a:cubicBezTo>
                      <a:pt x="475" y="0"/>
                      <a:pt x="475" y="0"/>
                      <a:pt x="475" y="0"/>
                    </a:cubicBezTo>
                    <a:cubicBezTo>
                      <a:pt x="435" y="0"/>
                      <a:pt x="395" y="3"/>
                      <a:pt x="357" y="9"/>
                    </a:cubicBezTo>
                    <a:cubicBezTo>
                      <a:pt x="161" y="42"/>
                      <a:pt x="0" y="165"/>
                      <a:pt x="0" y="447"/>
                    </a:cubicBezTo>
                    <a:cubicBezTo>
                      <a:pt x="0" y="730"/>
                      <a:pt x="239" y="1072"/>
                      <a:pt x="616" y="1181"/>
                    </a:cubicBezTo>
                    <a:cubicBezTo>
                      <a:pt x="694" y="1204"/>
                      <a:pt x="778" y="1216"/>
                      <a:pt x="867" y="1216"/>
                    </a:cubicBezTo>
                    <a:cubicBezTo>
                      <a:pt x="872" y="1216"/>
                      <a:pt x="872" y="1216"/>
                      <a:pt x="872" y="1216"/>
                    </a:cubicBezTo>
                    <a:cubicBezTo>
                      <a:pt x="1019" y="1216"/>
                      <a:pt x="1157" y="1180"/>
                      <a:pt x="1280" y="1117"/>
                    </a:cubicBezTo>
                    <a:cubicBezTo>
                      <a:pt x="1190" y="1142"/>
                      <a:pt x="1108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728" y="1153"/>
                      <a:pt x="552" y="970"/>
                      <a:pt x="552" y="805"/>
                    </a:cubicBezTo>
                    <a:cubicBezTo>
                      <a:pt x="403" y="805"/>
                      <a:pt x="403" y="805"/>
                      <a:pt x="403" y="805"/>
                    </a:cubicBezTo>
                    <a:cubicBezTo>
                      <a:pt x="281" y="805"/>
                      <a:pt x="281" y="805"/>
                      <a:pt x="281" y="805"/>
                    </a:cubicBezTo>
                    <a:cubicBezTo>
                      <a:pt x="268" y="805"/>
                      <a:pt x="258" y="796"/>
                      <a:pt x="258" y="783"/>
                    </a:cubicBezTo>
                    <a:cubicBezTo>
                      <a:pt x="258" y="782"/>
                      <a:pt x="258" y="782"/>
                      <a:pt x="258" y="782"/>
                    </a:cubicBezTo>
                    <a:cubicBezTo>
                      <a:pt x="258" y="777"/>
                      <a:pt x="258" y="777"/>
                      <a:pt x="258" y="777"/>
                    </a:cubicBezTo>
                    <a:cubicBezTo>
                      <a:pt x="378" y="204"/>
                      <a:pt x="378" y="204"/>
                      <a:pt x="378" y="204"/>
                    </a:cubicBezTo>
                    <a:cubicBezTo>
                      <a:pt x="381" y="189"/>
                      <a:pt x="397" y="176"/>
                      <a:pt x="413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9" y="143"/>
                      <a:pt x="509" y="143"/>
                      <a:pt x="509" y="143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15" y="130"/>
                      <a:pt x="515" y="130"/>
                      <a:pt x="515" y="130"/>
                    </a:cubicBezTo>
                    <a:cubicBezTo>
                      <a:pt x="516" y="128"/>
                      <a:pt x="516" y="128"/>
                      <a:pt x="516" y="128"/>
                    </a:cubicBezTo>
                    <a:cubicBezTo>
                      <a:pt x="517" y="128"/>
                      <a:pt x="517" y="128"/>
                      <a:pt x="517" y="128"/>
                    </a:cubicBezTo>
                    <a:cubicBezTo>
                      <a:pt x="517" y="127"/>
                      <a:pt x="517" y="127"/>
                      <a:pt x="517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55" y="115"/>
                      <a:pt x="555" y="115"/>
                      <a:pt x="555" y="115"/>
                    </a:cubicBezTo>
                    <a:cubicBezTo>
                      <a:pt x="557" y="115"/>
                      <a:pt x="557" y="115"/>
                      <a:pt x="557" y="115"/>
                    </a:cubicBezTo>
                    <a:cubicBezTo>
                      <a:pt x="557" y="0"/>
                      <a:pt x="557" y="0"/>
                      <a:pt x="557" y="0"/>
                    </a:cubicBezTo>
                    <a:lnTo>
                      <a:pt x="555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4" name="Freeform 8"/>
              <p:cNvSpPr>
                <a:spLocks noSelect="1"/>
              </p:cNvSpPr>
              <p:nvPr userDrawn="1"/>
            </p:nvSpPr>
            <p:spPr bwMode="gray">
              <a:xfrm>
                <a:off x="1077595" y="429895"/>
                <a:ext cx="386715" cy="414020"/>
              </a:xfrm>
              <a:custGeom>
                <a:avLst/>
                <a:gdLst>
                  <a:gd name="T0" fmla="*/ 770 w 1219"/>
                  <a:gd name="T1" fmla="*/ 928 h 1304"/>
                  <a:gd name="T2" fmla="*/ 350 w 1219"/>
                  <a:gd name="T3" fmla="*/ 929 h 1304"/>
                  <a:gd name="T4" fmla="*/ 38 w 1219"/>
                  <a:gd name="T5" fmla="*/ 955 h 1304"/>
                  <a:gd name="T6" fmla="*/ 30 w 1219"/>
                  <a:gd name="T7" fmla="*/ 956 h 1304"/>
                  <a:gd name="T8" fmla="*/ 481 w 1219"/>
                  <a:gd name="T9" fmla="*/ 1304 h 1304"/>
                  <a:gd name="T10" fmla="*/ 734 w 1219"/>
                  <a:gd name="T11" fmla="*/ 1265 h 1304"/>
                  <a:gd name="T12" fmla="*/ 744 w 1219"/>
                  <a:gd name="T13" fmla="*/ 1259 h 1304"/>
                  <a:gd name="T14" fmla="*/ 755 w 1219"/>
                  <a:gd name="T15" fmla="*/ 1253 h 1304"/>
                  <a:gd name="T16" fmla="*/ 765 w 1219"/>
                  <a:gd name="T17" fmla="*/ 1247 h 1304"/>
                  <a:gd name="T18" fmla="*/ 776 w 1219"/>
                  <a:gd name="T19" fmla="*/ 1241 h 1304"/>
                  <a:gd name="T20" fmla="*/ 786 w 1219"/>
                  <a:gd name="T21" fmla="*/ 1235 h 1304"/>
                  <a:gd name="T22" fmla="*/ 797 w 1219"/>
                  <a:gd name="T23" fmla="*/ 1228 h 1304"/>
                  <a:gd name="T24" fmla="*/ 806 w 1219"/>
                  <a:gd name="T25" fmla="*/ 1222 h 1304"/>
                  <a:gd name="T26" fmla="*/ 816 w 1219"/>
                  <a:gd name="T27" fmla="*/ 1215 h 1304"/>
                  <a:gd name="T28" fmla="*/ 826 w 1219"/>
                  <a:gd name="T29" fmla="*/ 1209 h 1304"/>
                  <a:gd name="T30" fmla="*/ 836 w 1219"/>
                  <a:gd name="T31" fmla="*/ 1202 h 1304"/>
                  <a:gd name="T32" fmla="*/ 846 w 1219"/>
                  <a:gd name="T33" fmla="*/ 1195 h 1304"/>
                  <a:gd name="T34" fmla="*/ 856 w 1219"/>
                  <a:gd name="T35" fmla="*/ 1188 h 1304"/>
                  <a:gd name="T36" fmla="*/ 870 w 1219"/>
                  <a:gd name="T37" fmla="*/ 1177 h 1304"/>
                  <a:gd name="T38" fmla="*/ 879 w 1219"/>
                  <a:gd name="T39" fmla="*/ 1169 h 1304"/>
                  <a:gd name="T40" fmla="*/ 898 w 1219"/>
                  <a:gd name="T41" fmla="*/ 1154 h 1304"/>
                  <a:gd name="T42" fmla="*/ 942 w 1219"/>
                  <a:gd name="T43" fmla="*/ 1114 h 1304"/>
                  <a:gd name="T44" fmla="*/ 955 w 1219"/>
                  <a:gd name="T45" fmla="*/ 1101 h 1304"/>
                  <a:gd name="T46" fmla="*/ 964 w 1219"/>
                  <a:gd name="T47" fmla="*/ 1092 h 1304"/>
                  <a:gd name="T48" fmla="*/ 972 w 1219"/>
                  <a:gd name="T49" fmla="*/ 1084 h 1304"/>
                  <a:gd name="T50" fmla="*/ 981 w 1219"/>
                  <a:gd name="T51" fmla="*/ 1075 h 1304"/>
                  <a:gd name="T52" fmla="*/ 990 w 1219"/>
                  <a:gd name="T53" fmla="*/ 1064 h 1304"/>
                  <a:gd name="T54" fmla="*/ 1206 w 1219"/>
                  <a:gd name="T55" fmla="*/ 617 h 1304"/>
                  <a:gd name="T56" fmla="*/ 1207 w 1219"/>
                  <a:gd name="T57" fmla="*/ 609 h 1304"/>
                  <a:gd name="T58" fmla="*/ 1209 w 1219"/>
                  <a:gd name="T59" fmla="*/ 594 h 1304"/>
                  <a:gd name="T60" fmla="*/ 1211 w 1219"/>
                  <a:gd name="T61" fmla="*/ 585 h 1304"/>
                  <a:gd name="T62" fmla="*/ 1212 w 1219"/>
                  <a:gd name="T63" fmla="*/ 570 h 1304"/>
                  <a:gd name="T64" fmla="*/ 1213 w 1219"/>
                  <a:gd name="T65" fmla="*/ 561 h 1304"/>
                  <a:gd name="T66" fmla="*/ 1215 w 1219"/>
                  <a:gd name="T67" fmla="*/ 551 h 1304"/>
                  <a:gd name="T68" fmla="*/ 1215 w 1219"/>
                  <a:gd name="T69" fmla="*/ 542 h 1304"/>
                  <a:gd name="T70" fmla="*/ 1216 w 1219"/>
                  <a:gd name="T71" fmla="*/ 532 h 1304"/>
                  <a:gd name="T72" fmla="*/ 1217 w 1219"/>
                  <a:gd name="T73" fmla="*/ 522 h 1304"/>
                  <a:gd name="T74" fmla="*/ 1217 w 1219"/>
                  <a:gd name="T75" fmla="*/ 513 h 1304"/>
                  <a:gd name="T76" fmla="*/ 1218 w 1219"/>
                  <a:gd name="T77" fmla="*/ 502 h 1304"/>
                  <a:gd name="T78" fmla="*/ 1218 w 1219"/>
                  <a:gd name="T79" fmla="*/ 493 h 1304"/>
                  <a:gd name="T80" fmla="*/ 1218 w 1219"/>
                  <a:gd name="T81" fmla="*/ 483 h 1304"/>
                  <a:gd name="T82" fmla="*/ 1219 w 1219"/>
                  <a:gd name="T83" fmla="*/ 473 h 1304"/>
                  <a:gd name="T84" fmla="*/ 1219 w 1219"/>
                  <a:gd name="T85" fmla="*/ 459 h 1304"/>
                  <a:gd name="T86" fmla="*/ 1218 w 1219"/>
                  <a:gd name="T87" fmla="*/ 447 h 1304"/>
                  <a:gd name="T88" fmla="*/ 1218 w 1219"/>
                  <a:gd name="T89" fmla="*/ 436 h 1304"/>
                  <a:gd name="T90" fmla="*/ 1218 w 1219"/>
                  <a:gd name="T91" fmla="*/ 424 h 1304"/>
                  <a:gd name="T92" fmla="*/ 1217 w 1219"/>
                  <a:gd name="T93" fmla="*/ 413 h 1304"/>
                  <a:gd name="T94" fmla="*/ 1216 w 1219"/>
                  <a:gd name="T95" fmla="*/ 402 h 1304"/>
                  <a:gd name="T96" fmla="*/ 1216 w 1219"/>
                  <a:gd name="T97" fmla="*/ 391 h 1304"/>
                  <a:gd name="T98" fmla="*/ 1215 w 1219"/>
                  <a:gd name="T99" fmla="*/ 380 h 1304"/>
                  <a:gd name="T100" fmla="*/ 1214 w 1219"/>
                  <a:gd name="T101" fmla="*/ 369 h 1304"/>
                  <a:gd name="T102" fmla="*/ 1212 w 1219"/>
                  <a:gd name="T103" fmla="*/ 353 h 1304"/>
                  <a:gd name="T104" fmla="*/ 1210 w 1219"/>
                  <a:gd name="T105" fmla="*/ 342 h 1304"/>
                  <a:gd name="T106" fmla="*/ 1209 w 1219"/>
                  <a:gd name="T107" fmla="*/ 331 h 1304"/>
                  <a:gd name="T108" fmla="*/ 1207 w 1219"/>
                  <a:gd name="T109" fmla="*/ 320 h 1304"/>
                  <a:gd name="T110" fmla="*/ 1193 w 1219"/>
                  <a:gd name="T111" fmla="*/ 248 h 1304"/>
                  <a:gd name="T112" fmla="*/ 1187 w 1219"/>
                  <a:gd name="T113" fmla="*/ 226 h 1304"/>
                  <a:gd name="T114" fmla="*/ 1184 w 1219"/>
                  <a:gd name="T115" fmla="*/ 215 h 1304"/>
                  <a:gd name="T116" fmla="*/ 1181 w 1219"/>
                  <a:gd name="T117" fmla="*/ 204 h 1304"/>
                  <a:gd name="T118" fmla="*/ 1177 w 1219"/>
                  <a:gd name="T119" fmla="*/ 193 h 1304"/>
                  <a:gd name="T120" fmla="*/ 1174 w 1219"/>
                  <a:gd name="T121" fmla="*/ 182 h 1304"/>
                  <a:gd name="T122" fmla="*/ 1090 w 1219"/>
                  <a:gd name="T123" fmla="*/ 0 h 1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219" h="1304">
                    <a:moveTo>
                      <a:pt x="1126" y="206"/>
                    </a:moveTo>
                    <a:cubicBezTo>
                      <a:pt x="1126" y="329"/>
                      <a:pt x="1089" y="447"/>
                      <a:pt x="1016" y="537"/>
                    </a:cubicBezTo>
                    <a:cubicBezTo>
                      <a:pt x="972" y="592"/>
                      <a:pt x="902" y="646"/>
                      <a:pt x="820" y="685"/>
                    </a:cubicBezTo>
                    <a:cubicBezTo>
                      <a:pt x="770" y="928"/>
                      <a:pt x="770" y="928"/>
                      <a:pt x="770" y="928"/>
                    </a:cubicBezTo>
                    <a:cubicBezTo>
                      <a:pt x="767" y="943"/>
                      <a:pt x="751" y="956"/>
                      <a:pt x="736" y="956"/>
                    </a:cubicBezTo>
                    <a:cubicBezTo>
                      <a:pt x="493" y="956"/>
                      <a:pt x="493" y="956"/>
                      <a:pt x="493" y="956"/>
                    </a:cubicBezTo>
                    <a:cubicBezTo>
                      <a:pt x="399" y="956"/>
                      <a:pt x="399" y="956"/>
                      <a:pt x="399" y="956"/>
                    </a:cubicBezTo>
                    <a:cubicBezTo>
                      <a:pt x="381" y="956"/>
                      <a:pt x="359" y="944"/>
                      <a:pt x="350" y="929"/>
                    </a:cubicBezTo>
                    <a:cubicBezTo>
                      <a:pt x="131" y="590"/>
                      <a:pt x="131" y="590"/>
                      <a:pt x="131" y="590"/>
                    </a:cubicBezTo>
                    <a:cubicBezTo>
                      <a:pt x="63" y="929"/>
                      <a:pt x="63" y="929"/>
                      <a:pt x="63" y="929"/>
                    </a:cubicBezTo>
                    <a:cubicBezTo>
                      <a:pt x="60" y="941"/>
                      <a:pt x="50" y="951"/>
                      <a:pt x="38" y="955"/>
                    </a:cubicBezTo>
                    <a:cubicBezTo>
                      <a:pt x="38" y="955"/>
                      <a:pt x="38" y="955"/>
                      <a:pt x="38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0" y="956"/>
                      <a:pt x="30" y="956"/>
                      <a:pt x="30" y="956"/>
                    </a:cubicBezTo>
                    <a:cubicBezTo>
                      <a:pt x="29" y="956"/>
                      <a:pt x="29" y="956"/>
                      <a:pt x="29" y="956"/>
                    </a:cubicBezTo>
                    <a:cubicBezTo>
                      <a:pt x="0" y="956"/>
                      <a:pt x="0" y="956"/>
                      <a:pt x="0" y="956"/>
                    </a:cubicBezTo>
                    <a:cubicBezTo>
                      <a:pt x="0" y="1121"/>
                      <a:pt x="176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556" y="1304"/>
                      <a:pt x="638" y="1293"/>
                      <a:pt x="728" y="1268"/>
                    </a:cubicBezTo>
                    <a:cubicBezTo>
                      <a:pt x="732" y="1265"/>
                      <a:pt x="732" y="1265"/>
                      <a:pt x="732" y="1265"/>
                    </a:cubicBezTo>
                    <a:cubicBezTo>
                      <a:pt x="734" y="1265"/>
                      <a:pt x="734" y="1265"/>
                      <a:pt x="734" y="1265"/>
                    </a:cubicBezTo>
                    <a:cubicBezTo>
                      <a:pt x="738" y="1262"/>
                      <a:pt x="738" y="1262"/>
                      <a:pt x="738" y="1262"/>
                    </a:cubicBezTo>
                    <a:cubicBezTo>
                      <a:pt x="739" y="1262"/>
                      <a:pt x="739" y="1262"/>
                      <a:pt x="739" y="1262"/>
                    </a:cubicBezTo>
                    <a:cubicBezTo>
                      <a:pt x="743" y="1260"/>
                      <a:pt x="743" y="1260"/>
                      <a:pt x="743" y="1260"/>
                    </a:cubicBezTo>
                    <a:cubicBezTo>
                      <a:pt x="744" y="1259"/>
                      <a:pt x="744" y="1259"/>
                      <a:pt x="744" y="1259"/>
                    </a:cubicBezTo>
                    <a:cubicBezTo>
                      <a:pt x="749" y="1257"/>
                      <a:pt x="749" y="1257"/>
                      <a:pt x="749" y="1257"/>
                    </a:cubicBezTo>
                    <a:cubicBezTo>
                      <a:pt x="750" y="1256"/>
                      <a:pt x="750" y="1256"/>
                      <a:pt x="750" y="1256"/>
                    </a:cubicBezTo>
                    <a:cubicBezTo>
                      <a:pt x="754" y="1254"/>
                      <a:pt x="754" y="1254"/>
                      <a:pt x="754" y="1254"/>
                    </a:cubicBezTo>
                    <a:cubicBezTo>
                      <a:pt x="755" y="1253"/>
                      <a:pt x="755" y="1253"/>
                      <a:pt x="755" y="1253"/>
                    </a:cubicBezTo>
                    <a:cubicBezTo>
                      <a:pt x="759" y="1251"/>
                      <a:pt x="759" y="1251"/>
                      <a:pt x="759" y="1251"/>
                    </a:cubicBezTo>
                    <a:cubicBezTo>
                      <a:pt x="760" y="1250"/>
                      <a:pt x="760" y="1250"/>
                      <a:pt x="760" y="1250"/>
                    </a:cubicBezTo>
                    <a:cubicBezTo>
                      <a:pt x="765" y="1248"/>
                      <a:pt x="765" y="1248"/>
                      <a:pt x="765" y="1248"/>
                    </a:cubicBezTo>
                    <a:cubicBezTo>
                      <a:pt x="765" y="1247"/>
                      <a:pt x="765" y="1247"/>
                      <a:pt x="765" y="1247"/>
                    </a:cubicBezTo>
                    <a:cubicBezTo>
                      <a:pt x="769" y="1245"/>
                      <a:pt x="769" y="1245"/>
                      <a:pt x="769" y="1245"/>
                    </a:cubicBezTo>
                    <a:cubicBezTo>
                      <a:pt x="771" y="1244"/>
                      <a:pt x="771" y="1244"/>
                      <a:pt x="771" y="1244"/>
                    </a:cubicBezTo>
                    <a:cubicBezTo>
                      <a:pt x="775" y="1242"/>
                      <a:pt x="775" y="1242"/>
                      <a:pt x="775" y="1242"/>
                    </a:cubicBezTo>
                    <a:cubicBezTo>
                      <a:pt x="776" y="1241"/>
                      <a:pt x="776" y="1241"/>
                      <a:pt x="776" y="1241"/>
                    </a:cubicBezTo>
                    <a:cubicBezTo>
                      <a:pt x="780" y="1239"/>
                      <a:pt x="780" y="1239"/>
                      <a:pt x="780" y="1239"/>
                    </a:cubicBezTo>
                    <a:cubicBezTo>
                      <a:pt x="781" y="1238"/>
                      <a:pt x="781" y="1238"/>
                      <a:pt x="781" y="1238"/>
                    </a:cubicBezTo>
                    <a:cubicBezTo>
                      <a:pt x="785" y="1236"/>
                      <a:pt x="785" y="1236"/>
                      <a:pt x="785" y="1236"/>
                    </a:cubicBezTo>
                    <a:cubicBezTo>
                      <a:pt x="786" y="1235"/>
                      <a:pt x="786" y="1235"/>
                      <a:pt x="786" y="1235"/>
                    </a:cubicBezTo>
                    <a:cubicBezTo>
                      <a:pt x="790" y="1232"/>
                      <a:pt x="790" y="1232"/>
                      <a:pt x="790" y="1232"/>
                    </a:cubicBezTo>
                    <a:cubicBezTo>
                      <a:pt x="791" y="1232"/>
                      <a:pt x="791" y="1232"/>
                      <a:pt x="791" y="1232"/>
                    </a:cubicBezTo>
                    <a:cubicBezTo>
                      <a:pt x="795" y="1229"/>
                      <a:pt x="795" y="1229"/>
                      <a:pt x="795" y="1229"/>
                    </a:cubicBezTo>
                    <a:cubicBezTo>
                      <a:pt x="797" y="1228"/>
                      <a:pt x="797" y="1228"/>
                      <a:pt x="797" y="1228"/>
                    </a:cubicBezTo>
                    <a:cubicBezTo>
                      <a:pt x="801" y="1226"/>
                      <a:pt x="801" y="1226"/>
                      <a:pt x="801" y="1226"/>
                    </a:cubicBezTo>
                    <a:cubicBezTo>
                      <a:pt x="802" y="1225"/>
                      <a:pt x="802" y="1225"/>
                      <a:pt x="802" y="1225"/>
                    </a:cubicBezTo>
                    <a:cubicBezTo>
                      <a:pt x="805" y="1223"/>
                      <a:pt x="805" y="1223"/>
                      <a:pt x="805" y="1223"/>
                    </a:cubicBezTo>
                    <a:cubicBezTo>
                      <a:pt x="806" y="1222"/>
                      <a:pt x="806" y="1222"/>
                      <a:pt x="806" y="1222"/>
                    </a:cubicBezTo>
                    <a:cubicBezTo>
                      <a:pt x="811" y="1219"/>
                      <a:pt x="811" y="1219"/>
                      <a:pt x="811" y="1219"/>
                    </a:cubicBezTo>
                    <a:cubicBezTo>
                      <a:pt x="812" y="1219"/>
                      <a:pt x="812" y="1219"/>
                      <a:pt x="812" y="1219"/>
                    </a:cubicBezTo>
                    <a:cubicBezTo>
                      <a:pt x="815" y="1216"/>
                      <a:pt x="815" y="1216"/>
                      <a:pt x="815" y="1216"/>
                    </a:cubicBezTo>
                    <a:cubicBezTo>
                      <a:pt x="816" y="1215"/>
                      <a:pt x="816" y="1215"/>
                      <a:pt x="816" y="1215"/>
                    </a:cubicBezTo>
                    <a:cubicBezTo>
                      <a:pt x="821" y="1213"/>
                      <a:pt x="821" y="1213"/>
                      <a:pt x="821" y="1213"/>
                    </a:cubicBezTo>
                    <a:cubicBezTo>
                      <a:pt x="822" y="1212"/>
                      <a:pt x="822" y="1212"/>
                      <a:pt x="822" y="1212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31" y="1206"/>
                      <a:pt x="831" y="1206"/>
                      <a:pt x="831" y="1206"/>
                    </a:cubicBezTo>
                    <a:cubicBezTo>
                      <a:pt x="831" y="1205"/>
                      <a:pt x="831" y="1205"/>
                      <a:pt x="831" y="1205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40" y="1199"/>
                      <a:pt x="840" y="1199"/>
                      <a:pt x="840" y="1199"/>
                    </a:cubicBezTo>
                    <a:cubicBezTo>
                      <a:pt x="841" y="1198"/>
                      <a:pt x="841" y="1198"/>
                      <a:pt x="841" y="1198"/>
                    </a:cubicBezTo>
                    <a:cubicBezTo>
                      <a:pt x="845" y="1195"/>
                      <a:pt x="845" y="1195"/>
                      <a:pt x="845" y="1195"/>
                    </a:cubicBezTo>
                    <a:cubicBezTo>
                      <a:pt x="846" y="1195"/>
                      <a:pt x="846" y="1195"/>
                      <a:pt x="846" y="1195"/>
                    </a:cubicBezTo>
                    <a:cubicBezTo>
                      <a:pt x="850" y="1192"/>
                      <a:pt x="850" y="1192"/>
                      <a:pt x="850" y="1192"/>
                    </a:cubicBezTo>
                    <a:cubicBezTo>
                      <a:pt x="851" y="1191"/>
                      <a:pt x="851" y="1191"/>
                      <a:pt x="851" y="1191"/>
                    </a:cubicBezTo>
                    <a:cubicBezTo>
                      <a:pt x="855" y="1188"/>
                      <a:pt x="855" y="1188"/>
                      <a:pt x="855" y="1188"/>
                    </a:cubicBezTo>
                    <a:cubicBezTo>
                      <a:pt x="856" y="1188"/>
                      <a:pt x="856" y="1188"/>
                      <a:pt x="856" y="1188"/>
                    </a:cubicBezTo>
                    <a:cubicBezTo>
                      <a:pt x="865" y="1181"/>
                      <a:pt x="865" y="1181"/>
                      <a:pt x="865" y="1181"/>
                    </a:cubicBezTo>
                    <a:cubicBezTo>
                      <a:pt x="865" y="1180"/>
                      <a:pt x="865" y="1180"/>
                      <a:pt x="865" y="1180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4" y="1173"/>
                      <a:pt x="874" y="1173"/>
                      <a:pt x="874" y="1173"/>
                    </a:cubicBezTo>
                    <a:cubicBezTo>
                      <a:pt x="875" y="1173"/>
                      <a:pt x="875" y="1173"/>
                      <a:pt x="875" y="1173"/>
                    </a:cubicBezTo>
                    <a:cubicBezTo>
                      <a:pt x="879" y="1170"/>
                      <a:pt x="879" y="1170"/>
                      <a:pt x="879" y="1170"/>
                    </a:cubicBezTo>
                    <a:cubicBezTo>
                      <a:pt x="879" y="1169"/>
                      <a:pt x="879" y="1169"/>
                      <a:pt x="879" y="1169"/>
                    </a:cubicBezTo>
                    <a:cubicBezTo>
                      <a:pt x="888" y="1162"/>
                      <a:pt x="888" y="1162"/>
                      <a:pt x="888" y="1162"/>
                    </a:cubicBezTo>
                    <a:cubicBezTo>
                      <a:pt x="889" y="1162"/>
                      <a:pt x="889" y="1162"/>
                      <a:pt x="889" y="1162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911" y="1143"/>
                      <a:pt x="911" y="1143"/>
                      <a:pt x="911" y="1143"/>
                    </a:cubicBezTo>
                    <a:cubicBezTo>
                      <a:pt x="911" y="1142"/>
                      <a:pt x="911" y="1142"/>
                      <a:pt x="911" y="1142"/>
                    </a:cubicBezTo>
                    <a:cubicBezTo>
                      <a:pt x="922" y="1133"/>
                      <a:pt x="932" y="1124"/>
                      <a:pt x="942" y="1114"/>
                    </a:cubicBezTo>
                    <a:cubicBezTo>
                      <a:pt x="942" y="1114"/>
                      <a:pt x="942" y="1114"/>
                      <a:pt x="942" y="1114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9" y="1097"/>
                      <a:pt x="959" y="1097"/>
                      <a:pt x="959" y="1097"/>
                    </a:cubicBezTo>
                    <a:cubicBezTo>
                      <a:pt x="960" y="1097"/>
                      <a:pt x="960" y="1097"/>
                      <a:pt x="960" y="1097"/>
                    </a:cubicBezTo>
                    <a:cubicBezTo>
                      <a:pt x="963" y="1093"/>
                      <a:pt x="963" y="1093"/>
                      <a:pt x="963" y="1093"/>
                    </a:cubicBezTo>
                    <a:cubicBezTo>
                      <a:pt x="964" y="1092"/>
                      <a:pt x="964" y="1092"/>
                      <a:pt x="964" y="1092"/>
                    </a:cubicBezTo>
                    <a:cubicBezTo>
                      <a:pt x="967" y="1089"/>
                      <a:pt x="967" y="1089"/>
                      <a:pt x="967" y="1089"/>
                    </a:cubicBezTo>
                    <a:cubicBezTo>
                      <a:pt x="968" y="1088"/>
                      <a:pt x="968" y="1088"/>
                      <a:pt x="968" y="1088"/>
                    </a:cubicBezTo>
                    <a:cubicBezTo>
                      <a:pt x="971" y="1085"/>
                      <a:pt x="971" y="1085"/>
                      <a:pt x="971" y="1085"/>
                    </a:cubicBezTo>
                    <a:cubicBezTo>
                      <a:pt x="972" y="1084"/>
                      <a:pt x="972" y="1084"/>
                      <a:pt x="972" y="1084"/>
                    </a:cubicBezTo>
                    <a:cubicBezTo>
                      <a:pt x="976" y="1080"/>
                      <a:pt x="976" y="1080"/>
                      <a:pt x="976" y="1080"/>
                    </a:cubicBezTo>
                    <a:cubicBezTo>
                      <a:pt x="977" y="1079"/>
                      <a:pt x="977" y="1079"/>
                      <a:pt x="977" y="1079"/>
                    </a:cubicBezTo>
                    <a:cubicBezTo>
                      <a:pt x="979" y="1076"/>
                      <a:pt x="979" y="1076"/>
                      <a:pt x="979" y="1076"/>
                    </a:cubicBezTo>
                    <a:cubicBezTo>
                      <a:pt x="981" y="1075"/>
                      <a:pt x="981" y="1075"/>
                      <a:pt x="981" y="1075"/>
                    </a:cubicBezTo>
                    <a:cubicBezTo>
                      <a:pt x="984" y="1072"/>
                      <a:pt x="984" y="1072"/>
                      <a:pt x="984" y="1072"/>
                    </a:cubicBezTo>
                    <a:cubicBezTo>
                      <a:pt x="985" y="1070"/>
                      <a:pt x="985" y="1070"/>
                      <a:pt x="985" y="1070"/>
                    </a:cubicBezTo>
                    <a:cubicBezTo>
                      <a:pt x="987" y="1068"/>
                      <a:pt x="987" y="1068"/>
                      <a:pt x="987" y="1068"/>
                    </a:cubicBezTo>
                    <a:cubicBezTo>
                      <a:pt x="990" y="1064"/>
                      <a:pt x="990" y="1064"/>
                      <a:pt x="990" y="1064"/>
                    </a:cubicBezTo>
                    <a:cubicBezTo>
                      <a:pt x="991" y="1063"/>
                      <a:pt x="991" y="1063"/>
                      <a:pt x="991" y="1063"/>
                    </a:cubicBezTo>
                    <a:cubicBezTo>
                      <a:pt x="994" y="1061"/>
                      <a:pt x="994" y="1061"/>
                      <a:pt x="994" y="1061"/>
                    </a:cubicBezTo>
                    <a:cubicBezTo>
                      <a:pt x="994" y="1060"/>
                      <a:pt x="994" y="1060"/>
                      <a:pt x="994" y="1060"/>
                    </a:cubicBezTo>
                    <a:cubicBezTo>
                      <a:pt x="1102" y="937"/>
                      <a:pt x="1177" y="785"/>
                      <a:pt x="1206" y="617"/>
                    </a:cubicBezTo>
                    <a:cubicBezTo>
                      <a:pt x="1206" y="617"/>
                      <a:pt x="1206" y="617"/>
                      <a:pt x="1206" y="617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4"/>
                      <a:pt x="1209" y="594"/>
                      <a:pt x="1209" y="594"/>
                    </a:cubicBezTo>
                    <a:cubicBezTo>
                      <a:pt x="1210" y="593"/>
                      <a:pt x="1210" y="593"/>
                      <a:pt x="1210" y="593"/>
                    </a:cubicBezTo>
                    <a:cubicBezTo>
                      <a:pt x="1210" y="589"/>
                      <a:pt x="1210" y="589"/>
                      <a:pt x="1210" y="589"/>
                    </a:cubicBezTo>
                    <a:cubicBezTo>
                      <a:pt x="1210" y="588"/>
                      <a:pt x="1210" y="588"/>
                      <a:pt x="1210" y="588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2" y="574"/>
                      <a:pt x="1212" y="574"/>
                      <a:pt x="1212" y="574"/>
                    </a:cubicBezTo>
                    <a:cubicBezTo>
                      <a:pt x="1212" y="573"/>
                      <a:pt x="1212" y="573"/>
                      <a:pt x="1212" y="573"/>
                    </a:cubicBezTo>
                    <a:cubicBezTo>
                      <a:pt x="1212" y="570"/>
                      <a:pt x="1212" y="570"/>
                      <a:pt x="1212" y="570"/>
                    </a:cubicBezTo>
                    <a:cubicBezTo>
                      <a:pt x="1213" y="568"/>
                      <a:pt x="1213" y="568"/>
                      <a:pt x="1213" y="568"/>
                    </a:cubicBezTo>
                    <a:cubicBezTo>
                      <a:pt x="1213" y="566"/>
                      <a:pt x="1213" y="566"/>
                      <a:pt x="1213" y="566"/>
                    </a:cubicBezTo>
                    <a:cubicBezTo>
                      <a:pt x="1213" y="564"/>
                      <a:pt x="1213" y="564"/>
                      <a:pt x="1213" y="564"/>
                    </a:cubicBezTo>
                    <a:cubicBezTo>
                      <a:pt x="1213" y="561"/>
                      <a:pt x="1213" y="561"/>
                      <a:pt x="1213" y="561"/>
                    </a:cubicBezTo>
                    <a:cubicBezTo>
                      <a:pt x="1214" y="560"/>
                      <a:pt x="1214" y="560"/>
                      <a:pt x="1214" y="560"/>
                    </a:cubicBezTo>
                    <a:cubicBezTo>
                      <a:pt x="1214" y="555"/>
                      <a:pt x="1214" y="555"/>
                      <a:pt x="1214" y="555"/>
                    </a:cubicBezTo>
                    <a:cubicBezTo>
                      <a:pt x="1214" y="553"/>
                      <a:pt x="1214" y="553"/>
                      <a:pt x="1214" y="553"/>
                    </a:cubicBezTo>
                    <a:cubicBezTo>
                      <a:pt x="1215" y="551"/>
                      <a:pt x="1215" y="551"/>
                      <a:pt x="1215" y="551"/>
                    </a:cubicBezTo>
                    <a:cubicBezTo>
                      <a:pt x="1215" y="549"/>
                      <a:pt x="1215" y="549"/>
                      <a:pt x="1215" y="549"/>
                    </a:cubicBezTo>
                    <a:cubicBezTo>
                      <a:pt x="1215" y="546"/>
                      <a:pt x="1215" y="546"/>
                      <a:pt x="1215" y="546"/>
                    </a:cubicBezTo>
                    <a:cubicBezTo>
                      <a:pt x="1215" y="544"/>
                      <a:pt x="1215" y="544"/>
                      <a:pt x="1215" y="544"/>
                    </a:cubicBezTo>
                    <a:cubicBezTo>
                      <a:pt x="1215" y="542"/>
                      <a:pt x="1215" y="542"/>
                      <a:pt x="1215" y="542"/>
                    </a:cubicBezTo>
                    <a:cubicBezTo>
                      <a:pt x="1215" y="540"/>
                      <a:pt x="1215" y="540"/>
                      <a:pt x="1215" y="540"/>
                    </a:cubicBezTo>
                    <a:cubicBezTo>
                      <a:pt x="1216" y="537"/>
                      <a:pt x="1216" y="537"/>
                      <a:pt x="1216" y="537"/>
                    </a:cubicBezTo>
                    <a:cubicBezTo>
                      <a:pt x="1216" y="534"/>
                      <a:pt x="1216" y="534"/>
                      <a:pt x="1216" y="534"/>
                    </a:cubicBezTo>
                    <a:cubicBezTo>
                      <a:pt x="1216" y="532"/>
                      <a:pt x="1216" y="532"/>
                      <a:pt x="1216" y="532"/>
                    </a:cubicBezTo>
                    <a:cubicBezTo>
                      <a:pt x="1216" y="529"/>
                      <a:pt x="1216" y="529"/>
                      <a:pt x="1216" y="529"/>
                    </a:cubicBezTo>
                    <a:cubicBezTo>
                      <a:pt x="1216" y="527"/>
                      <a:pt x="1216" y="527"/>
                      <a:pt x="1216" y="527"/>
                    </a:cubicBezTo>
                    <a:cubicBezTo>
                      <a:pt x="1217" y="524"/>
                      <a:pt x="1217" y="524"/>
                      <a:pt x="1217" y="524"/>
                    </a:cubicBezTo>
                    <a:cubicBezTo>
                      <a:pt x="1217" y="522"/>
                      <a:pt x="1217" y="522"/>
                      <a:pt x="1217" y="522"/>
                    </a:cubicBezTo>
                    <a:cubicBezTo>
                      <a:pt x="1217" y="520"/>
                      <a:pt x="1217" y="520"/>
                      <a:pt x="1217" y="520"/>
                    </a:cubicBezTo>
                    <a:cubicBezTo>
                      <a:pt x="1217" y="518"/>
                      <a:pt x="1217" y="518"/>
                      <a:pt x="1217" y="518"/>
                    </a:cubicBezTo>
                    <a:cubicBezTo>
                      <a:pt x="1217" y="515"/>
                      <a:pt x="1217" y="515"/>
                      <a:pt x="1217" y="515"/>
                    </a:cubicBezTo>
                    <a:cubicBezTo>
                      <a:pt x="1217" y="513"/>
                      <a:pt x="1217" y="513"/>
                      <a:pt x="1217" y="513"/>
                    </a:cubicBezTo>
                    <a:cubicBezTo>
                      <a:pt x="1218" y="509"/>
                      <a:pt x="1218" y="509"/>
                      <a:pt x="1218" y="509"/>
                    </a:cubicBezTo>
                    <a:cubicBezTo>
                      <a:pt x="1218" y="507"/>
                      <a:pt x="1218" y="507"/>
                      <a:pt x="1218" y="507"/>
                    </a:cubicBezTo>
                    <a:cubicBezTo>
                      <a:pt x="1218" y="504"/>
                      <a:pt x="1218" y="504"/>
                      <a:pt x="1218" y="504"/>
                    </a:cubicBezTo>
                    <a:cubicBezTo>
                      <a:pt x="1218" y="502"/>
                      <a:pt x="1218" y="502"/>
                      <a:pt x="1218" y="502"/>
                    </a:cubicBezTo>
                    <a:cubicBezTo>
                      <a:pt x="1218" y="500"/>
                      <a:pt x="1218" y="500"/>
                      <a:pt x="1218" y="500"/>
                    </a:cubicBezTo>
                    <a:cubicBezTo>
                      <a:pt x="1218" y="498"/>
                      <a:pt x="1218" y="498"/>
                      <a:pt x="1218" y="498"/>
                    </a:cubicBezTo>
                    <a:cubicBezTo>
                      <a:pt x="1218" y="495"/>
                      <a:pt x="1218" y="495"/>
                      <a:pt x="1218" y="495"/>
                    </a:cubicBezTo>
                    <a:cubicBezTo>
                      <a:pt x="1218" y="493"/>
                      <a:pt x="1218" y="493"/>
                      <a:pt x="1218" y="493"/>
                    </a:cubicBezTo>
                    <a:cubicBezTo>
                      <a:pt x="1218" y="490"/>
                      <a:pt x="1218" y="490"/>
                      <a:pt x="1218" y="490"/>
                    </a:cubicBezTo>
                    <a:cubicBezTo>
                      <a:pt x="1218" y="489"/>
                      <a:pt x="1218" y="489"/>
                      <a:pt x="1218" y="489"/>
                    </a:cubicBezTo>
                    <a:cubicBezTo>
                      <a:pt x="1218" y="484"/>
                      <a:pt x="1218" y="484"/>
                      <a:pt x="1218" y="484"/>
                    </a:cubicBezTo>
                    <a:cubicBezTo>
                      <a:pt x="1218" y="483"/>
                      <a:pt x="1218" y="483"/>
                      <a:pt x="1218" y="483"/>
                    </a:cubicBezTo>
                    <a:cubicBezTo>
                      <a:pt x="1218" y="480"/>
                      <a:pt x="1218" y="480"/>
                      <a:pt x="1218" y="480"/>
                    </a:cubicBezTo>
                    <a:cubicBezTo>
                      <a:pt x="1219" y="478"/>
                      <a:pt x="1219" y="478"/>
                      <a:pt x="1219" y="478"/>
                    </a:cubicBezTo>
                    <a:cubicBezTo>
                      <a:pt x="1219" y="475"/>
                      <a:pt x="1219" y="475"/>
                      <a:pt x="1219" y="475"/>
                    </a:cubicBezTo>
                    <a:cubicBezTo>
                      <a:pt x="1219" y="473"/>
                      <a:pt x="1219" y="473"/>
                      <a:pt x="1219" y="473"/>
                    </a:cubicBezTo>
                    <a:cubicBezTo>
                      <a:pt x="1219" y="470"/>
                      <a:pt x="1219" y="470"/>
                      <a:pt x="1219" y="470"/>
                    </a:cubicBezTo>
                    <a:cubicBezTo>
                      <a:pt x="1219" y="469"/>
                      <a:pt x="1219" y="469"/>
                      <a:pt x="1219" y="469"/>
                    </a:cubicBezTo>
                    <a:cubicBezTo>
                      <a:pt x="1219" y="464"/>
                      <a:pt x="1219" y="464"/>
                      <a:pt x="1219" y="464"/>
                    </a:cubicBezTo>
                    <a:cubicBezTo>
                      <a:pt x="1219" y="459"/>
                      <a:pt x="1219" y="459"/>
                      <a:pt x="1219" y="459"/>
                    </a:cubicBezTo>
                    <a:cubicBezTo>
                      <a:pt x="1219" y="458"/>
                      <a:pt x="1219" y="458"/>
                      <a:pt x="1219" y="458"/>
                    </a:cubicBezTo>
                    <a:cubicBezTo>
                      <a:pt x="1219" y="453"/>
                      <a:pt x="1219" y="453"/>
                      <a:pt x="1219" y="453"/>
                    </a:cubicBezTo>
                    <a:cubicBezTo>
                      <a:pt x="1219" y="452"/>
                      <a:pt x="1219" y="452"/>
                      <a:pt x="1219" y="452"/>
                    </a:cubicBezTo>
                    <a:cubicBezTo>
                      <a:pt x="1218" y="447"/>
                      <a:pt x="1218" y="447"/>
                      <a:pt x="1218" y="447"/>
                    </a:cubicBezTo>
                    <a:cubicBezTo>
                      <a:pt x="1218" y="446"/>
                      <a:pt x="1218" y="446"/>
                      <a:pt x="1218" y="446"/>
                    </a:cubicBezTo>
                    <a:cubicBezTo>
                      <a:pt x="1218" y="442"/>
                      <a:pt x="1218" y="442"/>
                      <a:pt x="1218" y="442"/>
                    </a:cubicBezTo>
                    <a:cubicBezTo>
                      <a:pt x="1218" y="441"/>
                      <a:pt x="1218" y="441"/>
                      <a:pt x="1218" y="441"/>
                    </a:cubicBezTo>
                    <a:cubicBezTo>
                      <a:pt x="1218" y="436"/>
                      <a:pt x="1218" y="436"/>
                      <a:pt x="1218" y="436"/>
                    </a:cubicBezTo>
                    <a:cubicBezTo>
                      <a:pt x="1218" y="434"/>
                      <a:pt x="1218" y="434"/>
                      <a:pt x="1218" y="434"/>
                    </a:cubicBezTo>
                    <a:cubicBezTo>
                      <a:pt x="1218" y="430"/>
                      <a:pt x="1218" y="430"/>
                      <a:pt x="1218" y="430"/>
                    </a:cubicBezTo>
                    <a:cubicBezTo>
                      <a:pt x="1218" y="429"/>
                      <a:pt x="1218" y="429"/>
                      <a:pt x="1218" y="429"/>
                    </a:cubicBezTo>
                    <a:cubicBezTo>
                      <a:pt x="1218" y="424"/>
                      <a:pt x="1218" y="424"/>
                      <a:pt x="1218" y="424"/>
                    </a:cubicBezTo>
                    <a:cubicBezTo>
                      <a:pt x="1218" y="423"/>
                      <a:pt x="1218" y="423"/>
                      <a:pt x="1218" y="423"/>
                    </a:cubicBezTo>
                    <a:cubicBezTo>
                      <a:pt x="1217" y="419"/>
                      <a:pt x="1217" y="419"/>
                      <a:pt x="1217" y="419"/>
                    </a:cubicBezTo>
                    <a:cubicBezTo>
                      <a:pt x="1217" y="417"/>
                      <a:pt x="1217" y="417"/>
                      <a:pt x="1217" y="417"/>
                    </a:cubicBezTo>
                    <a:cubicBezTo>
                      <a:pt x="1217" y="413"/>
                      <a:pt x="1217" y="413"/>
                      <a:pt x="1217" y="413"/>
                    </a:cubicBezTo>
                    <a:cubicBezTo>
                      <a:pt x="1217" y="411"/>
                      <a:pt x="1217" y="411"/>
                      <a:pt x="1217" y="411"/>
                    </a:cubicBezTo>
                    <a:cubicBezTo>
                      <a:pt x="1217" y="408"/>
                      <a:pt x="1217" y="408"/>
                      <a:pt x="1217" y="408"/>
                    </a:cubicBezTo>
                    <a:cubicBezTo>
                      <a:pt x="1217" y="406"/>
                      <a:pt x="1217" y="406"/>
                      <a:pt x="1217" y="406"/>
                    </a:cubicBezTo>
                    <a:cubicBezTo>
                      <a:pt x="1216" y="402"/>
                      <a:pt x="1216" y="402"/>
                      <a:pt x="1216" y="402"/>
                    </a:cubicBezTo>
                    <a:cubicBezTo>
                      <a:pt x="1216" y="400"/>
                      <a:pt x="1216" y="400"/>
                      <a:pt x="1216" y="400"/>
                    </a:cubicBezTo>
                    <a:cubicBezTo>
                      <a:pt x="1216" y="396"/>
                      <a:pt x="1216" y="396"/>
                      <a:pt x="1216" y="396"/>
                    </a:cubicBezTo>
                    <a:cubicBezTo>
                      <a:pt x="1216" y="394"/>
                      <a:pt x="1216" y="394"/>
                      <a:pt x="1216" y="394"/>
                    </a:cubicBezTo>
                    <a:cubicBezTo>
                      <a:pt x="1216" y="391"/>
                      <a:pt x="1216" y="391"/>
                      <a:pt x="1216" y="391"/>
                    </a:cubicBezTo>
                    <a:cubicBezTo>
                      <a:pt x="1215" y="388"/>
                      <a:pt x="1215" y="388"/>
                      <a:pt x="1215" y="388"/>
                    </a:cubicBezTo>
                    <a:cubicBezTo>
                      <a:pt x="1215" y="385"/>
                      <a:pt x="1215" y="385"/>
                      <a:pt x="1215" y="385"/>
                    </a:cubicBezTo>
                    <a:cubicBezTo>
                      <a:pt x="1215" y="383"/>
                      <a:pt x="1215" y="383"/>
                      <a:pt x="1215" y="383"/>
                    </a:cubicBezTo>
                    <a:cubicBezTo>
                      <a:pt x="1215" y="380"/>
                      <a:pt x="1215" y="380"/>
                      <a:pt x="1215" y="380"/>
                    </a:cubicBezTo>
                    <a:cubicBezTo>
                      <a:pt x="1214" y="377"/>
                      <a:pt x="1214" y="377"/>
                      <a:pt x="1214" y="377"/>
                    </a:cubicBezTo>
                    <a:cubicBezTo>
                      <a:pt x="1214" y="374"/>
                      <a:pt x="1214" y="374"/>
                      <a:pt x="1214" y="374"/>
                    </a:cubicBezTo>
                    <a:cubicBezTo>
                      <a:pt x="1214" y="371"/>
                      <a:pt x="1214" y="371"/>
                      <a:pt x="1214" y="371"/>
                    </a:cubicBezTo>
                    <a:cubicBezTo>
                      <a:pt x="1214" y="369"/>
                      <a:pt x="1214" y="369"/>
                      <a:pt x="1214" y="369"/>
                    </a:cubicBezTo>
                    <a:cubicBezTo>
                      <a:pt x="1213" y="359"/>
                      <a:pt x="1213" y="359"/>
                      <a:pt x="1213" y="359"/>
                    </a:cubicBezTo>
                    <a:cubicBezTo>
                      <a:pt x="1212" y="358"/>
                      <a:pt x="1212" y="358"/>
                      <a:pt x="1212" y="358"/>
                    </a:cubicBezTo>
                    <a:cubicBezTo>
                      <a:pt x="1212" y="355"/>
                      <a:pt x="1212" y="355"/>
                      <a:pt x="1212" y="355"/>
                    </a:cubicBezTo>
                    <a:cubicBezTo>
                      <a:pt x="1212" y="353"/>
                      <a:pt x="1212" y="353"/>
                      <a:pt x="1212" y="353"/>
                    </a:cubicBezTo>
                    <a:cubicBezTo>
                      <a:pt x="1211" y="348"/>
                      <a:pt x="1211" y="348"/>
                      <a:pt x="1211" y="348"/>
                    </a:cubicBezTo>
                    <a:cubicBezTo>
                      <a:pt x="1211" y="346"/>
                      <a:pt x="1211" y="346"/>
                      <a:pt x="1211" y="346"/>
                    </a:cubicBezTo>
                    <a:cubicBezTo>
                      <a:pt x="1211" y="343"/>
                      <a:pt x="1211" y="343"/>
                      <a:pt x="1211" y="343"/>
                    </a:cubicBezTo>
                    <a:cubicBezTo>
                      <a:pt x="1210" y="342"/>
                      <a:pt x="1210" y="342"/>
                      <a:pt x="1210" y="342"/>
                    </a:cubicBezTo>
                    <a:cubicBezTo>
                      <a:pt x="1210" y="336"/>
                      <a:pt x="1210" y="336"/>
                      <a:pt x="1210" y="336"/>
                    </a:cubicBezTo>
                    <a:cubicBezTo>
                      <a:pt x="1209" y="335"/>
                      <a:pt x="1209" y="335"/>
                      <a:pt x="1209" y="335"/>
                    </a:cubicBezTo>
                    <a:cubicBezTo>
                      <a:pt x="1209" y="332"/>
                      <a:pt x="1209" y="332"/>
                      <a:pt x="1209" y="332"/>
                    </a:cubicBezTo>
                    <a:cubicBezTo>
                      <a:pt x="1209" y="331"/>
                      <a:pt x="1209" y="331"/>
                      <a:pt x="1209" y="331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5" y="309"/>
                      <a:pt x="1205" y="309"/>
                      <a:pt x="1205" y="309"/>
                    </a:cubicBezTo>
                    <a:cubicBezTo>
                      <a:pt x="1205" y="308"/>
                      <a:pt x="1205" y="308"/>
                      <a:pt x="1205" y="308"/>
                    </a:cubicBezTo>
                    <a:cubicBezTo>
                      <a:pt x="1202" y="288"/>
                      <a:pt x="1198" y="269"/>
                      <a:pt x="1193" y="249"/>
                    </a:cubicBezTo>
                    <a:cubicBezTo>
                      <a:pt x="1193" y="248"/>
                      <a:pt x="1193" y="248"/>
                      <a:pt x="1193" y="248"/>
                    </a:cubicBezTo>
                    <a:cubicBezTo>
                      <a:pt x="1190" y="238"/>
                      <a:pt x="1190" y="238"/>
                      <a:pt x="1190" y="238"/>
                    </a:cubicBezTo>
                    <a:cubicBezTo>
                      <a:pt x="1190" y="237"/>
                      <a:pt x="1190" y="237"/>
                      <a:pt x="1190" y="237"/>
                    </a:cubicBezTo>
                    <a:cubicBezTo>
                      <a:pt x="1187" y="228"/>
                      <a:pt x="1187" y="228"/>
                      <a:pt x="1187" y="228"/>
                    </a:cubicBezTo>
                    <a:cubicBezTo>
                      <a:pt x="1187" y="226"/>
                      <a:pt x="1187" y="226"/>
                      <a:pt x="1187" y="226"/>
                    </a:cubicBezTo>
                    <a:cubicBezTo>
                      <a:pt x="1186" y="223"/>
                      <a:pt x="1186" y="223"/>
                      <a:pt x="1186" y="223"/>
                    </a:cubicBezTo>
                    <a:cubicBezTo>
                      <a:pt x="1186" y="221"/>
                      <a:pt x="1186" y="221"/>
                      <a:pt x="1186" y="221"/>
                    </a:cubicBezTo>
                    <a:cubicBezTo>
                      <a:pt x="1184" y="217"/>
                      <a:pt x="1184" y="217"/>
                      <a:pt x="1184" y="217"/>
                    </a:cubicBezTo>
                    <a:cubicBezTo>
                      <a:pt x="1184" y="215"/>
                      <a:pt x="1184" y="215"/>
                      <a:pt x="1184" y="215"/>
                    </a:cubicBezTo>
                    <a:cubicBezTo>
                      <a:pt x="1183" y="213"/>
                      <a:pt x="1183" y="213"/>
                      <a:pt x="1183" y="213"/>
                    </a:cubicBezTo>
                    <a:cubicBezTo>
                      <a:pt x="1182" y="210"/>
                      <a:pt x="1182" y="210"/>
                      <a:pt x="1182" y="210"/>
                    </a:cubicBezTo>
                    <a:cubicBezTo>
                      <a:pt x="1181" y="207"/>
                      <a:pt x="1181" y="207"/>
                      <a:pt x="1181" y="207"/>
                    </a:cubicBezTo>
                    <a:cubicBezTo>
                      <a:pt x="1181" y="204"/>
                      <a:pt x="1181" y="204"/>
                      <a:pt x="1181" y="204"/>
                    </a:cubicBezTo>
                    <a:cubicBezTo>
                      <a:pt x="1180" y="202"/>
                      <a:pt x="1180" y="202"/>
                      <a:pt x="1180" y="202"/>
                    </a:cubicBezTo>
                    <a:cubicBezTo>
                      <a:pt x="1179" y="199"/>
                      <a:pt x="1179" y="199"/>
                      <a:pt x="1179" y="199"/>
                    </a:cubicBezTo>
                    <a:cubicBezTo>
                      <a:pt x="1179" y="198"/>
                      <a:pt x="1179" y="198"/>
                      <a:pt x="1179" y="198"/>
                    </a:cubicBezTo>
                    <a:cubicBezTo>
                      <a:pt x="1177" y="193"/>
                      <a:pt x="1177" y="193"/>
                      <a:pt x="1177" y="193"/>
                    </a:cubicBezTo>
                    <a:cubicBezTo>
                      <a:pt x="1177" y="192"/>
                      <a:pt x="1177" y="192"/>
                      <a:pt x="1177" y="192"/>
                    </a:cubicBezTo>
                    <a:cubicBezTo>
                      <a:pt x="1176" y="188"/>
                      <a:pt x="1176" y="188"/>
                      <a:pt x="1176" y="188"/>
                    </a:cubicBezTo>
                    <a:cubicBezTo>
                      <a:pt x="1175" y="187"/>
                      <a:pt x="1175" y="187"/>
                      <a:pt x="1175" y="187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66" y="160"/>
                      <a:pt x="1158" y="137"/>
                      <a:pt x="1149" y="116"/>
                    </a:cubicBezTo>
                    <a:cubicBezTo>
                      <a:pt x="1144" y="103"/>
                      <a:pt x="1138" y="91"/>
                      <a:pt x="1132" y="79"/>
                    </a:cubicBezTo>
                    <a:cubicBezTo>
                      <a:pt x="1120" y="52"/>
                      <a:pt x="1106" y="26"/>
                      <a:pt x="1090" y="0"/>
                    </a:cubicBezTo>
                    <a:cubicBezTo>
                      <a:pt x="1115" y="67"/>
                      <a:pt x="1126" y="137"/>
                      <a:pt x="1126" y="206"/>
                    </a:cubicBezTo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5" name="Freeform 9"/>
              <p:cNvSpPr>
                <a:spLocks noSelect="1"/>
              </p:cNvSpPr>
              <p:nvPr userDrawn="1"/>
            </p:nvSpPr>
            <p:spPr bwMode="gray">
              <a:xfrm>
                <a:off x="1118870" y="583565"/>
                <a:ext cx="114935" cy="149860"/>
              </a:xfrm>
              <a:custGeom>
                <a:avLst/>
                <a:gdLst>
                  <a:gd name="T0" fmla="*/ 0 w 362"/>
                  <a:gd name="T1" fmla="*/ 106 h 472"/>
                  <a:gd name="T2" fmla="*/ 219 w 362"/>
                  <a:gd name="T3" fmla="*/ 445 h 472"/>
                  <a:gd name="T4" fmla="*/ 268 w 362"/>
                  <a:gd name="T5" fmla="*/ 472 h 472"/>
                  <a:gd name="T6" fmla="*/ 362 w 362"/>
                  <a:gd name="T7" fmla="*/ 472 h 472"/>
                  <a:gd name="T8" fmla="*/ 319 w 362"/>
                  <a:gd name="T9" fmla="*/ 448 h 472"/>
                  <a:gd name="T10" fmla="*/ 22 w 362"/>
                  <a:gd name="T11" fmla="*/ 0 h 472"/>
                  <a:gd name="T12" fmla="*/ 0 w 362"/>
                  <a:gd name="T13" fmla="*/ 106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2" h="472">
                    <a:moveTo>
                      <a:pt x="0" y="106"/>
                    </a:moveTo>
                    <a:cubicBezTo>
                      <a:pt x="219" y="445"/>
                      <a:pt x="219" y="445"/>
                      <a:pt x="219" y="445"/>
                    </a:cubicBezTo>
                    <a:cubicBezTo>
                      <a:pt x="228" y="460"/>
                      <a:pt x="250" y="472"/>
                      <a:pt x="268" y="472"/>
                    </a:cubicBezTo>
                    <a:cubicBezTo>
                      <a:pt x="362" y="472"/>
                      <a:pt x="362" y="472"/>
                      <a:pt x="362" y="472"/>
                    </a:cubicBezTo>
                    <a:cubicBezTo>
                      <a:pt x="347" y="472"/>
                      <a:pt x="327" y="461"/>
                      <a:pt x="319" y="448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0" y="106"/>
                    </a:lnTo>
                    <a:close/>
                  </a:path>
                </a:pathLst>
              </a:cu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6" name="Freeform 10"/>
              <p:cNvSpPr>
                <a:spLocks noSelect="1"/>
              </p:cNvSpPr>
              <p:nvPr userDrawn="1"/>
            </p:nvSpPr>
            <p:spPr bwMode="gray">
              <a:xfrm>
                <a:off x="949325" y="290830"/>
                <a:ext cx="277495" cy="120015"/>
              </a:xfrm>
              <a:custGeom>
                <a:avLst/>
                <a:gdLst>
                  <a:gd name="T0" fmla="*/ 27 w 874"/>
                  <a:gd name="T1" fmla="*/ 323 h 378"/>
                  <a:gd name="T2" fmla="*/ 1 w 874"/>
                  <a:gd name="T3" fmla="*/ 366 h 378"/>
                  <a:gd name="T4" fmla="*/ 1 w 874"/>
                  <a:gd name="T5" fmla="*/ 367 h 378"/>
                  <a:gd name="T6" fmla="*/ 1 w 874"/>
                  <a:gd name="T7" fmla="*/ 367 h 378"/>
                  <a:gd name="T8" fmla="*/ 30 w 874"/>
                  <a:gd name="T9" fmla="*/ 378 h 378"/>
                  <a:gd name="T10" fmla="*/ 410 w 874"/>
                  <a:gd name="T11" fmla="*/ 378 h 378"/>
                  <a:gd name="T12" fmla="*/ 400 w 874"/>
                  <a:gd name="T13" fmla="*/ 293 h 378"/>
                  <a:gd name="T14" fmla="*/ 439 w 874"/>
                  <a:gd name="T15" fmla="*/ 165 h 378"/>
                  <a:gd name="T16" fmla="*/ 471 w 874"/>
                  <a:gd name="T17" fmla="*/ 129 h 378"/>
                  <a:gd name="T18" fmla="*/ 820 w 874"/>
                  <a:gd name="T19" fmla="*/ 11 h 378"/>
                  <a:gd name="T20" fmla="*/ 838 w 874"/>
                  <a:gd name="T21" fmla="*/ 12 h 378"/>
                  <a:gd name="T22" fmla="*/ 874 w 874"/>
                  <a:gd name="T23" fmla="*/ 13 h 378"/>
                  <a:gd name="T24" fmla="*/ 728 w 874"/>
                  <a:gd name="T25" fmla="*/ 0 h 378"/>
                  <a:gd name="T26" fmla="*/ 719 w 874"/>
                  <a:gd name="T27" fmla="*/ 0 h 378"/>
                  <a:gd name="T28" fmla="*/ 27 w 874"/>
                  <a:gd name="T29" fmla="*/ 323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4" h="378">
                    <a:moveTo>
                      <a:pt x="27" y="323"/>
                    </a:moveTo>
                    <a:cubicBezTo>
                      <a:pt x="10" y="343"/>
                      <a:pt x="0" y="357"/>
                      <a:pt x="1" y="366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2" y="375"/>
                      <a:pt x="11" y="378"/>
                      <a:pt x="30" y="378"/>
                    </a:cubicBezTo>
                    <a:cubicBezTo>
                      <a:pt x="410" y="378"/>
                      <a:pt x="410" y="378"/>
                      <a:pt x="410" y="378"/>
                    </a:cubicBezTo>
                    <a:cubicBezTo>
                      <a:pt x="404" y="349"/>
                      <a:pt x="400" y="320"/>
                      <a:pt x="400" y="293"/>
                    </a:cubicBezTo>
                    <a:cubicBezTo>
                      <a:pt x="400" y="244"/>
                      <a:pt x="412" y="200"/>
                      <a:pt x="439" y="165"/>
                    </a:cubicBezTo>
                    <a:cubicBezTo>
                      <a:pt x="449" y="152"/>
                      <a:pt x="460" y="140"/>
                      <a:pt x="471" y="129"/>
                    </a:cubicBezTo>
                    <a:cubicBezTo>
                      <a:pt x="555" y="49"/>
                      <a:pt x="683" y="11"/>
                      <a:pt x="820" y="11"/>
                    </a:cubicBezTo>
                    <a:cubicBezTo>
                      <a:pt x="826" y="11"/>
                      <a:pt x="832" y="11"/>
                      <a:pt x="838" y="12"/>
                    </a:cubicBezTo>
                    <a:cubicBezTo>
                      <a:pt x="850" y="12"/>
                      <a:pt x="862" y="12"/>
                      <a:pt x="874" y="13"/>
                    </a:cubicBezTo>
                    <a:cubicBezTo>
                      <a:pt x="827" y="5"/>
                      <a:pt x="778" y="0"/>
                      <a:pt x="728" y="0"/>
                    </a:cubicBezTo>
                    <a:cubicBezTo>
                      <a:pt x="719" y="0"/>
                      <a:pt x="719" y="0"/>
                      <a:pt x="719" y="0"/>
                    </a:cubicBezTo>
                    <a:cubicBezTo>
                      <a:pt x="441" y="0"/>
                      <a:pt x="192" y="125"/>
                      <a:pt x="27" y="323"/>
                    </a:cubicBezTo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7" name="Freeform 11"/>
              <p:cNvSpPr>
                <a:spLocks noSelect="1"/>
              </p:cNvSpPr>
              <p:nvPr userDrawn="1"/>
            </p:nvSpPr>
            <p:spPr bwMode="gray">
              <a:xfrm>
                <a:off x="1076325" y="294005"/>
                <a:ext cx="358775" cy="353695"/>
              </a:xfrm>
              <a:custGeom>
                <a:avLst/>
                <a:gdLst>
                  <a:gd name="T0" fmla="*/ 0 w 1130"/>
                  <a:gd name="T1" fmla="*/ 282 h 1113"/>
                  <a:gd name="T2" fmla="*/ 738 w 1130"/>
                  <a:gd name="T3" fmla="*/ 375 h 1113"/>
                  <a:gd name="T4" fmla="*/ 910 w 1130"/>
                  <a:gd name="T5" fmla="*/ 637 h 1113"/>
                  <a:gd name="T6" fmla="*/ 913 w 1130"/>
                  <a:gd name="T7" fmla="*/ 645 h 1113"/>
                  <a:gd name="T8" fmla="*/ 824 w 1130"/>
                  <a:gd name="T9" fmla="*/ 1113 h 1113"/>
                  <a:gd name="T10" fmla="*/ 1094 w 1130"/>
                  <a:gd name="T11" fmla="*/ 428 h 1113"/>
                  <a:gd name="T12" fmla="*/ 1044 w 1130"/>
                  <a:gd name="T13" fmla="*/ 353 h 1113"/>
                  <a:gd name="T14" fmla="*/ 1040 w 1130"/>
                  <a:gd name="T15" fmla="*/ 348 h 1113"/>
                  <a:gd name="T16" fmla="*/ 1034 w 1130"/>
                  <a:gd name="T17" fmla="*/ 339 h 1113"/>
                  <a:gd name="T18" fmla="*/ 1030 w 1130"/>
                  <a:gd name="T19" fmla="*/ 334 h 1113"/>
                  <a:gd name="T20" fmla="*/ 1007 w 1130"/>
                  <a:gd name="T21" fmla="*/ 306 h 1113"/>
                  <a:gd name="T22" fmla="*/ 1003 w 1130"/>
                  <a:gd name="T23" fmla="*/ 301 h 1113"/>
                  <a:gd name="T24" fmla="*/ 995 w 1130"/>
                  <a:gd name="T25" fmla="*/ 293 h 1113"/>
                  <a:gd name="T26" fmla="*/ 974 w 1130"/>
                  <a:gd name="T27" fmla="*/ 270 h 1113"/>
                  <a:gd name="T28" fmla="*/ 967 w 1130"/>
                  <a:gd name="T29" fmla="*/ 262 h 1113"/>
                  <a:gd name="T30" fmla="*/ 962 w 1130"/>
                  <a:gd name="T31" fmla="*/ 257 h 1113"/>
                  <a:gd name="T32" fmla="*/ 937 w 1130"/>
                  <a:gd name="T33" fmla="*/ 233 h 1113"/>
                  <a:gd name="T34" fmla="*/ 932 w 1130"/>
                  <a:gd name="T35" fmla="*/ 228 h 1113"/>
                  <a:gd name="T36" fmla="*/ 924 w 1130"/>
                  <a:gd name="T37" fmla="*/ 221 h 1113"/>
                  <a:gd name="T38" fmla="*/ 919 w 1130"/>
                  <a:gd name="T39" fmla="*/ 216 h 1113"/>
                  <a:gd name="T40" fmla="*/ 901 w 1130"/>
                  <a:gd name="T41" fmla="*/ 201 h 1113"/>
                  <a:gd name="T42" fmla="*/ 895 w 1130"/>
                  <a:gd name="T43" fmla="*/ 196 h 1113"/>
                  <a:gd name="T44" fmla="*/ 887 w 1130"/>
                  <a:gd name="T45" fmla="*/ 190 h 1113"/>
                  <a:gd name="T46" fmla="*/ 882 w 1130"/>
                  <a:gd name="T47" fmla="*/ 185 h 1113"/>
                  <a:gd name="T48" fmla="*/ 873 w 1130"/>
                  <a:gd name="T49" fmla="*/ 178 h 1113"/>
                  <a:gd name="T50" fmla="*/ 858 w 1130"/>
                  <a:gd name="T51" fmla="*/ 167 h 1113"/>
                  <a:gd name="T52" fmla="*/ 849 w 1130"/>
                  <a:gd name="T53" fmla="*/ 160 h 1113"/>
                  <a:gd name="T54" fmla="*/ 843 w 1130"/>
                  <a:gd name="T55" fmla="*/ 156 h 1113"/>
                  <a:gd name="T56" fmla="*/ 835 w 1130"/>
                  <a:gd name="T57" fmla="*/ 150 h 1113"/>
                  <a:gd name="T58" fmla="*/ 829 w 1130"/>
                  <a:gd name="T59" fmla="*/ 146 h 1113"/>
                  <a:gd name="T60" fmla="*/ 809 w 1130"/>
                  <a:gd name="T61" fmla="*/ 133 h 1113"/>
                  <a:gd name="T62" fmla="*/ 803 w 1130"/>
                  <a:gd name="T63" fmla="*/ 129 h 1113"/>
                  <a:gd name="T64" fmla="*/ 794 w 1130"/>
                  <a:gd name="T65" fmla="*/ 124 h 1113"/>
                  <a:gd name="T66" fmla="*/ 788 w 1130"/>
                  <a:gd name="T67" fmla="*/ 120 h 1113"/>
                  <a:gd name="T68" fmla="*/ 768 w 1130"/>
                  <a:gd name="T69" fmla="*/ 108 h 1113"/>
                  <a:gd name="T70" fmla="*/ 762 w 1130"/>
                  <a:gd name="T71" fmla="*/ 104 h 1113"/>
                  <a:gd name="T72" fmla="*/ 753 w 1130"/>
                  <a:gd name="T73" fmla="*/ 99 h 1113"/>
                  <a:gd name="T74" fmla="*/ 746 w 1130"/>
                  <a:gd name="T75" fmla="*/ 96 h 1113"/>
                  <a:gd name="T76" fmla="*/ 720 w 1130"/>
                  <a:gd name="T77" fmla="*/ 82 h 1113"/>
                  <a:gd name="T78" fmla="*/ 713 w 1130"/>
                  <a:gd name="T79" fmla="*/ 79 h 1113"/>
                  <a:gd name="T80" fmla="*/ 704 w 1130"/>
                  <a:gd name="T81" fmla="*/ 75 h 1113"/>
                  <a:gd name="T82" fmla="*/ 697 w 1130"/>
                  <a:gd name="T83" fmla="*/ 72 h 1113"/>
                  <a:gd name="T84" fmla="*/ 675 w 1130"/>
                  <a:gd name="T85" fmla="*/ 62 h 1113"/>
                  <a:gd name="T86" fmla="*/ 669 w 1130"/>
                  <a:gd name="T87" fmla="*/ 59 h 1113"/>
                  <a:gd name="T88" fmla="*/ 659 w 1130"/>
                  <a:gd name="T89" fmla="*/ 55 h 1113"/>
                  <a:gd name="T90" fmla="*/ 653 w 1130"/>
                  <a:gd name="T91" fmla="*/ 52 h 1113"/>
                  <a:gd name="T92" fmla="*/ 619 w 1130"/>
                  <a:gd name="T93" fmla="*/ 40 h 1113"/>
                  <a:gd name="T94" fmla="*/ 612 w 1130"/>
                  <a:gd name="T95" fmla="*/ 38 h 1113"/>
                  <a:gd name="T96" fmla="*/ 602 w 1130"/>
                  <a:gd name="T97" fmla="*/ 34 h 1113"/>
                  <a:gd name="T98" fmla="*/ 595 w 1130"/>
                  <a:gd name="T99" fmla="*/ 32 h 1113"/>
                  <a:gd name="T100" fmla="*/ 566 w 1130"/>
                  <a:gd name="T101" fmla="*/ 23 h 1113"/>
                  <a:gd name="T102" fmla="*/ 559 w 1130"/>
                  <a:gd name="T103" fmla="*/ 21 h 1113"/>
                  <a:gd name="T104" fmla="*/ 549 w 1130"/>
                  <a:gd name="T105" fmla="*/ 18 h 1113"/>
                  <a:gd name="T106" fmla="*/ 542 w 1130"/>
                  <a:gd name="T107" fmla="*/ 17 h 1113"/>
                  <a:gd name="T108" fmla="*/ 518 w 1130"/>
                  <a:gd name="T109" fmla="*/ 11 h 1113"/>
                  <a:gd name="T110" fmla="*/ 511 w 1130"/>
                  <a:gd name="T111" fmla="*/ 9 h 1113"/>
                  <a:gd name="T112" fmla="*/ 501 w 1130"/>
                  <a:gd name="T113" fmla="*/ 7 h 1113"/>
                  <a:gd name="T114" fmla="*/ 493 w 1130"/>
                  <a:gd name="T115" fmla="*/ 6 h 1113"/>
                  <a:gd name="T116" fmla="*/ 482 w 1130"/>
                  <a:gd name="T117" fmla="*/ 4 h 1113"/>
                  <a:gd name="T118" fmla="*/ 474 w 1130"/>
                  <a:gd name="T119" fmla="*/ 2 h 1113"/>
                  <a:gd name="T120" fmla="*/ 71 w 1130"/>
                  <a:gd name="T121" fmla="*/ 118 h 1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30" h="1113">
                    <a:moveTo>
                      <a:pt x="71" y="118"/>
                    </a:moveTo>
                    <a:cubicBezTo>
                      <a:pt x="60" y="129"/>
                      <a:pt x="49" y="141"/>
                      <a:pt x="39" y="154"/>
                    </a:cubicBezTo>
                    <a:cubicBezTo>
                      <a:pt x="12" y="189"/>
                      <a:pt x="0" y="233"/>
                      <a:pt x="0" y="282"/>
                    </a:cubicBezTo>
                    <a:cubicBezTo>
                      <a:pt x="0" y="309"/>
                      <a:pt x="4" y="338"/>
                      <a:pt x="10" y="367"/>
                    </a:cubicBezTo>
                    <a:cubicBezTo>
                      <a:pt x="712" y="367"/>
                      <a:pt x="712" y="367"/>
                      <a:pt x="712" y="367"/>
                    </a:cubicBezTo>
                    <a:cubicBezTo>
                      <a:pt x="720" y="367"/>
                      <a:pt x="730" y="370"/>
                      <a:pt x="738" y="375"/>
                    </a:cubicBezTo>
                    <a:cubicBezTo>
                      <a:pt x="745" y="380"/>
                      <a:pt x="752" y="385"/>
                      <a:pt x="756" y="391"/>
                    </a:cubicBezTo>
                    <a:cubicBezTo>
                      <a:pt x="904" y="622"/>
                      <a:pt x="904" y="622"/>
                      <a:pt x="904" y="622"/>
                    </a:cubicBezTo>
                    <a:cubicBezTo>
                      <a:pt x="907" y="626"/>
                      <a:pt x="909" y="632"/>
                      <a:pt x="910" y="637"/>
                    </a:cubicBezTo>
                    <a:cubicBezTo>
                      <a:pt x="912" y="644"/>
                      <a:pt x="912" y="644"/>
                      <a:pt x="912" y="644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4" y="652"/>
                      <a:pt x="915" y="660"/>
                      <a:pt x="914" y="666"/>
                    </a:cubicBezTo>
                    <a:cubicBezTo>
                      <a:pt x="914" y="674"/>
                      <a:pt x="914" y="674"/>
                      <a:pt x="914" y="674"/>
                    </a:cubicBezTo>
                    <a:cubicBezTo>
                      <a:pt x="824" y="1113"/>
                      <a:pt x="824" y="1113"/>
                      <a:pt x="824" y="1113"/>
                    </a:cubicBezTo>
                    <a:cubicBezTo>
                      <a:pt x="906" y="1074"/>
                      <a:pt x="976" y="1020"/>
                      <a:pt x="1020" y="965"/>
                    </a:cubicBezTo>
                    <a:cubicBezTo>
                      <a:pt x="1093" y="875"/>
                      <a:pt x="1130" y="757"/>
                      <a:pt x="1130" y="634"/>
                    </a:cubicBezTo>
                    <a:cubicBezTo>
                      <a:pt x="1130" y="565"/>
                      <a:pt x="1119" y="495"/>
                      <a:pt x="1094" y="428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77" y="399"/>
                      <a:pt x="1061" y="376"/>
                      <a:pt x="1044" y="353"/>
                    </a:cubicBezTo>
                    <a:cubicBezTo>
                      <a:pt x="1044" y="353"/>
                      <a:pt x="1044" y="353"/>
                      <a:pt x="1044" y="353"/>
                    </a:cubicBezTo>
                    <a:cubicBezTo>
                      <a:pt x="1041" y="349"/>
                      <a:pt x="1041" y="349"/>
                      <a:pt x="1041" y="349"/>
                    </a:cubicBezTo>
                    <a:cubicBezTo>
                      <a:pt x="1040" y="348"/>
                      <a:pt x="1040" y="348"/>
                      <a:pt x="1040" y="348"/>
                    </a:cubicBezTo>
                    <a:cubicBezTo>
                      <a:pt x="1037" y="344"/>
                      <a:pt x="1037" y="344"/>
                      <a:pt x="1037" y="344"/>
                    </a:cubicBezTo>
                    <a:cubicBezTo>
                      <a:pt x="1037" y="343"/>
                      <a:pt x="1037" y="343"/>
                      <a:pt x="1037" y="343"/>
                    </a:cubicBezTo>
                    <a:cubicBezTo>
                      <a:pt x="1034" y="339"/>
                      <a:pt x="1034" y="339"/>
                      <a:pt x="1034" y="339"/>
                    </a:cubicBezTo>
                    <a:cubicBezTo>
                      <a:pt x="1033" y="338"/>
                      <a:pt x="1033" y="338"/>
                      <a:pt x="1033" y="338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23" y="326"/>
                      <a:pt x="1017" y="318"/>
                      <a:pt x="1011" y="311"/>
                    </a:cubicBezTo>
                    <a:cubicBezTo>
                      <a:pt x="1011" y="311"/>
                      <a:pt x="1011" y="311"/>
                      <a:pt x="1011" y="311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3" y="302"/>
                      <a:pt x="1003" y="302"/>
                      <a:pt x="1003" y="302"/>
                    </a:cubicBezTo>
                    <a:cubicBezTo>
                      <a:pt x="1003" y="301"/>
                      <a:pt x="1003" y="301"/>
                      <a:pt x="1003" y="301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88" y="285"/>
                      <a:pt x="982" y="278"/>
                      <a:pt x="975" y="271"/>
                    </a:cubicBezTo>
                    <a:cubicBezTo>
                      <a:pt x="974" y="270"/>
                      <a:pt x="974" y="270"/>
                      <a:pt x="974" y="270"/>
                    </a:cubicBezTo>
                    <a:cubicBezTo>
                      <a:pt x="971" y="266"/>
                      <a:pt x="971" y="266"/>
                      <a:pt x="971" y="266"/>
                    </a:cubicBezTo>
                    <a:cubicBezTo>
                      <a:pt x="970" y="266"/>
                      <a:pt x="970" y="266"/>
                      <a:pt x="970" y="266"/>
                    </a:cubicBezTo>
                    <a:cubicBezTo>
                      <a:pt x="967" y="262"/>
                      <a:pt x="967" y="262"/>
                      <a:pt x="967" y="262"/>
                    </a:cubicBezTo>
                    <a:cubicBezTo>
                      <a:pt x="966" y="262"/>
                      <a:pt x="966" y="262"/>
                      <a:pt x="966" y="262"/>
                    </a:cubicBezTo>
                    <a:cubicBezTo>
                      <a:pt x="963" y="258"/>
                      <a:pt x="963" y="258"/>
                      <a:pt x="963" y="258"/>
                    </a:cubicBezTo>
                    <a:cubicBezTo>
                      <a:pt x="962" y="257"/>
                      <a:pt x="962" y="257"/>
                      <a:pt x="962" y="257"/>
                    </a:cubicBezTo>
                    <a:cubicBezTo>
                      <a:pt x="958" y="254"/>
                      <a:pt x="958" y="254"/>
                      <a:pt x="958" y="254"/>
                    </a:cubicBezTo>
                    <a:cubicBezTo>
                      <a:pt x="958" y="253"/>
                      <a:pt x="958" y="253"/>
                      <a:pt x="958" y="253"/>
                    </a:cubicBezTo>
                    <a:cubicBezTo>
                      <a:pt x="951" y="246"/>
                      <a:pt x="944" y="239"/>
                      <a:pt x="937" y="233"/>
                    </a:cubicBezTo>
                    <a:cubicBezTo>
                      <a:pt x="936" y="232"/>
                      <a:pt x="936" y="232"/>
                      <a:pt x="936" y="232"/>
                    </a:cubicBezTo>
                    <a:cubicBezTo>
                      <a:pt x="932" y="229"/>
                      <a:pt x="932" y="229"/>
                      <a:pt x="932" y="229"/>
                    </a:cubicBezTo>
                    <a:cubicBezTo>
                      <a:pt x="932" y="228"/>
                      <a:pt x="932" y="228"/>
                      <a:pt x="932" y="228"/>
                    </a:cubicBezTo>
                    <a:cubicBezTo>
                      <a:pt x="928" y="225"/>
                      <a:pt x="928" y="225"/>
                      <a:pt x="928" y="225"/>
                    </a:cubicBezTo>
                    <a:cubicBezTo>
                      <a:pt x="927" y="224"/>
                      <a:pt x="927" y="224"/>
                      <a:pt x="927" y="224"/>
                    </a:cubicBezTo>
                    <a:cubicBezTo>
                      <a:pt x="924" y="221"/>
                      <a:pt x="924" y="221"/>
                      <a:pt x="924" y="221"/>
                    </a:cubicBezTo>
                    <a:cubicBezTo>
                      <a:pt x="923" y="220"/>
                      <a:pt x="923" y="220"/>
                      <a:pt x="923" y="220"/>
                    </a:cubicBezTo>
                    <a:cubicBezTo>
                      <a:pt x="919" y="217"/>
                      <a:pt x="919" y="217"/>
                      <a:pt x="919" y="217"/>
                    </a:cubicBezTo>
                    <a:cubicBezTo>
                      <a:pt x="919" y="216"/>
                      <a:pt x="919" y="216"/>
                      <a:pt x="919" y="216"/>
                    </a:cubicBezTo>
                    <a:cubicBezTo>
                      <a:pt x="914" y="213"/>
                      <a:pt x="914" y="213"/>
                      <a:pt x="914" y="213"/>
                    </a:cubicBezTo>
                    <a:cubicBezTo>
                      <a:pt x="914" y="212"/>
                      <a:pt x="914" y="212"/>
                      <a:pt x="914" y="212"/>
                    </a:cubicBezTo>
                    <a:cubicBezTo>
                      <a:pt x="901" y="201"/>
                      <a:pt x="901" y="201"/>
                      <a:pt x="901" y="201"/>
                    </a:cubicBezTo>
                    <a:cubicBezTo>
                      <a:pt x="900" y="200"/>
                      <a:pt x="900" y="200"/>
                      <a:pt x="900" y="200"/>
                    </a:cubicBezTo>
                    <a:cubicBezTo>
                      <a:pt x="896" y="197"/>
                      <a:pt x="896" y="197"/>
                      <a:pt x="896" y="197"/>
                    </a:cubicBezTo>
                    <a:cubicBezTo>
                      <a:pt x="895" y="196"/>
                      <a:pt x="895" y="196"/>
                      <a:pt x="895" y="196"/>
                    </a:cubicBezTo>
                    <a:cubicBezTo>
                      <a:pt x="892" y="193"/>
                      <a:pt x="892" y="193"/>
                      <a:pt x="892" y="193"/>
                    </a:cubicBezTo>
                    <a:cubicBezTo>
                      <a:pt x="891" y="193"/>
                      <a:pt x="891" y="193"/>
                      <a:pt x="891" y="193"/>
                    </a:cubicBezTo>
                    <a:cubicBezTo>
                      <a:pt x="887" y="190"/>
                      <a:pt x="887" y="190"/>
                      <a:pt x="887" y="190"/>
                    </a:cubicBezTo>
                    <a:cubicBezTo>
                      <a:pt x="886" y="189"/>
                      <a:pt x="886" y="189"/>
                      <a:pt x="886" y="189"/>
                    </a:cubicBezTo>
                    <a:cubicBezTo>
                      <a:pt x="883" y="186"/>
                      <a:pt x="883" y="186"/>
                      <a:pt x="883" y="186"/>
                    </a:cubicBezTo>
                    <a:cubicBezTo>
                      <a:pt x="882" y="185"/>
                      <a:pt x="882" y="185"/>
                      <a:pt x="882" y="185"/>
                    </a:cubicBezTo>
                    <a:cubicBezTo>
                      <a:pt x="878" y="182"/>
                      <a:pt x="878" y="182"/>
                      <a:pt x="878" y="182"/>
                    </a:cubicBezTo>
                    <a:cubicBezTo>
                      <a:pt x="877" y="182"/>
                      <a:pt x="877" y="182"/>
                      <a:pt x="877" y="182"/>
                    </a:cubicBezTo>
                    <a:cubicBezTo>
                      <a:pt x="873" y="178"/>
                      <a:pt x="873" y="178"/>
                      <a:pt x="873" y="178"/>
                    </a:cubicBezTo>
                    <a:cubicBezTo>
                      <a:pt x="872" y="178"/>
                      <a:pt x="872" y="178"/>
                      <a:pt x="872" y="178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4" y="164"/>
                      <a:pt x="854" y="164"/>
                      <a:pt x="854" y="164"/>
                    </a:cubicBezTo>
                    <a:cubicBezTo>
                      <a:pt x="853" y="163"/>
                      <a:pt x="853" y="163"/>
                      <a:pt x="853" y="163"/>
                    </a:cubicBezTo>
                    <a:cubicBezTo>
                      <a:pt x="849" y="160"/>
                      <a:pt x="849" y="160"/>
                      <a:pt x="849" y="160"/>
                    </a:cubicBezTo>
                    <a:cubicBezTo>
                      <a:pt x="848" y="160"/>
                      <a:pt x="848" y="160"/>
                      <a:pt x="848" y="160"/>
                    </a:cubicBezTo>
                    <a:cubicBezTo>
                      <a:pt x="844" y="157"/>
                      <a:pt x="844" y="157"/>
                      <a:pt x="844" y="157"/>
                    </a:cubicBezTo>
                    <a:cubicBezTo>
                      <a:pt x="843" y="156"/>
                      <a:pt x="843" y="156"/>
                      <a:pt x="843" y="156"/>
                    </a:cubicBezTo>
                    <a:cubicBezTo>
                      <a:pt x="839" y="154"/>
                      <a:pt x="839" y="154"/>
                      <a:pt x="839" y="154"/>
                    </a:cubicBezTo>
                    <a:cubicBezTo>
                      <a:pt x="838" y="153"/>
                      <a:pt x="838" y="153"/>
                      <a:pt x="838" y="153"/>
                    </a:cubicBezTo>
                    <a:cubicBezTo>
                      <a:pt x="835" y="150"/>
                      <a:pt x="835" y="150"/>
                      <a:pt x="835" y="150"/>
                    </a:cubicBezTo>
                    <a:cubicBezTo>
                      <a:pt x="833" y="149"/>
                      <a:pt x="833" y="149"/>
                      <a:pt x="833" y="149"/>
                    </a:cubicBezTo>
                    <a:cubicBezTo>
                      <a:pt x="829" y="147"/>
                      <a:pt x="829" y="147"/>
                      <a:pt x="829" y="147"/>
                    </a:cubicBezTo>
                    <a:cubicBezTo>
                      <a:pt x="829" y="146"/>
                      <a:pt x="829" y="146"/>
                      <a:pt x="829" y="146"/>
                    </a:cubicBezTo>
                    <a:cubicBezTo>
                      <a:pt x="814" y="136"/>
                      <a:pt x="814" y="136"/>
                      <a:pt x="814" y="136"/>
                    </a:cubicBezTo>
                    <a:cubicBezTo>
                      <a:pt x="813" y="136"/>
                      <a:pt x="813" y="136"/>
                      <a:pt x="813" y="136"/>
                    </a:cubicBezTo>
                    <a:cubicBezTo>
                      <a:pt x="809" y="133"/>
                      <a:pt x="809" y="133"/>
                      <a:pt x="809" y="133"/>
                    </a:cubicBezTo>
                    <a:cubicBezTo>
                      <a:pt x="808" y="132"/>
                      <a:pt x="808" y="132"/>
                      <a:pt x="808" y="132"/>
                    </a:cubicBezTo>
                    <a:cubicBezTo>
                      <a:pt x="804" y="130"/>
                      <a:pt x="804" y="130"/>
                      <a:pt x="804" y="130"/>
                    </a:cubicBezTo>
                    <a:cubicBezTo>
                      <a:pt x="803" y="129"/>
                      <a:pt x="803" y="129"/>
                      <a:pt x="803" y="129"/>
                    </a:cubicBezTo>
                    <a:cubicBezTo>
                      <a:pt x="799" y="127"/>
                      <a:pt x="799" y="127"/>
                      <a:pt x="799" y="127"/>
                    </a:cubicBezTo>
                    <a:cubicBezTo>
                      <a:pt x="798" y="126"/>
                      <a:pt x="798" y="126"/>
                      <a:pt x="798" y="126"/>
                    </a:cubicBezTo>
                    <a:cubicBezTo>
                      <a:pt x="794" y="124"/>
                      <a:pt x="794" y="124"/>
                      <a:pt x="794" y="124"/>
                    </a:cubicBezTo>
                    <a:cubicBezTo>
                      <a:pt x="793" y="123"/>
                      <a:pt x="793" y="123"/>
                      <a:pt x="793" y="123"/>
                    </a:cubicBezTo>
                    <a:cubicBezTo>
                      <a:pt x="789" y="121"/>
                      <a:pt x="789" y="121"/>
                      <a:pt x="789" y="121"/>
                    </a:cubicBezTo>
                    <a:cubicBezTo>
                      <a:pt x="788" y="120"/>
                      <a:pt x="788" y="120"/>
                      <a:pt x="788" y="120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68" y="108"/>
                      <a:pt x="768" y="108"/>
                      <a:pt x="768" y="108"/>
                    </a:cubicBezTo>
                    <a:cubicBezTo>
                      <a:pt x="767" y="108"/>
                      <a:pt x="767" y="108"/>
                      <a:pt x="767" y="108"/>
                    </a:cubicBezTo>
                    <a:cubicBezTo>
                      <a:pt x="763" y="105"/>
                      <a:pt x="763" y="105"/>
                      <a:pt x="763" y="105"/>
                    </a:cubicBezTo>
                    <a:cubicBezTo>
                      <a:pt x="762" y="104"/>
                      <a:pt x="762" y="104"/>
                      <a:pt x="762" y="104"/>
                    </a:cubicBezTo>
                    <a:cubicBezTo>
                      <a:pt x="758" y="102"/>
                      <a:pt x="758" y="102"/>
                      <a:pt x="758" y="102"/>
                    </a:cubicBezTo>
                    <a:cubicBezTo>
                      <a:pt x="756" y="102"/>
                      <a:pt x="756" y="102"/>
                      <a:pt x="756" y="102"/>
                    </a:cubicBezTo>
                    <a:cubicBezTo>
                      <a:pt x="753" y="99"/>
                      <a:pt x="753" y="99"/>
                      <a:pt x="753" y="99"/>
                    </a:cubicBezTo>
                    <a:cubicBezTo>
                      <a:pt x="751" y="99"/>
                      <a:pt x="751" y="99"/>
                      <a:pt x="751" y="99"/>
                    </a:cubicBezTo>
                    <a:cubicBezTo>
                      <a:pt x="747" y="97"/>
                      <a:pt x="747" y="97"/>
                      <a:pt x="747" y="97"/>
                    </a:cubicBezTo>
                    <a:cubicBezTo>
                      <a:pt x="746" y="96"/>
                      <a:pt x="746" y="96"/>
                      <a:pt x="746" y="96"/>
                    </a:cubicBezTo>
                    <a:cubicBezTo>
                      <a:pt x="742" y="94"/>
                      <a:pt x="742" y="94"/>
                      <a:pt x="742" y="94"/>
                    </a:cubicBezTo>
                    <a:cubicBezTo>
                      <a:pt x="741" y="93"/>
                      <a:pt x="741" y="93"/>
                      <a:pt x="741" y="93"/>
                    </a:cubicBezTo>
                    <a:cubicBezTo>
                      <a:pt x="734" y="90"/>
                      <a:pt x="727" y="86"/>
                      <a:pt x="720" y="82"/>
                    </a:cubicBezTo>
                    <a:cubicBezTo>
                      <a:pt x="719" y="82"/>
                      <a:pt x="719" y="82"/>
                      <a:pt x="719" y="82"/>
                    </a:cubicBezTo>
                    <a:cubicBezTo>
                      <a:pt x="714" y="80"/>
                      <a:pt x="714" y="80"/>
                      <a:pt x="714" y="80"/>
                    </a:cubicBezTo>
                    <a:cubicBezTo>
                      <a:pt x="713" y="79"/>
                      <a:pt x="713" y="79"/>
                      <a:pt x="713" y="79"/>
                    </a:cubicBezTo>
                    <a:cubicBezTo>
                      <a:pt x="709" y="77"/>
                      <a:pt x="709" y="77"/>
                      <a:pt x="709" y="77"/>
                    </a:cubicBezTo>
                    <a:cubicBezTo>
                      <a:pt x="708" y="77"/>
                      <a:pt x="708" y="77"/>
                      <a:pt x="708" y="77"/>
                    </a:cubicBezTo>
                    <a:cubicBezTo>
                      <a:pt x="704" y="75"/>
                      <a:pt x="704" y="75"/>
                      <a:pt x="704" y="75"/>
                    </a:cubicBezTo>
                    <a:cubicBezTo>
                      <a:pt x="703" y="74"/>
                      <a:pt x="703" y="74"/>
                      <a:pt x="703" y="74"/>
                    </a:cubicBezTo>
                    <a:cubicBezTo>
                      <a:pt x="698" y="72"/>
                      <a:pt x="698" y="72"/>
                      <a:pt x="698" y="72"/>
                    </a:cubicBezTo>
                    <a:cubicBezTo>
                      <a:pt x="697" y="72"/>
                      <a:pt x="697" y="72"/>
                      <a:pt x="697" y="72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87" y="67"/>
                      <a:pt x="681" y="64"/>
                      <a:pt x="675" y="62"/>
                    </a:cubicBezTo>
                    <a:cubicBezTo>
                      <a:pt x="675" y="62"/>
                      <a:pt x="675" y="62"/>
                      <a:pt x="675" y="62"/>
                    </a:cubicBezTo>
                    <a:cubicBezTo>
                      <a:pt x="670" y="60"/>
                      <a:pt x="670" y="60"/>
                      <a:pt x="670" y="60"/>
                    </a:cubicBezTo>
                    <a:cubicBezTo>
                      <a:pt x="669" y="59"/>
                      <a:pt x="669" y="59"/>
                      <a:pt x="669" y="59"/>
                    </a:cubicBezTo>
                    <a:cubicBezTo>
                      <a:pt x="665" y="57"/>
                      <a:pt x="665" y="57"/>
                      <a:pt x="665" y="57"/>
                    </a:cubicBezTo>
                    <a:cubicBezTo>
                      <a:pt x="664" y="57"/>
                      <a:pt x="664" y="57"/>
                      <a:pt x="664" y="57"/>
                    </a:cubicBezTo>
                    <a:cubicBezTo>
                      <a:pt x="659" y="55"/>
                      <a:pt x="659" y="55"/>
                      <a:pt x="659" y="55"/>
                    </a:cubicBezTo>
                    <a:cubicBezTo>
                      <a:pt x="658" y="55"/>
                      <a:pt x="658" y="55"/>
                      <a:pt x="658" y="55"/>
                    </a:cubicBezTo>
                    <a:cubicBezTo>
                      <a:pt x="654" y="53"/>
                      <a:pt x="654" y="53"/>
                      <a:pt x="654" y="53"/>
                    </a:cubicBezTo>
                    <a:cubicBezTo>
                      <a:pt x="653" y="52"/>
                      <a:pt x="653" y="52"/>
                      <a:pt x="653" y="52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38" y="47"/>
                      <a:pt x="628" y="43"/>
                      <a:pt x="619" y="40"/>
                    </a:cubicBezTo>
                    <a:cubicBezTo>
                      <a:pt x="618" y="40"/>
                      <a:pt x="618" y="40"/>
                      <a:pt x="618" y="40"/>
                    </a:cubicBezTo>
                    <a:cubicBezTo>
                      <a:pt x="613" y="38"/>
                      <a:pt x="613" y="38"/>
                      <a:pt x="613" y="38"/>
                    </a:cubicBezTo>
                    <a:cubicBezTo>
                      <a:pt x="612" y="38"/>
                      <a:pt x="612" y="38"/>
                      <a:pt x="612" y="38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2" y="34"/>
                      <a:pt x="602" y="34"/>
                      <a:pt x="602" y="34"/>
                    </a:cubicBezTo>
                    <a:cubicBezTo>
                      <a:pt x="601" y="34"/>
                      <a:pt x="601" y="34"/>
                      <a:pt x="601" y="34"/>
                    </a:cubicBezTo>
                    <a:cubicBezTo>
                      <a:pt x="596" y="32"/>
                      <a:pt x="596" y="32"/>
                      <a:pt x="596" y="32"/>
                    </a:cubicBezTo>
                    <a:cubicBezTo>
                      <a:pt x="595" y="32"/>
                      <a:pt x="595" y="32"/>
                      <a:pt x="595" y="32"/>
                    </a:cubicBezTo>
                    <a:cubicBezTo>
                      <a:pt x="587" y="29"/>
                      <a:pt x="580" y="27"/>
                      <a:pt x="572" y="25"/>
                    </a:cubicBezTo>
                    <a:cubicBezTo>
                      <a:pt x="571" y="25"/>
                      <a:pt x="571" y="25"/>
                      <a:pt x="571" y="25"/>
                    </a:cubicBezTo>
                    <a:cubicBezTo>
                      <a:pt x="566" y="23"/>
                      <a:pt x="566" y="23"/>
                      <a:pt x="566" y="23"/>
                    </a:cubicBezTo>
                    <a:cubicBezTo>
                      <a:pt x="565" y="23"/>
                      <a:pt x="565" y="23"/>
                      <a:pt x="565" y="23"/>
                    </a:cubicBezTo>
                    <a:cubicBezTo>
                      <a:pt x="560" y="22"/>
                      <a:pt x="560" y="22"/>
                      <a:pt x="560" y="22"/>
                    </a:cubicBezTo>
                    <a:cubicBezTo>
                      <a:pt x="559" y="21"/>
                      <a:pt x="559" y="21"/>
                      <a:pt x="559" y="21"/>
                    </a:cubicBezTo>
                    <a:cubicBezTo>
                      <a:pt x="555" y="20"/>
                      <a:pt x="555" y="20"/>
                      <a:pt x="555" y="20"/>
                    </a:cubicBezTo>
                    <a:cubicBezTo>
                      <a:pt x="553" y="20"/>
                      <a:pt x="553" y="20"/>
                      <a:pt x="553" y="20"/>
                    </a:cubicBezTo>
                    <a:cubicBezTo>
                      <a:pt x="549" y="18"/>
                      <a:pt x="549" y="18"/>
                      <a:pt x="549" y="18"/>
                    </a:cubicBezTo>
                    <a:cubicBezTo>
                      <a:pt x="548" y="18"/>
                      <a:pt x="548" y="18"/>
                      <a:pt x="548" y="18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0" y="14"/>
                      <a:pt x="524" y="12"/>
                      <a:pt x="518" y="11"/>
                    </a:cubicBezTo>
                    <a:cubicBezTo>
                      <a:pt x="517" y="11"/>
                      <a:pt x="517" y="11"/>
                      <a:pt x="517" y="11"/>
                    </a:cubicBezTo>
                    <a:cubicBezTo>
                      <a:pt x="512" y="10"/>
                      <a:pt x="512" y="10"/>
                      <a:pt x="512" y="10"/>
                    </a:cubicBezTo>
                    <a:cubicBezTo>
                      <a:pt x="511" y="9"/>
                      <a:pt x="511" y="9"/>
                      <a:pt x="511" y="9"/>
                    </a:cubicBezTo>
                    <a:cubicBezTo>
                      <a:pt x="506" y="8"/>
                      <a:pt x="506" y="8"/>
                      <a:pt x="506" y="8"/>
                    </a:cubicBezTo>
                    <a:cubicBezTo>
                      <a:pt x="505" y="8"/>
                      <a:pt x="505" y="8"/>
                      <a:pt x="505" y="8"/>
                    </a:cubicBezTo>
                    <a:cubicBezTo>
                      <a:pt x="501" y="7"/>
                      <a:pt x="501" y="7"/>
                      <a:pt x="501" y="7"/>
                    </a:cubicBezTo>
                    <a:cubicBezTo>
                      <a:pt x="499" y="7"/>
                      <a:pt x="499" y="7"/>
                      <a:pt x="499" y="7"/>
                    </a:cubicBezTo>
                    <a:cubicBezTo>
                      <a:pt x="495" y="6"/>
                      <a:pt x="495" y="6"/>
                      <a:pt x="495" y="6"/>
                    </a:cubicBezTo>
                    <a:cubicBezTo>
                      <a:pt x="493" y="6"/>
                      <a:pt x="493" y="6"/>
                      <a:pt x="493" y="6"/>
                    </a:cubicBezTo>
                    <a:cubicBezTo>
                      <a:pt x="489" y="5"/>
                      <a:pt x="489" y="5"/>
                      <a:pt x="489" y="5"/>
                    </a:cubicBezTo>
                    <a:cubicBezTo>
                      <a:pt x="487" y="4"/>
                      <a:pt x="487" y="4"/>
                      <a:pt x="487" y="4"/>
                    </a:cubicBezTo>
                    <a:cubicBezTo>
                      <a:pt x="482" y="4"/>
                      <a:pt x="482" y="4"/>
                      <a:pt x="482" y="4"/>
                    </a:cubicBezTo>
                    <a:cubicBezTo>
                      <a:pt x="481" y="3"/>
                      <a:pt x="481" y="3"/>
                      <a:pt x="481" y="3"/>
                    </a:cubicBezTo>
                    <a:cubicBezTo>
                      <a:pt x="475" y="2"/>
                      <a:pt x="475" y="2"/>
                      <a:pt x="475" y="2"/>
                    </a:cubicBezTo>
                    <a:cubicBezTo>
                      <a:pt x="474" y="2"/>
                      <a:pt x="474" y="2"/>
                      <a:pt x="474" y="2"/>
                    </a:cubicBezTo>
                    <a:cubicBezTo>
                      <a:pt x="462" y="1"/>
                      <a:pt x="450" y="1"/>
                      <a:pt x="438" y="1"/>
                    </a:cubicBezTo>
                    <a:cubicBezTo>
                      <a:pt x="432" y="0"/>
                      <a:pt x="426" y="0"/>
                      <a:pt x="420" y="0"/>
                    </a:cubicBezTo>
                    <a:cubicBezTo>
                      <a:pt x="283" y="0"/>
                      <a:pt x="155" y="38"/>
                      <a:pt x="71" y="118"/>
                    </a:cubicBezTo>
                  </a:path>
                </a:pathLst>
              </a:cu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275408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nummer 3"/>
          <p:cNvSpPr>
            <a:spLocks noGrp="1" noSelect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1336C48C-F87C-4E4B-81EF-5027B17D1F61}" type="slidenum">
              <a:rPr lang="en-GB" noProof="1" smtClean="0"/>
              <a:pPr/>
              <a:t>‹Nº›</a:t>
            </a:fld>
            <a:endParaRPr lang="en-GB" noProof="1"/>
          </a:p>
        </p:txBody>
      </p:sp>
      <p:sp>
        <p:nvSpPr>
          <p:cNvPr id="5" name="Tijdelijke aanduiding voor grafiek 4"/>
          <p:cNvSpPr>
            <a:spLocks noGrp="1" noSelect="1"/>
          </p:cNvSpPr>
          <p:nvPr>
            <p:ph type="chart" sz="quarter" idx="17"/>
          </p:nvPr>
        </p:nvSpPr>
        <p:spPr bwMode="gray">
          <a:xfrm>
            <a:off x="6241534" y="1497600"/>
            <a:ext cx="5508000" cy="4032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s-ES" dirty="0"/>
              <a:t>Haga clic en el icono para agregar un gráfico</a:t>
            </a:r>
            <a:endParaRPr lang="en-GB" dirty="0"/>
          </a:p>
        </p:txBody>
      </p:sp>
      <p:sp>
        <p:nvSpPr>
          <p:cNvPr id="12" name="Tijdelijke aanduiding voor grafiek 4"/>
          <p:cNvSpPr>
            <a:spLocks noGrp="1" noSelect="1"/>
          </p:cNvSpPr>
          <p:nvPr>
            <p:ph type="chart" sz="quarter" idx="18"/>
          </p:nvPr>
        </p:nvSpPr>
        <p:spPr bwMode="gray">
          <a:xfrm>
            <a:off x="445533" y="1497600"/>
            <a:ext cx="5508000" cy="4032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s-ES" dirty="0"/>
              <a:t>Haga clic en el icono para agregar un gráfico</a:t>
            </a:r>
            <a:endParaRPr lang="en-GB" dirty="0"/>
          </a:p>
        </p:txBody>
      </p:sp>
      <p:sp>
        <p:nvSpPr>
          <p:cNvPr id="6" name="Titel 5"/>
          <p:cNvSpPr>
            <a:spLocks noGrp="1" noSelect="1"/>
          </p:cNvSpPr>
          <p:nvPr>
            <p:ph type="title" hasCustomPrompt="1"/>
          </p:nvPr>
        </p:nvSpPr>
        <p:spPr bwMode="gray">
          <a:xfrm>
            <a:off x="445534" y="246063"/>
            <a:ext cx="113040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</a:t>
            </a:r>
          </a:p>
        </p:txBody>
      </p:sp>
      <p:grpSp>
        <p:nvGrpSpPr>
          <p:cNvPr id="22" name="Group 4"/>
          <p:cNvGrpSpPr>
            <a:grpSpLocks noSelect="1" noChangeAspect="1"/>
          </p:cNvGrpSpPr>
          <p:nvPr userDrawn="1"/>
        </p:nvGrpSpPr>
        <p:grpSpPr bwMode="gray">
          <a:xfrm>
            <a:off x="380953" y="5843382"/>
            <a:ext cx="11424279" cy="12703"/>
            <a:chOff x="180" y="2760"/>
            <a:chExt cx="5398" cy="6"/>
          </a:xfrm>
        </p:grpSpPr>
        <p:sp>
          <p:nvSpPr>
            <p:cNvPr id="23" name="Freeform 6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  <p:sp>
          <p:nvSpPr>
            <p:cNvPr id="24" name="Rectangle 9"/>
            <p:cNvSpPr>
              <a:spLocks noSelect="1" noChangeArrowheads="1"/>
            </p:cNvSpPr>
            <p:nvPr/>
          </p:nvSpPr>
          <p:spPr bwMode="gray">
            <a:xfrm>
              <a:off x="180" y="2760"/>
              <a:ext cx="5398" cy="6"/>
            </a:xfrm>
            <a:prstGeom prst="rect">
              <a:avLst/>
            </a:prstGeom>
            <a:solidFill>
              <a:srgbClr val="EA650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  <p:sp>
          <p:nvSpPr>
            <p:cNvPr id="25" name="Freeform 10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</p:grpSp>
      <p:grpSp>
        <p:nvGrpSpPr>
          <p:cNvPr id="26" name="Group 4"/>
          <p:cNvGrpSpPr>
            <a:grpSpLocks noSelect="1" noChangeAspect="1"/>
          </p:cNvGrpSpPr>
          <p:nvPr userDrawn="1"/>
        </p:nvGrpSpPr>
        <p:grpSpPr bwMode="gray">
          <a:xfrm>
            <a:off x="985839" y="6148408"/>
            <a:ext cx="1103312" cy="336551"/>
            <a:chOff x="621" y="3873"/>
            <a:chExt cx="695" cy="212"/>
          </a:xfrm>
        </p:grpSpPr>
        <p:sp>
          <p:nvSpPr>
            <p:cNvPr id="27" name="Freeform 5"/>
            <p:cNvSpPr>
              <a:spLocks noSelect="1"/>
            </p:cNvSpPr>
            <p:nvPr userDrawn="1"/>
          </p:nvSpPr>
          <p:spPr bwMode="gray">
            <a:xfrm>
              <a:off x="621" y="3873"/>
              <a:ext cx="515" cy="93"/>
            </a:xfrm>
            <a:custGeom>
              <a:avLst/>
              <a:gdLst/>
              <a:ahLst/>
              <a:cxnLst>
                <a:cxn ang="0">
                  <a:pos x="1955" y="422"/>
                </a:cxn>
                <a:cxn ang="0">
                  <a:pos x="1849" y="422"/>
                </a:cxn>
                <a:cxn ang="0">
                  <a:pos x="1738" y="576"/>
                </a:cxn>
                <a:cxn ang="0">
                  <a:pos x="103" y="639"/>
                </a:cxn>
                <a:cxn ang="0">
                  <a:pos x="287" y="374"/>
                </a:cxn>
                <a:cxn ang="0">
                  <a:pos x="377" y="653"/>
                </a:cxn>
                <a:cxn ang="0">
                  <a:pos x="234" y="182"/>
                </a:cxn>
                <a:cxn ang="0">
                  <a:pos x="79" y="193"/>
                </a:cxn>
                <a:cxn ang="0">
                  <a:pos x="0" y="639"/>
                </a:cxn>
                <a:cxn ang="0">
                  <a:pos x="2133" y="653"/>
                </a:cxn>
                <a:cxn ang="0">
                  <a:pos x="2249" y="276"/>
                </a:cxn>
                <a:cxn ang="0">
                  <a:pos x="2344" y="653"/>
                </a:cxn>
                <a:cxn ang="0">
                  <a:pos x="2434" y="359"/>
                </a:cxn>
                <a:cxn ang="0">
                  <a:pos x="2136" y="206"/>
                </a:cxn>
                <a:cxn ang="0">
                  <a:pos x="2044" y="206"/>
                </a:cxn>
                <a:cxn ang="0">
                  <a:pos x="2133" y="653"/>
                </a:cxn>
                <a:cxn ang="0">
                  <a:pos x="786" y="427"/>
                </a:cxn>
                <a:cxn ang="0">
                  <a:pos x="688" y="269"/>
                </a:cxn>
                <a:cxn ang="0">
                  <a:pos x="668" y="664"/>
                </a:cxn>
                <a:cxn ang="0">
                  <a:pos x="812" y="652"/>
                </a:cxn>
                <a:cxn ang="0">
                  <a:pos x="889" y="206"/>
                </a:cxn>
                <a:cxn ang="0">
                  <a:pos x="803" y="206"/>
                </a:cxn>
                <a:cxn ang="0">
                  <a:pos x="2733" y="269"/>
                </a:cxn>
                <a:cxn ang="0">
                  <a:pos x="2734" y="576"/>
                </a:cxn>
                <a:cxn ang="0">
                  <a:pos x="2713" y="182"/>
                </a:cxn>
                <a:cxn ang="0">
                  <a:pos x="2836" y="593"/>
                </a:cxn>
                <a:cxn ang="0">
                  <a:pos x="2921" y="652"/>
                </a:cxn>
                <a:cxn ang="0">
                  <a:pos x="2921" y="193"/>
                </a:cxn>
                <a:cxn ang="0">
                  <a:pos x="2842" y="247"/>
                </a:cxn>
                <a:cxn ang="0">
                  <a:pos x="1324" y="214"/>
                </a:cxn>
                <a:cxn ang="0">
                  <a:pos x="1414" y="653"/>
                </a:cxn>
                <a:cxn ang="0">
                  <a:pos x="1414" y="193"/>
                </a:cxn>
                <a:cxn ang="0">
                  <a:pos x="3045" y="22"/>
                </a:cxn>
                <a:cxn ang="0">
                  <a:pos x="3135" y="653"/>
                </a:cxn>
                <a:cxn ang="0">
                  <a:pos x="3135" y="2"/>
                </a:cxn>
                <a:cxn ang="0">
                  <a:pos x="1375" y="12"/>
                </a:cxn>
                <a:cxn ang="0">
                  <a:pos x="1436" y="73"/>
                </a:cxn>
                <a:cxn ang="0">
                  <a:pos x="1154" y="578"/>
                </a:cxn>
                <a:cxn ang="0">
                  <a:pos x="1207" y="276"/>
                </a:cxn>
                <a:cxn ang="0">
                  <a:pos x="1207" y="193"/>
                </a:cxn>
                <a:cxn ang="0">
                  <a:pos x="1097" y="57"/>
                </a:cxn>
                <a:cxn ang="0">
                  <a:pos x="1007" y="535"/>
                </a:cxn>
                <a:cxn ang="0">
                  <a:pos x="1227" y="635"/>
                </a:cxn>
                <a:cxn ang="0">
                  <a:pos x="3450" y="267"/>
                </a:cxn>
                <a:cxn ang="0">
                  <a:pos x="3458" y="664"/>
                </a:cxn>
                <a:cxn ang="0">
                  <a:pos x="3603" y="555"/>
                </a:cxn>
                <a:cxn ang="0">
                  <a:pos x="3346" y="460"/>
                </a:cxn>
                <a:cxn ang="0">
                  <a:pos x="3657" y="420"/>
                </a:cxn>
                <a:cxn ang="0">
                  <a:pos x="3458" y="664"/>
                </a:cxn>
              </a:cxnLst>
              <a:rect l="0" t="0" r="r" b="b"/>
              <a:pathLst>
                <a:path w="3657" h="664">
                  <a:moveTo>
                    <a:pt x="1517" y="422"/>
                  </a:moveTo>
                  <a:cubicBezTo>
                    <a:pt x="1517" y="287"/>
                    <a:pt x="1600" y="182"/>
                    <a:pt x="1736" y="182"/>
                  </a:cubicBezTo>
                  <a:cubicBezTo>
                    <a:pt x="1874" y="182"/>
                    <a:pt x="1955" y="286"/>
                    <a:pt x="1955" y="422"/>
                  </a:cubicBezTo>
                  <a:cubicBezTo>
                    <a:pt x="1955" y="564"/>
                    <a:pt x="1867" y="664"/>
                    <a:pt x="1735" y="664"/>
                  </a:cubicBezTo>
                  <a:cubicBezTo>
                    <a:pt x="1603" y="664"/>
                    <a:pt x="1517" y="564"/>
                    <a:pt x="1517" y="422"/>
                  </a:cubicBezTo>
                  <a:moveTo>
                    <a:pt x="1849" y="422"/>
                  </a:moveTo>
                  <a:cubicBezTo>
                    <a:pt x="1849" y="331"/>
                    <a:pt x="1804" y="270"/>
                    <a:pt x="1736" y="269"/>
                  </a:cubicBezTo>
                  <a:cubicBezTo>
                    <a:pt x="1666" y="270"/>
                    <a:pt x="1624" y="333"/>
                    <a:pt x="1624" y="422"/>
                  </a:cubicBezTo>
                  <a:cubicBezTo>
                    <a:pt x="1624" y="503"/>
                    <a:pt x="1661" y="576"/>
                    <a:pt x="1738" y="576"/>
                  </a:cubicBezTo>
                  <a:cubicBezTo>
                    <a:pt x="1806" y="576"/>
                    <a:pt x="1849" y="513"/>
                    <a:pt x="1849" y="422"/>
                  </a:cubicBezTo>
                  <a:moveTo>
                    <a:pt x="90" y="653"/>
                  </a:moveTo>
                  <a:cubicBezTo>
                    <a:pt x="97" y="653"/>
                    <a:pt x="103" y="647"/>
                    <a:pt x="103" y="639"/>
                  </a:cubicBezTo>
                  <a:cubicBezTo>
                    <a:pt x="103" y="410"/>
                    <a:pt x="103" y="410"/>
                    <a:pt x="103" y="410"/>
                  </a:cubicBezTo>
                  <a:cubicBezTo>
                    <a:pt x="103" y="322"/>
                    <a:pt x="152" y="276"/>
                    <a:pt x="206" y="276"/>
                  </a:cubicBezTo>
                  <a:cubicBezTo>
                    <a:pt x="247" y="276"/>
                    <a:pt x="287" y="299"/>
                    <a:pt x="287" y="374"/>
                  </a:cubicBezTo>
                  <a:cubicBezTo>
                    <a:pt x="287" y="639"/>
                    <a:pt x="287" y="639"/>
                    <a:pt x="287" y="639"/>
                  </a:cubicBezTo>
                  <a:cubicBezTo>
                    <a:pt x="287" y="647"/>
                    <a:pt x="293" y="653"/>
                    <a:pt x="300" y="653"/>
                  </a:cubicBezTo>
                  <a:cubicBezTo>
                    <a:pt x="377" y="653"/>
                    <a:pt x="377" y="653"/>
                    <a:pt x="377" y="653"/>
                  </a:cubicBezTo>
                  <a:cubicBezTo>
                    <a:pt x="384" y="653"/>
                    <a:pt x="390" y="647"/>
                    <a:pt x="390" y="639"/>
                  </a:cubicBezTo>
                  <a:cubicBezTo>
                    <a:pt x="390" y="359"/>
                    <a:pt x="390" y="359"/>
                    <a:pt x="390" y="359"/>
                  </a:cubicBezTo>
                  <a:cubicBezTo>
                    <a:pt x="390" y="234"/>
                    <a:pt x="321" y="182"/>
                    <a:pt x="234" y="182"/>
                  </a:cubicBezTo>
                  <a:cubicBezTo>
                    <a:pt x="178" y="182"/>
                    <a:pt x="127" y="215"/>
                    <a:pt x="96" y="252"/>
                  </a:cubicBezTo>
                  <a:cubicBezTo>
                    <a:pt x="92" y="206"/>
                    <a:pt x="92" y="206"/>
                    <a:pt x="92" y="206"/>
                  </a:cubicBezTo>
                  <a:cubicBezTo>
                    <a:pt x="91" y="199"/>
                    <a:pt x="85" y="193"/>
                    <a:pt x="79" y="193"/>
                  </a:cubicBezTo>
                  <a:cubicBezTo>
                    <a:pt x="13" y="193"/>
                    <a:pt x="13" y="193"/>
                    <a:pt x="13" y="193"/>
                  </a:cubicBezTo>
                  <a:cubicBezTo>
                    <a:pt x="6" y="193"/>
                    <a:pt x="0" y="199"/>
                    <a:pt x="0" y="206"/>
                  </a:cubicBezTo>
                  <a:cubicBezTo>
                    <a:pt x="0" y="639"/>
                    <a:pt x="0" y="639"/>
                    <a:pt x="0" y="639"/>
                  </a:cubicBezTo>
                  <a:cubicBezTo>
                    <a:pt x="0" y="647"/>
                    <a:pt x="6" y="653"/>
                    <a:pt x="13" y="653"/>
                  </a:cubicBezTo>
                  <a:lnTo>
                    <a:pt x="90" y="653"/>
                  </a:lnTo>
                  <a:close/>
                  <a:moveTo>
                    <a:pt x="2133" y="653"/>
                  </a:moveTo>
                  <a:cubicBezTo>
                    <a:pt x="2141" y="653"/>
                    <a:pt x="2147" y="647"/>
                    <a:pt x="2147" y="639"/>
                  </a:cubicBezTo>
                  <a:cubicBezTo>
                    <a:pt x="2147" y="410"/>
                    <a:pt x="2147" y="410"/>
                    <a:pt x="2147" y="410"/>
                  </a:cubicBezTo>
                  <a:cubicBezTo>
                    <a:pt x="2147" y="322"/>
                    <a:pt x="2196" y="276"/>
                    <a:pt x="2249" y="276"/>
                  </a:cubicBezTo>
                  <a:cubicBezTo>
                    <a:pt x="2291" y="276"/>
                    <a:pt x="2331" y="299"/>
                    <a:pt x="2331" y="374"/>
                  </a:cubicBezTo>
                  <a:cubicBezTo>
                    <a:pt x="2331" y="639"/>
                    <a:pt x="2331" y="639"/>
                    <a:pt x="2331" y="639"/>
                  </a:cubicBezTo>
                  <a:cubicBezTo>
                    <a:pt x="2331" y="647"/>
                    <a:pt x="2337" y="653"/>
                    <a:pt x="2344" y="653"/>
                  </a:cubicBezTo>
                  <a:cubicBezTo>
                    <a:pt x="2420" y="653"/>
                    <a:pt x="2420" y="653"/>
                    <a:pt x="2420" y="653"/>
                  </a:cubicBezTo>
                  <a:cubicBezTo>
                    <a:pt x="2428" y="653"/>
                    <a:pt x="2434" y="647"/>
                    <a:pt x="2434" y="639"/>
                  </a:cubicBezTo>
                  <a:cubicBezTo>
                    <a:pt x="2434" y="359"/>
                    <a:pt x="2434" y="359"/>
                    <a:pt x="2434" y="359"/>
                  </a:cubicBezTo>
                  <a:cubicBezTo>
                    <a:pt x="2434" y="234"/>
                    <a:pt x="2365" y="182"/>
                    <a:pt x="2278" y="182"/>
                  </a:cubicBezTo>
                  <a:cubicBezTo>
                    <a:pt x="2222" y="182"/>
                    <a:pt x="2170" y="215"/>
                    <a:pt x="2140" y="252"/>
                  </a:cubicBezTo>
                  <a:cubicBezTo>
                    <a:pt x="2136" y="206"/>
                    <a:pt x="2136" y="206"/>
                    <a:pt x="2136" y="206"/>
                  </a:cubicBezTo>
                  <a:cubicBezTo>
                    <a:pt x="2135" y="199"/>
                    <a:pt x="2129" y="193"/>
                    <a:pt x="2123" y="193"/>
                  </a:cubicBezTo>
                  <a:cubicBezTo>
                    <a:pt x="2057" y="193"/>
                    <a:pt x="2057" y="193"/>
                    <a:pt x="2057" y="193"/>
                  </a:cubicBezTo>
                  <a:cubicBezTo>
                    <a:pt x="2050" y="193"/>
                    <a:pt x="2044" y="199"/>
                    <a:pt x="2044" y="206"/>
                  </a:cubicBezTo>
                  <a:cubicBezTo>
                    <a:pt x="2044" y="639"/>
                    <a:pt x="2044" y="639"/>
                    <a:pt x="2044" y="639"/>
                  </a:cubicBezTo>
                  <a:cubicBezTo>
                    <a:pt x="2044" y="647"/>
                    <a:pt x="2050" y="653"/>
                    <a:pt x="2057" y="653"/>
                  </a:cubicBezTo>
                  <a:lnTo>
                    <a:pt x="2133" y="653"/>
                  </a:lnTo>
                  <a:close/>
                  <a:moveTo>
                    <a:pt x="688" y="269"/>
                  </a:moveTo>
                  <a:cubicBezTo>
                    <a:pt x="736" y="269"/>
                    <a:pt x="786" y="304"/>
                    <a:pt x="786" y="406"/>
                  </a:cubicBezTo>
                  <a:cubicBezTo>
                    <a:pt x="786" y="427"/>
                    <a:pt x="786" y="427"/>
                    <a:pt x="786" y="427"/>
                  </a:cubicBezTo>
                  <a:cubicBezTo>
                    <a:pt x="786" y="547"/>
                    <a:pt x="729" y="576"/>
                    <a:pt x="690" y="576"/>
                  </a:cubicBezTo>
                  <a:cubicBezTo>
                    <a:pt x="621" y="576"/>
                    <a:pt x="582" y="502"/>
                    <a:pt x="582" y="421"/>
                  </a:cubicBezTo>
                  <a:cubicBezTo>
                    <a:pt x="582" y="329"/>
                    <a:pt x="626" y="269"/>
                    <a:pt x="688" y="269"/>
                  </a:cubicBezTo>
                  <a:moveTo>
                    <a:pt x="669" y="182"/>
                  </a:moveTo>
                  <a:cubicBezTo>
                    <a:pt x="570" y="182"/>
                    <a:pt x="476" y="261"/>
                    <a:pt x="476" y="422"/>
                  </a:cubicBezTo>
                  <a:cubicBezTo>
                    <a:pt x="476" y="554"/>
                    <a:pt x="547" y="664"/>
                    <a:pt x="668" y="664"/>
                  </a:cubicBezTo>
                  <a:cubicBezTo>
                    <a:pt x="722" y="664"/>
                    <a:pt x="768" y="631"/>
                    <a:pt x="791" y="593"/>
                  </a:cubicBezTo>
                  <a:cubicBezTo>
                    <a:pt x="798" y="639"/>
                    <a:pt x="798" y="639"/>
                    <a:pt x="798" y="639"/>
                  </a:cubicBezTo>
                  <a:cubicBezTo>
                    <a:pt x="799" y="646"/>
                    <a:pt x="805" y="652"/>
                    <a:pt x="812" y="652"/>
                  </a:cubicBezTo>
                  <a:cubicBezTo>
                    <a:pt x="876" y="652"/>
                    <a:pt x="876" y="652"/>
                    <a:pt x="876" y="652"/>
                  </a:cubicBezTo>
                  <a:cubicBezTo>
                    <a:pt x="883" y="652"/>
                    <a:pt x="889" y="647"/>
                    <a:pt x="889" y="639"/>
                  </a:cubicBezTo>
                  <a:cubicBezTo>
                    <a:pt x="889" y="206"/>
                    <a:pt x="889" y="206"/>
                    <a:pt x="889" y="206"/>
                  </a:cubicBezTo>
                  <a:cubicBezTo>
                    <a:pt x="889" y="199"/>
                    <a:pt x="883" y="193"/>
                    <a:pt x="876" y="193"/>
                  </a:cubicBezTo>
                  <a:cubicBezTo>
                    <a:pt x="817" y="193"/>
                    <a:pt x="817" y="193"/>
                    <a:pt x="817" y="193"/>
                  </a:cubicBezTo>
                  <a:cubicBezTo>
                    <a:pt x="810" y="193"/>
                    <a:pt x="804" y="199"/>
                    <a:pt x="803" y="206"/>
                  </a:cubicBezTo>
                  <a:cubicBezTo>
                    <a:pt x="798" y="247"/>
                    <a:pt x="798" y="247"/>
                    <a:pt x="798" y="247"/>
                  </a:cubicBezTo>
                  <a:cubicBezTo>
                    <a:pt x="768" y="210"/>
                    <a:pt x="727" y="182"/>
                    <a:pt x="669" y="182"/>
                  </a:cubicBezTo>
                  <a:moveTo>
                    <a:pt x="2733" y="269"/>
                  </a:moveTo>
                  <a:cubicBezTo>
                    <a:pt x="2780" y="269"/>
                    <a:pt x="2830" y="304"/>
                    <a:pt x="2830" y="406"/>
                  </a:cubicBezTo>
                  <a:cubicBezTo>
                    <a:pt x="2830" y="427"/>
                    <a:pt x="2830" y="427"/>
                    <a:pt x="2830" y="427"/>
                  </a:cubicBezTo>
                  <a:cubicBezTo>
                    <a:pt x="2830" y="547"/>
                    <a:pt x="2773" y="576"/>
                    <a:pt x="2734" y="576"/>
                  </a:cubicBezTo>
                  <a:cubicBezTo>
                    <a:pt x="2665" y="576"/>
                    <a:pt x="2627" y="502"/>
                    <a:pt x="2627" y="421"/>
                  </a:cubicBezTo>
                  <a:cubicBezTo>
                    <a:pt x="2627" y="329"/>
                    <a:pt x="2670" y="269"/>
                    <a:pt x="2733" y="269"/>
                  </a:cubicBezTo>
                  <a:moveTo>
                    <a:pt x="2713" y="182"/>
                  </a:moveTo>
                  <a:cubicBezTo>
                    <a:pt x="2614" y="182"/>
                    <a:pt x="2520" y="261"/>
                    <a:pt x="2520" y="422"/>
                  </a:cubicBezTo>
                  <a:cubicBezTo>
                    <a:pt x="2520" y="554"/>
                    <a:pt x="2591" y="664"/>
                    <a:pt x="2713" y="664"/>
                  </a:cubicBezTo>
                  <a:cubicBezTo>
                    <a:pt x="2766" y="664"/>
                    <a:pt x="2813" y="631"/>
                    <a:pt x="2836" y="593"/>
                  </a:cubicBezTo>
                  <a:cubicBezTo>
                    <a:pt x="2843" y="639"/>
                    <a:pt x="2843" y="639"/>
                    <a:pt x="2843" y="639"/>
                  </a:cubicBezTo>
                  <a:cubicBezTo>
                    <a:pt x="2844" y="646"/>
                    <a:pt x="2850" y="652"/>
                    <a:pt x="2856" y="652"/>
                  </a:cubicBezTo>
                  <a:cubicBezTo>
                    <a:pt x="2921" y="652"/>
                    <a:pt x="2921" y="652"/>
                    <a:pt x="2921" y="652"/>
                  </a:cubicBezTo>
                  <a:cubicBezTo>
                    <a:pt x="2928" y="652"/>
                    <a:pt x="2934" y="647"/>
                    <a:pt x="2934" y="639"/>
                  </a:cubicBezTo>
                  <a:cubicBezTo>
                    <a:pt x="2934" y="206"/>
                    <a:pt x="2934" y="206"/>
                    <a:pt x="2934" y="206"/>
                  </a:cubicBezTo>
                  <a:cubicBezTo>
                    <a:pt x="2934" y="199"/>
                    <a:pt x="2928" y="193"/>
                    <a:pt x="2921" y="193"/>
                  </a:cubicBezTo>
                  <a:cubicBezTo>
                    <a:pt x="2861" y="193"/>
                    <a:pt x="2861" y="193"/>
                    <a:pt x="2861" y="193"/>
                  </a:cubicBezTo>
                  <a:cubicBezTo>
                    <a:pt x="2855" y="193"/>
                    <a:pt x="2849" y="199"/>
                    <a:pt x="2848" y="206"/>
                  </a:cubicBezTo>
                  <a:cubicBezTo>
                    <a:pt x="2842" y="247"/>
                    <a:pt x="2842" y="247"/>
                    <a:pt x="2842" y="247"/>
                  </a:cubicBezTo>
                  <a:cubicBezTo>
                    <a:pt x="2813" y="210"/>
                    <a:pt x="2771" y="182"/>
                    <a:pt x="2713" y="182"/>
                  </a:cubicBezTo>
                  <a:moveTo>
                    <a:pt x="1337" y="200"/>
                  </a:moveTo>
                  <a:cubicBezTo>
                    <a:pt x="1330" y="201"/>
                    <a:pt x="1324" y="206"/>
                    <a:pt x="1324" y="214"/>
                  </a:cubicBezTo>
                  <a:cubicBezTo>
                    <a:pt x="1324" y="639"/>
                    <a:pt x="1324" y="639"/>
                    <a:pt x="1324" y="639"/>
                  </a:cubicBezTo>
                  <a:cubicBezTo>
                    <a:pt x="1324" y="647"/>
                    <a:pt x="1330" y="653"/>
                    <a:pt x="1337" y="653"/>
                  </a:cubicBezTo>
                  <a:cubicBezTo>
                    <a:pt x="1414" y="653"/>
                    <a:pt x="1414" y="653"/>
                    <a:pt x="1414" y="653"/>
                  </a:cubicBezTo>
                  <a:cubicBezTo>
                    <a:pt x="1421" y="653"/>
                    <a:pt x="1427" y="647"/>
                    <a:pt x="1427" y="639"/>
                  </a:cubicBezTo>
                  <a:cubicBezTo>
                    <a:pt x="1427" y="206"/>
                    <a:pt x="1427" y="206"/>
                    <a:pt x="1427" y="206"/>
                  </a:cubicBezTo>
                  <a:cubicBezTo>
                    <a:pt x="1427" y="199"/>
                    <a:pt x="1421" y="192"/>
                    <a:pt x="1414" y="193"/>
                  </a:cubicBezTo>
                  <a:lnTo>
                    <a:pt x="1337" y="200"/>
                  </a:lnTo>
                  <a:close/>
                  <a:moveTo>
                    <a:pt x="3058" y="9"/>
                  </a:moveTo>
                  <a:cubicBezTo>
                    <a:pt x="3051" y="10"/>
                    <a:pt x="3045" y="15"/>
                    <a:pt x="3045" y="22"/>
                  </a:cubicBezTo>
                  <a:cubicBezTo>
                    <a:pt x="3045" y="639"/>
                    <a:pt x="3045" y="639"/>
                    <a:pt x="3045" y="639"/>
                  </a:cubicBezTo>
                  <a:cubicBezTo>
                    <a:pt x="3045" y="647"/>
                    <a:pt x="3051" y="653"/>
                    <a:pt x="3058" y="653"/>
                  </a:cubicBezTo>
                  <a:cubicBezTo>
                    <a:pt x="3135" y="653"/>
                    <a:pt x="3135" y="653"/>
                    <a:pt x="3135" y="653"/>
                  </a:cubicBezTo>
                  <a:cubicBezTo>
                    <a:pt x="3142" y="653"/>
                    <a:pt x="3148" y="647"/>
                    <a:pt x="3148" y="639"/>
                  </a:cubicBezTo>
                  <a:cubicBezTo>
                    <a:pt x="3148" y="15"/>
                    <a:pt x="3148" y="15"/>
                    <a:pt x="3148" y="15"/>
                  </a:cubicBezTo>
                  <a:cubicBezTo>
                    <a:pt x="3148" y="7"/>
                    <a:pt x="3142" y="0"/>
                    <a:pt x="3135" y="2"/>
                  </a:cubicBezTo>
                  <a:lnTo>
                    <a:pt x="3058" y="9"/>
                  </a:lnTo>
                  <a:close/>
                  <a:moveTo>
                    <a:pt x="1436" y="73"/>
                  </a:moveTo>
                  <a:cubicBezTo>
                    <a:pt x="1436" y="39"/>
                    <a:pt x="1409" y="12"/>
                    <a:pt x="1375" y="12"/>
                  </a:cubicBezTo>
                  <a:cubicBezTo>
                    <a:pt x="1342" y="12"/>
                    <a:pt x="1315" y="39"/>
                    <a:pt x="1315" y="73"/>
                  </a:cubicBezTo>
                  <a:cubicBezTo>
                    <a:pt x="1315" y="106"/>
                    <a:pt x="1342" y="133"/>
                    <a:pt x="1375" y="133"/>
                  </a:cubicBezTo>
                  <a:cubicBezTo>
                    <a:pt x="1409" y="133"/>
                    <a:pt x="1436" y="106"/>
                    <a:pt x="1436" y="73"/>
                  </a:cubicBezTo>
                  <a:moveTo>
                    <a:pt x="1219" y="578"/>
                  </a:moveTo>
                  <a:cubicBezTo>
                    <a:pt x="1217" y="568"/>
                    <a:pt x="1211" y="565"/>
                    <a:pt x="1199" y="570"/>
                  </a:cubicBezTo>
                  <a:cubicBezTo>
                    <a:pt x="1192" y="572"/>
                    <a:pt x="1169" y="578"/>
                    <a:pt x="1154" y="578"/>
                  </a:cubicBezTo>
                  <a:cubicBezTo>
                    <a:pt x="1124" y="578"/>
                    <a:pt x="1111" y="567"/>
                    <a:pt x="1110" y="524"/>
                  </a:cubicBezTo>
                  <a:cubicBezTo>
                    <a:pt x="1110" y="276"/>
                    <a:pt x="1110" y="276"/>
                    <a:pt x="1110" y="276"/>
                  </a:cubicBezTo>
                  <a:cubicBezTo>
                    <a:pt x="1207" y="276"/>
                    <a:pt x="1207" y="276"/>
                    <a:pt x="1207" y="276"/>
                  </a:cubicBezTo>
                  <a:cubicBezTo>
                    <a:pt x="1214" y="276"/>
                    <a:pt x="1220" y="270"/>
                    <a:pt x="1220" y="263"/>
                  </a:cubicBezTo>
                  <a:cubicBezTo>
                    <a:pt x="1220" y="206"/>
                    <a:pt x="1220" y="206"/>
                    <a:pt x="1220" y="206"/>
                  </a:cubicBezTo>
                  <a:cubicBezTo>
                    <a:pt x="1220" y="199"/>
                    <a:pt x="1214" y="193"/>
                    <a:pt x="1207" y="193"/>
                  </a:cubicBezTo>
                  <a:cubicBezTo>
                    <a:pt x="1110" y="193"/>
                    <a:pt x="1110" y="193"/>
                    <a:pt x="1110" y="193"/>
                  </a:cubicBezTo>
                  <a:cubicBezTo>
                    <a:pt x="1110" y="70"/>
                    <a:pt x="1110" y="70"/>
                    <a:pt x="1110" y="70"/>
                  </a:cubicBezTo>
                  <a:cubicBezTo>
                    <a:pt x="1110" y="62"/>
                    <a:pt x="1104" y="56"/>
                    <a:pt x="1097" y="57"/>
                  </a:cubicBezTo>
                  <a:cubicBezTo>
                    <a:pt x="1021" y="64"/>
                    <a:pt x="1021" y="64"/>
                    <a:pt x="1021" y="64"/>
                  </a:cubicBezTo>
                  <a:cubicBezTo>
                    <a:pt x="1013" y="65"/>
                    <a:pt x="1007" y="70"/>
                    <a:pt x="1007" y="77"/>
                  </a:cubicBezTo>
                  <a:cubicBezTo>
                    <a:pt x="1007" y="535"/>
                    <a:pt x="1007" y="535"/>
                    <a:pt x="1007" y="535"/>
                  </a:cubicBezTo>
                  <a:cubicBezTo>
                    <a:pt x="1007" y="610"/>
                    <a:pt x="1041" y="664"/>
                    <a:pt x="1132" y="664"/>
                  </a:cubicBezTo>
                  <a:cubicBezTo>
                    <a:pt x="1159" y="664"/>
                    <a:pt x="1193" y="659"/>
                    <a:pt x="1219" y="647"/>
                  </a:cubicBezTo>
                  <a:cubicBezTo>
                    <a:pt x="1224" y="645"/>
                    <a:pt x="1228" y="643"/>
                    <a:pt x="1227" y="635"/>
                  </a:cubicBezTo>
                  <a:lnTo>
                    <a:pt x="1219" y="578"/>
                  </a:lnTo>
                  <a:close/>
                  <a:moveTo>
                    <a:pt x="3346" y="384"/>
                  </a:moveTo>
                  <a:cubicBezTo>
                    <a:pt x="3354" y="331"/>
                    <a:pt x="3379" y="267"/>
                    <a:pt x="3450" y="267"/>
                  </a:cubicBezTo>
                  <a:cubicBezTo>
                    <a:pt x="3524" y="267"/>
                    <a:pt x="3549" y="326"/>
                    <a:pt x="3552" y="384"/>
                  </a:cubicBezTo>
                  <a:lnTo>
                    <a:pt x="3346" y="384"/>
                  </a:lnTo>
                  <a:close/>
                  <a:moveTo>
                    <a:pt x="3458" y="664"/>
                  </a:moveTo>
                  <a:cubicBezTo>
                    <a:pt x="3524" y="664"/>
                    <a:pt x="3577" y="647"/>
                    <a:pt x="3617" y="625"/>
                  </a:cubicBezTo>
                  <a:cubicBezTo>
                    <a:pt x="3624" y="621"/>
                    <a:pt x="3627" y="614"/>
                    <a:pt x="3624" y="607"/>
                  </a:cubicBezTo>
                  <a:cubicBezTo>
                    <a:pt x="3603" y="555"/>
                    <a:pt x="3603" y="555"/>
                    <a:pt x="3603" y="555"/>
                  </a:cubicBezTo>
                  <a:cubicBezTo>
                    <a:pt x="3600" y="548"/>
                    <a:pt x="3592" y="545"/>
                    <a:pt x="3585" y="548"/>
                  </a:cubicBezTo>
                  <a:cubicBezTo>
                    <a:pt x="3548" y="566"/>
                    <a:pt x="3509" y="576"/>
                    <a:pt x="3464" y="576"/>
                  </a:cubicBezTo>
                  <a:cubicBezTo>
                    <a:pt x="3388" y="576"/>
                    <a:pt x="3352" y="521"/>
                    <a:pt x="3346" y="460"/>
                  </a:cubicBezTo>
                  <a:cubicBezTo>
                    <a:pt x="3644" y="460"/>
                    <a:pt x="3644" y="460"/>
                    <a:pt x="3644" y="460"/>
                  </a:cubicBezTo>
                  <a:cubicBezTo>
                    <a:pt x="3651" y="460"/>
                    <a:pt x="3656" y="454"/>
                    <a:pt x="3657" y="446"/>
                  </a:cubicBezTo>
                  <a:cubicBezTo>
                    <a:pt x="3657" y="436"/>
                    <a:pt x="3657" y="429"/>
                    <a:pt x="3657" y="420"/>
                  </a:cubicBezTo>
                  <a:cubicBezTo>
                    <a:pt x="3657" y="306"/>
                    <a:pt x="3599" y="182"/>
                    <a:pt x="3451" y="182"/>
                  </a:cubicBezTo>
                  <a:cubicBezTo>
                    <a:pt x="3318" y="182"/>
                    <a:pt x="3238" y="285"/>
                    <a:pt x="3238" y="425"/>
                  </a:cubicBezTo>
                  <a:cubicBezTo>
                    <a:pt x="3238" y="569"/>
                    <a:pt x="3324" y="664"/>
                    <a:pt x="3458" y="664"/>
                  </a:cubicBezTo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  <p:sp>
          <p:nvSpPr>
            <p:cNvPr id="28" name="Freeform 6"/>
            <p:cNvSpPr>
              <a:spLocks noSelect="1"/>
            </p:cNvSpPr>
            <p:nvPr/>
          </p:nvSpPr>
          <p:spPr bwMode="gray">
            <a:xfrm>
              <a:off x="621" y="3992"/>
              <a:ext cx="695" cy="93"/>
            </a:xfrm>
            <a:custGeom>
              <a:avLst/>
              <a:gdLst/>
              <a:ahLst/>
              <a:cxnLst>
                <a:cxn ang="0">
                  <a:pos x="13" y="193"/>
                </a:cxn>
                <a:cxn ang="0">
                  <a:pos x="234" y="182"/>
                </a:cxn>
                <a:cxn ang="0">
                  <a:pos x="300" y="653"/>
                </a:cxn>
                <a:cxn ang="0">
                  <a:pos x="103" y="410"/>
                </a:cxn>
                <a:cxn ang="0">
                  <a:pos x="2735" y="269"/>
                </a:cxn>
                <a:cxn ang="0">
                  <a:pos x="2832" y="406"/>
                </a:cxn>
                <a:cxn ang="0">
                  <a:pos x="2849" y="206"/>
                </a:cxn>
                <a:cxn ang="0">
                  <a:pos x="2935" y="640"/>
                </a:cxn>
                <a:cxn ang="0">
                  <a:pos x="2837" y="593"/>
                </a:cxn>
                <a:cxn ang="0">
                  <a:pos x="4643" y="653"/>
                </a:cxn>
                <a:cxn ang="0">
                  <a:pos x="4840" y="374"/>
                </a:cxn>
                <a:cxn ang="0">
                  <a:pos x="4943" y="640"/>
                </a:cxn>
                <a:cxn ang="0">
                  <a:pos x="4645" y="206"/>
                </a:cxn>
                <a:cxn ang="0">
                  <a:pos x="4553" y="640"/>
                </a:cxn>
                <a:cxn ang="0">
                  <a:pos x="3156" y="640"/>
                </a:cxn>
                <a:cxn ang="0">
                  <a:pos x="3341" y="640"/>
                </a:cxn>
                <a:cxn ang="0">
                  <a:pos x="3443" y="359"/>
                </a:cxn>
                <a:cxn ang="0">
                  <a:pos x="3132" y="193"/>
                </a:cxn>
                <a:cxn ang="0">
                  <a:pos x="3067" y="653"/>
                </a:cxn>
                <a:cxn ang="0">
                  <a:pos x="2331" y="640"/>
                </a:cxn>
                <a:cxn ang="0">
                  <a:pos x="2434" y="15"/>
                </a:cxn>
                <a:cxn ang="0">
                  <a:pos x="691" y="267"/>
                </a:cxn>
                <a:cxn ang="0">
                  <a:pos x="479" y="425"/>
                </a:cxn>
                <a:cxn ang="0">
                  <a:pos x="884" y="460"/>
                </a:cxn>
                <a:cxn ang="0">
                  <a:pos x="843" y="555"/>
                </a:cxn>
                <a:cxn ang="0">
                  <a:pos x="1803" y="384"/>
                </a:cxn>
                <a:cxn ang="0">
                  <a:pos x="1709" y="664"/>
                </a:cxn>
                <a:cxn ang="0">
                  <a:pos x="1907" y="447"/>
                </a:cxn>
                <a:cxn ang="0">
                  <a:pos x="1836" y="548"/>
                </a:cxn>
                <a:cxn ang="0">
                  <a:pos x="1709" y="664"/>
                </a:cxn>
                <a:cxn ang="0">
                  <a:pos x="1380" y="653"/>
                </a:cxn>
                <a:cxn ang="0">
                  <a:pos x="1164" y="664"/>
                </a:cxn>
                <a:cxn ang="0">
                  <a:pos x="1291" y="23"/>
                </a:cxn>
                <a:cxn ang="0">
                  <a:pos x="1184" y="269"/>
                </a:cxn>
                <a:cxn ang="0">
                  <a:pos x="1291" y="406"/>
                </a:cxn>
                <a:cxn ang="0">
                  <a:pos x="4359" y="384"/>
                </a:cxn>
                <a:cxn ang="0">
                  <a:pos x="4464" y="420"/>
                </a:cxn>
                <a:cxn ang="0">
                  <a:pos x="4271" y="576"/>
                </a:cxn>
                <a:cxn ang="0">
                  <a:pos x="4425" y="625"/>
                </a:cxn>
                <a:cxn ang="0">
                  <a:pos x="3955" y="640"/>
                </a:cxn>
                <a:cxn ang="0">
                  <a:pos x="3858" y="593"/>
                </a:cxn>
                <a:cxn ang="0">
                  <a:pos x="3852" y="233"/>
                </a:cxn>
                <a:cxn ang="0">
                  <a:pos x="3853" y="406"/>
                </a:cxn>
                <a:cxn ang="0">
                  <a:pos x="3853" y="427"/>
                </a:cxn>
                <a:cxn ang="0">
                  <a:pos x="2094" y="252"/>
                </a:cxn>
                <a:cxn ang="0">
                  <a:pos x="1998" y="206"/>
                </a:cxn>
                <a:cxn ang="0">
                  <a:pos x="2101" y="640"/>
                </a:cxn>
                <a:cxn ang="0">
                  <a:pos x="2248" y="276"/>
                </a:cxn>
              </a:cxnLst>
              <a:rect l="0" t="0" r="r" b="b"/>
              <a:pathLst>
                <a:path w="4943" h="664">
                  <a:moveTo>
                    <a:pt x="13" y="653"/>
                  </a:moveTo>
                  <a:cubicBezTo>
                    <a:pt x="6" y="653"/>
                    <a:pt x="0" y="647"/>
                    <a:pt x="0" y="64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0" y="199"/>
                    <a:pt x="6" y="193"/>
                    <a:pt x="13" y="193"/>
                  </a:cubicBezTo>
                  <a:cubicBezTo>
                    <a:pt x="79" y="193"/>
                    <a:pt x="79" y="193"/>
                    <a:pt x="79" y="193"/>
                  </a:cubicBezTo>
                  <a:cubicBezTo>
                    <a:pt x="85" y="193"/>
                    <a:pt x="91" y="199"/>
                    <a:pt x="92" y="206"/>
                  </a:cubicBezTo>
                  <a:cubicBezTo>
                    <a:pt x="96" y="252"/>
                    <a:pt x="96" y="252"/>
                    <a:pt x="96" y="252"/>
                  </a:cubicBezTo>
                  <a:cubicBezTo>
                    <a:pt x="127" y="215"/>
                    <a:pt x="178" y="182"/>
                    <a:pt x="234" y="182"/>
                  </a:cubicBezTo>
                  <a:cubicBezTo>
                    <a:pt x="321" y="182"/>
                    <a:pt x="390" y="234"/>
                    <a:pt x="390" y="359"/>
                  </a:cubicBezTo>
                  <a:cubicBezTo>
                    <a:pt x="390" y="640"/>
                    <a:pt x="390" y="640"/>
                    <a:pt x="390" y="640"/>
                  </a:cubicBezTo>
                  <a:cubicBezTo>
                    <a:pt x="390" y="647"/>
                    <a:pt x="384" y="653"/>
                    <a:pt x="377" y="653"/>
                  </a:cubicBezTo>
                  <a:cubicBezTo>
                    <a:pt x="300" y="653"/>
                    <a:pt x="300" y="653"/>
                    <a:pt x="300" y="653"/>
                  </a:cubicBezTo>
                  <a:cubicBezTo>
                    <a:pt x="293" y="653"/>
                    <a:pt x="287" y="647"/>
                    <a:pt x="287" y="640"/>
                  </a:cubicBezTo>
                  <a:cubicBezTo>
                    <a:pt x="287" y="374"/>
                    <a:pt x="287" y="374"/>
                    <a:pt x="287" y="374"/>
                  </a:cubicBezTo>
                  <a:cubicBezTo>
                    <a:pt x="287" y="299"/>
                    <a:pt x="247" y="276"/>
                    <a:pt x="206" y="276"/>
                  </a:cubicBezTo>
                  <a:cubicBezTo>
                    <a:pt x="152" y="276"/>
                    <a:pt x="103" y="323"/>
                    <a:pt x="103" y="410"/>
                  </a:cubicBezTo>
                  <a:cubicBezTo>
                    <a:pt x="103" y="640"/>
                    <a:pt x="103" y="640"/>
                    <a:pt x="103" y="640"/>
                  </a:cubicBezTo>
                  <a:cubicBezTo>
                    <a:pt x="103" y="647"/>
                    <a:pt x="97" y="653"/>
                    <a:pt x="90" y="653"/>
                  </a:cubicBezTo>
                  <a:lnTo>
                    <a:pt x="13" y="653"/>
                  </a:lnTo>
                  <a:close/>
                  <a:moveTo>
                    <a:pt x="2735" y="269"/>
                  </a:moveTo>
                  <a:cubicBezTo>
                    <a:pt x="2672" y="269"/>
                    <a:pt x="2629" y="330"/>
                    <a:pt x="2629" y="421"/>
                  </a:cubicBezTo>
                  <a:cubicBezTo>
                    <a:pt x="2629" y="503"/>
                    <a:pt x="2667" y="576"/>
                    <a:pt x="2736" y="576"/>
                  </a:cubicBezTo>
                  <a:cubicBezTo>
                    <a:pt x="2775" y="576"/>
                    <a:pt x="2832" y="547"/>
                    <a:pt x="2832" y="428"/>
                  </a:cubicBezTo>
                  <a:cubicBezTo>
                    <a:pt x="2832" y="406"/>
                    <a:pt x="2832" y="406"/>
                    <a:pt x="2832" y="406"/>
                  </a:cubicBezTo>
                  <a:cubicBezTo>
                    <a:pt x="2832" y="304"/>
                    <a:pt x="2782" y="269"/>
                    <a:pt x="2735" y="269"/>
                  </a:cubicBezTo>
                  <a:moveTo>
                    <a:pt x="2715" y="182"/>
                  </a:moveTo>
                  <a:cubicBezTo>
                    <a:pt x="2773" y="182"/>
                    <a:pt x="2815" y="210"/>
                    <a:pt x="2844" y="247"/>
                  </a:cubicBezTo>
                  <a:cubicBezTo>
                    <a:pt x="2849" y="206"/>
                    <a:pt x="2849" y="206"/>
                    <a:pt x="2849" y="206"/>
                  </a:cubicBezTo>
                  <a:cubicBezTo>
                    <a:pt x="2850" y="200"/>
                    <a:pt x="2856" y="193"/>
                    <a:pt x="2863" y="193"/>
                  </a:cubicBezTo>
                  <a:cubicBezTo>
                    <a:pt x="2922" y="193"/>
                    <a:pt x="2922" y="193"/>
                    <a:pt x="2922" y="193"/>
                  </a:cubicBezTo>
                  <a:cubicBezTo>
                    <a:pt x="2930" y="193"/>
                    <a:pt x="2935" y="199"/>
                    <a:pt x="2935" y="206"/>
                  </a:cubicBezTo>
                  <a:cubicBezTo>
                    <a:pt x="2935" y="640"/>
                    <a:pt x="2935" y="640"/>
                    <a:pt x="2935" y="640"/>
                  </a:cubicBezTo>
                  <a:cubicBezTo>
                    <a:pt x="2935" y="647"/>
                    <a:pt x="2930" y="653"/>
                    <a:pt x="2922" y="653"/>
                  </a:cubicBezTo>
                  <a:cubicBezTo>
                    <a:pt x="2858" y="653"/>
                    <a:pt x="2858" y="653"/>
                    <a:pt x="2858" y="653"/>
                  </a:cubicBezTo>
                  <a:cubicBezTo>
                    <a:pt x="2851" y="653"/>
                    <a:pt x="2845" y="646"/>
                    <a:pt x="2844" y="640"/>
                  </a:cubicBezTo>
                  <a:cubicBezTo>
                    <a:pt x="2837" y="593"/>
                    <a:pt x="2837" y="593"/>
                    <a:pt x="2837" y="593"/>
                  </a:cubicBezTo>
                  <a:cubicBezTo>
                    <a:pt x="2815" y="631"/>
                    <a:pt x="2768" y="664"/>
                    <a:pt x="2714" y="664"/>
                  </a:cubicBezTo>
                  <a:cubicBezTo>
                    <a:pt x="2593" y="664"/>
                    <a:pt x="2522" y="555"/>
                    <a:pt x="2522" y="422"/>
                  </a:cubicBezTo>
                  <a:cubicBezTo>
                    <a:pt x="2522" y="261"/>
                    <a:pt x="2616" y="182"/>
                    <a:pt x="2715" y="182"/>
                  </a:cubicBezTo>
                  <a:moveTo>
                    <a:pt x="4643" y="653"/>
                  </a:moveTo>
                  <a:cubicBezTo>
                    <a:pt x="4650" y="653"/>
                    <a:pt x="4656" y="647"/>
                    <a:pt x="4656" y="640"/>
                  </a:cubicBezTo>
                  <a:cubicBezTo>
                    <a:pt x="4656" y="410"/>
                    <a:pt x="4656" y="410"/>
                    <a:pt x="4656" y="410"/>
                  </a:cubicBezTo>
                  <a:cubicBezTo>
                    <a:pt x="4656" y="323"/>
                    <a:pt x="4705" y="276"/>
                    <a:pt x="4759" y="276"/>
                  </a:cubicBezTo>
                  <a:cubicBezTo>
                    <a:pt x="4800" y="276"/>
                    <a:pt x="4840" y="299"/>
                    <a:pt x="4840" y="374"/>
                  </a:cubicBezTo>
                  <a:cubicBezTo>
                    <a:pt x="4840" y="640"/>
                    <a:pt x="4840" y="640"/>
                    <a:pt x="4840" y="640"/>
                  </a:cubicBezTo>
                  <a:cubicBezTo>
                    <a:pt x="4840" y="647"/>
                    <a:pt x="4846" y="653"/>
                    <a:pt x="4853" y="653"/>
                  </a:cubicBezTo>
                  <a:cubicBezTo>
                    <a:pt x="4930" y="653"/>
                    <a:pt x="4930" y="653"/>
                    <a:pt x="4930" y="653"/>
                  </a:cubicBezTo>
                  <a:cubicBezTo>
                    <a:pt x="4937" y="653"/>
                    <a:pt x="4943" y="647"/>
                    <a:pt x="4943" y="640"/>
                  </a:cubicBezTo>
                  <a:cubicBezTo>
                    <a:pt x="4943" y="359"/>
                    <a:pt x="4943" y="359"/>
                    <a:pt x="4943" y="359"/>
                  </a:cubicBezTo>
                  <a:cubicBezTo>
                    <a:pt x="4943" y="234"/>
                    <a:pt x="4874" y="182"/>
                    <a:pt x="4787" y="182"/>
                  </a:cubicBezTo>
                  <a:cubicBezTo>
                    <a:pt x="4731" y="182"/>
                    <a:pt x="4680" y="215"/>
                    <a:pt x="4649" y="252"/>
                  </a:cubicBezTo>
                  <a:cubicBezTo>
                    <a:pt x="4645" y="206"/>
                    <a:pt x="4645" y="206"/>
                    <a:pt x="4645" y="206"/>
                  </a:cubicBezTo>
                  <a:cubicBezTo>
                    <a:pt x="4644" y="199"/>
                    <a:pt x="4638" y="193"/>
                    <a:pt x="4632" y="193"/>
                  </a:cubicBezTo>
                  <a:cubicBezTo>
                    <a:pt x="4566" y="193"/>
                    <a:pt x="4566" y="193"/>
                    <a:pt x="4566" y="193"/>
                  </a:cubicBezTo>
                  <a:cubicBezTo>
                    <a:pt x="4559" y="193"/>
                    <a:pt x="4553" y="199"/>
                    <a:pt x="4553" y="206"/>
                  </a:cubicBezTo>
                  <a:cubicBezTo>
                    <a:pt x="4553" y="640"/>
                    <a:pt x="4553" y="640"/>
                    <a:pt x="4553" y="640"/>
                  </a:cubicBezTo>
                  <a:cubicBezTo>
                    <a:pt x="4553" y="647"/>
                    <a:pt x="4559" y="653"/>
                    <a:pt x="4566" y="653"/>
                  </a:cubicBezTo>
                  <a:lnTo>
                    <a:pt x="4643" y="653"/>
                  </a:lnTo>
                  <a:close/>
                  <a:moveTo>
                    <a:pt x="3143" y="653"/>
                  </a:moveTo>
                  <a:cubicBezTo>
                    <a:pt x="3151" y="653"/>
                    <a:pt x="3156" y="647"/>
                    <a:pt x="3156" y="640"/>
                  </a:cubicBezTo>
                  <a:cubicBezTo>
                    <a:pt x="3156" y="410"/>
                    <a:pt x="3156" y="410"/>
                    <a:pt x="3156" y="410"/>
                  </a:cubicBezTo>
                  <a:cubicBezTo>
                    <a:pt x="3156" y="323"/>
                    <a:pt x="3206" y="276"/>
                    <a:pt x="3259" y="276"/>
                  </a:cubicBezTo>
                  <a:cubicBezTo>
                    <a:pt x="3301" y="276"/>
                    <a:pt x="3340" y="299"/>
                    <a:pt x="3341" y="374"/>
                  </a:cubicBezTo>
                  <a:cubicBezTo>
                    <a:pt x="3341" y="640"/>
                    <a:pt x="3341" y="640"/>
                    <a:pt x="3341" y="640"/>
                  </a:cubicBezTo>
                  <a:cubicBezTo>
                    <a:pt x="3341" y="647"/>
                    <a:pt x="3346" y="653"/>
                    <a:pt x="3354" y="653"/>
                  </a:cubicBezTo>
                  <a:cubicBezTo>
                    <a:pt x="3430" y="653"/>
                    <a:pt x="3430" y="653"/>
                    <a:pt x="3430" y="653"/>
                  </a:cubicBezTo>
                  <a:cubicBezTo>
                    <a:pt x="3437" y="653"/>
                    <a:pt x="3443" y="647"/>
                    <a:pt x="3443" y="640"/>
                  </a:cubicBezTo>
                  <a:cubicBezTo>
                    <a:pt x="3443" y="359"/>
                    <a:pt x="3443" y="359"/>
                    <a:pt x="3443" y="359"/>
                  </a:cubicBezTo>
                  <a:cubicBezTo>
                    <a:pt x="3443" y="234"/>
                    <a:pt x="3375" y="182"/>
                    <a:pt x="3287" y="182"/>
                  </a:cubicBezTo>
                  <a:cubicBezTo>
                    <a:pt x="3231" y="182"/>
                    <a:pt x="3180" y="215"/>
                    <a:pt x="3150" y="252"/>
                  </a:cubicBezTo>
                  <a:cubicBezTo>
                    <a:pt x="3146" y="206"/>
                    <a:pt x="3146" y="206"/>
                    <a:pt x="3146" y="206"/>
                  </a:cubicBezTo>
                  <a:cubicBezTo>
                    <a:pt x="3145" y="199"/>
                    <a:pt x="3139" y="193"/>
                    <a:pt x="3132" y="193"/>
                  </a:cubicBezTo>
                  <a:cubicBezTo>
                    <a:pt x="3067" y="193"/>
                    <a:pt x="3067" y="193"/>
                    <a:pt x="3067" y="193"/>
                  </a:cubicBezTo>
                  <a:cubicBezTo>
                    <a:pt x="3059" y="193"/>
                    <a:pt x="3054" y="199"/>
                    <a:pt x="3054" y="206"/>
                  </a:cubicBezTo>
                  <a:cubicBezTo>
                    <a:pt x="3054" y="640"/>
                    <a:pt x="3054" y="640"/>
                    <a:pt x="3054" y="640"/>
                  </a:cubicBezTo>
                  <a:cubicBezTo>
                    <a:pt x="3054" y="647"/>
                    <a:pt x="3059" y="653"/>
                    <a:pt x="3067" y="653"/>
                  </a:cubicBezTo>
                  <a:lnTo>
                    <a:pt x="3143" y="653"/>
                  </a:lnTo>
                  <a:close/>
                  <a:moveTo>
                    <a:pt x="2344" y="9"/>
                  </a:moveTo>
                  <a:cubicBezTo>
                    <a:pt x="2336" y="10"/>
                    <a:pt x="2331" y="15"/>
                    <a:pt x="2331" y="22"/>
                  </a:cubicBezTo>
                  <a:cubicBezTo>
                    <a:pt x="2331" y="640"/>
                    <a:pt x="2331" y="640"/>
                    <a:pt x="2331" y="640"/>
                  </a:cubicBezTo>
                  <a:cubicBezTo>
                    <a:pt x="2331" y="647"/>
                    <a:pt x="2337" y="653"/>
                    <a:pt x="2344" y="653"/>
                  </a:cubicBezTo>
                  <a:cubicBezTo>
                    <a:pt x="2421" y="653"/>
                    <a:pt x="2421" y="653"/>
                    <a:pt x="2421" y="653"/>
                  </a:cubicBezTo>
                  <a:cubicBezTo>
                    <a:pt x="2428" y="653"/>
                    <a:pt x="2434" y="647"/>
                    <a:pt x="2434" y="640"/>
                  </a:cubicBezTo>
                  <a:cubicBezTo>
                    <a:pt x="2434" y="15"/>
                    <a:pt x="2434" y="15"/>
                    <a:pt x="2434" y="15"/>
                  </a:cubicBezTo>
                  <a:cubicBezTo>
                    <a:pt x="2434" y="8"/>
                    <a:pt x="2428" y="0"/>
                    <a:pt x="2421" y="2"/>
                  </a:cubicBezTo>
                  <a:lnTo>
                    <a:pt x="2344" y="9"/>
                  </a:lnTo>
                  <a:close/>
                  <a:moveTo>
                    <a:pt x="793" y="384"/>
                  </a:moveTo>
                  <a:cubicBezTo>
                    <a:pt x="789" y="326"/>
                    <a:pt x="764" y="267"/>
                    <a:pt x="691" y="267"/>
                  </a:cubicBezTo>
                  <a:cubicBezTo>
                    <a:pt x="619" y="267"/>
                    <a:pt x="594" y="331"/>
                    <a:pt x="587" y="384"/>
                  </a:cubicBezTo>
                  <a:lnTo>
                    <a:pt x="793" y="384"/>
                  </a:lnTo>
                  <a:close/>
                  <a:moveTo>
                    <a:pt x="698" y="664"/>
                  </a:moveTo>
                  <a:cubicBezTo>
                    <a:pt x="565" y="664"/>
                    <a:pt x="479" y="569"/>
                    <a:pt x="479" y="425"/>
                  </a:cubicBezTo>
                  <a:cubicBezTo>
                    <a:pt x="479" y="286"/>
                    <a:pt x="558" y="182"/>
                    <a:pt x="692" y="182"/>
                  </a:cubicBezTo>
                  <a:cubicBezTo>
                    <a:pt x="840" y="182"/>
                    <a:pt x="897" y="307"/>
                    <a:pt x="897" y="420"/>
                  </a:cubicBezTo>
                  <a:cubicBezTo>
                    <a:pt x="897" y="429"/>
                    <a:pt x="898" y="436"/>
                    <a:pt x="897" y="447"/>
                  </a:cubicBezTo>
                  <a:cubicBezTo>
                    <a:pt x="897" y="454"/>
                    <a:pt x="891" y="460"/>
                    <a:pt x="884" y="460"/>
                  </a:cubicBezTo>
                  <a:cubicBezTo>
                    <a:pt x="587" y="460"/>
                    <a:pt x="587" y="460"/>
                    <a:pt x="587" y="460"/>
                  </a:cubicBezTo>
                  <a:cubicBezTo>
                    <a:pt x="593" y="522"/>
                    <a:pt x="628" y="576"/>
                    <a:pt x="704" y="576"/>
                  </a:cubicBezTo>
                  <a:cubicBezTo>
                    <a:pt x="750" y="576"/>
                    <a:pt x="788" y="566"/>
                    <a:pt x="826" y="548"/>
                  </a:cubicBezTo>
                  <a:cubicBezTo>
                    <a:pt x="833" y="545"/>
                    <a:pt x="840" y="548"/>
                    <a:pt x="843" y="555"/>
                  </a:cubicBezTo>
                  <a:cubicBezTo>
                    <a:pt x="865" y="607"/>
                    <a:pt x="865" y="607"/>
                    <a:pt x="865" y="607"/>
                  </a:cubicBezTo>
                  <a:cubicBezTo>
                    <a:pt x="868" y="614"/>
                    <a:pt x="864" y="621"/>
                    <a:pt x="858" y="625"/>
                  </a:cubicBezTo>
                  <a:cubicBezTo>
                    <a:pt x="817" y="647"/>
                    <a:pt x="765" y="664"/>
                    <a:pt x="698" y="664"/>
                  </a:cubicBezTo>
                  <a:moveTo>
                    <a:pt x="1803" y="384"/>
                  </a:moveTo>
                  <a:cubicBezTo>
                    <a:pt x="1800" y="326"/>
                    <a:pt x="1775" y="267"/>
                    <a:pt x="1701" y="267"/>
                  </a:cubicBezTo>
                  <a:cubicBezTo>
                    <a:pt x="1629" y="267"/>
                    <a:pt x="1604" y="331"/>
                    <a:pt x="1597" y="384"/>
                  </a:cubicBezTo>
                  <a:lnTo>
                    <a:pt x="1803" y="384"/>
                  </a:lnTo>
                  <a:close/>
                  <a:moveTo>
                    <a:pt x="1709" y="664"/>
                  </a:moveTo>
                  <a:cubicBezTo>
                    <a:pt x="1575" y="664"/>
                    <a:pt x="1489" y="569"/>
                    <a:pt x="1489" y="425"/>
                  </a:cubicBezTo>
                  <a:cubicBezTo>
                    <a:pt x="1489" y="286"/>
                    <a:pt x="1569" y="182"/>
                    <a:pt x="1702" y="182"/>
                  </a:cubicBezTo>
                  <a:cubicBezTo>
                    <a:pt x="1850" y="182"/>
                    <a:pt x="1907" y="307"/>
                    <a:pt x="1907" y="420"/>
                  </a:cubicBezTo>
                  <a:cubicBezTo>
                    <a:pt x="1907" y="429"/>
                    <a:pt x="1908" y="436"/>
                    <a:pt x="1907" y="447"/>
                  </a:cubicBezTo>
                  <a:cubicBezTo>
                    <a:pt x="1907" y="454"/>
                    <a:pt x="1902" y="460"/>
                    <a:pt x="1894" y="460"/>
                  </a:cubicBezTo>
                  <a:cubicBezTo>
                    <a:pt x="1597" y="460"/>
                    <a:pt x="1597" y="460"/>
                    <a:pt x="1597" y="460"/>
                  </a:cubicBezTo>
                  <a:cubicBezTo>
                    <a:pt x="1603" y="522"/>
                    <a:pt x="1638" y="576"/>
                    <a:pt x="1714" y="576"/>
                  </a:cubicBezTo>
                  <a:cubicBezTo>
                    <a:pt x="1760" y="576"/>
                    <a:pt x="1798" y="566"/>
                    <a:pt x="1836" y="548"/>
                  </a:cubicBezTo>
                  <a:cubicBezTo>
                    <a:pt x="1843" y="545"/>
                    <a:pt x="1851" y="548"/>
                    <a:pt x="1854" y="555"/>
                  </a:cubicBezTo>
                  <a:cubicBezTo>
                    <a:pt x="1875" y="607"/>
                    <a:pt x="1875" y="607"/>
                    <a:pt x="1875" y="607"/>
                  </a:cubicBezTo>
                  <a:cubicBezTo>
                    <a:pt x="1878" y="614"/>
                    <a:pt x="1875" y="621"/>
                    <a:pt x="1868" y="625"/>
                  </a:cubicBezTo>
                  <a:cubicBezTo>
                    <a:pt x="1828" y="647"/>
                    <a:pt x="1775" y="664"/>
                    <a:pt x="1709" y="664"/>
                  </a:cubicBezTo>
                  <a:moveTo>
                    <a:pt x="1380" y="2"/>
                  </a:moveTo>
                  <a:cubicBezTo>
                    <a:pt x="1388" y="0"/>
                    <a:pt x="1393" y="8"/>
                    <a:pt x="1393" y="15"/>
                  </a:cubicBezTo>
                  <a:cubicBezTo>
                    <a:pt x="1393" y="640"/>
                    <a:pt x="1393" y="640"/>
                    <a:pt x="1393" y="640"/>
                  </a:cubicBezTo>
                  <a:cubicBezTo>
                    <a:pt x="1393" y="647"/>
                    <a:pt x="1388" y="653"/>
                    <a:pt x="1380" y="653"/>
                  </a:cubicBezTo>
                  <a:cubicBezTo>
                    <a:pt x="1317" y="653"/>
                    <a:pt x="1317" y="653"/>
                    <a:pt x="1317" y="653"/>
                  </a:cubicBezTo>
                  <a:cubicBezTo>
                    <a:pt x="1310" y="653"/>
                    <a:pt x="1305" y="646"/>
                    <a:pt x="1304" y="640"/>
                  </a:cubicBezTo>
                  <a:cubicBezTo>
                    <a:pt x="1297" y="593"/>
                    <a:pt x="1297" y="593"/>
                    <a:pt x="1297" y="593"/>
                  </a:cubicBezTo>
                  <a:cubicBezTo>
                    <a:pt x="1274" y="631"/>
                    <a:pt x="1217" y="664"/>
                    <a:pt x="1164" y="664"/>
                  </a:cubicBezTo>
                  <a:cubicBezTo>
                    <a:pt x="1042" y="664"/>
                    <a:pt x="971" y="555"/>
                    <a:pt x="971" y="422"/>
                  </a:cubicBezTo>
                  <a:cubicBezTo>
                    <a:pt x="971" y="261"/>
                    <a:pt x="1065" y="182"/>
                    <a:pt x="1164" y="182"/>
                  </a:cubicBezTo>
                  <a:cubicBezTo>
                    <a:pt x="1215" y="182"/>
                    <a:pt x="1260" y="203"/>
                    <a:pt x="1291" y="233"/>
                  </a:cubicBezTo>
                  <a:cubicBezTo>
                    <a:pt x="1291" y="23"/>
                    <a:pt x="1291" y="23"/>
                    <a:pt x="1291" y="23"/>
                  </a:cubicBezTo>
                  <a:cubicBezTo>
                    <a:pt x="1291" y="15"/>
                    <a:pt x="1296" y="10"/>
                    <a:pt x="1304" y="9"/>
                  </a:cubicBezTo>
                  <a:cubicBezTo>
                    <a:pt x="1380" y="2"/>
                    <a:pt x="1380" y="2"/>
                    <a:pt x="1380" y="2"/>
                  </a:cubicBezTo>
                  <a:moveTo>
                    <a:pt x="1291" y="406"/>
                  </a:moveTo>
                  <a:cubicBezTo>
                    <a:pt x="1291" y="304"/>
                    <a:pt x="1231" y="269"/>
                    <a:pt x="1184" y="269"/>
                  </a:cubicBezTo>
                  <a:cubicBezTo>
                    <a:pt x="1122" y="269"/>
                    <a:pt x="1078" y="330"/>
                    <a:pt x="1078" y="421"/>
                  </a:cubicBezTo>
                  <a:cubicBezTo>
                    <a:pt x="1078" y="503"/>
                    <a:pt x="1116" y="576"/>
                    <a:pt x="1186" y="576"/>
                  </a:cubicBezTo>
                  <a:cubicBezTo>
                    <a:pt x="1224" y="576"/>
                    <a:pt x="1291" y="547"/>
                    <a:pt x="1291" y="427"/>
                  </a:cubicBezTo>
                  <a:lnTo>
                    <a:pt x="1291" y="406"/>
                  </a:lnTo>
                  <a:close/>
                  <a:moveTo>
                    <a:pt x="4359" y="384"/>
                  </a:moveTo>
                  <a:cubicBezTo>
                    <a:pt x="4356" y="326"/>
                    <a:pt x="4331" y="267"/>
                    <a:pt x="4258" y="267"/>
                  </a:cubicBezTo>
                  <a:cubicBezTo>
                    <a:pt x="4186" y="267"/>
                    <a:pt x="4161" y="331"/>
                    <a:pt x="4154" y="384"/>
                  </a:cubicBezTo>
                  <a:lnTo>
                    <a:pt x="4359" y="384"/>
                  </a:lnTo>
                  <a:close/>
                  <a:moveTo>
                    <a:pt x="4265" y="664"/>
                  </a:moveTo>
                  <a:cubicBezTo>
                    <a:pt x="4131" y="664"/>
                    <a:pt x="4045" y="569"/>
                    <a:pt x="4045" y="425"/>
                  </a:cubicBezTo>
                  <a:cubicBezTo>
                    <a:pt x="4045" y="286"/>
                    <a:pt x="4125" y="182"/>
                    <a:pt x="4259" y="182"/>
                  </a:cubicBezTo>
                  <a:cubicBezTo>
                    <a:pt x="4406" y="182"/>
                    <a:pt x="4464" y="307"/>
                    <a:pt x="4464" y="420"/>
                  </a:cubicBezTo>
                  <a:cubicBezTo>
                    <a:pt x="4464" y="429"/>
                    <a:pt x="4464" y="436"/>
                    <a:pt x="4464" y="447"/>
                  </a:cubicBezTo>
                  <a:cubicBezTo>
                    <a:pt x="4464" y="454"/>
                    <a:pt x="4458" y="460"/>
                    <a:pt x="4451" y="460"/>
                  </a:cubicBezTo>
                  <a:cubicBezTo>
                    <a:pt x="4154" y="460"/>
                    <a:pt x="4154" y="460"/>
                    <a:pt x="4154" y="460"/>
                  </a:cubicBezTo>
                  <a:cubicBezTo>
                    <a:pt x="4159" y="522"/>
                    <a:pt x="4195" y="576"/>
                    <a:pt x="4271" y="576"/>
                  </a:cubicBezTo>
                  <a:cubicBezTo>
                    <a:pt x="4317" y="576"/>
                    <a:pt x="4355" y="566"/>
                    <a:pt x="4393" y="548"/>
                  </a:cubicBezTo>
                  <a:cubicBezTo>
                    <a:pt x="4399" y="545"/>
                    <a:pt x="4407" y="548"/>
                    <a:pt x="4410" y="555"/>
                  </a:cubicBezTo>
                  <a:cubicBezTo>
                    <a:pt x="4432" y="607"/>
                    <a:pt x="4432" y="607"/>
                    <a:pt x="4432" y="607"/>
                  </a:cubicBezTo>
                  <a:cubicBezTo>
                    <a:pt x="4434" y="614"/>
                    <a:pt x="4431" y="621"/>
                    <a:pt x="4425" y="625"/>
                  </a:cubicBezTo>
                  <a:cubicBezTo>
                    <a:pt x="4384" y="647"/>
                    <a:pt x="4332" y="664"/>
                    <a:pt x="4265" y="664"/>
                  </a:cubicBezTo>
                  <a:moveTo>
                    <a:pt x="3942" y="2"/>
                  </a:moveTo>
                  <a:cubicBezTo>
                    <a:pt x="3949" y="0"/>
                    <a:pt x="3955" y="8"/>
                    <a:pt x="3955" y="15"/>
                  </a:cubicBezTo>
                  <a:cubicBezTo>
                    <a:pt x="3955" y="640"/>
                    <a:pt x="3955" y="640"/>
                    <a:pt x="3955" y="640"/>
                  </a:cubicBezTo>
                  <a:cubicBezTo>
                    <a:pt x="3955" y="647"/>
                    <a:pt x="3949" y="653"/>
                    <a:pt x="3942" y="653"/>
                  </a:cubicBezTo>
                  <a:cubicBezTo>
                    <a:pt x="3879" y="653"/>
                    <a:pt x="3879" y="653"/>
                    <a:pt x="3879" y="653"/>
                  </a:cubicBezTo>
                  <a:cubicBezTo>
                    <a:pt x="3872" y="653"/>
                    <a:pt x="3866" y="646"/>
                    <a:pt x="3865" y="640"/>
                  </a:cubicBezTo>
                  <a:cubicBezTo>
                    <a:pt x="3858" y="593"/>
                    <a:pt x="3858" y="593"/>
                    <a:pt x="3858" y="593"/>
                  </a:cubicBezTo>
                  <a:cubicBezTo>
                    <a:pt x="3835" y="631"/>
                    <a:pt x="3779" y="664"/>
                    <a:pt x="3726" y="664"/>
                  </a:cubicBezTo>
                  <a:cubicBezTo>
                    <a:pt x="3604" y="664"/>
                    <a:pt x="3533" y="555"/>
                    <a:pt x="3533" y="422"/>
                  </a:cubicBezTo>
                  <a:cubicBezTo>
                    <a:pt x="3533" y="261"/>
                    <a:pt x="3627" y="182"/>
                    <a:pt x="3726" y="182"/>
                  </a:cubicBezTo>
                  <a:cubicBezTo>
                    <a:pt x="3777" y="182"/>
                    <a:pt x="3822" y="203"/>
                    <a:pt x="3852" y="233"/>
                  </a:cubicBezTo>
                  <a:cubicBezTo>
                    <a:pt x="3852" y="23"/>
                    <a:pt x="3852" y="23"/>
                    <a:pt x="3852" y="23"/>
                  </a:cubicBezTo>
                  <a:cubicBezTo>
                    <a:pt x="3852" y="15"/>
                    <a:pt x="3858" y="10"/>
                    <a:pt x="3866" y="9"/>
                  </a:cubicBezTo>
                  <a:cubicBezTo>
                    <a:pt x="3942" y="2"/>
                    <a:pt x="3942" y="2"/>
                    <a:pt x="3942" y="2"/>
                  </a:cubicBezTo>
                  <a:moveTo>
                    <a:pt x="3853" y="406"/>
                  </a:moveTo>
                  <a:cubicBezTo>
                    <a:pt x="3853" y="304"/>
                    <a:pt x="3793" y="269"/>
                    <a:pt x="3746" y="269"/>
                  </a:cubicBezTo>
                  <a:cubicBezTo>
                    <a:pt x="3683" y="269"/>
                    <a:pt x="3640" y="330"/>
                    <a:pt x="3640" y="421"/>
                  </a:cubicBezTo>
                  <a:cubicBezTo>
                    <a:pt x="3640" y="503"/>
                    <a:pt x="3677" y="576"/>
                    <a:pt x="3747" y="576"/>
                  </a:cubicBezTo>
                  <a:cubicBezTo>
                    <a:pt x="3786" y="576"/>
                    <a:pt x="3853" y="547"/>
                    <a:pt x="3853" y="427"/>
                  </a:cubicBezTo>
                  <a:lnTo>
                    <a:pt x="3853" y="406"/>
                  </a:lnTo>
                  <a:close/>
                  <a:moveTo>
                    <a:pt x="2248" y="195"/>
                  </a:moveTo>
                  <a:cubicBezTo>
                    <a:pt x="2248" y="188"/>
                    <a:pt x="2242" y="182"/>
                    <a:pt x="2235" y="182"/>
                  </a:cubicBezTo>
                  <a:cubicBezTo>
                    <a:pt x="2179" y="182"/>
                    <a:pt x="2125" y="215"/>
                    <a:pt x="2094" y="252"/>
                  </a:cubicBezTo>
                  <a:cubicBezTo>
                    <a:pt x="2090" y="206"/>
                    <a:pt x="2090" y="206"/>
                    <a:pt x="2090" y="206"/>
                  </a:cubicBezTo>
                  <a:cubicBezTo>
                    <a:pt x="2089" y="199"/>
                    <a:pt x="2083" y="193"/>
                    <a:pt x="2077" y="193"/>
                  </a:cubicBezTo>
                  <a:cubicBezTo>
                    <a:pt x="2011" y="193"/>
                    <a:pt x="2011" y="193"/>
                    <a:pt x="2011" y="193"/>
                  </a:cubicBezTo>
                  <a:cubicBezTo>
                    <a:pt x="2004" y="193"/>
                    <a:pt x="1998" y="199"/>
                    <a:pt x="1998" y="206"/>
                  </a:cubicBezTo>
                  <a:cubicBezTo>
                    <a:pt x="1998" y="640"/>
                    <a:pt x="1998" y="640"/>
                    <a:pt x="1998" y="640"/>
                  </a:cubicBezTo>
                  <a:cubicBezTo>
                    <a:pt x="1998" y="647"/>
                    <a:pt x="2004" y="653"/>
                    <a:pt x="2011" y="653"/>
                  </a:cubicBezTo>
                  <a:cubicBezTo>
                    <a:pt x="2088" y="653"/>
                    <a:pt x="2088" y="653"/>
                    <a:pt x="2088" y="653"/>
                  </a:cubicBezTo>
                  <a:cubicBezTo>
                    <a:pt x="2095" y="653"/>
                    <a:pt x="2101" y="647"/>
                    <a:pt x="2101" y="640"/>
                  </a:cubicBezTo>
                  <a:cubicBezTo>
                    <a:pt x="2101" y="415"/>
                    <a:pt x="2101" y="415"/>
                    <a:pt x="2101" y="415"/>
                  </a:cubicBezTo>
                  <a:cubicBezTo>
                    <a:pt x="2101" y="322"/>
                    <a:pt x="2158" y="286"/>
                    <a:pt x="2210" y="286"/>
                  </a:cubicBezTo>
                  <a:cubicBezTo>
                    <a:pt x="2218" y="286"/>
                    <a:pt x="2225" y="288"/>
                    <a:pt x="2230" y="288"/>
                  </a:cubicBezTo>
                  <a:cubicBezTo>
                    <a:pt x="2241" y="290"/>
                    <a:pt x="2248" y="284"/>
                    <a:pt x="2248" y="276"/>
                  </a:cubicBezTo>
                  <a:lnTo>
                    <a:pt x="2248" y="19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</p:grpSp>
      <p:grpSp>
        <p:nvGrpSpPr>
          <p:cNvPr id="29" name="HR logo"/>
          <p:cNvGrpSpPr>
            <a:grpSpLocks noSelect="1"/>
          </p:cNvGrpSpPr>
          <p:nvPr userDrawn="1"/>
        </p:nvGrpSpPr>
        <p:grpSpPr bwMode="gray">
          <a:xfrm>
            <a:off x="374401" y="6076800"/>
            <a:ext cx="504000" cy="514800"/>
            <a:chOff x="0" y="0"/>
            <a:chExt cx="562610" cy="574675"/>
          </a:xfrm>
        </p:grpSpPr>
        <p:sp>
          <p:nvSpPr>
            <p:cNvPr id="30" name="Freeform 35"/>
            <p:cNvSpPr>
              <a:spLocks noSelect="1"/>
            </p:cNvSpPr>
            <p:nvPr userDrawn="1"/>
          </p:nvSpPr>
          <p:spPr bwMode="gray">
            <a:xfrm>
              <a:off x="0" y="0"/>
              <a:ext cx="562610" cy="574675"/>
            </a:xfrm>
            <a:custGeom>
              <a:avLst/>
              <a:gdLst>
                <a:gd name="T0" fmla="*/ 1771 w 1771"/>
                <a:gd name="T1" fmla="*/ 874 h 1807"/>
                <a:gd name="T2" fmla="*/ 1770 w 1771"/>
                <a:gd name="T3" fmla="*/ 851 h 1807"/>
                <a:gd name="T4" fmla="*/ 1768 w 1771"/>
                <a:gd name="T5" fmla="*/ 828 h 1807"/>
                <a:gd name="T6" fmla="*/ 1765 w 1771"/>
                <a:gd name="T7" fmla="*/ 799 h 1807"/>
                <a:gd name="T8" fmla="*/ 1762 w 1771"/>
                <a:gd name="T9" fmla="*/ 775 h 1807"/>
                <a:gd name="T10" fmla="*/ 1758 w 1771"/>
                <a:gd name="T11" fmla="*/ 748 h 1807"/>
                <a:gd name="T12" fmla="*/ 1739 w 1771"/>
                <a:gd name="T13" fmla="*/ 663 h 1807"/>
                <a:gd name="T14" fmla="*/ 1732 w 1771"/>
                <a:gd name="T15" fmla="*/ 642 h 1807"/>
                <a:gd name="T16" fmla="*/ 1726 w 1771"/>
                <a:gd name="T17" fmla="*/ 622 h 1807"/>
                <a:gd name="T18" fmla="*/ 1589 w 1771"/>
                <a:gd name="T19" fmla="*/ 360 h 1807"/>
                <a:gd name="T20" fmla="*/ 1559 w 1771"/>
                <a:gd name="T21" fmla="*/ 322 h 1807"/>
                <a:gd name="T22" fmla="*/ 1544 w 1771"/>
                <a:gd name="T23" fmla="*/ 304 h 1807"/>
                <a:gd name="T24" fmla="*/ 1511 w 1771"/>
                <a:gd name="T25" fmla="*/ 269 h 1807"/>
                <a:gd name="T26" fmla="*/ 1477 w 1771"/>
                <a:gd name="T27" fmla="*/ 236 h 1807"/>
                <a:gd name="T28" fmla="*/ 1449 w 1771"/>
                <a:gd name="T29" fmla="*/ 212 h 1807"/>
                <a:gd name="T30" fmla="*/ 1431 w 1771"/>
                <a:gd name="T31" fmla="*/ 197 h 1807"/>
                <a:gd name="T32" fmla="*/ 1402 w 1771"/>
                <a:gd name="T33" fmla="*/ 175 h 1807"/>
                <a:gd name="T34" fmla="*/ 1383 w 1771"/>
                <a:gd name="T35" fmla="*/ 162 h 1807"/>
                <a:gd name="T36" fmla="*/ 1353 w 1771"/>
                <a:gd name="T37" fmla="*/ 141 h 1807"/>
                <a:gd name="T38" fmla="*/ 1321 w 1771"/>
                <a:gd name="T39" fmla="*/ 122 h 1807"/>
                <a:gd name="T40" fmla="*/ 1301 w 1771"/>
                <a:gd name="T41" fmla="*/ 111 h 1807"/>
                <a:gd name="T42" fmla="*/ 1263 w 1771"/>
                <a:gd name="T43" fmla="*/ 91 h 1807"/>
                <a:gd name="T44" fmla="*/ 1241 w 1771"/>
                <a:gd name="T45" fmla="*/ 81 h 1807"/>
                <a:gd name="T46" fmla="*/ 1208 w 1771"/>
                <a:gd name="T47" fmla="*/ 66 h 1807"/>
                <a:gd name="T48" fmla="*/ 1162 w 1771"/>
                <a:gd name="T49" fmla="*/ 49 h 1807"/>
                <a:gd name="T50" fmla="*/ 1120 w 1771"/>
                <a:gd name="T51" fmla="*/ 36 h 1807"/>
                <a:gd name="T52" fmla="*/ 1097 w 1771"/>
                <a:gd name="T53" fmla="*/ 30 h 1807"/>
                <a:gd name="T54" fmla="*/ 1061 w 1771"/>
                <a:gd name="T55" fmla="*/ 21 h 1807"/>
                <a:gd name="T56" fmla="*/ 1037 w 1771"/>
                <a:gd name="T57" fmla="*/ 16 h 1807"/>
                <a:gd name="T58" fmla="*/ 175 w 1771"/>
                <a:gd name="T59" fmla="*/ 323 h 1807"/>
                <a:gd name="T60" fmla="*/ 1304 w 1771"/>
                <a:gd name="T61" fmla="*/ 402 h 1807"/>
                <a:gd name="T62" fmla="*/ 1372 w 1771"/>
                <a:gd name="T63" fmla="*/ 1125 h 1807"/>
                <a:gd name="T64" fmla="*/ 590 w 1771"/>
                <a:gd name="T65" fmla="*/ 1394 h 1807"/>
                <a:gd name="T66" fmla="*/ 403 w 1771"/>
                <a:gd name="T67" fmla="*/ 1396 h 1807"/>
                <a:gd name="T68" fmla="*/ 400 w 1771"/>
                <a:gd name="T69" fmla="*/ 1396 h 1807"/>
                <a:gd name="T70" fmla="*/ 381 w 1771"/>
                <a:gd name="T71" fmla="*/ 1380 h 1807"/>
                <a:gd name="T72" fmla="*/ 380 w 1771"/>
                <a:gd name="T73" fmla="*/ 1371 h 1807"/>
                <a:gd name="T74" fmla="*/ 510 w 1771"/>
                <a:gd name="T75" fmla="*/ 732 h 1807"/>
                <a:gd name="T76" fmla="*/ 519 w 1771"/>
                <a:gd name="T77" fmla="*/ 716 h 1807"/>
                <a:gd name="T78" fmla="*/ 786 w 1771"/>
                <a:gd name="T79" fmla="*/ 705 h 1807"/>
                <a:gd name="T80" fmla="*/ 0 w 1771"/>
                <a:gd name="T81" fmla="*/ 1037 h 1807"/>
                <a:gd name="T82" fmla="*/ 1292 w 1771"/>
                <a:gd name="T83" fmla="*/ 1701 h 1807"/>
                <a:gd name="T84" fmla="*/ 1313 w 1771"/>
                <a:gd name="T85" fmla="*/ 1689 h 1807"/>
                <a:gd name="T86" fmla="*/ 1333 w 1771"/>
                <a:gd name="T87" fmla="*/ 1677 h 1807"/>
                <a:gd name="T88" fmla="*/ 1354 w 1771"/>
                <a:gd name="T89" fmla="*/ 1665 h 1807"/>
                <a:gd name="T90" fmla="*/ 1374 w 1771"/>
                <a:gd name="T91" fmla="*/ 1651 h 1807"/>
                <a:gd name="T92" fmla="*/ 1394 w 1771"/>
                <a:gd name="T93" fmla="*/ 1638 h 1807"/>
                <a:gd name="T94" fmla="*/ 1418 w 1771"/>
                <a:gd name="T95" fmla="*/ 1620 h 1807"/>
                <a:gd name="T96" fmla="*/ 1441 w 1771"/>
                <a:gd name="T97" fmla="*/ 1601 h 1807"/>
                <a:gd name="T98" fmla="*/ 1504 w 1771"/>
                <a:gd name="T99" fmla="*/ 1545 h 1807"/>
                <a:gd name="T100" fmla="*/ 1520 w 1771"/>
                <a:gd name="T101" fmla="*/ 1528 h 1807"/>
                <a:gd name="T102" fmla="*/ 1538 w 1771"/>
                <a:gd name="T103" fmla="*/ 1509 h 1807"/>
                <a:gd name="T104" fmla="*/ 1759 w 1771"/>
                <a:gd name="T105" fmla="*/ 1052 h 1807"/>
                <a:gd name="T106" fmla="*/ 1762 w 1771"/>
                <a:gd name="T107" fmla="*/ 1029 h 1807"/>
                <a:gd name="T108" fmla="*/ 1765 w 1771"/>
                <a:gd name="T109" fmla="*/ 1005 h 1807"/>
                <a:gd name="T110" fmla="*/ 1767 w 1771"/>
                <a:gd name="T111" fmla="*/ 986 h 1807"/>
                <a:gd name="T112" fmla="*/ 1769 w 1771"/>
                <a:gd name="T113" fmla="*/ 966 h 1807"/>
                <a:gd name="T114" fmla="*/ 1770 w 1771"/>
                <a:gd name="T115" fmla="*/ 947 h 1807"/>
                <a:gd name="T116" fmla="*/ 1771 w 1771"/>
                <a:gd name="T117" fmla="*/ 928 h 1807"/>
                <a:gd name="T118" fmla="*/ 1771 w 1771"/>
                <a:gd name="T119" fmla="*/ 908 h 1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71" h="1807">
                  <a:moveTo>
                    <a:pt x="1771" y="893"/>
                  </a:moveTo>
                  <a:cubicBezTo>
                    <a:pt x="1771" y="892"/>
                    <a:pt x="1771" y="892"/>
                    <a:pt x="1771" y="892"/>
                  </a:cubicBezTo>
                  <a:cubicBezTo>
                    <a:pt x="1771" y="887"/>
                    <a:pt x="1771" y="887"/>
                    <a:pt x="1771" y="887"/>
                  </a:cubicBezTo>
                  <a:cubicBezTo>
                    <a:pt x="1771" y="885"/>
                    <a:pt x="1771" y="885"/>
                    <a:pt x="1771" y="885"/>
                  </a:cubicBezTo>
                  <a:cubicBezTo>
                    <a:pt x="1771" y="881"/>
                    <a:pt x="1771" y="881"/>
                    <a:pt x="1771" y="881"/>
                  </a:cubicBezTo>
                  <a:cubicBezTo>
                    <a:pt x="1771" y="880"/>
                    <a:pt x="1771" y="880"/>
                    <a:pt x="1771" y="880"/>
                  </a:cubicBezTo>
                  <a:cubicBezTo>
                    <a:pt x="1771" y="875"/>
                    <a:pt x="1771" y="875"/>
                    <a:pt x="1771" y="875"/>
                  </a:cubicBezTo>
                  <a:cubicBezTo>
                    <a:pt x="1771" y="874"/>
                    <a:pt x="1771" y="874"/>
                    <a:pt x="1771" y="874"/>
                  </a:cubicBezTo>
                  <a:cubicBezTo>
                    <a:pt x="1771" y="870"/>
                    <a:pt x="1771" y="870"/>
                    <a:pt x="1771" y="870"/>
                  </a:cubicBezTo>
                  <a:cubicBezTo>
                    <a:pt x="1770" y="868"/>
                    <a:pt x="1770" y="868"/>
                    <a:pt x="1770" y="868"/>
                  </a:cubicBezTo>
                  <a:cubicBezTo>
                    <a:pt x="1770" y="864"/>
                    <a:pt x="1770" y="864"/>
                    <a:pt x="1770" y="864"/>
                  </a:cubicBezTo>
                  <a:cubicBezTo>
                    <a:pt x="1770" y="862"/>
                    <a:pt x="1770" y="862"/>
                    <a:pt x="1770" y="862"/>
                  </a:cubicBezTo>
                  <a:cubicBezTo>
                    <a:pt x="1770" y="859"/>
                    <a:pt x="1770" y="859"/>
                    <a:pt x="1770" y="859"/>
                  </a:cubicBezTo>
                  <a:cubicBezTo>
                    <a:pt x="1770" y="857"/>
                    <a:pt x="1770" y="857"/>
                    <a:pt x="1770" y="857"/>
                  </a:cubicBezTo>
                  <a:cubicBezTo>
                    <a:pt x="1770" y="852"/>
                    <a:pt x="1770" y="852"/>
                    <a:pt x="1770" y="852"/>
                  </a:cubicBezTo>
                  <a:cubicBezTo>
                    <a:pt x="1770" y="851"/>
                    <a:pt x="1770" y="851"/>
                    <a:pt x="1770" y="851"/>
                  </a:cubicBezTo>
                  <a:cubicBezTo>
                    <a:pt x="1769" y="847"/>
                    <a:pt x="1769" y="847"/>
                    <a:pt x="1769" y="847"/>
                  </a:cubicBezTo>
                  <a:cubicBezTo>
                    <a:pt x="1769" y="845"/>
                    <a:pt x="1769" y="845"/>
                    <a:pt x="1769" y="845"/>
                  </a:cubicBezTo>
                  <a:cubicBezTo>
                    <a:pt x="1769" y="841"/>
                    <a:pt x="1769" y="841"/>
                    <a:pt x="1769" y="841"/>
                  </a:cubicBezTo>
                  <a:cubicBezTo>
                    <a:pt x="1769" y="839"/>
                    <a:pt x="1769" y="839"/>
                    <a:pt x="1769" y="839"/>
                  </a:cubicBezTo>
                  <a:cubicBezTo>
                    <a:pt x="1769" y="836"/>
                    <a:pt x="1769" y="836"/>
                    <a:pt x="1769" y="836"/>
                  </a:cubicBezTo>
                  <a:cubicBezTo>
                    <a:pt x="1768" y="834"/>
                    <a:pt x="1768" y="834"/>
                    <a:pt x="1768" y="834"/>
                  </a:cubicBezTo>
                  <a:cubicBezTo>
                    <a:pt x="1768" y="830"/>
                    <a:pt x="1768" y="830"/>
                    <a:pt x="1768" y="830"/>
                  </a:cubicBezTo>
                  <a:cubicBezTo>
                    <a:pt x="1768" y="828"/>
                    <a:pt x="1768" y="828"/>
                    <a:pt x="1768" y="828"/>
                  </a:cubicBezTo>
                  <a:cubicBezTo>
                    <a:pt x="1768" y="824"/>
                    <a:pt x="1768" y="824"/>
                    <a:pt x="1768" y="824"/>
                  </a:cubicBezTo>
                  <a:cubicBezTo>
                    <a:pt x="1768" y="822"/>
                    <a:pt x="1768" y="822"/>
                    <a:pt x="1768" y="822"/>
                  </a:cubicBezTo>
                  <a:cubicBezTo>
                    <a:pt x="1767" y="819"/>
                    <a:pt x="1767" y="819"/>
                    <a:pt x="1767" y="819"/>
                  </a:cubicBezTo>
                  <a:cubicBezTo>
                    <a:pt x="1767" y="816"/>
                    <a:pt x="1767" y="816"/>
                    <a:pt x="1767" y="816"/>
                  </a:cubicBezTo>
                  <a:cubicBezTo>
                    <a:pt x="1767" y="813"/>
                    <a:pt x="1767" y="813"/>
                    <a:pt x="1767" y="813"/>
                  </a:cubicBezTo>
                  <a:cubicBezTo>
                    <a:pt x="1766" y="810"/>
                    <a:pt x="1766" y="810"/>
                    <a:pt x="1766" y="810"/>
                  </a:cubicBezTo>
                  <a:cubicBezTo>
                    <a:pt x="1766" y="808"/>
                    <a:pt x="1766" y="808"/>
                    <a:pt x="1766" y="808"/>
                  </a:cubicBezTo>
                  <a:cubicBezTo>
                    <a:pt x="1765" y="799"/>
                    <a:pt x="1765" y="799"/>
                    <a:pt x="1765" y="799"/>
                  </a:cubicBezTo>
                  <a:cubicBezTo>
                    <a:pt x="1765" y="797"/>
                    <a:pt x="1765" y="797"/>
                    <a:pt x="1765" y="797"/>
                  </a:cubicBezTo>
                  <a:cubicBezTo>
                    <a:pt x="1765" y="794"/>
                    <a:pt x="1765" y="794"/>
                    <a:pt x="1765" y="794"/>
                  </a:cubicBezTo>
                  <a:cubicBezTo>
                    <a:pt x="1764" y="793"/>
                    <a:pt x="1764" y="793"/>
                    <a:pt x="1764" y="793"/>
                  </a:cubicBezTo>
                  <a:cubicBezTo>
                    <a:pt x="1764" y="787"/>
                    <a:pt x="1764" y="787"/>
                    <a:pt x="1764" y="787"/>
                  </a:cubicBezTo>
                  <a:cubicBezTo>
                    <a:pt x="1763" y="786"/>
                    <a:pt x="1763" y="786"/>
                    <a:pt x="1763" y="786"/>
                  </a:cubicBezTo>
                  <a:cubicBezTo>
                    <a:pt x="1763" y="783"/>
                    <a:pt x="1763" y="783"/>
                    <a:pt x="1763" y="783"/>
                  </a:cubicBezTo>
                  <a:cubicBezTo>
                    <a:pt x="1763" y="782"/>
                    <a:pt x="1763" y="782"/>
                    <a:pt x="1763" y="782"/>
                  </a:cubicBezTo>
                  <a:cubicBezTo>
                    <a:pt x="1762" y="775"/>
                    <a:pt x="1762" y="775"/>
                    <a:pt x="1762" y="775"/>
                  </a:cubicBezTo>
                  <a:cubicBezTo>
                    <a:pt x="1762" y="774"/>
                    <a:pt x="1762" y="774"/>
                    <a:pt x="1762" y="774"/>
                  </a:cubicBezTo>
                  <a:cubicBezTo>
                    <a:pt x="1761" y="771"/>
                    <a:pt x="1761" y="771"/>
                    <a:pt x="1761" y="771"/>
                  </a:cubicBezTo>
                  <a:cubicBezTo>
                    <a:pt x="1761" y="770"/>
                    <a:pt x="1761" y="770"/>
                    <a:pt x="1761" y="770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0"/>
                    <a:pt x="1760" y="760"/>
                    <a:pt x="1760" y="760"/>
                  </a:cubicBezTo>
                  <a:cubicBezTo>
                    <a:pt x="1760" y="759"/>
                    <a:pt x="1760" y="759"/>
                    <a:pt x="1760" y="759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4" y="728"/>
                    <a:pt x="1750" y="708"/>
                    <a:pt x="1745" y="688"/>
                  </a:cubicBezTo>
                  <a:cubicBezTo>
                    <a:pt x="1745" y="688"/>
                    <a:pt x="1745" y="688"/>
                    <a:pt x="1745" y="688"/>
                  </a:cubicBezTo>
                  <a:cubicBezTo>
                    <a:pt x="1743" y="677"/>
                    <a:pt x="1743" y="677"/>
                    <a:pt x="1743" y="677"/>
                  </a:cubicBezTo>
                  <a:cubicBezTo>
                    <a:pt x="1742" y="677"/>
                    <a:pt x="1742" y="677"/>
                    <a:pt x="1742" y="677"/>
                  </a:cubicBezTo>
                  <a:cubicBezTo>
                    <a:pt x="1740" y="667"/>
                    <a:pt x="1740" y="667"/>
                    <a:pt x="1740" y="667"/>
                  </a:cubicBezTo>
                  <a:cubicBezTo>
                    <a:pt x="1739" y="665"/>
                    <a:pt x="1739" y="665"/>
                    <a:pt x="1739" y="665"/>
                  </a:cubicBezTo>
                  <a:cubicBezTo>
                    <a:pt x="1739" y="663"/>
                    <a:pt x="1739" y="663"/>
                    <a:pt x="1739" y="663"/>
                  </a:cubicBezTo>
                  <a:cubicBezTo>
                    <a:pt x="1738" y="661"/>
                    <a:pt x="1738" y="661"/>
                    <a:pt x="1738" y="661"/>
                  </a:cubicBezTo>
                  <a:cubicBezTo>
                    <a:pt x="1737" y="657"/>
                    <a:pt x="1737" y="657"/>
                    <a:pt x="1737" y="657"/>
                  </a:cubicBezTo>
                  <a:cubicBezTo>
                    <a:pt x="1736" y="654"/>
                    <a:pt x="1736" y="654"/>
                    <a:pt x="1736" y="654"/>
                  </a:cubicBezTo>
                  <a:cubicBezTo>
                    <a:pt x="1736" y="652"/>
                    <a:pt x="1736" y="652"/>
                    <a:pt x="1736" y="652"/>
                  </a:cubicBezTo>
                  <a:cubicBezTo>
                    <a:pt x="1735" y="650"/>
                    <a:pt x="1735" y="650"/>
                    <a:pt x="1735" y="650"/>
                  </a:cubicBezTo>
                  <a:cubicBezTo>
                    <a:pt x="1734" y="646"/>
                    <a:pt x="1734" y="646"/>
                    <a:pt x="1734" y="646"/>
                  </a:cubicBezTo>
                  <a:cubicBezTo>
                    <a:pt x="1733" y="643"/>
                    <a:pt x="1733" y="643"/>
                    <a:pt x="1733" y="643"/>
                  </a:cubicBezTo>
                  <a:cubicBezTo>
                    <a:pt x="1732" y="642"/>
                    <a:pt x="1732" y="642"/>
                    <a:pt x="1732" y="642"/>
                  </a:cubicBezTo>
                  <a:cubicBezTo>
                    <a:pt x="1732" y="638"/>
                    <a:pt x="1732" y="638"/>
                    <a:pt x="1732" y="638"/>
                  </a:cubicBezTo>
                  <a:cubicBezTo>
                    <a:pt x="1731" y="637"/>
                    <a:pt x="1731" y="637"/>
                    <a:pt x="1731" y="637"/>
                  </a:cubicBezTo>
                  <a:cubicBezTo>
                    <a:pt x="1730" y="633"/>
                    <a:pt x="1730" y="633"/>
                    <a:pt x="1730" y="633"/>
                  </a:cubicBezTo>
                  <a:cubicBezTo>
                    <a:pt x="1729" y="631"/>
                    <a:pt x="1729" y="631"/>
                    <a:pt x="1729" y="631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19" y="599"/>
                    <a:pt x="1710" y="577"/>
                    <a:pt x="1701" y="555"/>
                  </a:cubicBezTo>
                  <a:cubicBezTo>
                    <a:pt x="1696" y="543"/>
                    <a:pt x="1691" y="530"/>
                    <a:pt x="1685" y="518"/>
                  </a:cubicBezTo>
                  <a:cubicBezTo>
                    <a:pt x="1672" y="491"/>
                    <a:pt x="1658" y="465"/>
                    <a:pt x="1643" y="440"/>
                  </a:cubicBezTo>
                  <a:cubicBezTo>
                    <a:pt x="1640" y="435"/>
                    <a:pt x="1640" y="435"/>
                    <a:pt x="1640" y="435"/>
                  </a:cubicBezTo>
                  <a:cubicBezTo>
                    <a:pt x="1640" y="434"/>
                    <a:pt x="1640" y="434"/>
                    <a:pt x="1640" y="434"/>
                  </a:cubicBezTo>
                  <a:cubicBezTo>
                    <a:pt x="1625" y="410"/>
                    <a:pt x="1609" y="387"/>
                    <a:pt x="1593" y="365"/>
                  </a:cubicBezTo>
                  <a:cubicBezTo>
                    <a:pt x="1593" y="364"/>
                    <a:pt x="1593" y="364"/>
                    <a:pt x="1593" y="364"/>
                  </a:cubicBezTo>
                  <a:cubicBezTo>
                    <a:pt x="1589" y="360"/>
                    <a:pt x="1589" y="360"/>
                    <a:pt x="1589" y="360"/>
                  </a:cubicBezTo>
                  <a:cubicBezTo>
                    <a:pt x="1589" y="359"/>
                    <a:pt x="1589" y="359"/>
                    <a:pt x="1589" y="359"/>
                  </a:cubicBezTo>
                  <a:cubicBezTo>
                    <a:pt x="1586" y="355"/>
                    <a:pt x="1586" y="355"/>
                    <a:pt x="1586" y="355"/>
                  </a:cubicBezTo>
                  <a:cubicBezTo>
                    <a:pt x="1585" y="355"/>
                    <a:pt x="1585" y="355"/>
                    <a:pt x="1585" y="355"/>
                  </a:cubicBezTo>
                  <a:cubicBezTo>
                    <a:pt x="1582" y="351"/>
                    <a:pt x="1582" y="351"/>
                    <a:pt x="1582" y="351"/>
                  </a:cubicBezTo>
                  <a:cubicBezTo>
                    <a:pt x="1582" y="350"/>
                    <a:pt x="1582" y="350"/>
                    <a:pt x="1582" y="350"/>
                  </a:cubicBezTo>
                  <a:cubicBezTo>
                    <a:pt x="1578" y="346"/>
                    <a:pt x="1578" y="346"/>
                    <a:pt x="1578" y="346"/>
                  </a:cubicBezTo>
                  <a:cubicBezTo>
                    <a:pt x="1578" y="345"/>
                    <a:pt x="1578" y="345"/>
                    <a:pt x="1578" y="345"/>
                  </a:cubicBezTo>
                  <a:cubicBezTo>
                    <a:pt x="1572" y="338"/>
                    <a:pt x="1566" y="330"/>
                    <a:pt x="1559" y="322"/>
                  </a:cubicBezTo>
                  <a:cubicBezTo>
                    <a:pt x="1559" y="322"/>
                    <a:pt x="1559" y="322"/>
                    <a:pt x="1559" y="322"/>
                  </a:cubicBezTo>
                  <a:cubicBezTo>
                    <a:pt x="1555" y="318"/>
                    <a:pt x="1555" y="318"/>
                    <a:pt x="1555" y="318"/>
                  </a:cubicBezTo>
                  <a:cubicBezTo>
                    <a:pt x="1555" y="317"/>
                    <a:pt x="1555" y="317"/>
                    <a:pt x="1555" y="317"/>
                  </a:cubicBezTo>
                  <a:cubicBezTo>
                    <a:pt x="1552" y="313"/>
                    <a:pt x="1552" y="313"/>
                    <a:pt x="1552" y="313"/>
                  </a:cubicBezTo>
                  <a:cubicBezTo>
                    <a:pt x="1551" y="313"/>
                    <a:pt x="1551" y="313"/>
                    <a:pt x="1551" y="313"/>
                  </a:cubicBezTo>
                  <a:cubicBezTo>
                    <a:pt x="1548" y="309"/>
                    <a:pt x="1548" y="309"/>
                    <a:pt x="1548" y="309"/>
                  </a:cubicBezTo>
                  <a:cubicBezTo>
                    <a:pt x="1547" y="308"/>
                    <a:pt x="1547" y="308"/>
                    <a:pt x="1547" y="308"/>
                  </a:cubicBezTo>
                  <a:cubicBezTo>
                    <a:pt x="1544" y="304"/>
                    <a:pt x="1544" y="304"/>
                    <a:pt x="1544" y="304"/>
                  </a:cubicBezTo>
                  <a:cubicBezTo>
                    <a:pt x="1543" y="304"/>
                    <a:pt x="1543" y="304"/>
                    <a:pt x="1543" y="304"/>
                  </a:cubicBezTo>
                  <a:cubicBezTo>
                    <a:pt x="1537" y="297"/>
                    <a:pt x="1530" y="289"/>
                    <a:pt x="1523" y="282"/>
                  </a:cubicBezTo>
                  <a:cubicBezTo>
                    <a:pt x="1523" y="282"/>
                    <a:pt x="1523" y="282"/>
                    <a:pt x="1523" y="282"/>
                  </a:cubicBezTo>
                  <a:cubicBezTo>
                    <a:pt x="1519" y="278"/>
                    <a:pt x="1519" y="278"/>
                    <a:pt x="1519" y="278"/>
                  </a:cubicBezTo>
                  <a:cubicBezTo>
                    <a:pt x="1519" y="277"/>
                    <a:pt x="1519" y="277"/>
                    <a:pt x="1519" y="277"/>
                  </a:cubicBezTo>
                  <a:cubicBezTo>
                    <a:pt x="1515" y="274"/>
                    <a:pt x="1515" y="274"/>
                    <a:pt x="1515" y="274"/>
                  </a:cubicBezTo>
                  <a:cubicBezTo>
                    <a:pt x="1515" y="273"/>
                    <a:pt x="1515" y="273"/>
                    <a:pt x="1515" y="273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510" y="269"/>
                    <a:pt x="1510" y="269"/>
                    <a:pt x="1510" y="269"/>
                  </a:cubicBezTo>
                  <a:cubicBezTo>
                    <a:pt x="1507" y="265"/>
                    <a:pt x="1507" y="265"/>
                    <a:pt x="1507" y="265"/>
                  </a:cubicBezTo>
                  <a:cubicBezTo>
                    <a:pt x="1506" y="265"/>
                    <a:pt x="1506" y="265"/>
                    <a:pt x="1506" y="265"/>
                  </a:cubicBezTo>
                  <a:cubicBezTo>
                    <a:pt x="1499" y="258"/>
                    <a:pt x="1492" y="251"/>
                    <a:pt x="1485" y="244"/>
                  </a:cubicBezTo>
                  <a:cubicBezTo>
                    <a:pt x="1485" y="244"/>
                    <a:pt x="1485" y="244"/>
                    <a:pt x="1485" y="244"/>
                  </a:cubicBezTo>
                  <a:cubicBezTo>
                    <a:pt x="1481" y="240"/>
                    <a:pt x="1481" y="240"/>
                    <a:pt x="1481" y="240"/>
                  </a:cubicBezTo>
                  <a:cubicBezTo>
                    <a:pt x="1480" y="239"/>
                    <a:pt x="1480" y="239"/>
                    <a:pt x="1480" y="239"/>
                  </a:cubicBezTo>
                  <a:cubicBezTo>
                    <a:pt x="1477" y="236"/>
                    <a:pt x="1477" y="236"/>
                    <a:pt x="1477" y="236"/>
                  </a:cubicBezTo>
                  <a:cubicBezTo>
                    <a:pt x="1476" y="235"/>
                    <a:pt x="1476" y="235"/>
                    <a:pt x="1476" y="235"/>
                  </a:cubicBezTo>
                  <a:cubicBezTo>
                    <a:pt x="1472" y="232"/>
                    <a:pt x="1472" y="232"/>
                    <a:pt x="1472" y="232"/>
                  </a:cubicBezTo>
                  <a:cubicBezTo>
                    <a:pt x="1471" y="232"/>
                    <a:pt x="1471" y="232"/>
                    <a:pt x="1471" y="232"/>
                  </a:cubicBezTo>
                  <a:cubicBezTo>
                    <a:pt x="1468" y="228"/>
                    <a:pt x="1468" y="228"/>
                    <a:pt x="1468" y="228"/>
                  </a:cubicBezTo>
                  <a:cubicBezTo>
                    <a:pt x="1467" y="228"/>
                    <a:pt x="1467" y="228"/>
                    <a:pt x="1467" y="228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5" y="209"/>
                    <a:pt x="1445" y="209"/>
                    <a:pt x="1445" y="209"/>
                  </a:cubicBezTo>
                  <a:cubicBezTo>
                    <a:pt x="1444" y="208"/>
                    <a:pt x="1444" y="208"/>
                    <a:pt x="1444" y="208"/>
                  </a:cubicBezTo>
                  <a:cubicBezTo>
                    <a:pt x="1440" y="205"/>
                    <a:pt x="1440" y="205"/>
                    <a:pt x="1440" y="205"/>
                  </a:cubicBezTo>
                  <a:cubicBezTo>
                    <a:pt x="1439" y="204"/>
                    <a:pt x="1439" y="204"/>
                    <a:pt x="1439" y="204"/>
                  </a:cubicBezTo>
                  <a:cubicBezTo>
                    <a:pt x="1436" y="201"/>
                    <a:pt x="1436" y="201"/>
                    <a:pt x="1436" y="201"/>
                  </a:cubicBezTo>
                  <a:cubicBezTo>
                    <a:pt x="1435" y="200"/>
                    <a:pt x="1435" y="200"/>
                    <a:pt x="1435" y="200"/>
                  </a:cubicBezTo>
                  <a:cubicBezTo>
                    <a:pt x="1431" y="197"/>
                    <a:pt x="1431" y="197"/>
                    <a:pt x="1431" y="197"/>
                  </a:cubicBezTo>
                  <a:cubicBezTo>
                    <a:pt x="1430" y="197"/>
                    <a:pt x="1430" y="197"/>
                    <a:pt x="1430" y="197"/>
                  </a:cubicBezTo>
                  <a:cubicBezTo>
                    <a:pt x="1426" y="194"/>
                    <a:pt x="1426" y="194"/>
                    <a:pt x="1426" y="194"/>
                  </a:cubicBezTo>
                  <a:cubicBezTo>
                    <a:pt x="1425" y="193"/>
                    <a:pt x="1425" y="193"/>
                    <a:pt x="1425" y="193"/>
                  </a:cubicBezTo>
                  <a:cubicBezTo>
                    <a:pt x="1421" y="190"/>
                    <a:pt x="1421" y="190"/>
                    <a:pt x="1421" y="190"/>
                  </a:cubicBezTo>
                  <a:cubicBezTo>
                    <a:pt x="1421" y="189"/>
                    <a:pt x="1421" y="189"/>
                    <a:pt x="1421" y="189"/>
                  </a:cubicBezTo>
                  <a:cubicBezTo>
                    <a:pt x="1407" y="179"/>
                    <a:pt x="1407" y="179"/>
                    <a:pt x="1407" y="179"/>
                  </a:cubicBezTo>
                  <a:cubicBezTo>
                    <a:pt x="1406" y="178"/>
                    <a:pt x="1406" y="178"/>
                    <a:pt x="1406" y="178"/>
                  </a:cubicBezTo>
                  <a:cubicBezTo>
                    <a:pt x="1402" y="175"/>
                    <a:pt x="1402" y="175"/>
                    <a:pt x="1402" y="175"/>
                  </a:cubicBezTo>
                  <a:cubicBezTo>
                    <a:pt x="1401" y="174"/>
                    <a:pt x="1401" y="174"/>
                    <a:pt x="1401" y="174"/>
                  </a:cubicBezTo>
                  <a:cubicBezTo>
                    <a:pt x="1398" y="172"/>
                    <a:pt x="1398" y="172"/>
                    <a:pt x="1398" y="172"/>
                  </a:cubicBezTo>
                  <a:cubicBezTo>
                    <a:pt x="1396" y="171"/>
                    <a:pt x="1396" y="171"/>
                    <a:pt x="1396" y="171"/>
                  </a:cubicBezTo>
                  <a:cubicBezTo>
                    <a:pt x="1393" y="169"/>
                    <a:pt x="1393" y="169"/>
                    <a:pt x="1393" y="169"/>
                  </a:cubicBezTo>
                  <a:cubicBezTo>
                    <a:pt x="1391" y="167"/>
                    <a:pt x="1391" y="167"/>
                    <a:pt x="1391" y="167"/>
                  </a:cubicBezTo>
                  <a:cubicBezTo>
                    <a:pt x="1388" y="165"/>
                    <a:pt x="1388" y="165"/>
                    <a:pt x="1388" y="165"/>
                  </a:cubicBezTo>
                  <a:cubicBezTo>
                    <a:pt x="1387" y="164"/>
                    <a:pt x="1387" y="164"/>
                    <a:pt x="1387" y="164"/>
                  </a:cubicBezTo>
                  <a:cubicBezTo>
                    <a:pt x="1383" y="162"/>
                    <a:pt x="1383" y="162"/>
                    <a:pt x="1383" y="162"/>
                  </a:cubicBezTo>
                  <a:cubicBezTo>
                    <a:pt x="1382" y="161"/>
                    <a:pt x="1382" y="161"/>
                    <a:pt x="1382" y="161"/>
                  </a:cubicBezTo>
                  <a:cubicBezTo>
                    <a:pt x="1378" y="158"/>
                    <a:pt x="1378" y="158"/>
                    <a:pt x="1378" y="158"/>
                  </a:cubicBezTo>
                  <a:cubicBezTo>
                    <a:pt x="1377" y="158"/>
                    <a:pt x="1377" y="158"/>
                    <a:pt x="1377" y="158"/>
                  </a:cubicBezTo>
                  <a:cubicBezTo>
                    <a:pt x="1363" y="148"/>
                    <a:pt x="1363" y="148"/>
                    <a:pt x="1363" y="148"/>
                  </a:cubicBezTo>
                  <a:cubicBezTo>
                    <a:pt x="1362" y="147"/>
                    <a:pt x="1362" y="147"/>
                    <a:pt x="1362" y="147"/>
                  </a:cubicBezTo>
                  <a:cubicBezTo>
                    <a:pt x="1358" y="145"/>
                    <a:pt x="1358" y="145"/>
                    <a:pt x="1358" y="145"/>
                  </a:cubicBezTo>
                  <a:cubicBezTo>
                    <a:pt x="1356" y="144"/>
                    <a:pt x="1356" y="144"/>
                    <a:pt x="1356" y="144"/>
                  </a:cubicBezTo>
                  <a:cubicBezTo>
                    <a:pt x="1353" y="141"/>
                    <a:pt x="1353" y="141"/>
                    <a:pt x="1353" y="141"/>
                  </a:cubicBezTo>
                  <a:cubicBezTo>
                    <a:pt x="1352" y="141"/>
                    <a:pt x="1352" y="141"/>
                    <a:pt x="1352" y="141"/>
                  </a:cubicBezTo>
                  <a:cubicBezTo>
                    <a:pt x="1348" y="138"/>
                    <a:pt x="1348" y="138"/>
                    <a:pt x="1348" y="138"/>
                  </a:cubicBezTo>
                  <a:cubicBezTo>
                    <a:pt x="1347" y="138"/>
                    <a:pt x="1347" y="138"/>
                    <a:pt x="1347" y="138"/>
                  </a:cubicBezTo>
                  <a:cubicBezTo>
                    <a:pt x="1343" y="135"/>
                    <a:pt x="1343" y="135"/>
                    <a:pt x="1343" y="135"/>
                  </a:cubicBezTo>
                  <a:cubicBezTo>
                    <a:pt x="1342" y="134"/>
                    <a:pt x="1342" y="134"/>
                    <a:pt x="1342" y="134"/>
                  </a:cubicBezTo>
                  <a:cubicBezTo>
                    <a:pt x="1338" y="132"/>
                    <a:pt x="1338" y="132"/>
                    <a:pt x="1338" y="132"/>
                  </a:cubicBezTo>
                  <a:cubicBezTo>
                    <a:pt x="1337" y="131"/>
                    <a:pt x="1337" y="131"/>
                    <a:pt x="1337" y="131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16" y="119"/>
                    <a:pt x="1316" y="119"/>
                    <a:pt x="1316" y="119"/>
                  </a:cubicBezTo>
                  <a:cubicBezTo>
                    <a:pt x="1315" y="119"/>
                    <a:pt x="1315" y="119"/>
                    <a:pt x="1315" y="119"/>
                  </a:cubicBezTo>
                  <a:cubicBezTo>
                    <a:pt x="1311" y="116"/>
                    <a:pt x="1311" y="116"/>
                    <a:pt x="1311" y="116"/>
                  </a:cubicBezTo>
                  <a:cubicBezTo>
                    <a:pt x="1310" y="116"/>
                    <a:pt x="1310" y="116"/>
                    <a:pt x="1310" y="116"/>
                  </a:cubicBezTo>
                  <a:cubicBezTo>
                    <a:pt x="1306" y="114"/>
                    <a:pt x="1306" y="114"/>
                    <a:pt x="1306" y="114"/>
                  </a:cubicBezTo>
                  <a:cubicBezTo>
                    <a:pt x="1305" y="113"/>
                    <a:pt x="1305" y="113"/>
                    <a:pt x="1305" y="113"/>
                  </a:cubicBezTo>
                  <a:cubicBezTo>
                    <a:pt x="1301" y="111"/>
                    <a:pt x="1301" y="111"/>
                    <a:pt x="1301" y="111"/>
                  </a:cubicBezTo>
                  <a:cubicBezTo>
                    <a:pt x="1300" y="110"/>
                    <a:pt x="1300" y="110"/>
                    <a:pt x="1300" y="110"/>
                  </a:cubicBezTo>
                  <a:cubicBezTo>
                    <a:pt x="1296" y="108"/>
                    <a:pt x="1296" y="108"/>
                    <a:pt x="1296" y="108"/>
                  </a:cubicBezTo>
                  <a:cubicBezTo>
                    <a:pt x="1295" y="107"/>
                    <a:pt x="1295" y="107"/>
                    <a:pt x="1295" y="107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89" y="105"/>
                    <a:pt x="1289" y="105"/>
                    <a:pt x="1289" y="105"/>
                  </a:cubicBezTo>
                  <a:cubicBezTo>
                    <a:pt x="1282" y="101"/>
                    <a:pt x="1275" y="97"/>
                    <a:pt x="1268" y="94"/>
                  </a:cubicBezTo>
                  <a:cubicBezTo>
                    <a:pt x="1267" y="93"/>
                    <a:pt x="1267" y="93"/>
                    <a:pt x="1267" y="93"/>
                  </a:cubicBezTo>
                  <a:cubicBezTo>
                    <a:pt x="1263" y="91"/>
                    <a:pt x="1263" y="91"/>
                    <a:pt x="1263" y="91"/>
                  </a:cubicBezTo>
                  <a:cubicBezTo>
                    <a:pt x="1262" y="91"/>
                    <a:pt x="1262" y="91"/>
                    <a:pt x="1262" y="91"/>
                  </a:cubicBezTo>
                  <a:cubicBezTo>
                    <a:pt x="1258" y="89"/>
                    <a:pt x="1258" y="89"/>
                    <a:pt x="1258" y="89"/>
                  </a:cubicBezTo>
                  <a:cubicBezTo>
                    <a:pt x="1256" y="88"/>
                    <a:pt x="1256" y="88"/>
                    <a:pt x="1256" y="88"/>
                  </a:cubicBezTo>
                  <a:cubicBezTo>
                    <a:pt x="1252" y="86"/>
                    <a:pt x="1252" y="86"/>
                    <a:pt x="1252" y="86"/>
                  </a:cubicBezTo>
                  <a:cubicBezTo>
                    <a:pt x="1251" y="86"/>
                    <a:pt x="1251" y="86"/>
                    <a:pt x="1251" y="86"/>
                  </a:cubicBezTo>
                  <a:cubicBezTo>
                    <a:pt x="1247" y="83"/>
                    <a:pt x="1247" y="83"/>
                    <a:pt x="1247" y="83"/>
                  </a:cubicBezTo>
                  <a:cubicBezTo>
                    <a:pt x="1246" y="83"/>
                    <a:pt x="1246" y="83"/>
                    <a:pt x="1246" y="83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35" y="78"/>
                    <a:pt x="1229" y="76"/>
                    <a:pt x="1224" y="73"/>
                  </a:cubicBezTo>
                  <a:cubicBezTo>
                    <a:pt x="1224" y="73"/>
                    <a:pt x="1224" y="73"/>
                    <a:pt x="1224" y="73"/>
                  </a:cubicBezTo>
                  <a:cubicBezTo>
                    <a:pt x="1219" y="71"/>
                    <a:pt x="1219" y="71"/>
                    <a:pt x="1219" y="71"/>
                  </a:cubicBezTo>
                  <a:cubicBezTo>
                    <a:pt x="1218" y="71"/>
                    <a:pt x="1218" y="71"/>
                    <a:pt x="1218" y="71"/>
                  </a:cubicBezTo>
                  <a:cubicBezTo>
                    <a:pt x="1213" y="69"/>
                    <a:pt x="1213" y="69"/>
                    <a:pt x="1213" y="69"/>
                  </a:cubicBezTo>
                  <a:cubicBezTo>
                    <a:pt x="1212" y="68"/>
                    <a:pt x="1212" y="68"/>
                    <a:pt x="1212" y="68"/>
                  </a:cubicBezTo>
                  <a:cubicBezTo>
                    <a:pt x="1208" y="66"/>
                    <a:pt x="1208" y="66"/>
                    <a:pt x="1208" y="66"/>
                  </a:cubicBezTo>
                  <a:cubicBezTo>
                    <a:pt x="1207" y="66"/>
                    <a:pt x="1207" y="66"/>
                    <a:pt x="1207" y="66"/>
                  </a:cubicBezTo>
                  <a:cubicBezTo>
                    <a:pt x="1202" y="64"/>
                    <a:pt x="1202" y="64"/>
                    <a:pt x="1202" y="64"/>
                  </a:cubicBezTo>
                  <a:cubicBezTo>
                    <a:pt x="1201" y="64"/>
                    <a:pt x="1201" y="64"/>
                    <a:pt x="1201" y="64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86" y="58"/>
                    <a:pt x="1177" y="55"/>
                    <a:pt x="1167" y="51"/>
                  </a:cubicBezTo>
                  <a:cubicBezTo>
                    <a:pt x="1166" y="51"/>
                    <a:pt x="1166" y="51"/>
                    <a:pt x="1166" y="51"/>
                  </a:cubicBezTo>
                  <a:cubicBezTo>
                    <a:pt x="1162" y="49"/>
                    <a:pt x="1162" y="49"/>
                    <a:pt x="1162" y="49"/>
                  </a:cubicBezTo>
                  <a:cubicBezTo>
                    <a:pt x="1161" y="49"/>
                    <a:pt x="1161" y="49"/>
                    <a:pt x="1161" y="49"/>
                  </a:cubicBezTo>
                  <a:cubicBezTo>
                    <a:pt x="1156" y="47"/>
                    <a:pt x="1156" y="47"/>
                    <a:pt x="1156" y="47"/>
                  </a:cubicBezTo>
                  <a:cubicBezTo>
                    <a:pt x="1155" y="47"/>
                    <a:pt x="1155" y="47"/>
                    <a:pt x="1155" y="47"/>
                  </a:cubicBezTo>
                  <a:cubicBezTo>
                    <a:pt x="1150" y="45"/>
                    <a:pt x="1150" y="45"/>
                    <a:pt x="1150" y="45"/>
                  </a:cubicBezTo>
                  <a:cubicBezTo>
                    <a:pt x="1149" y="45"/>
                    <a:pt x="1149" y="45"/>
                    <a:pt x="1149" y="45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36" y="41"/>
                    <a:pt x="1128" y="38"/>
                    <a:pt x="1120" y="36"/>
                  </a:cubicBezTo>
                  <a:cubicBezTo>
                    <a:pt x="1120" y="36"/>
                    <a:pt x="1120" y="36"/>
                    <a:pt x="1120" y="36"/>
                  </a:cubicBezTo>
                  <a:cubicBezTo>
                    <a:pt x="1115" y="35"/>
                    <a:pt x="1115" y="35"/>
                    <a:pt x="1115" y="35"/>
                  </a:cubicBezTo>
                  <a:cubicBezTo>
                    <a:pt x="1114" y="34"/>
                    <a:pt x="1114" y="34"/>
                    <a:pt x="1114" y="34"/>
                  </a:cubicBezTo>
                  <a:cubicBezTo>
                    <a:pt x="1109" y="33"/>
                    <a:pt x="1109" y="33"/>
                    <a:pt x="1109" y="33"/>
                  </a:cubicBezTo>
                  <a:cubicBezTo>
                    <a:pt x="1108" y="33"/>
                    <a:pt x="1108" y="33"/>
                    <a:pt x="1108" y="33"/>
                  </a:cubicBezTo>
                  <a:cubicBezTo>
                    <a:pt x="1103" y="31"/>
                    <a:pt x="1103" y="31"/>
                    <a:pt x="1103" y="31"/>
                  </a:cubicBezTo>
                  <a:cubicBezTo>
                    <a:pt x="1102" y="31"/>
                    <a:pt x="1102" y="31"/>
                    <a:pt x="1102" y="31"/>
                  </a:cubicBezTo>
                  <a:cubicBezTo>
                    <a:pt x="1097" y="30"/>
                    <a:pt x="1097" y="30"/>
                    <a:pt x="1097" y="30"/>
                  </a:cubicBezTo>
                  <a:cubicBezTo>
                    <a:pt x="1096" y="29"/>
                    <a:pt x="1096" y="29"/>
                    <a:pt x="1096" y="29"/>
                  </a:cubicBezTo>
                  <a:cubicBezTo>
                    <a:pt x="1091" y="28"/>
                    <a:pt x="1091" y="28"/>
                    <a:pt x="1091" y="28"/>
                  </a:cubicBezTo>
                  <a:cubicBezTo>
                    <a:pt x="1090" y="28"/>
                    <a:pt x="1090" y="28"/>
                    <a:pt x="1090" y="28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79" y="25"/>
                    <a:pt x="1073" y="24"/>
                    <a:pt x="1067" y="22"/>
                  </a:cubicBezTo>
                  <a:cubicBezTo>
                    <a:pt x="1066" y="22"/>
                    <a:pt x="1066" y="22"/>
                    <a:pt x="1066" y="22"/>
                  </a:cubicBezTo>
                  <a:cubicBezTo>
                    <a:pt x="1061" y="21"/>
                    <a:pt x="1061" y="21"/>
                    <a:pt x="1061" y="21"/>
                  </a:cubicBezTo>
                  <a:cubicBezTo>
                    <a:pt x="1059" y="21"/>
                    <a:pt x="1059" y="21"/>
                    <a:pt x="1059" y="21"/>
                  </a:cubicBezTo>
                  <a:cubicBezTo>
                    <a:pt x="1055" y="20"/>
                    <a:pt x="1055" y="20"/>
                    <a:pt x="1055" y="20"/>
                  </a:cubicBezTo>
                  <a:cubicBezTo>
                    <a:pt x="1053" y="19"/>
                    <a:pt x="1053" y="19"/>
                    <a:pt x="1053" y="19"/>
                  </a:cubicBezTo>
                  <a:cubicBezTo>
                    <a:pt x="1049" y="19"/>
                    <a:pt x="1049" y="19"/>
                    <a:pt x="1049" y="19"/>
                  </a:cubicBezTo>
                  <a:cubicBezTo>
                    <a:pt x="1047" y="18"/>
                    <a:pt x="1047" y="18"/>
                    <a:pt x="1047" y="18"/>
                  </a:cubicBezTo>
                  <a:cubicBezTo>
                    <a:pt x="1043" y="17"/>
                    <a:pt x="1043" y="17"/>
                    <a:pt x="1043" y="17"/>
                  </a:cubicBezTo>
                  <a:cubicBezTo>
                    <a:pt x="1041" y="17"/>
                    <a:pt x="1041" y="17"/>
                    <a:pt x="1041" y="17"/>
                  </a:cubicBezTo>
                  <a:cubicBezTo>
                    <a:pt x="1037" y="16"/>
                    <a:pt x="1037" y="16"/>
                    <a:pt x="1037" y="16"/>
                  </a:cubicBezTo>
                  <a:cubicBezTo>
                    <a:pt x="1035" y="16"/>
                    <a:pt x="1035" y="16"/>
                    <a:pt x="1035" y="16"/>
                  </a:cubicBezTo>
                  <a:cubicBezTo>
                    <a:pt x="1031" y="15"/>
                    <a:pt x="1031" y="15"/>
                    <a:pt x="1031" y="15"/>
                  </a:cubicBezTo>
                  <a:cubicBezTo>
                    <a:pt x="1030" y="15"/>
                    <a:pt x="1030" y="15"/>
                    <a:pt x="1030" y="15"/>
                  </a:cubicBezTo>
                  <a:cubicBezTo>
                    <a:pt x="1024" y="14"/>
                    <a:pt x="1024" y="14"/>
                    <a:pt x="1024" y="14"/>
                  </a:cubicBezTo>
                  <a:cubicBezTo>
                    <a:pt x="1023" y="14"/>
                    <a:pt x="1023" y="14"/>
                    <a:pt x="1023" y="14"/>
                  </a:cubicBezTo>
                  <a:cubicBezTo>
                    <a:pt x="975" y="5"/>
                    <a:pt x="926" y="1"/>
                    <a:pt x="876" y="0"/>
                  </a:cubicBezTo>
                  <a:cubicBezTo>
                    <a:pt x="868" y="0"/>
                    <a:pt x="868" y="0"/>
                    <a:pt x="868" y="0"/>
                  </a:cubicBezTo>
                  <a:cubicBezTo>
                    <a:pt x="590" y="0"/>
                    <a:pt x="341" y="126"/>
                    <a:pt x="175" y="323"/>
                  </a:cubicBezTo>
                  <a:cubicBezTo>
                    <a:pt x="158" y="344"/>
                    <a:pt x="149" y="358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50" y="375"/>
                    <a:pt x="159" y="379"/>
                    <a:pt x="178" y="379"/>
                  </a:cubicBezTo>
                  <a:cubicBezTo>
                    <a:pt x="559" y="379"/>
                    <a:pt x="559" y="379"/>
                    <a:pt x="559" y="379"/>
                  </a:cubicBezTo>
                  <a:cubicBezTo>
                    <a:pt x="1261" y="379"/>
                    <a:pt x="1261" y="379"/>
                    <a:pt x="1261" y="379"/>
                  </a:cubicBezTo>
                  <a:cubicBezTo>
                    <a:pt x="1269" y="379"/>
                    <a:pt x="1278" y="382"/>
                    <a:pt x="1287" y="387"/>
                  </a:cubicBezTo>
                  <a:cubicBezTo>
                    <a:pt x="1294" y="391"/>
                    <a:pt x="1300" y="396"/>
                    <a:pt x="1304" y="402"/>
                  </a:cubicBezTo>
                  <a:cubicBezTo>
                    <a:pt x="1452" y="634"/>
                    <a:pt x="1452" y="634"/>
                    <a:pt x="1452" y="634"/>
                  </a:cubicBezTo>
                  <a:cubicBezTo>
                    <a:pt x="1455" y="638"/>
                    <a:pt x="1457" y="643"/>
                    <a:pt x="1459" y="648"/>
                  </a:cubicBezTo>
                  <a:cubicBezTo>
                    <a:pt x="1461" y="655"/>
                    <a:pt x="1461" y="655"/>
                    <a:pt x="1461" y="655"/>
                  </a:cubicBezTo>
                  <a:cubicBezTo>
                    <a:pt x="1461" y="656"/>
                    <a:pt x="1461" y="656"/>
                    <a:pt x="1461" y="656"/>
                  </a:cubicBezTo>
                  <a:cubicBezTo>
                    <a:pt x="1461" y="657"/>
                    <a:pt x="1461" y="657"/>
                    <a:pt x="1461" y="657"/>
                  </a:cubicBezTo>
                  <a:cubicBezTo>
                    <a:pt x="1463" y="664"/>
                    <a:pt x="1463" y="671"/>
                    <a:pt x="1463" y="677"/>
                  </a:cubicBezTo>
                  <a:cubicBezTo>
                    <a:pt x="1462" y="685"/>
                    <a:pt x="1462" y="685"/>
                    <a:pt x="1462" y="685"/>
                  </a:cubicBezTo>
                  <a:cubicBezTo>
                    <a:pt x="1372" y="1125"/>
                    <a:pt x="1372" y="1125"/>
                    <a:pt x="1372" y="1125"/>
                  </a:cubicBezTo>
                  <a:cubicBezTo>
                    <a:pt x="1322" y="1367"/>
                    <a:pt x="1322" y="1367"/>
                    <a:pt x="1322" y="1367"/>
                  </a:cubicBezTo>
                  <a:cubicBezTo>
                    <a:pt x="1319" y="1383"/>
                    <a:pt x="1304" y="1395"/>
                    <a:pt x="1289" y="1395"/>
                  </a:cubicBezTo>
                  <a:cubicBezTo>
                    <a:pt x="1046" y="1395"/>
                    <a:pt x="1046" y="1395"/>
                    <a:pt x="1046" y="1395"/>
                  </a:cubicBezTo>
                  <a:cubicBezTo>
                    <a:pt x="1030" y="1395"/>
                    <a:pt x="1011" y="1384"/>
                    <a:pt x="1002" y="1371"/>
                  </a:cubicBezTo>
                  <a:cubicBezTo>
                    <a:pt x="705" y="923"/>
                    <a:pt x="705" y="923"/>
                    <a:pt x="705" y="923"/>
                  </a:cubicBezTo>
                  <a:cubicBezTo>
                    <a:pt x="684" y="1030"/>
                    <a:pt x="684" y="1030"/>
                    <a:pt x="684" y="1030"/>
                  </a:cubicBezTo>
                  <a:cubicBezTo>
                    <a:pt x="615" y="1368"/>
                    <a:pt x="615" y="1368"/>
                    <a:pt x="615" y="1368"/>
                  </a:cubicBezTo>
                  <a:cubicBezTo>
                    <a:pt x="613" y="1380"/>
                    <a:pt x="602" y="1391"/>
                    <a:pt x="590" y="1394"/>
                  </a:cubicBezTo>
                  <a:cubicBezTo>
                    <a:pt x="590" y="1394"/>
                    <a:pt x="590" y="1394"/>
                    <a:pt x="590" y="1394"/>
                  </a:cubicBezTo>
                  <a:cubicBezTo>
                    <a:pt x="590" y="1395"/>
                    <a:pt x="590" y="1395"/>
                    <a:pt x="590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2" y="1396"/>
                    <a:pt x="582" y="1396"/>
                    <a:pt x="582" y="1396"/>
                  </a:cubicBezTo>
                  <a:cubicBezTo>
                    <a:pt x="581" y="1396"/>
                    <a:pt x="581" y="1396"/>
                    <a:pt x="581" y="1396"/>
                  </a:cubicBezTo>
                  <a:cubicBezTo>
                    <a:pt x="553" y="1396"/>
                    <a:pt x="553" y="1396"/>
                    <a:pt x="553" y="1396"/>
                  </a:cubicBezTo>
                  <a:cubicBezTo>
                    <a:pt x="403" y="1396"/>
                    <a:pt x="403" y="1396"/>
                    <a:pt x="403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1" y="1394"/>
                    <a:pt x="384" y="1389"/>
                    <a:pt x="382" y="1382"/>
                  </a:cubicBezTo>
                  <a:cubicBezTo>
                    <a:pt x="382" y="1382"/>
                    <a:pt x="382" y="1382"/>
                    <a:pt x="382" y="1382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1" y="1368"/>
                    <a:pt x="381" y="1368"/>
                    <a:pt x="381" y="1368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10" y="733"/>
                    <a:pt x="510" y="733"/>
                    <a:pt x="510" y="733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6" y="720"/>
                    <a:pt x="516" y="720"/>
                    <a:pt x="516" y="720"/>
                  </a:cubicBezTo>
                  <a:cubicBezTo>
                    <a:pt x="517" y="719"/>
                    <a:pt x="517" y="719"/>
                    <a:pt x="517" y="719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43" y="705"/>
                    <a:pt x="543" y="705"/>
                    <a:pt x="543" y="705"/>
                  </a:cubicBezTo>
                  <a:cubicBezTo>
                    <a:pt x="544" y="705"/>
                    <a:pt x="544" y="705"/>
                    <a:pt x="544" y="705"/>
                  </a:cubicBezTo>
                  <a:cubicBezTo>
                    <a:pt x="555" y="705"/>
                    <a:pt x="555" y="705"/>
                    <a:pt x="555" y="705"/>
                  </a:cubicBezTo>
                  <a:cubicBezTo>
                    <a:pt x="557" y="705"/>
                    <a:pt x="557" y="705"/>
                    <a:pt x="557" y="705"/>
                  </a:cubicBezTo>
                  <a:cubicBezTo>
                    <a:pt x="786" y="705"/>
                    <a:pt x="786" y="705"/>
                    <a:pt x="786" y="705"/>
                  </a:cubicBezTo>
                  <a:cubicBezTo>
                    <a:pt x="802" y="705"/>
                    <a:pt x="821" y="716"/>
                    <a:pt x="829" y="729"/>
                  </a:cubicBezTo>
                  <a:cubicBezTo>
                    <a:pt x="1127" y="1178"/>
                    <a:pt x="1127" y="1178"/>
                    <a:pt x="1127" y="1178"/>
                  </a:cubicBezTo>
                  <a:cubicBezTo>
                    <a:pt x="1244" y="590"/>
                    <a:pt x="1244" y="590"/>
                    <a:pt x="1244" y="590"/>
                  </a:cubicBezTo>
                  <a:cubicBezTo>
                    <a:pt x="557" y="590"/>
                    <a:pt x="557" y="590"/>
                    <a:pt x="557" y="590"/>
                  </a:cubicBezTo>
                  <a:cubicBezTo>
                    <a:pt x="555" y="590"/>
                    <a:pt x="555" y="590"/>
                    <a:pt x="555" y="590"/>
                  </a:cubicBezTo>
                  <a:cubicBezTo>
                    <a:pt x="475" y="590"/>
                    <a:pt x="475" y="590"/>
                    <a:pt x="475" y="590"/>
                  </a:cubicBezTo>
                  <a:cubicBezTo>
                    <a:pt x="435" y="590"/>
                    <a:pt x="395" y="593"/>
                    <a:pt x="357" y="600"/>
                  </a:cubicBezTo>
                  <a:cubicBezTo>
                    <a:pt x="162" y="632"/>
                    <a:pt x="0" y="756"/>
                    <a:pt x="0" y="1037"/>
                  </a:cubicBezTo>
                  <a:cubicBezTo>
                    <a:pt x="0" y="1321"/>
                    <a:pt x="239" y="1662"/>
                    <a:pt x="616" y="1772"/>
                  </a:cubicBezTo>
                  <a:cubicBezTo>
                    <a:pt x="694" y="1794"/>
                    <a:pt x="779" y="1807"/>
                    <a:pt x="868" y="1807"/>
                  </a:cubicBezTo>
                  <a:cubicBezTo>
                    <a:pt x="873" y="1807"/>
                    <a:pt x="873" y="1807"/>
                    <a:pt x="873" y="1807"/>
                  </a:cubicBezTo>
                  <a:cubicBezTo>
                    <a:pt x="1020" y="1806"/>
                    <a:pt x="1158" y="1770"/>
                    <a:pt x="1280" y="1707"/>
                  </a:cubicBezTo>
                  <a:cubicBezTo>
                    <a:pt x="1285" y="1705"/>
                    <a:pt x="1285" y="1705"/>
                    <a:pt x="1285" y="1705"/>
                  </a:cubicBezTo>
                  <a:cubicBezTo>
                    <a:pt x="1286" y="1704"/>
                    <a:pt x="1286" y="1704"/>
                    <a:pt x="1286" y="1704"/>
                  </a:cubicBezTo>
                  <a:cubicBezTo>
                    <a:pt x="1291" y="1702"/>
                    <a:pt x="1291" y="1702"/>
                    <a:pt x="1291" y="1702"/>
                  </a:cubicBezTo>
                  <a:cubicBezTo>
                    <a:pt x="1292" y="1701"/>
                    <a:pt x="1292" y="1701"/>
                    <a:pt x="1292" y="1701"/>
                  </a:cubicBezTo>
                  <a:cubicBezTo>
                    <a:pt x="1295" y="1699"/>
                    <a:pt x="1295" y="1699"/>
                    <a:pt x="1295" y="1699"/>
                  </a:cubicBezTo>
                  <a:cubicBezTo>
                    <a:pt x="1297" y="1698"/>
                    <a:pt x="1297" y="1698"/>
                    <a:pt x="1297" y="1698"/>
                  </a:cubicBezTo>
                  <a:cubicBezTo>
                    <a:pt x="1301" y="1696"/>
                    <a:pt x="1301" y="1696"/>
                    <a:pt x="1301" y="1696"/>
                  </a:cubicBezTo>
                  <a:cubicBezTo>
                    <a:pt x="1302" y="1695"/>
                    <a:pt x="1302" y="1695"/>
                    <a:pt x="1302" y="1695"/>
                  </a:cubicBezTo>
                  <a:cubicBezTo>
                    <a:pt x="1306" y="1693"/>
                    <a:pt x="1306" y="1693"/>
                    <a:pt x="1306" y="1693"/>
                  </a:cubicBezTo>
                  <a:cubicBezTo>
                    <a:pt x="1307" y="1693"/>
                    <a:pt x="1307" y="1693"/>
                    <a:pt x="1307" y="1693"/>
                  </a:cubicBezTo>
                  <a:cubicBezTo>
                    <a:pt x="1311" y="1690"/>
                    <a:pt x="1311" y="1690"/>
                    <a:pt x="1311" y="1690"/>
                  </a:cubicBezTo>
                  <a:cubicBezTo>
                    <a:pt x="1313" y="1689"/>
                    <a:pt x="1313" y="1689"/>
                    <a:pt x="1313" y="1689"/>
                  </a:cubicBezTo>
                  <a:cubicBezTo>
                    <a:pt x="1317" y="1687"/>
                    <a:pt x="1317" y="1687"/>
                    <a:pt x="1317" y="1687"/>
                  </a:cubicBezTo>
                  <a:cubicBezTo>
                    <a:pt x="1318" y="1687"/>
                    <a:pt x="1318" y="1687"/>
                    <a:pt x="1318" y="1687"/>
                  </a:cubicBezTo>
                  <a:cubicBezTo>
                    <a:pt x="1322" y="1684"/>
                    <a:pt x="1322" y="1684"/>
                    <a:pt x="1322" y="1684"/>
                  </a:cubicBezTo>
                  <a:cubicBezTo>
                    <a:pt x="1323" y="1684"/>
                    <a:pt x="1323" y="1684"/>
                    <a:pt x="1323" y="1684"/>
                  </a:cubicBezTo>
                  <a:cubicBezTo>
                    <a:pt x="1327" y="1681"/>
                    <a:pt x="1327" y="1681"/>
                    <a:pt x="1327" y="1681"/>
                  </a:cubicBezTo>
                  <a:cubicBezTo>
                    <a:pt x="1329" y="1680"/>
                    <a:pt x="1329" y="1680"/>
                    <a:pt x="1329" y="1680"/>
                  </a:cubicBezTo>
                  <a:cubicBezTo>
                    <a:pt x="1332" y="1678"/>
                    <a:pt x="1332" y="1678"/>
                    <a:pt x="1332" y="1678"/>
                  </a:cubicBezTo>
                  <a:cubicBezTo>
                    <a:pt x="1333" y="1677"/>
                    <a:pt x="1333" y="1677"/>
                    <a:pt x="1333" y="1677"/>
                  </a:cubicBezTo>
                  <a:cubicBezTo>
                    <a:pt x="1338" y="1675"/>
                    <a:pt x="1338" y="1675"/>
                    <a:pt x="1338" y="1675"/>
                  </a:cubicBezTo>
                  <a:cubicBezTo>
                    <a:pt x="1339" y="1674"/>
                    <a:pt x="1339" y="1674"/>
                    <a:pt x="1339" y="1674"/>
                  </a:cubicBezTo>
                  <a:cubicBezTo>
                    <a:pt x="1343" y="1672"/>
                    <a:pt x="1343" y="1672"/>
                    <a:pt x="1343" y="1672"/>
                  </a:cubicBezTo>
                  <a:cubicBezTo>
                    <a:pt x="1343" y="1671"/>
                    <a:pt x="1343" y="1671"/>
                    <a:pt x="1343" y="1671"/>
                  </a:cubicBezTo>
                  <a:cubicBezTo>
                    <a:pt x="1348" y="1669"/>
                    <a:pt x="1348" y="1669"/>
                    <a:pt x="1348" y="1669"/>
                  </a:cubicBezTo>
                  <a:cubicBezTo>
                    <a:pt x="1349" y="1668"/>
                    <a:pt x="1349" y="1668"/>
                    <a:pt x="1349" y="1668"/>
                  </a:cubicBezTo>
                  <a:cubicBezTo>
                    <a:pt x="1353" y="1665"/>
                    <a:pt x="1353" y="1665"/>
                    <a:pt x="1353" y="1665"/>
                  </a:cubicBezTo>
                  <a:cubicBezTo>
                    <a:pt x="1354" y="1665"/>
                    <a:pt x="1354" y="1665"/>
                    <a:pt x="1354" y="1665"/>
                  </a:cubicBezTo>
                  <a:cubicBezTo>
                    <a:pt x="1358" y="1662"/>
                    <a:pt x="1358" y="1662"/>
                    <a:pt x="1358" y="1662"/>
                  </a:cubicBezTo>
                  <a:cubicBezTo>
                    <a:pt x="1359" y="1661"/>
                    <a:pt x="1359" y="1661"/>
                    <a:pt x="1359" y="1661"/>
                  </a:cubicBezTo>
                  <a:cubicBezTo>
                    <a:pt x="1363" y="1659"/>
                    <a:pt x="1363" y="1659"/>
                    <a:pt x="1363" y="1659"/>
                  </a:cubicBezTo>
                  <a:cubicBezTo>
                    <a:pt x="1364" y="1658"/>
                    <a:pt x="1364" y="1658"/>
                    <a:pt x="1364" y="1658"/>
                  </a:cubicBezTo>
                  <a:cubicBezTo>
                    <a:pt x="1368" y="1655"/>
                    <a:pt x="1368" y="1655"/>
                    <a:pt x="1368" y="1655"/>
                  </a:cubicBezTo>
                  <a:cubicBezTo>
                    <a:pt x="1369" y="1655"/>
                    <a:pt x="1369" y="1655"/>
                    <a:pt x="1369" y="1655"/>
                  </a:cubicBezTo>
                  <a:cubicBezTo>
                    <a:pt x="1373" y="1652"/>
                    <a:pt x="1373" y="1652"/>
                    <a:pt x="1373" y="1652"/>
                  </a:cubicBezTo>
                  <a:cubicBezTo>
                    <a:pt x="1374" y="1651"/>
                    <a:pt x="1374" y="1651"/>
                    <a:pt x="1374" y="1651"/>
                  </a:cubicBezTo>
                  <a:cubicBezTo>
                    <a:pt x="1378" y="1648"/>
                    <a:pt x="1378" y="1648"/>
                    <a:pt x="1378" y="1648"/>
                  </a:cubicBezTo>
                  <a:cubicBezTo>
                    <a:pt x="1379" y="1648"/>
                    <a:pt x="1379" y="1648"/>
                    <a:pt x="1379" y="1648"/>
                  </a:cubicBezTo>
                  <a:cubicBezTo>
                    <a:pt x="1383" y="1645"/>
                    <a:pt x="1383" y="1645"/>
                    <a:pt x="1383" y="1645"/>
                  </a:cubicBezTo>
                  <a:cubicBezTo>
                    <a:pt x="1384" y="1645"/>
                    <a:pt x="1384" y="1645"/>
                    <a:pt x="1384" y="1645"/>
                  </a:cubicBezTo>
                  <a:cubicBezTo>
                    <a:pt x="1388" y="1642"/>
                    <a:pt x="1388" y="1642"/>
                    <a:pt x="1388" y="1642"/>
                  </a:cubicBezTo>
                  <a:cubicBezTo>
                    <a:pt x="1389" y="1641"/>
                    <a:pt x="1389" y="1641"/>
                    <a:pt x="1389" y="1641"/>
                  </a:cubicBezTo>
                  <a:cubicBezTo>
                    <a:pt x="1393" y="1638"/>
                    <a:pt x="1393" y="1638"/>
                    <a:pt x="1393" y="1638"/>
                  </a:cubicBezTo>
                  <a:cubicBezTo>
                    <a:pt x="1394" y="1638"/>
                    <a:pt x="1394" y="1638"/>
                    <a:pt x="1394" y="1638"/>
                  </a:cubicBezTo>
                  <a:cubicBezTo>
                    <a:pt x="1398" y="1635"/>
                    <a:pt x="1398" y="1635"/>
                    <a:pt x="1398" y="1635"/>
                  </a:cubicBezTo>
                  <a:cubicBezTo>
                    <a:pt x="1399" y="1634"/>
                    <a:pt x="1399" y="1634"/>
                    <a:pt x="1399" y="1634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8" y="1628"/>
                    <a:pt x="1408" y="1628"/>
                    <a:pt x="1408" y="1628"/>
                  </a:cubicBezTo>
                  <a:cubicBezTo>
                    <a:pt x="1408" y="1627"/>
                    <a:pt x="1408" y="1627"/>
                    <a:pt x="1408" y="1627"/>
                  </a:cubicBezTo>
                  <a:cubicBezTo>
                    <a:pt x="1417" y="1620"/>
                    <a:pt x="1417" y="1620"/>
                    <a:pt x="1417" y="1620"/>
                  </a:cubicBezTo>
                  <a:cubicBezTo>
                    <a:pt x="1418" y="1620"/>
                    <a:pt x="1418" y="1620"/>
                    <a:pt x="1418" y="1620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74" y="1573"/>
                    <a:pt x="1485" y="1563"/>
                    <a:pt x="1495" y="1554"/>
                  </a:cubicBezTo>
                  <a:cubicBezTo>
                    <a:pt x="1495" y="1553"/>
                    <a:pt x="1495" y="1553"/>
                    <a:pt x="1495" y="1553"/>
                  </a:cubicBezTo>
                  <a:cubicBezTo>
                    <a:pt x="1503" y="1545"/>
                    <a:pt x="1503" y="1545"/>
                    <a:pt x="1503" y="1545"/>
                  </a:cubicBezTo>
                  <a:cubicBezTo>
                    <a:pt x="1504" y="1545"/>
                    <a:pt x="1504" y="1545"/>
                    <a:pt x="1504" y="1545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12" y="1537"/>
                    <a:pt x="1512" y="1537"/>
                    <a:pt x="1512" y="1537"/>
                  </a:cubicBezTo>
                  <a:cubicBezTo>
                    <a:pt x="1512" y="1536"/>
                    <a:pt x="1512" y="1536"/>
                    <a:pt x="1512" y="1536"/>
                  </a:cubicBezTo>
                  <a:cubicBezTo>
                    <a:pt x="1516" y="1533"/>
                    <a:pt x="1516" y="1533"/>
                    <a:pt x="1516" y="1533"/>
                  </a:cubicBezTo>
                  <a:cubicBezTo>
                    <a:pt x="1516" y="1532"/>
                    <a:pt x="1516" y="1532"/>
                    <a:pt x="1516" y="1532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4" y="1524"/>
                    <a:pt x="1524" y="1524"/>
                    <a:pt x="1524" y="1524"/>
                  </a:cubicBezTo>
                  <a:cubicBezTo>
                    <a:pt x="1525" y="1523"/>
                    <a:pt x="1525" y="1523"/>
                    <a:pt x="1525" y="1523"/>
                  </a:cubicBezTo>
                  <a:cubicBezTo>
                    <a:pt x="1528" y="1519"/>
                    <a:pt x="1528" y="1519"/>
                    <a:pt x="1528" y="1519"/>
                  </a:cubicBezTo>
                  <a:cubicBezTo>
                    <a:pt x="1529" y="1519"/>
                    <a:pt x="1529" y="1519"/>
                    <a:pt x="1529" y="1519"/>
                  </a:cubicBezTo>
                  <a:cubicBezTo>
                    <a:pt x="1532" y="1516"/>
                    <a:pt x="1532" y="1516"/>
                    <a:pt x="1532" y="1516"/>
                  </a:cubicBezTo>
                  <a:cubicBezTo>
                    <a:pt x="1533" y="1514"/>
                    <a:pt x="1533" y="1514"/>
                    <a:pt x="1533" y="1514"/>
                  </a:cubicBezTo>
                  <a:cubicBezTo>
                    <a:pt x="1536" y="1511"/>
                    <a:pt x="1536" y="1511"/>
                    <a:pt x="1536" y="1511"/>
                  </a:cubicBezTo>
                  <a:cubicBezTo>
                    <a:pt x="1538" y="1509"/>
                    <a:pt x="1538" y="1509"/>
                    <a:pt x="1538" y="1509"/>
                  </a:cubicBezTo>
                  <a:cubicBezTo>
                    <a:pt x="1539" y="1507"/>
                    <a:pt x="1539" y="1507"/>
                    <a:pt x="1539" y="1507"/>
                  </a:cubicBezTo>
                  <a:cubicBezTo>
                    <a:pt x="1543" y="1504"/>
                    <a:pt x="1543" y="1504"/>
                    <a:pt x="1543" y="1504"/>
                  </a:cubicBezTo>
                  <a:cubicBezTo>
                    <a:pt x="1544" y="1502"/>
                    <a:pt x="1544" y="1502"/>
                    <a:pt x="1544" y="1502"/>
                  </a:cubicBezTo>
                  <a:cubicBezTo>
                    <a:pt x="1546" y="1500"/>
                    <a:pt x="1546" y="1500"/>
                    <a:pt x="1546" y="1500"/>
                  </a:cubicBezTo>
                  <a:cubicBezTo>
                    <a:pt x="1547" y="1499"/>
                    <a:pt x="1547" y="1499"/>
                    <a:pt x="1547" y="1499"/>
                  </a:cubicBezTo>
                  <a:cubicBezTo>
                    <a:pt x="1655" y="1376"/>
                    <a:pt x="1730" y="1224"/>
                    <a:pt x="1758" y="1056"/>
                  </a:cubicBezTo>
                  <a:cubicBezTo>
                    <a:pt x="1758" y="1056"/>
                    <a:pt x="1758" y="1056"/>
                    <a:pt x="1758" y="1056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1" y="1037"/>
                    <a:pt x="1761" y="1037"/>
                    <a:pt x="1761" y="1037"/>
                  </a:cubicBezTo>
                  <a:cubicBezTo>
                    <a:pt x="1761" y="1036"/>
                    <a:pt x="1761" y="1036"/>
                    <a:pt x="1761" y="1036"/>
                  </a:cubicBezTo>
                  <a:cubicBezTo>
                    <a:pt x="1762" y="1033"/>
                    <a:pt x="1762" y="1033"/>
                    <a:pt x="1762" y="1033"/>
                  </a:cubicBezTo>
                  <a:cubicBezTo>
                    <a:pt x="1762" y="1032"/>
                    <a:pt x="1762" y="1032"/>
                    <a:pt x="1762" y="1032"/>
                  </a:cubicBezTo>
                  <a:cubicBezTo>
                    <a:pt x="1762" y="1029"/>
                    <a:pt x="1762" y="1029"/>
                    <a:pt x="1762" y="1029"/>
                  </a:cubicBezTo>
                  <a:cubicBezTo>
                    <a:pt x="1763" y="1028"/>
                    <a:pt x="1763" y="1028"/>
                    <a:pt x="1763" y="1028"/>
                  </a:cubicBezTo>
                  <a:cubicBezTo>
                    <a:pt x="1763" y="1025"/>
                    <a:pt x="1763" y="1025"/>
                    <a:pt x="1763" y="1025"/>
                  </a:cubicBezTo>
                  <a:cubicBezTo>
                    <a:pt x="1763" y="1024"/>
                    <a:pt x="1763" y="1024"/>
                    <a:pt x="1763" y="1024"/>
                  </a:cubicBezTo>
                  <a:cubicBezTo>
                    <a:pt x="1764" y="1014"/>
                    <a:pt x="1764" y="1014"/>
                    <a:pt x="1764" y="1014"/>
                  </a:cubicBezTo>
                  <a:cubicBezTo>
                    <a:pt x="1765" y="1012"/>
                    <a:pt x="1765" y="1012"/>
                    <a:pt x="1765" y="1012"/>
                  </a:cubicBezTo>
                  <a:cubicBezTo>
                    <a:pt x="1765" y="1010"/>
                    <a:pt x="1765" y="1010"/>
                    <a:pt x="1765" y="1010"/>
                  </a:cubicBezTo>
                  <a:cubicBezTo>
                    <a:pt x="1765" y="1008"/>
                    <a:pt x="1765" y="1008"/>
                    <a:pt x="1765" y="1008"/>
                  </a:cubicBezTo>
                  <a:cubicBezTo>
                    <a:pt x="1765" y="1005"/>
                    <a:pt x="1765" y="1005"/>
                    <a:pt x="1765" y="1005"/>
                  </a:cubicBezTo>
                  <a:cubicBezTo>
                    <a:pt x="1766" y="1004"/>
                    <a:pt x="1766" y="1004"/>
                    <a:pt x="1766" y="1004"/>
                  </a:cubicBezTo>
                  <a:cubicBezTo>
                    <a:pt x="1766" y="1001"/>
                    <a:pt x="1766" y="1001"/>
                    <a:pt x="1766" y="1001"/>
                  </a:cubicBezTo>
                  <a:cubicBezTo>
                    <a:pt x="1766" y="999"/>
                    <a:pt x="1766" y="999"/>
                    <a:pt x="1766" y="999"/>
                  </a:cubicBezTo>
                  <a:cubicBezTo>
                    <a:pt x="1767" y="994"/>
                    <a:pt x="1767" y="994"/>
                    <a:pt x="1767" y="994"/>
                  </a:cubicBezTo>
                  <a:cubicBezTo>
                    <a:pt x="1767" y="993"/>
                    <a:pt x="1767" y="993"/>
                    <a:pt x="1767" y="993"/>
                  </a:cubicBezTo>
                  <a:cubicBezTo>
                    <a:pt x="1767" y="990"/>
                    <a:pt x="1767" y="990"/>
                    <a:pt x="1767" y="990"/>
                  </a:cubicBezTo>
                  <a:cubicBezTo>
                    <a:pt x="1767" y="988"/>
                    <a:pt x="1767" y="988"/>
                    <a:pt x="1767" y="988"/>
                  </a:cubicBezTo>
                  <a:cubicBezTo>
                    <a:pt x="1767" y="986"/>
                    <a:pt x="1767" y="986"/>
                    <a:pt x="1767" y="986"/>
                  </a:cubicBezTo>
                  <a:cubicBezTo>
                    <a:pt x="1768" y="984"/>
                    <a:pt x="1768" y="984"/>
                    <a:pt x="1768" y="984"/>
                  </a:cubicBezTo>
                  <a:cubicBezTo>
                    <a:pt x="1768" y="981"/>
                    <a:pt x="1768" y="981"/>
                    <a:pt x="1768" y="981"/>
                  </a:cubicBezTo>
                  <a:cubicBezTo>
                    <a:pt x="1768" y="979"/>
                    <a:pt x="1768" y="979"/>
                    <a:pt x="1768" y="979"/>
                  </a:cubicBezTo>
                  <a:cubicBezTo>
                    <a:pt x="1768" y="977"/>
                    <a:pt x="1768" y="977"/>
                    <a:pt x="1768" y="977"/>
                  </a:cubicBezTo>
                  <a:cubicBezTo>
                    <a:pt x="1768" y="974"/>
                    <a:pt x="1768" y="974"/>
                    <a:pt x="1768" y="974"/>
                  </a:cubicBezTo>
                  <a:cubicBezTo>
                    <a:pt x="1769" y="971"/>
                    <a:pt x="1769" y="971"/>
                    <a:pt x="1769" y="971"/>
                  </a:cubicBezTo>
                  <a:cubicBezTo>
                    <a:pt x="1769" y="968"/>
                    <a:pt x="1769" y="968"/>
                    <a:pt x="1769" y="968"/>
                  </a:cubicBezTo>
                  <a:cubicBezTo>
                    <a:pt x="1769" y="966"/>
                    <a:pt x="1769" y="966"/>
                    <a:pt x="1769" y="966"/>
                  </a:cubicBezTo>
                  <a:cubicBezTo>
                    <a:pt x="1769" y="964"/>
                    <a:pt x="1769" y="964"/>
                    <a:pt x="1769" y="964"/>
                  </a:cubicBezTo>
                  <a:cubicBezTo>
                    <a:pt x="1769" y="962"/>
                    <a:pt x="1769" y="962"/>
                    <a:pt x="1769" y="962"/>
                  </a:cubicBezTo>
                  <a:cubicBezTo>
                    <a:pt x="1769" y="959"/>
                    <a:pt x="1769" y="959"/>
                    <a:pt x="1769" y="959"/>
                  </a:cubicBezTo>
                  <a:cubicBezTo>
                    <a:pt x="1769" y="957"/>
                    <a:pt x="1769" y="957"/>
                    <a:pt x="1769" y="957"/>
                  </a:cubicBezTo>
                  <a:cubicBezTo>
                    <a:pt x="1770" y="954"/>
                    <a:pt x="1770" y="954"/>
                    <a:pt x="1770" y="954"/>
                  </a:cubicBezTo>
                  <a:cubicBezTo>
                    <a:pt x="1770" y="953"/>
                    <a:pt x="1770" y="953"/>
                    <a:pt x="1770" y="953"/>
                  </a:cubicBezTo>
                  <a:cubicBezTo>
                    <a:pt x="1770" y="948"/>
                    <a:pt x="1770" y="948"/>
                    <a:pt x="1770" y="948"/>
                  </a:cubicBezTo>
                  <a:cubicBezTo>
                    <a:pt x="1770" y="947"/>
                    <a:pt x="1770" y="947"/>
                    <a:pt x="1770" y="947"/>
                  </a:cubicBezTo>
                  <a:cubicBezTo>
                    <a:pt x="1770" y="944"/>
                    <a:pt x="1770" y="944"/>
                    <a:pt x="1770" y="944"/>
                  </a:cubicBezTo>
                  <a:cubicBezTo>
                    <a:pt x="1770" y="942"/>
                    <a:pt x="1770" y="942"/>
                    <a:pt x="1770" y="942"/>
                  </a:cubicBezTo>
                  <a:cubicBezTo>
                    <a:pt x="1770" y="939"/>
                    <a:pt x="1770" y="939"/>
                    <a:pt x="1770" y="939"/>
                  </a:cubicBezTo>
                  <a:cubicBezTo>
                    <a:pt x="1771" y="937"/>
                    <a:pt x="1771" y="937"/>
                    <a:pt x="1771" y="937"/>
                  </a:cubicBezTo>
                  <a:cubicBezTo>
                    <a:pt x="1771" y="934"/>
                    <a:pt x="1771" y="934"/>
                    <a:pt x="1771" y="934"/>
                  </a:cubicBezTo>
                  <a:cubicBezTo>
                    <a:pt x="1771" y="933"/>
                    <a:pt x="1771" y="933"/>
                    <a:pt x="1771" y="933"/>
                  </a:cubicBezTo>
                  <a:cubicBezTo>
                    <a:pt x="1771" y="929"/>
                    <a:pt x="1771" y="929"/>
                    <a:pt x="1771" y="929"/>
                  </a:cubicBezTo>
                  <a:cubicBezTo>
                    <a:pt x="1771" y="928"/>
                    <a:pt x="1771" y="928"/>
                    <a:pt x="1771" y="928"/>
                  </a:cubicBezTo>
                  <a:cubicBezTo>
                    <a:pt x="1771" y="924"/>
                    <a:pt x="1771" y="924"/>
                    <a:pt x="1771" y="924"/>
                  </a:cubicBezTo>
                  <a:cubicBezTo>
                    <a:pt x="1771" y="922"/>
                    <a:pt x="1771" y="922"/>
                    <a:pt x="1771" y="922"/>
                  </a:cubicBezTo>
                  <a:cubicBezTo>
                    <a:pt x="1771" y="919"/>
                    <a:pt x="1771" y="919"/>
                    <a:pt x="1771" y="919"/>
                  </a:cubicBezTo>
                  <a:cubicBezTo>
                    <a:pt x="1771" y="917"/>
                    <a:pt x="1771" y="917"/>
                    <a:pt x="1771" y="917"/>
                  </a:cubicBezTo>
                  <a:cubicBezTo>
                    <a:pt x="1771" y="914"/>
                    <a:pt x="1771" y="914"/>
                    <a:pt x="1771" y="914"/>
                  </a:cubicBezTo>
                  <a:cubicBezTo>
                    <a:pt x="1771" y="913"/>
                    <a:pt x="1771" y="913"/>
                    <a:pt x="1771" y="913"/>
                  </a:cubicBezTo>
                  <a:cubicBezTo>
                    <a:pt x="1771" y="910"/>
                    <a:pt x="1771" y="910"/>
                    <a:pt x="1771" y="910"/>
                  </a:cubicBezTo>
                  <a:cubicBezTo>
                    <a:pt x="1771" y="908"/>
                    <a:pt x="1771" y="908"/>
                    <a:pt x="1771" y="908"/>
                  </a:cubicBezTo>
                  <a:cubicBezTo>
                    <a:pt x="1771" y="898"/>
                    <a:pt x="1771" y="898"/>
                    <a:pt x="1771" y="898"/>
                  </a:cubicBezTo>
                  <a:cubicBezTo>
                    <a:pt x="1771" y="897"/>
                    <a:pt x="1771" y="897"/>
                    <a:pt x="1771" y="897"/>
                  </a:cubicBezTo>
                  <a:lnTo>
                    <a:pt x="1771" y="893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 sz="1350" dirty="0"/>
            </a:p>
          </p:txBody>
        </p:sp>
        <p:grpSp>
          <p:nvGrpSpPr>
            <p:cNvPr id="31" name="Groep 30"/>
            <p:cNvGrpSpPr>
              <a:grpSpLocks noSelect="1"/>
            </p:cNvGrpSpPr>
            <p:nvPr userDrawn="1"/>
          </p:nvGrpSpPr>
          <p:grpSpPr bwMode="gray">
            <a:xfrm>
              <a:off x="0" y="0"/>
              <a:ext cx="561975" cy="572770"/>
              <a:chOff x="902335" y="290830"/>
              <a:chExt cx="561975" cy="572770"/>
            </a:xfrm>
          </p:grpSpPr>
          <p:sp>
            <p:nvSpPr>
              <p:cNvPr id="32" name="Freeform 5"/>
              <p:cNvSpPr>
                <a:spLocks noSelect="1"/>
              </p:cNvSpPr>
              <p:nvPr userDrawn="1"/>
            </p:nvSpPr>
            <p:spPr bwMode="gray">
              <a:xfrm>
                <a:off x="984250" y="534035"/>
                <a:ext cx="77470" cy="199390"/>
              </a:xfrm>
              <a:custGeom>
                <a:avLst/>
                <a:gdLst>
                  <a:gd name="T0" fmla="*/ 155 w 244"/>
                  <a:gd name="T1" fmla="*/ 0 h 629"/>
                  <a:gd name="T2" fmla="*/ 120 w 244"/>
                  <a:gd name="T3" fmla="*/ 28 h 629"/>
                  <a:gd name="T4" fmla="*/ 0 w 244"/>
                  <a:gd name="T5" fmla="*/ 601 h 629"/>
                  <a:gd name="T6" fmla="*/ 0 w 244"/>
                  <a:gd name="T7" fmla="*/ 606 h 629"/>
                  <a:gd name="T8" fmla="*/ 0 w 244"/>
                  <a:gd name="T9" fmla="*/ 607 h 629"/>
                  <a:gd name="T10" fmla="*/ 23 w 244"/>
                  <a:gd name="T11" fmla="*/ 629 h 629"/>
                  <a:gd name="T12" fmla="*/ 145 w 244"/>
                  <a:gd name="T13" fmla="*/ 629 h 629"/>
                  <a:gd name="T14" fmla="*/ 144 w 244"/>
                  <a:gd name="T15" fmla="*/ 629 h 629"/>
                  <a:gd name="T16" fmla="*/ 144 w 244"/>
                  <a:gd name="T17" fmla="*/ 629 h 629"/>
                  <a:gd name="T18" fmla="*/ 143 w 244"/>
                  <a:gd name="T19" fmla="*/ 629 h 629"/>
                  <a:gd name="T20" fmla="*/ 143 w 244"/>
                  <a:gd name="T21" fmla="*/ 629 h 629"/>
                  <a:gd name="T22" fmla="*/ 143 w 244"/>
                  <a:gd name="T23" fmla="*/ 629 h 629"/>
                  <a:gd name="T24" fmla="*/ 142 w 244"/>
                  <a:gd name="T25" fmla="*/ 629 h 629"/>
                  <a:gd name="T26" fmla="*/ 142 w 244"/>
                  <a:gd name="T27" fmla="*/ 629 h 629"/>
                  <a:gd name="T28" fmla="*/ 142 w 244"/>
                  <a:gd name="T29" fmla="*/ 629 h 629"/>
                  <a:gd name="T30" fmla="*/ 141 w 244"/>
                  <a:gd name="T31" fmla="*/ 629 h 629"/>
                  <a:gd name="T32" fmla="*/ 141 w 244"/>
                  <a:gd name="T33" fmla="*/ 629 h 629"/>
                  <a:gd name="T34" fmla="*/ 141 w 244"/>
                  <a:gd name="T35" fmla="*/ 629 h 629"/>
                  <a:gd name="T36" fmla="*/ 141 w 244"/>
                  <a:gd name="T37" fmla="*/ 629 h 629"/>
                  <a:gd name="T38" fmla="*/ 123 w 244"/>
                  <a:gd name="T39" fmla="*/ 615 h 629"/>
                  <a:gd name="T40" fmla="*/ 123 w 244"/>
                  <a:gd name="T41" fmla="*/ 615 h 629"/>
                  <a:gd name="T42" fmla="*/ 123 w 244"/>
                  <a:gd name="T43" fmla="*/ 614 h 629"/>
                  <a:gd name="T44" fmla="*/ 123 w 244"/>
                  <a:gd name="T45" fmla="*/ 614 h 629"/>
                  <a:gd name="T46" fmla="*/ 122 w 244"/>
                  <a:gd name="T47" fmla="*/ 613 h 629"/>
                  <a:gd name="T48" fmla="*/ 122 w 244"/>
                  <a:gd name="T49" fmla="*/ 613 h 629"/>
                  <a:gd name="T50" fmla="*/ 122 w 244"/>
                  <a:gd name="T51" fmla="*/ 613 h 629"/>
                  <a:gd name="T52" fmla="*/ 122 w 244"/>
                  <a:gd name="T53" fmla="*/ 612 h 629"/>
                  <a:gd name="T54" fmla="*/ 122 w 244"/>
                  <a:gd name="T55" fmla="*/ 612 h 629"/>
                  <a:gd name="T56" fmla="*/ 122 w 244"/>
                  <a:gd name="T57" fmla="*/ 612 h 629"/>
                  <a:gd name="T58" fmla="*/ 122 w 244"/>
                  <a:gd name="T59" fmla="*/ 612 h 629"/>
                  <a:gd name="T60" fmla="*/ 122 w 244"/>
                  <a:gd name="T61" fmla="*/ 605 h 629"/>
                  <a:gd name="T62" fmla="*/ 122 w 244"/>
                  <a:gd name="T63" fmla="*/ 605 h 629"/>
                  <a:gd name="T64" fmla="*/ 122 w 244"/>
                  <a:gd name="T65" fmla="*/ 605 h 629"/>
                  <a:gd name="T66" fmla="*/ 122 w 244"/>
                  <a:gd name="T67" fmla="*/ 602 h 629"/>
                  <a:gd name="T68" fmla="*/ 244 w 244"/>
                  <a:gd name="T69" fmla="*/ 0 h 629"/>
                  <a:gd name="T70" fmla="*/ 155 w 244"/>
                  <a:gd name="T71" fmla="*/ 0 h 6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4" h="629">
                    <a:moveTo>
                      <a:pt x="155" y="0"/>
                    </a:moveTo>
                    <a:cubicBezTo>
                      <a:pt x="139" y="0"/>
                      <a:pt x="123" y="13"/>
                      <a:pt x="120" y="28"/>
                    </a:cubicBezTo>
                    <a:cubicBezTo>
                      <a:pt x="0" y="601"/>
                      <a:pt x="0" y="601"/>
                      <a:pt x="0" y="601"/>
                    </a:cubicBezTo>
                    <a:cubicBezTo>
                      <a:pt x="0" y="606"/>
                      <a:pt x="0" y="606"/>
                      <a:pt x="0" y="606"/>
                    </a:cubicBezTo>
                    <a:cubicBezTo>
                      <a:pt x="0" y="607"/>
                      <a:pt x="0" y="607"/>
                      <a:pt x="0" y="607"/>
                    </a:cubicBezTo>
                    <a:cubicBezTo>
                      <a:pt x="0" y="620"/>
                      <a:pt x="10" y="629"/>
                      <a:pt x="23" y="629"/>
                    </a:cubicBezTo>
                    <a:cubicBezTo>
                      <a:pt x="145" y="629"/>
                      <a:pt x="145" y="629"/>
                      <a:pt x="145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32" y="628"/>
                      <a:pt x="126" y="623"/>
                      <a:pt x="123" y="615"/>
                    </a:cubicBezTo>
                    <a:cubicBezTo>
                      <a:pt x="123" y="615"/>
                      <a:pt x="123" y="615"/>
                      <a:pt x="123" y="615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2"/>
                      <a:pt x="122" y="602"/>
                      <a:pt x="122" y="602"/>
                    </a:cubicBezTo>
                    <a:cubicBezTo>
                      <a:pt x="244" y="0"/>
                      <a:pt x="244" y="0"/>
                      <a:pt x="244" y="0"/>
                    </a:cubicBezTo>
                    <a:lnTo>
                      <a:pt x="155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3" name="Freeform 6"/>
              <p:cNvSpPr>
                <a:spLocks noSelect="1"/>
              </p:cNvSpPr>
              <p:nvPr userDrawn="1"/>
            </p:nvSpPr>
            <p:spPr bwMode="gray">
              <a:xfrm>
                <a:off x="1078865" y="478155"/>
                <a:ext cx="218440" cy="186055"/>
              </a:xfrm>
              <a:custGeom>
                <a:avLst/>
                <a:gdLst>
                  <a:gd name="T0" fmla="*/ 0 w 687"/>
                  <a:gd name="T1" fmla="*/ 0 h 587"/>
                  <a:gd name="T2" fmla="*/ 0 w 687"/>
                  <a:gd name="T3" fmla="*/ 115 h 587"/>
                  <a:gd name="T4" fmla="*/ 229 w 687"/>
                  <a:gd name="T5" fmla="*/ 115 h 587"/>
                  <a:gd name="T6" fmla="*/ 272 w 687"/>
                  <a:gd name="T7" fmla="*/ 139 h 587"/>
                  <a:gd name="T8" fmla="*/ 569 w 687"/>
                  <a:gd name="T9" fmla="*/ 587 h 587"/>
                  <a:gd name="T10" fmla="*/ 687 w 687"/>
                  <a:gd name="T11" fmla="*/ 0 h 587"/>
                  <a:gd name="T12" fmla="*/ 0 w 687"/>
                  <a:gd name="T13" fmla="*/ 0 h 5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7" h="587">
                    <a:moveTo>
                      <a:pt x="0" y="0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229" y="115"/>
                      <a:pt x="229" y="115"/>
                      <a:pt x="229" y="115"/>
                    </a:cubicBezTo>
                    <a:cubicBezTo>
                      <a:pt x="244" y="115"/>
                      <a:pt x="264" y="126"/>
                      <a:pt x="272" y="139"/>
                    </a:cubicBezTo>
                    <a:cubicBezTo>
                      <a:pt x="569" y="587"/>
                      <a:pt x="569" y="587"/>
                      <a:pt x="569" y="587"/>
                    </a:cubicBezTo>
                    <a:cubicBezTo>
                      <a:pt x="687" y="0"/>
                      <a:pt x="687" y="0"/>
                      <a:pt x="68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4" name="Freeform 7"/>
              <p:cNvSpPr>
                <a:spLocks noSelect="1"/>
              </p:cNvSpPr>
              <p:nvPr userDrawn="1"/>
            </p:nvSpPr>
            <p:spPr bwMode="gray">
              <a:xfrm>
                <a:off x="902335" y="478155"/>
                <a:ext cx="406400" cy="385445"/>
              </a:xfrm>
              <a:custGeom>
                <a:avLst/>
                <a:gdLst>
                  <a:gd name="T0" fmla="*/ 555 w 1280"/>
                  <a:gd name="T1" fmla="*/ 0 h 1216"/>
                  <a:gd name="T2" fmla="*/ 475 w 1280"/>
                  <a:gd name="T3" fmla="*/ 0 h 1216"/>
                  <a:gd name="T4" fmla="*/ 357 w 1280"/>
                  <a:gd name="T5" fmla="*/ 9 h 1216"/>
                  <a:gd name="T6" fmla="*/ 0 w 1280"/>
                  <a:gd name="T7" fmla="*/ 447 h 1216"/>
                  <a:gd name="T8" fmla="*/ 616 w 1280"/>
                  <a:gd name="T9" fmla="*/ 1181 h 1216"/>
                  <a:gd name="T10" fmla="*/ 867 w 1280"/>
                  <a:gd name="T11" fmla="*/ 1216 h 1216"/>
                  <a:gd name="T12" fmla="*/ 872 w 1280"/>
                  <a:gd name="T13" fmla="*/ 1216 h 1216"/>
                  <a:gd name="T14" fmla="*/ 1280 w 1280"/>
                  <a:gd name="T15" fmla="*/ 1117 h 1216"/>
                  <a:gd name="T16" fmla="*/ 1033 w 1280"/>
                  <a:gd name="T17" fmla="*/ 1153 h 1216"/>
                  <a:gd name="T18" fmla="*/ 1033 w 1280"/>
                  <a:gd name="T19" fmla="*/ 1153 h 1216"/>
                  <a:gd name="T20" fmla="*/ 1033 w 1280"/>
                  <a:gd name="T21" fmla="*/ 1153 h 1216"/>
                  <a:gd name="T22" fmla="*/ 552 w 1280"/>
                  <a:gd name="T23" fmla="*/ 805 h 1216"/>
                  <a:gd name="T24" fmla="*/ 403 w 1280"/>
                  <a:gd name="T25" fmla="*/ 805 h 1216"/>
                  <a:gd name="T26" fmla="*/ 281 w 1280"/>
                  <a:gd name="T27" fmla="*/ 805 h 1216"/>
                  <a:gd name="T28" fmla="*/ 258 w 1280"/>
                  <a:gd name="T29" fmla="*/ 783 h 1216"/>
                  <a:gd name="T30" fmla="*/ 258 w 1280"/>
                  <a:gd name="T31" fmla="*/ 782 h 1216"/>
                  <a:gd name="T32" fmla="*/ 258 w 1280"/>
                  <a:gd name="T33" fmla="*/ 777 h 1216"/>
                  <a:gd name="T34" fmla="*/ 378 w 1280"/>
                  <a:gd name="T35" fmla="*/ 204 h 1216"/>
                  <a:gd name="T36" fmla="*/ 413 w 1280"/>
                  <a:gd name="T37" fmla="*/ 176 h 1216"/>
                  <a:gd name="T38" fmla="*/ 502 w 1280"/>
                  <a:gd name="T39" fmla="*/ 176 h 1216"/>
                  <a:gd name="T40" fmla="*/ 502 w 1280"/>
                  <a:gd name="T41" fmla="*/ 176 h 1216"/>
                  <a:gd name="T42" fmla="*/ 509 w 1280"/>
                  <a:gd name="T43" fmla="*/ 143 h 1216"/>
                  <a:gd name="T44" fmla="*/ 509 w 1280"/>
                  <a:gd name="T45" fmla="*/ 141 h 1216"/>
                  <a:gd name="T46" fmla="*/ 509 w 1280"/>
                  <a:gd name="T47" fmla="*/ 141 h 1216"/>
                  <a:gd name="T48" fmla="*/ 515 w 1280"/>
                  <a:gd name="T49" fmla="*/ 130 h 1216"/>
                  <a:gd name="T50" fmla="*/ 516 w 1280"/>
                  <a:gd name="T51" fmla="*/ 128 h 1216"/>
                  <a:gd name="T52" fmla="*/ 517 w 1280"/>
                  <a:gd name="T53" fmla="*/ 128 h 1216"/>
                  <a:gd name="T54" fmla="*/ 517 w 1280"/>
                  <a:gd name="T55" fmla="*/ 127 h 1216"/>
                  <a:gd name="T56" fmla="*/ 518 w 1280"/>
                  <a:gd name="T57" fmla="*/ 127 h 1216"/>
                  <a:gd name="T58" fmla="*/ 518 w 1280"/>
                  <a:gd name="T59" fmla="*/ 127 h 1216"/>
                  <a:gd name="T60" fmla="*/ 518 w 1280"/>
                  <a:gd name="T61" fmla="*/ 126 h 1216"/>
                  <a:gd name="T62" fmla="*/ 518 w 1280"/>
                  <a:gd name="T63" fmla="*/ 126 h 1216"/>
                  <a:gd name="T64" fmla="*/ 532 w 1280"/>
                  <a:gd name="T65" fmla="*/ 117 h 1216"/>
                  <a:gd name="T66" fmla="*/ 532 w 1280"/>
                  <a:gd name="T67" fmla="*/ 117 h 1216"/>
                  <a:gd name="T68" fmla="*/ 532 w 1280"/>
                  <a:gd name="T69" fmla="*/ 117 h 1216"/>
                  <a:gd name="T70" fmla="*/ 543 w 1280"/>
                  <a:gd name="T71" fmla="*/ 115 h 1216"/>
                  <a:gd name="T72" fmla="*/ 543 w 1280"/>
                  <a:gd name="T73" fmla="*/ 115 h 1216"/>
                  <a:gd name="T74" fmla="*/ 555 w 1280"/>
                  <a:gd name="T75" fmla="*/ 115 h 1216"/>
                  <a:gd name="T76" fmla="*/ 557 w 1280"/>
                  <a:gd name="T77" fmla="*/ 115 h 1216"/>
                  <a:gd name="T78" fmla="*/ 557 w 1280"/>
                  <a:gd name="T79" fmla="*/ 0 h 1216"/>
                  <a:gd name="T80" fmla="*/ 555 w 1280"/>
                  <a:gd name="T81" fmla="*/ 0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280" h="1216">
                    <a:moveTo>
                      <a:pt x="555" y="0"/>
                    </a:moveTo>
                    <a:cubicBezTo>
                      <a:pt x="475" y="0"/>
                      <a:pt x="475" y="0"/>
                      <a:pt x="475" y="0"/>
                    </a:cubicBezTo>
                    <a:cubicBezTo>
                      <a:pt x="435" y="0"/>
                      <a:pt x="395" y="3"/>
                      <a:pt x="357" y="9"/>
                    </a:cubicBezTo>
                    <a:cubicBezTo>
                      <a:pt x="161" y="42"/>
                      <a:pt x="0" y="165"/>
                      <a:pt x="0" y="447"/>
                    </a:cubicBezTo>
                    <a:cubicBezTo>
                      <a:pt x="0" y="730"/>
                      <a:pt x="239" y="1072"/>
                      <a:pt x="616" y="1181"/>
                    </a:cubicBezTo>
                    <a:cubicBezTo>
                      <a:pt x="694" y="1204"/>
                      <a:pt x="778" y="1216"/>
                      <a:pt x="867" y="1216"/>
                    </a:cubicBezTo>
                    <a:cubicBezTo>
                      <a:pt x="872" y="1216"/>
                      <a:pt x="872" y="1216"/>
                      <a:pt x="872" y="1216"/>
                    </a:cubicBezTo>
                    <a:cubicBezTo>
                      <a:pt x="1019" y="1216"/>
                      <a:pt x="1157" y="1180"/>
                      <a:pt x="1280" y="1117"/>
                    </a:cubicBezTo>
                    <a:cubicBezTo>
                      <a:pt x="1190" y="1142"/>
                      <a:pt x="1108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728" y="1153"/>
                      <a:pt x="552" y="970"/>
                      <a:pt x="552" y="805"/>
                    </a:cubicBezTo>
                    <a:cubicBezTo>
                      <a:pt x="403" y="805"/>
                      <a:pt x="403" y="805"/>
                      <a:pt x="403" y="805"/>
                    </a:cubicBezTo>
                    <a:cubicBezTo>
                      <a:pt x="281" y="805"/>
                      <a:pt x="281" y="805"/>
                      <a:pt x="281" y="805"/>
                    </a:cubicBezTo>
                    <a:cubicBezTo>
                      <a:pt x="268" y="805"/>
                      <a:pt x="258" y="796"/>
                      <a:pt x="258" y="783"/>
                    </a:cubicBezTo>
                    <a:cubicBezTo>
                      <a:pt x="258" y="782"/>
                      <a:pt x="258" y="782"/>
                      <a:pt x="258" y="782"/>
                    </a:cubicBezTo>
                    <a:cubicBezTo>
                      <a:pt x="258" y="777"/>
                      <a:pt x="258" y="777"/>
                      <a:pt x="258" y="777"/>
                    </a:cubicBezTo>
                    <a:cubicBezTo>
                      <a:pt x="378" y="204"/>
                      <a:pt x="378" y="204"/>
                      <a:pt x="378" y="204"/>
                    </a:cubicBezTo>
                    <a:cubicBezTo>
                      <a:pt x="381" y="189"/>
                      <a:pt x="397" y="176"/>
                      <a:pt x="413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9" y="143"/>
                      <a:pt x="509" y="143"/>
                      <a:pt x="509" y="143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15" y="130"/>
                      <a:pt x="515" y="130"/>
                      <a:pt x="515" y="130"/>
                    </a:cubicBezTo>
                    <a:cubicBezTo>
                      <a:pt x="516" y="128"/>
                      <a:pt x="516" y="128"/>
                      <a:pt x="516" y="128"/>
                    </a:cubicBezTo>
                    <a:cubicBezTo>
                      <a:pt x="517" y="128"/>
                      <a:pt x="517" y="128"/>
                      <a:pt x="517" y="128"/>
                    </a:cubicBezTo>
                    <a:cubicBezTo>
                      <a:pt x="517" y="127"/>
                      <a:pt x="517" y="127"/>
                      <a:pt x="517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55" y="115"/>
                      <a:pt x="555" y="115"/>
                      <a:pt x="555" y="115"/>
                    </a:cubicBezTo>
                    <a:cubicBezTo>
                      <a:pt x="557" y="115"/>
                      <a:pt x="557" y="115"/>
                      <a:pt x="557" y="115"/>
                    </a:cubicBezTo>
                    <a:cubicBezTo>
                      <a:pt x="557" y="0"/>
                      <a:pt x="557" y="0"/>
                      <a:pt x="557" y="0"/>
                    </a:cubicBezTo>
                    <a:lnTo>
                      <a:pt x="555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5" name="Freeform 8"/>
              <p:cNvSpPr>
                <a:spLocks noSelect="1"/>
              </p:cNvSpPr>
              <p:nvPr userDrawn="1"/>
            </p:nvSpPr>
            <p:spPr bwMode="gray">
              <a:xfrm>
                <a:off x="1077595" y="429895"/>
                <a:ext cx="386715" cy="414020"/>
              </a:xfrm>
              <a:custGeom>
                <a:avLst/>
                <a:gdLst>
                  <a:gd name="T0" fmla="*/ 770 w 1219"/>
                  <a:gd name="T1" fmla="*/ 928 h 1304"/>
                  <a:gd name="T2" fmla="*/ 350 w 1219"/>
                  <a:gd name="T3" fmla="*/ 929 h 1304"/>
                  <a:gd name="T4" fmla="*/ 38 w 1219"/>
                  <a:gd name="T5" fmla="*/ 955 h 1304"/>
                  <a:gd name="T6" fmla="*/ 30 w 1219"/>
                  <a:gd name="T7" fmla="*/ 956 h 1304"/>
                  <a:gd name="T8" fmla="*/ 481 w 1219"/>
                  <a:gd name="T9" fmla="*/ 1304 h 1304"/>
                  <a:gd name="T10" fmla="*/ 734 w 1219"/>
                  <a:gd name="T11" fmla="*/ 1265 h 1304"/>
                  <a:gd name="T12" fmla="*/ 744 w 1219"/>
                  <a:gd name="T13" fmla="*/ 1259 h 1304"/>
                  <a:gd name="T14" fmla="*/ 755 w 1219"/>
                  <a:gd name="T15" fmla="*/ 1253 h 1304"/>
                  <a:gd name="T16" fmla="*/ 765 w 1219"/>
                  <a:gd name="T17" fmla="*/ 1247 h 1304"/>
                  <a:gd name="T18" fmla="*/ 776 w 1219"/>
                  <a:gd name="T19" fmla="*/ 1241 h 1304"/>
                  <a:gd name="T20" fmla="*/ 786 w 1219"/>
                  <a:gd name="T21" fmla="*/ 1235 h 1304"/>
                  <a:gd name="T22" fmla="*/ 797 w 1219"/>
                  <a:gd name="T23" fmla="*/ 1228 h 1304"/>
                  <a:gd name="T24" fmla="*/ 806 w 1219"/>
                  <a:gd name="T25" fmla="*/ 1222 h 1304"/>
                  <a:gd name="T26" fmla="*/ 816 w 1219"/>
                  <a:gd name="T27" fmla="*/ 1215 h 1304"/>
                  <a:gd name="T28" fmla="*/ 826 w 1219"/>
                  <a:gd name="T29" fmla="*/ 1209 h 1304"/>
                  <a:gd name="T30" fmla="*/ 836 w 1219"/>
                  <a:gd name="T31" fmla="*/ 1202 h 1304"/>
                  <a:gd name="T32" fmla="*/ 846 w 1219"/>
                  <a:gd name="T33" fmla="*/ 1195 h 1304"/>
                  <a:gd name="T34" fmla="*/ 856 w 1219"/>
                  <a:gd name="T35" fmla="*/ 1188 h 1304"/>
                  <a:gd name="T36" fmla="*/ 870 w 1219"/>
                  <a:gd name="T37" fmla="*/ 1177 h 1304"/>
                  <a:gd name="T38" fmla="*/ 879 w 1219"/>
                  <a:gd name="T39" fmla="*/ 1169 h 1304"/>
                  <a:gd name="T40" fmla="*/ 898 w 1219"/>
                  <a:gd name="T41" fmla="*/ 1154 h 1304"/>
                  <a:gd name="T42" fmla="*/ 942 w 1219"/>
                  <a:gd name="T43" fmla="*/ 1114 h 1304"/>
                  <a:gd name="T44" fmla="*/ 955 w 1219"/>
                  <a:gd name="T45" fmla="*/ 1101 h 1304"/>
                  <a:gd name="T46" fmla="*/ 964 w 1219"/>
                  <a:gd name="T47" fmla="*/ 1092 h 1304"/>
                  <a:gd name="T48" fmla="*/ 972 w 1219"/>
                  <a:gd name="T49" fmla="*/ 1084 h 1304"/>
                  <a:gd name="T50" fmla="*/ 981 w 1219"/>
                  <a:gd name="T51" fmla="*/ 1075 h 1304"/>
                  <a:gd name="T52" fmla="*/ 990 w 1219"/>
                  <a:gd name="T53" fmla="*/ 1064 h 1304"/>
                  <a:gd name="T54" fmla="*/ 1206 w 1219"/>
                  <a:gd name="T55" fmla="*/ 617 h 1304"/>
                  <a:gd name="T56" fmla="*/ 1207 w 1219"/>
                  <a:gd name="T57" fmla="*/ 609 h 1304"/>
                  <a:gd name="T58" fmla="*/ 1209 w 1219"/>
                  <a:gd name="T59" fmla="*/ 594 h 1304"/>
                  <a:gd name="T60" fmla="*/ 1211 w 1219"/>
                  <a:gd name="T61" fmla="*/ 585 h 1304"/>
                  <a:gd name="T62" fmla="*/ 1212 w 1219"/>
                  <a:gd name="T63" fmla="*/ 570 h 1304"/>
                  <a:gd name="T64" fmla="*/ 1213 w 1219"/>
                  <a:gd name="T65" fmla="*/ 561 h 1304"/>
                  <a:gd name="T66" fmla="*/ 1215 w 1219"/>
                  <a:gd name="T67" fmla="*/ 551 h 1304"/>
                  <a:gd name="T68" fmla="*/ 1215 w 1219"/>
                  <a:gd name="T69" fmla="*/ 542 h 1304"/>
                  <a:gd name="T70" fmla="*/ 1216 w 1219"/>
                  <a:gd name="T71" fmla="*/ 532 h 1304"/>
                  <a:gd name="T72" fmla="*/ 1217 w 1219"/>
                  <a:gd name="T73" fmla="*/ 522 h 1304"/>
                  <a:gd name="T74" fmla="*/ 1217 w 1219"/>
                  <a:gd name="T75" fmla="*/ 513 h 1304"/>
                  <a:gd name="T76" fmla="*/ 1218 w 1219"/>
                  <a:gd name="T77" fmla="*/ 502 h 1304"/>
                  <a:gd name="T78" fmla="*/ 1218 w 1219"/>
                  <a:gd name="T79" fmla="*/ 493 h 1304"/>
                  <a:gd name="T80" fmla="*/ 1218 w 1219"/>
                  <a:gd name="T81" fmla="*/ 483 h 1304"/>
                  <a:gd name="T82" fmla="*/ 1219 w 1219"/>
                  <a:gd name="T83" fmla="*/ 473 h 1304"/>
                  <a:gd name="T84" fmla="*/ 1219 w 1219"/>
                  <a:gd name="T85" fmla="*/ 459 h 1304"/>
                  <a:gd name="T86" fmla="*/ 1218 w 1219"/>
                  <a:gd name="T87" fmla="*/ 447 h 1304"/>
                  <a:gd name="T88" fmla="*/ 1218 w 1219"/>
                  <a:gd name="T89" fmla="*/ 436 h 1304"/>
                  <a:gd name="T90" fmla="*/ 1218 w 1219"/>
                  <a:gd name="T91" fmla="*/ 424 h 1304"/>
                  <a:gd name="T92" fmla="*/ 1217 w 1219"/>
                  <a:gd name="T93" fmla="*/ 413 h 1304"/>
                  <a:gd name="T94" fmla="*/ 1216 w 1219"/>
                  <a:gd name="T95" fmla="*/ 402 h 1304"/>
                  <a:gd name="T96" fmla="*/ 1216 w 1219"/>
                  <a:gd name="T97" fmla="*/ 391 h 1304"/>
                  <a:gd name="T98" fmla="*/ 1215 w 1219"/>
                  <a:gd name="T99" fmla="*/ 380 h 1304"/>
                  <a:gd name="T100" fmla="*/ 1214 w 1219"/>
                  <a:gd name="T101" fmla="*/ 369 h 1304"/>
                  <a:gd name="T102" fmla="*/ 1212 w 1219"/>
                  <a:gd name="T103" fmla="*/ 353 h 1304"/>
                  <a:gd name="T104" fmla="*/ 1210 w 1219"/>
                  <a:gd name="T105" fmla="*/ 342 h 1304"/>
                  <a:gd name="T106" fmla="*/ 1209 w 1219"/>
                  <a:gd name="T107" fmla="*/ 331 h 1304"/>
                  <a:gd name="T108" fmla="*/ 1207 w 1219"/>
                  <a:gd name="T109" fmla="*/ 320 h 1304"/>
                  <a:gd name="T110" fmla="*/ 1193 w 1219"/>
                  <a:gd name="T111" fmla="*/ 248 h 1304"/>
                  <a:gd name="T112" fmla="*/ 1187 w 1219"/>
                  <a:gd name="T113" fmla="*/ 226 h 1304"/>
                  <a:gd name="T114" fmla="*/ 1184 w 1219"/>
                  <a:gd name="T115" fmla="*/ 215 h 1304"/>
                  <a:gd name="T116" fmla="*/ 1181 w 1219"/>
                  <a:gd name="T117" fmla="*/ 204 h 1304"/>
                  <a:gd name="T118" fmla="*/ 1177 w 1219"/>
                  <a:gd name="T119" fmla="*/ 193 h 1304"/>
                  <a:gd name="T120" fmla="*/ 1174 w 1219"/>
                  <a:gd name="T121" fmla="*/ 182 h 1304"/>
                  <a:gd name="T122" fmla="*/ 1090 w 1219"/>
                  <a:gd name="T123" fmla="*/ 0 h 1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219" h="1304">
                    <a:moveTo>
                      <a:pt x="1126" y="206"/>
                    </a:moveTo>
                    <a:cubicBezTo>
                      <a:pt x="1126" y="329"/>
                      <a:pt x="1089" y="447"/>
                      <a:pt x="1016" y="537"/>
                    </a:cubicBezTo>
                    <a:cubicBezTo>
                      <a:pt x="972" y="592"/>
                      <a:pt x="902" y="646"/>
                      <a:pt x="820" y="685"/>
                    </a:cubicBezTo>
                    <a:cubicBezTo>
                      <a:pt x="770" y="928"/>
                      <a:pt x="770" y="928"/>
                      <a:pt x="770" y="928"/>
                    </a:cubicBezTo>
                    <a:cubicBezTo>
                      <a:pt x="767" y="943"/>
                      <a:pt x="751" y="956"/>
                      <a:pt x="736" y="956"/>
                    </a:cubicBezTo>
                    <a:cubicBezTo>
                      <a:pt x="493" y="956"/>
                      <a:pt x="493" y="956"/>
                      <a:pt x="493" y="956"/>
                    </a:cubicBezTo>
                    <a:cubicBezTo>
                      <a:pt x="399" y="956"/>
                      <a:pt x="399" y="956"/>
                      <a:pt x="399" y="956"/>
                    </a:cubicBezTo>
                    <a:cubicBezTo>
                      <a:pt x="381" y="956"/>
                      <a:pt x="359" y="944"/>
                      <a:pt x="350" y="929"/>
                    </a:cubicBezTo>
                    <a:cubicBezTo>
                      <a:pt x="131" y="590"/>
                      <a:pt x="131" y="590"/>
                      <a:pt x="131" y="590"/>
                    </a:cubicBezTo>
                    <a:cubicBezTo>
                      <a:pt x="63" y="929"/>
                      <a:pt x="63" y="929"/>
                      <a:pt x="63" y="929"/>
                    </a:cubicBezTo>
                    <a:cubicBezTo>
                      <a:pt x="60" y="941"/>
                      <a:pt x="50" y="951"/>
                      <a:pt x="38" y="955"/>
                    </a:cubicBezTo>
                    <a:cubicBezTo>
                      <a:pt x="38" y="955"/>
                      <a:pt x="38" y="955"/>
                      <a:pt x="38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0" y="956"/>
                      <a:pt x="30" y="956"/>
                      <a:pt x="30" y="956"/>
                    </a:cubicBezTo>
                    <a:cubicBezTo>
                      <a:pt x="29" y="956"/>
                      <a:pt x="29" y="956"/>
                      <a:pt x="29" y="956"/>
                    </a:cubicBezTo>
                    <a:cubicBezTo>
                      <a:pt x="0" y="956"/>
                      <a:pt x="0" y="956"/>
                      <a:pt x="0" y="956"/>
                    </a:cubicBezTo>
                    <a:cubicBezTo>
                      <a:pt x="0" y="1121"/>
                      <a:pt x="176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556" y="1304"/>
                      <a:pt x="638" y="1293"/>
                      <a:pt x="728" y="1268"/>
                    </a:cubicBezTo>
                    <a:cubicBezTo>
                      <a:pt x="732" y="1265"/>
                      <a:pt x="732" y="1265"/>
                      <a:pt x="732" y="1265"/>
                    </a:cubicBezTo>
                    <a:cubicBezTo>
                      <a:pt x="734" y="1265"/>
                      <a:pt x="734" y="1265"/>
                      <a:pt x="734" y="1265"/>
                    </a:cubicBezTo>
                    <a:cubicBezTo>
                      <a:pt x="738" y="1262"/>
                      <a:pt x="738" y="1262"/>
                      <a:pt x="738" y="1262"/>
                    </a:cubicBezTo>
                    <a:cubicBezTo>
                      <a:pt x="739" y="1262"/>
                      <a:pt x="739" y="1262"/>
                      <a:pt x="739" y="1262"/>
                    </a:cubicBezTo>
                    <a:cubicBezTo>
                      <a:pt x="743" y="1260"/>
                      <a:pt x="743" y="1260"/>
                      <a:pt x="743" y="1260"/>
                    </a:cubicBezTo>
                    <a:cubicBezTo>
                      <a:pt x="744" y="1259"/>
                      <a:pt x="744" y="1259"/>
                      <a:pt x="744" y="1259"/>
                    </a:cubicBezTo>
                    <a:cubicBezTo>
                      <a:pt x="749" y="1257"/>
                      <a:pt x="749" y="1257"/>
                      <a:pt x="749" y="1257"/>
                    </a:cubicBezTo>
                    <a:cubicBezTo>
                      <a:pt x="750" y="1256"/>
                      <a:pt x="750" y="1256"/>
                      <a:pt x="750" y="1256"/>
                    </a:cubicBezTo>
                    <a:cubicBezTo>
                      <a:pt x="754" y="1254"/>
                      <a:pt x="754" y="1254"/>
                      <a:pt x="754" y="1254"/>
                    </a:cubicBezTo>
                    <a:cubicBezTo>
                      <a:pt x="755" y="1253"/>
                      <a:pt x="755" y="1253"/>
                      <a:pt x="755" y="1253"/>
                    </a:cubicBezTo>
                    <a:cubicBezTo>
                      <a:pt x="759" y="1251"/>
                      <a:pt x="759" y="1251"/>
                      <a:pt x="759" y="1251"/>
                    </a:cubicBezTo>
                    <a:cubicBezTo>
                      <a:pt x="760" y="1250"/>
                      <a:pt x="760" y="1250"/>
                      <a:pt x="760" y="1250"/>
                    </a:cubicBezTo>
                    <a:cubicBezTo>
                      <a:pt x="765" y="1248"/>
                      <a:pt x="765" y="1248"/>
                      <a:pt x="765" y="1248"/>
                    </a:cubicBezTo>
                    <a:cubicBezTo>
                      <a:pt x="765" y="1247"/>
                      <a:pt x="765" y="1247"/>
                      <a:pt x="765" y="1247"/>
                    </a:cubicBezTo>
                    <a:cubicBezTo>
                      <a:pt x="769" y="1245"/>
                      <a:pt x="769" y="1245"/>
                      <a:pt x="769" y="1245"/>
                    </a:cubicBezTo>
                    <a:cubicBezTo>
                      <a:pt x="771" y="1244"/>
                      <a:pt x="771" y="1244"/>
                      <a:pt x="771" y="1244"/>
                    </a:cubicBezTo>
                    <a:cubicBezTo>
                      <a:pt x="775" y="1242"/>
                      <a:pt x="775" y="1242"/>
                      <a:pt x="775" y="1242"/>
                    </a:cubicBezTo>
                    <a:cubicBezTo>
                      <a:pt x="776" y="1241"/>
                      <a:pt x="776" y="1241"/>
                      <a:pt x="776" y="1241"/>
                    </a:cubicBezTo>
                    <a:cubicBezTo>
                      <a:pt x="780" y="1239"/>
                      <a:pt x="780" y="1239"/>
                      <a:pt x="780" y="1239"/>
                    </a:cubicBezTo>
                    <a:cubicBezTo>
                      <a:pt x="781" y="1238"/>
                      <a:pt x="781" y="1238"/>
                      <a:pt x="781" y="1238"/>
                    </a:cubicBezTo>
                    <a:cubicBezTo>
                      <a:pt x="785" y="1236"/>
                      <a:pt x="785" y="1236"/>
                      <a:pt x="785" y="1236"/>
                    </a:cubicBezTo>
                    <a:cubicBezTo>
                      <a:pt x="786" y="1235"/>
                      <a:pt x="786" y="1235"/>
                      <a:pt x="786" y="1235"/>
                    </a:cubicBezTo>
                    <a:cubicBezTo>
                      <a:pt x="790" y="1232"/>
                      <a:pt x="790" y="1232"/>
                      <a:pt x="790" y="1232"/>
                    </a:cubicBezTo>
                    <a:cubicBezTo>
                      <a:pt x="791" y="1232"/>
                      <a:pt x="791" y="1232"/>
                      <a:pt x="791" y="1232"/>
                    </a:cubicBezTo>
                    <a:cubicBezTo>
                      <a:pt x="795" y="1229"/>
                      <a:pt x="795" y="1229"/>
                      <a:pt x="795" y="1229"/>
                    </a:cubicBezTo>
                    <a:cubicBezTo>
                      <a:pt x="797" y="1228"/>
                      <a:pt x="797" y="1228"/>
                      <a:pt x="797" y="1228"/>
                    </a:cubicBezTo>
                    <a:cubicBezTo>
                      <a:pt x="801" y="1226"/>
                      <a:pt x="801" y="1226"/>
                      <a:pt x="801" y="1226"/>
                    </a:cubicBezTo>
                    <a:cubicBezTo>
                      <a:pt x="802" y="1225"/>
                      <a:pt x="802" y="1225"/>
                      <a:pt x="802" y="1225"/>
                    </a:cubicBezTo>
                    <a:cubicBezTo>
                      <a:pt x="805" y="1223"/>
                      <a:pt x="805" y="1223"/>
                      <a:pt x="805" y="1223"/>
                    </a:cubicBezTo>
                    <a:cubicBezTo>
                      <a:pt x="806" y="1222"/>
                      <a:pt x="806" y="1222"/>
                      <a:pt x="806" y="1222"/>
                    </a:cubicBezTo>
                    <a:cubicBezTo>
                      <a:pt x="811" y="1219"/>
                      <a:pt x="811" y="1219"/>
                      <a:pt x="811" y="1219"/>
                    </a:cubicBezTo>
                    <a:cubicBezTo>
                      <a:pt x="812" y="1219"/>
                      <a:pt x="812" y="1219"/>
                      <a:pt x="812" y="1219"/>
                    </a:cubicBezTo>
                    <a:cubicBezTo>
                      <a:pt x="815" y="1216"/>
                      <a:pt x="815" y="1216"/>
                      <a:pt x="815" y="1216"/>
                    </a:cubicBezTo>
                    <a:cubicBezTo>
                      <a:pt x="816" y="1215"/>
                      <a:pt x="816" y="1215"/>
                      <a:pt x="816" y="1215"/>
                    </a:cubicBezTo>
                    <a:cubicBezTo>
                      <a:pt x="821" y="1213"/>
                      <a:pt x="821" y="1213"/>
                      <a:pt x="821" y="1213"/>
                    </a:cubicBezTo>
                    <a:cubicBezTo>
                      <a:pt x="822" y="1212"/>
                      <a:pt x="822" y="1212"/>
                      <a:pt x="822" y="1212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31" y="1206"/>
                      <a:pt x="831" y="1206"/>
                      <a:pt x="831" y="1206"/>
                    </a:cubicBezTo>
                    <a:cubicBezTo>
                      <a:pt x="831" y="1205"/>
                      <a:pt x="831" y="1205"/>
                      <a:pt x="831" y="1205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40" y="1199"/>
                      <a:pt x="840" y="1199"/>
                      <a:pt x="840" y="1199"/>
                    </a:cubicBezTo>
                    <a:cubicBezTo>
                      <a:pt x="841" y="1198"/>
                      <a:pt x="841" y="1198"/>
                      <a:pt x="841" y="1198"/>
                    </a:cubicBezTo>
                    <a:cubicBezTo>
                      <a:pt x="845" y="1195"/>
                      <a:pt x="845" y="1195"/>
                      <a:pt x="845" y="1195"/>
                    </a:cubicBezTo>
                    <a:cubicBezTo>
                      <a:pt x="846" y="1195"/>
                      <a:pt x="846" y="1195"/>
                      <a:pt x="846" y="1195"/>
                    </a:cubicBezTo>
                    <a:cubicBezTo>
                      <a:pt x="850" y="1192"/>
                      <a:pt x="850" y="1192"/>
                      <a:pt x="850" y="1192"/>
                    </a:cubicBezTo>
                    <a:cubicBezTo>
                      <a:pt x="851" y="1191"/>
                      <a:pt x="851" y="1191"/>
                      <a:pt x="851" y="1191"/>
                    </a:cubicBezTo>
                    <a:cubicBezTo>
                      <a:pt x="855" y="1188"/>
                      <a:pt x="855" y="1188"/>
                      <a:pt x="855" y="1188"/>
                    </a:cubicBezTo>
                    <a:cubicBezTo>
                      <a:pt x="856" y="1188"/>
                      <a:pt x="856" y="1188"/>
                      <a:pt x="856" y="1188"/>
                    </a:cubicBezTo>
                    <a:cubicBezTo>
                      <a:pt x="865" y="1181"/>
                      <a:pt x="865" y="1181"/>
                      <a:pt x="865" y="1181"/>
                    </a:cubicBezTo>
                    <a:cubicBezTo>
                      <a:pt x="865" y="1180"/>
                      <a:pt x="865" y="1180"/>
                      <a:pt x="865" y="1180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4" y="1173"/>
                      <a:pt x="874" y="1173"/>
                      <a:pt x="874" y="1173"/>
                    </a:cubicBezTo>
                    <a:cubicBezTo>
                      <a:pt x="875" y="1173"/>
                      <a:pt x="875" y="1173"/>
                      <a:pt x="875" y="1173"/>
                    </a:cubicBezTo>
                    <a:cubicBezTo>
                      <a:pt x="879" y="1170"/>
                      <a:pt x="879" y="1170"/>
                      <a:pt x="879" y="1170"/>
                    </a:cubicBezTo>
                    <a:cubicBezTo>
                      <a:pt x="879" y="1169"/>
                      <a:pt x="879" y="1169"/>
                      <a:pt x="879" y="1169"/>
                    </a:cubicBezTo>
                    <a:cubicBezTo>
                      <a:pt x="888" y="1162"/>
                      <a:pt x="888" y="1162"/>
                      <a:pt x="888" y="1162"/>
                    </a:cubicBezTo>
                    <a:cubicBezTo>
                      <a:pt x="889" y="1162"/>
                      <a:pt x="889" y="1162"/>
                      <a:pt x="889" y="1162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911" y="1143"/>
                      <a:pt x="911" y="1143"/>
                      <a:pt x="911" y="1143"/>
                    </a:cubicBezTo>
                    <a:cubicBezTo>
                      <a:pt x="911" y="1142"/>
                      <a:pt x="911" y="1142"/>
                      <a:pt x="911" y="1142"/>
                    </a:cubicBezTo>
                    <a:cubicBezTo>
                      <a:pt x="922" y="1133"/>
                      <a:pt x="932" y="1124"/>
                      <a:pt x="942" y="1114"/>
                    </a:cubicBezTo>
                    <a:cubicBezTo>
                      <a:pt x="942" y="1114"/>
                      <a:pt x="942" y="1114"/>
                      <a:pt x="942" y="1114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9" y="1097"/>
                      <a:pt x="959" y="1097"/>
                      <a:pt x="959" y="1097"/>
                    </a:cubicBezTo>
                    <a:cubicBezTo>
                      <a:pt x="960" y="1097"/>
                      <a:pt x="960" y="1097"/>
                      <a:pt x="960" y="1097"/>
                    </a:cubicBezTo>
                    <a:cubicBezTo>
                      <a:pt x="963" y="1093"/>
                      <a:pt x="963" y="1093"/>
                      <a:pt x="963" y="1093"/>
                    </a:cubicBezTo>
                    <a:cubicBezTo>
                      <a:pt x="964" y="1092"/>
                      <a:pt x="964" y="1092"/>
                      <a:pt x="964" y="1092"/>
                    </a:cubicBezTo>
                    <a:cubicBezTo>
                      <a:pt x="967" y="1089"/>
                      <a:pt x="967" y="1089"/>
                      <a:pt x="967" y="1089"/>
                    </a:cubicBezTo>
                    <a:cubicBezTo>
                      <a:pt x="968" y="1088"/>
                      <a:pt x="968" y="1088"/>
                      <a:pt x="968" y="1088"/>
                    </a:cubicBezTo>
                    <a:cubicBezTo>
                      <a:pt x="971" y="1085"/>
                      <a:pt x="971" y="1085"/>
                      <a:pt x="971" y="1085"/>
                    </a:cubicBezTo>
                    <a:cubicBezTo>
                      <a:pt x="972" y="1084"/>
                      <a:pt x="972" y="1084"/>
                      <a:pt x="972" y="1084"/>
                    </a:cubicBezTo>
                    <a:cubicBezTo>
                      <a:pt x="976" y="1080"/>
                      <a:pt x="976" y="1080"/>
                      <a:pt x="976" y="1080"/>
                    </a:cubicBezTo>
                    <a:cubicBezTo>
                      <a:pt x="977" y="1079"/>
                      <a:pt x="977" y="1079"/>
                      <a:pt x="977" y="1079"/>
                    </a:cubicBezTo>
                    <a:cubicBezTo>
                      <a:pt x="979" y="1076"/>
                      <a:pt x="979" y="1076"/>
                      <a:pt x="979" y="1076"/>
                    </a:cubicBezTo>
                    <a:cubicBezTo>
                      <a:pt x="981" y="1075"/>
                      <a:pt x="981" y="1075"/>
                      <a:pt x="981" y="1075"/>
                    </a:cubicBezTo>
                    <a:cubicBezTo>
                      <a:pt x="984" y="1072"/>
                      <a:pt x="984" y="1072"/>
                      <a:pt x="984" y="1072"/>
                    </a:cubicBezTo>
                    <a:cubicBezTo>
                      <a:pt x="985" y="1070"/>
                      <a:pt x="985" y="1070"/>
                      <a:pt x="985" y="1070"/>
                    </a:cubicBezTo>
                    <a:cubicBezTo>
                      <a:pt x="987" y="1068"/>
                      <a:pt x="987" y="1068"/>
                      <a:pt x="987" y="1068"/>
                    </a:cubicBezTo>
                    <a:cubicBezTo>
                      <a:pt x="990" y="1064"/>
                      <a:pt x="990" y="1064"/>
                      <a:pt x="990" y="1064"/>
                    </a:cubicBezTo>
                    <a:cubicBezTo>
                      <a:pt x="991" y="1063"/>
                      <a:pt x="991" y="1063"/>
                      <a:pt x="991" y="1063"/>
                    </a:cubicBezTo>
                    <a:cubicBezTo>
                      <a:pt x="994" y="1061"/>
                      <a:pt x="994" y="1061"/>
                      <a:pt x="994" y="1061"/>
                    </a:cubicBezTo>
                    <a:cubicBezTo>
                      <a:pt x="994" y="1060"/>
                      <a:pt x="994" y="1060"/>
                      <a:pt x="994" y="1060"/>
                    </a:cubicBezTo>
                    <a:cubicBezTo>
                      <a:pt x="1102" y="937"/>
                      <a:pt x="1177" y="785"/>
                      <a:pt x="1206" y="617"/>
                    </a:cubicBezTo>
                    <a:cubicBezTo>
                      <a:pt x="1206" y="617"/>
                      <a:pt x="1206" y="617"/>
                      <a:pt x="1206" y="617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4"/>
                      <a:pt x="1209" y="594"/>
                      <a:pt x="1209" y="594"/>
                    </a:cubicBezTo>
                    <a:cubicBezTo>
                      <a:pt x="1210" y="593"/>
                      <a:pt x="1210" y="593"/>
                      <a:pt x="1210" y="593"/>
                    </a:cubicBezTo>
                    <a:cubicBezTo>
                      <a:pt x="1210" y="589"/>
                      <a:pt x="1210" y="589"/>
                      <a:pt x="1210" y="589"/>
                    </a:cubicBezTo>
                    <a:cubicBezTo>
                      <a:pt x="1210" y="588"/>
                      <a:pt x="1210" y="588"/>
                      <a:pt x="1210" y="588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2" y="574"/>
                      <a:pt x="1212" y="574"/>
                      <a:pt x="1212" y="574"/>
                    </a:cubicBezTo>
                    <a:cubicBezTo>
                      <a:pt x="1212" y="573"/>
                      <a:pt x="1212" y="573"/>
                      <a:pt x="1212" y="573"/>
                    </a:cubicBezTo>
                    <a:cubicBezTo>
                      <a:pt x="1212" y="570"/>
                      <a:pt x="1212" y="570"/>
                      <a:pt x="1212" y="570"/>
                    </a:cubicBezTo>
                    <a:cubicBezTo>
                      <a:pt x="1213" y="568"/>
                      <a:pt x="1213" y="568"/>
                      <a:pt x="1213" y="568"/>
                    </a:cubicBezTo>
                    <a:cubicBezTo>
                      <a:pt x="1213" y="566"/>
                      <a:pt x="1213" y="566"/>
                      <a:pt x="1213" y="566"/>
                    </a:cubicBezTo>
                    <a:cubicBezTo>
                      <a:pt x="1213" y="564"/>
                      <a:pt x="1213" y="564"/>
                      <a:pt x="1213" y="564"/>
                    </a:cubicBezTo>
                    <a:cubicBezTo>
                      <a:pt x="1213" y="561"/>
                      <a:pt x="1213" y="561"/>
                      <a:pt x="1213" y="561"/>
                    </a:cubicBezTo>
                    <a:cubicBezTo>
                      <a:pt x="1214" y="560"/>
                      <a:pt x="1214" y="560"/>
                      <a:pt x="1214" y="560"/>
                    </a:cubicBezTo>
                    <a:cubicBezTo>
                      <a:pt x="1214" y="555"/>
                      <a:pt x="1214" y="555"/>
                      <a:pt x="1214" y="555"/>
                    </a:cubicBezTo>
                    <a:cubicBezTo>
                      <a:pt x="1214" y="553"/>
                      <a:pt x="1214" y="553"/>
                      <a:pt x="1214" y="553"/>
                    </a:cubicBezTo>
                    <a:cubicBezTo>
                      <a:pt x="1215" y="551"/>
                      <a:pt x="1215" y="551"/>
                      <a:pt x="1215" y="551"/>
                    </a:cubicBezTo>
                    <a:cubicBezTo>
                      <a:pt x="1215" y="549"/>
                      <a:pt x="1215" y="549"/>
                      <a:pt x="1215" y="549"/>
                    </a:cubicBezTo>
                    <a:cubicBezTo>
                      <a:pt x="1215" y="546"/>
                      <a:pt x="1215" y="546"/>
                      <a:pt x="1215" y="546"/>
                    </a:cubicBezTo>
                    <a:cubicBezTo>
                      <a:pt x="1215" y="544"/>
                      <a:pt x="1215" y="544"/>
                      <a:pt x="1215" y="544"/>
                    </a:cubicBezTo>
                    <a:cubicBezTo>
                      <a:pt x="1215" y="542"/>
                      <a:pt x="1215" y="542"/>
                      <a:pt x="1215" y="542"/>
                    </a:cubicBezTo>
                    <a:cubicBezTo>
                      <a:pt x="1215" y="540"/>
                      <a:pt x="1215" y="540"/>
                      <a:pt x="1215" y="540"/>
                    </a:cubicBezTo>
                    <a:cubicBezTo>
                      <a:pt x="1216" y="537"/>
                      <a:pt x="1216" y="537"/>
                      <a:pt x="1216" y="537"/>
                    </a:cubicBezTo>
                    <a:cubicBezTo>
                      <a:pt x="1216" y="534"/>
                      <a:pt x="1216" y="534"/>
                      <a:pt x="1216" y="534"/>
                    </a:cubicBezTo>
                    <a:cubicBezTo>
                      <a:pt x="1216" y="532"/>
                      <a:pt x="1216" y="532"/>
                      <a:pt x="1216" y="532"/>
                    </a:cubicBezTo>
                    <a:cubicBezTo>
                      <a:pt x="1216" y="529"/>
                      <a:pt x="1216" y="529"/>
                      <a:pt x="1216" y="529"/>
                    </a:cubicBezTo>
                    <a:cubicBezTo>
                      <a:pt x="1216" y="527"/>
                      <a:pt x="1216" y="527"/>
                      <a:pt x="1216" y="527"/>
                    </a:cubicBezTo>
                    <a:cubicBezTo>
                      <a:pt x="1217" y="524"/>
                      <a:pt x="1217" y="524"/>
                      <a:pt x="1217" y="524"/>
                    </a:cubicBezTo>
                    <a:cubicBezTo>
                      <a:pt x="1217" y="522"/>
                      <a:pt x="1217" y="522"/>
                      <a:pt x="1217" y="522"/>
                    </a:cubicBezTo>
                    <a:cubicBezTo>
                      <a:pt x="1217" y="520"/>
                      <a:pt x="1217" y="520"/>
                      <a:pt x="1217" y="520"/>
                    </a:cubicBezTo>
                    <a:cubicBezTo>
                      <a:pt x="1217" y="518"/>
                      <a:pt x="1217" y="518"/>
                      <a:pt x="1217" y="518"/>
                    </a:cubicBezTo>
                    <a:cubicBezTo>
                      <a:pt x="1217" y="515"/>
                      <a:pt x="1217" y="515"/>
                      <a:pt x="1217" y="515"/>
                    </a:cubicBezTo>
                    <a:cubicBezTo>
                      <a:pt x="1217" y="513"/>
                      <a:pt x="1217" y="513"/>
                      <a:pt x="1217" y="513"/>
                    </a:cubicBezTo>
                    <a:cubicBezTo>
                      <a:pt x="1218" y="509"/>
                      <a:pt x="1218" y="509"/>
                      <a:pt x="1218" y="509"/>
                    </a:cubicBezTo>
                    <a:cubicBezTo>
                      <a:pt x="1218" y="507"/>
                      <a:pt x="1218" y="507"/>
                      <a:pt x="1218" y="507"/>
                    </a:cubicBezTo>
                    <a:cubicBezTo>
                      <a:pt x="1218" y="504"/>
                      <a:pt x="1218" y="504"/>
                      <a:pt x="1218" y="504"/>
                    </a:cubicBezTo>
                    <a:cubicBezTo>
                      <a:pt x="1218" y="502"/>
                      <a:pt x="1218" y="502"/>
                      <a:pt x="1218" y="502"/>
                    </a:cubicBezTo>
                    <a:cubicBezTo>
                      <a:pt x="1218" y="500"/>
                      <a:pt x="1218" y="500"/>
                      <a:pt x="1218" y="500"/>
                    </a:cubicBezTo>
                    <a:cubicBezTo>
                      <a:pt x="1218" y="498"/>
                      <a:pt x="1218" y="498"/>
                      <a:pt x="1218" y="498"/>
                    </a:cubicBezTo>
                    <a:cubicBezTo>
                      <a:pt x="1218" y="495"/>
                      <a:pt x="1218" y="495"/>
                      <a:pt x="1218" y="495"/>
                    </a:cubicBezTo>
                    <a:cubicBezTo>
                      <a:pt x="1218" y="493"/>
                      <a:pt x="1218" y="493"/>
                      <a:pt x="1218" y="493"/>
                    </a:cubicBezTo>
                    <a:cubicBezTo>
                      <a:pt x="1218" y="490"/>
                      <a:pt x="1218" y="490"/>
                      <a:pt x="1218" y="490"/>
                    </a:cubicBezTo>
                    <a:cubicBezTo>
                      <a:pt x="1218" y="489"/>
                      <a:pt x="1218" y="489"/>
                      <a:pt x="1218" y="489"/>
                    </a:cubicBezTo>
                    <a:cubicBezTo>
                      <a:pt x="1218" y="484"/>
                      <a:pt x="1218" y="484"/>
                      <a:pt x="1218" y="484"/>
                    </a:cubicBezTo>
                    <a:cubicBezTo>
                      <a:pt x="1218" y="483"/>
                      <a:pt x="1218" y="483"/>
                      <a:pt x="1218" y="483"/>
                    </a:cubicBezTo>
                    <a:cubicBezTo>
                      <a:pt x="1218" y="480"/>
                      <a:pt x="1218" y="480"/>
                      <a:pt x="1218" y="480"/>
                    </a:cubicBezTo>
                    <a:cubicBezTo>
                      <a:pt x="1219" y="478"/>
                      <a:pt x="1219" y="478"/>
                      <a:pt x="1219" y="478"/>
                    </a:cubicBezTo>
                    <a:cubicBezTo>
                      <a:pt x="1219" y="475"/>
                      <a:pt x="1219" y="475"/>
                      <a:pt x="1219" y="475"/>
                    </a:cubicBezTo>
                    <a:cubicBezTo>
                      <a:pt x="1219" y="473"/>
                      <a:pt x="1219" y="473"/>
                      <a:pt x="1219" y="473"/>
                    </a:cubicBezTo>
                    <a:cubicBezTo>
                      <a:pt x="1219" y="470"/>
                      <a:pt x="1219" y="470"/>
                      <a:pt x="1219" y="470"/>
                    </a:cubicBezTo>
                    <a:cubicBezTo>
                      <a:pt x="1219" y="469"/>
                      <a:pt x="1219" y="469"/>
                      <a:pt x="1219" y="469"/>
                    </a:cubicBezTo>
                    <a:cubicBezTo>
                      <a:pt x="1219" y="464"/>
                      <a:pt x="1219" y="464"/>
                      <a:pt x="1219" y="464"/>
                    </a:cubicBezTo>
                    <a:cubicBezTo>
                      <a:pt x="1219" y="459"/>
                      <a:pt x="1219" y="459"/>
                      <a:pt x="1219" y="459"/>
                    </a:cubicBezTo>
                    <a:cubicBezTo>
                      <a:pt x="1219" y="458"/>
                      <a:pt x="1219" y="458"/>
                      <a:pt x="1219" y="458"/>
                    </a:cubicBezTo>
                    <a:cubicBezTo>
                      <a:pt x="1219" y="453"/>
                      <a:pt x="1219" y="453"/>
                      <a:pt x="1219" y="453"/>
                    </a:cubicBezTo>
                    <a:cubicBezTo>
                      <a:pt x="1219" y="452"/>
                      <a:pt x="1219" y="452"/>
                      <a:pt x="1219" y="452"/>
                    </a:cubicBezTo>
                    <a:cubicBezTo>
                      <a:pt x="1218" y="447"/>
                      <a:pt x="1218" y="447"/>
                      <a:pt x="1218" y="447"/>
                    </a:cubicBezTo>
                    <a:cubicBezTo>
                      <a:pt x="1218" y="446"/>
                      <a:pt x="1218" y="446"/>
                      <a:pt x="1218" y="446"/>
                    </a:cubicBezTo>
                    <a:cubicBezTo>
                      <a:pt x="1218" y="442"/>
                      <a:pt x="1218" y="442"/>
                      <a:pt x="1218" y="442"/>
                    </a:cubicBezTo>
                    <a:cubicBezTo>
                      <a:pt x="1218" y="441"/>
                      <a:pt x="1218" y="441"/>
                      <a:pt x="1218" y="441"/>
                    </a:cubicBezTo>
                    <a:cubicBezTo>
                      <a:pt x="1218" y="436"/>
                      <a:pt x="1218" y="436"/>
                      <a:pt x="1218" y="436"/>
                    </a:cubicBezTo>
                    <a:cubicBezTo>
                      <a:pt x="1218" y="434"/>
                      <a:pt x="1218" y="434"/>
                      <a:pt x="1218" y="434"/>
                    </a:cubicBezTo>
                    <a:cubicBezTo>
                      <a:pt x="1218" y="430"/>
                      <a:pt x="1218" y="430"/>
                      <a:pt x="1218" y="430"/>
                    </a:cubicBezTo>
                    <a:cubicBezTo>
                      <a:pt x="1218" y="429"/>
                      <a:pt x="1218" y="429"/>
                      <a:pt x="1218" y="429"/>
                    </a:cubicBezTo>
                    <a:cubicBezTo>
                      <a:pt x="1218" y="424"/>
                      <a:pt x="1218" y="424"/>
                      <a:pt x="1218" y="424"/>
                    </a:cubicBezTo>
                    <a:cubicBezTo>
                      <a:pt x="1218" y="423"/>
                      <a:pt x="1218" y="423"/>
                      <a:pt x="1218" y="423"/>
                    </a:cubicBezTo>
                    <a:cubicBezTo>
                      <a:pt x="1217" y="419"/>
                      <a:pt x="1217" y="419"/>
                      <a:pt x="1217" y="419"/>
                    </a:cubicBezTo>
                    <a:cubicBezTo>
                      <a:pt x="1217" y="417"/>
                      <a:pt x="1217" y="417"/>
                      <a:pt x="1217" y="417"/>
                    </a:cubicBezTo>
                    <a:cubicBezTo>
                      <a:pt x="1217" y="413"/>
                      <a:pt x="1217" y="413"/>
                      <a:pt x="1217" y="413"/>
                    </a:cubicBezTo>
                    <a:cubicBezTo>
                      <a:pt x="1217" y="411"/>
                      <a:pt x="1217" y="411"/>
                      <a:pt x="1217" y="411"/>
                    </a:cubicBezTo>
                    <a:cubicBezTo>
                      <a:pt x="1217" y="408"/>
                      <a:pt x="1217" y="408"/>
                      <a:pt x="1217" y="408"/>
                    </a:cubicBezTo>
                    <a:cubicBezTo>
                      <a:pt x="1217" y="406"/>
                      <a:pt x="1217" y="406"/>
                      <a:pt x="1217" y="406"/>
                    </a:cubicBezTo>
                    <a:cubicBezTo>
                      <a:pt x="1216" y="402"/>
                      <a:pt x="1216" y="402"/>
                      <a:pt x="1216" y="402"/>
                    </a:cubicBezTo>
                    <a:cubicBezTo>
                      <a:pt x="1216" y="400"/>
                      <a:pt x="1216" y="400"/>
                      <a:pt x="1216" y="400"/>
                    </a:cubicBezTo>
                    <a:cubicBezTo>
                      <a:pt x="1216" y="396"/>
                      <a:pt x="1216" y="396"/>
                      <a:pt x="1216" y="396"/>
                    </a:cubicBezTo>
                    <a:cubicBezTo>
                      <a:pt x="1216" y="394"/>
                      <a:pt x="1216" y="394"/>
                      <a:pt x="1216" y="394"/>
                    </a:cubicBezTo>
                    <a:cubicBezTo>
                      <a:pt x="1216" y="391"/>
                      <a:pt x="1216" y="391"/>
                      <a:pt x="1216" y="391"/>
                    </a:cubicBezTo>
                    <a:cubicBezTo>
                      <a:pt x="1215" y="388"/>
                      <a:pt x="1215" y="388"/>
                      <a:pt x="1215" y="388"/>
                    </a:cubicBezTo>
                    <a:cubicBezTo>
                      <a:pt x="1215" y="385"/>
                      <a:pt x="1215" y="385"/>
                      <a:pt x="1215" y="385"/>
                    </a:cubicBezTo>
                    <a:cubicBezTo>
                      <a:pt x="1215" y="383"/>
                      <a:pt x="1215" y="383"/>
                      <a:pt x="1215" y="383"/>
                    </a:cubicBezTo>
                    <a:cubicBezTo>
                      <a:pt x="1215" y="380"/>
                      <a:pt x="1215" y="380"/>
                      <a:pt x="1215" y="380"/>
                    </a:cubicBezTo>
                    <a:cubicBezTo>
                      <a:pt x="1214" y="377"/>
                      <a:pt x="1214" y="377"/>
                      <a:pt x="1214" y="377"/>
                    </a:cubicBezTo>
                    <a:cubicBezTo>
                      <a:pt x="1214" y="374"/>
                      <a:pt x="1214" y="374"/>
                      <a:pt x="1214" y="374"/>
                    </a:cubicBezTo>
                    <a:cubicBezTo>
                      <a:pt x="1214" y="371"/>
                      <a:pt x="1214" y="371"/>
                      <a:pt x="1214" y="371"/>
                    </a:cubicBezTo>
                    <a:cubicBezTo>
                      <a:pt x="1214" y="369"/>
                      <a:pt x="1214" y="369"/>
                      <a:pt x="1214" y="369"/>
                    </a:cubicBezTo>
                    <a:cubicBezTo>
                      <a:pt x="1213" y="359"/>
                      <a:pt x="1213" y="359"/>
                      <a:pt x="1213" y="359"/>
                    </a:cubicBezTo>
                    <a:cubicBezTo>
                      <a:pt x="1212" y="358"/>
                      <a:pt x="1212" y="358"/>
                      <a:pt x="1212" y="358"/>
                    </a:cubicBezTo>
                    <a:cubicBezTo>
                      <a:pt x="1212" y="355"/>
                      <a:pt x="1212" y="355"/>
                      <a:pt x="1212" y="355"/>
                    </a:cubicBezTo>
                    <a:cubicBezTo>
                      <a:pt x="1212" y="353"/>
                      <a:pt x="1212" y="353"/>
                      <a:pt x="1212" y="353"/>
                    </a:cubicBezTo>
                    <a:cubicBezTo>
                      <a:pt x="1211" y="348"/>
                      <a:pt x="1211" y="348"/>
                      <a:pt x="1211" y="348"/>
                    </a:cubicBezTo>
                    <a:cubicBezTo>
                      <a:pt x="1211" y="346"/>
                      <a:pt x="1211" y="346"/>
                      <a:pt x="1211" y="346"/>
                    </a:cubicBezTo>
                    <a:cubicBezTo>
                      <a:pt x="1211" y="343"/>
                      <a:pt x="1211" y="343"/>
                      <a:pt x="1211" y="343"/>
                    </a:cubicBezTo>
                    <a:cubicBezTo>
                      <a:pt x="1210" y="342"/>
                      <a:pt x="1210" y="342"/>
                      <a:pt x="1210" y="342"/>
                    </a:cubicBezTo>
                    <a:cubicBezTo>
                      <a:pt x="1210" y="336"/>
                      <a:pt x="1210" y="336"/>
                      <a:pt x="1210" y="336"/>
                    </a:cubicBezTo>
                    <a:cubicBezTo>
                      <a:pt x="1209" y="335"/>
                      <a:pt x="1209" y="335"/>
                      <a:pt x="1209" y="335"/>
                    </a:cubicBezTo>
                    <a:cubicBezTo>
                      <a:pt x="1209" y="332"/>
                      <a:pt x="1209" y="332"/>
                      <a:pt x="1209" y="332"/>
                    </a:cubicBezTo>
                    <a:cubicBezTo>
                      <a:pt x="1209" y="331"/>
                      <a:pt x="1209" y="331"/>
                      <a:pt x="1209" y="331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5" y="309"/>
                      <a:pt x="1205" y="309"/>
                      <a:pt x="1205" y="309"/>
                    </a:cubicBezTo>
                    <a:cubicBezTo>
                      <a:pt x="1205" y="308"/>
                      <a:pt x="1205" y="308"/>
                      <a:pt x="1205" y="308"/>
                    </a:cubicBezTo>
                    <a:cubicBezTo>
                      <a:pt x="1202" y="288"/>
                      <a:pt x="1198" y="269"/>
                      <a:pt x="1193" y="249"/>
                    </a:cubicBezTo>
                    <a:cubicBezTo>
                      <a:pt x="1193" y="248"/>
                      <a:pt x="1193" y="248"/>
                      <a:pt x="1193" y="248"/>
                    </a:cubicBezTo>
                    <a:cubicBezTo>
                      <a:pt x="1190" y="238"/>
                      <a:pt x="1190" y="238"/>
                      <a:pt x="1190" y="238"/>
                    </a:cubicBezTo>
                    <a:cubicBezTo>
                      <a:pt x="1190" y="237"/>
                      <a:pt x="1190" y="237"/>
                      <a:pt x="1190" y="237"/>
                    </a:cubicBezTo>
                    <a:cubicBezTo>
                      <a:pt x="1187" y="228"/>
                      <a:pt x="1187" y="228"/>
                      <a:pt x="1187" y="228"/>
                    </a:cubicBezTo>
                    <a:cubicBezTo>
                      <a:pt x="1187" y="226"/>
                      <a:pt x="1187" y="226"/>
                      <a:pt x="1187" y="226"/>
                    </a:cubicBezTo>
                    <a:cubicBezTo>
                      <a:pt x="1186" y="223"/>
                      <a:pt x="1186" y="223"/>
                      <a:pt x="1186" y="223"/>
                    </a:cubicBezTo>
                    <a:cubicBezTo>
                      <a:pt x="1186" y="221"/>
                      <a:pt x="1186" y="221"/>
                      <a:pt x="1186" y="221"/>
                    </a:cubicBezTo>
                    <a:cubicBezTo>
                      <a:pt x="1184" y="217"/>
                      <a:pt x="1184" y="217"/>
                      <a:pt x="1184" y="217"/>
                    </a:cubicBezTo>
                    <a:cubicBezTo>
                      <a:pt x="1184" y="215"/>
                      <a:pt x="1184" y="215"/>
                      <a:pt x="1184" y="215"/>
                    </a:cubicBezTo>
                    <a:cubicBezTo>
                      <a:pt x="1183" y="213"/>
                      <a:pt x="1183" y="213"/>
                      <a:pt x="1183" y="213"/>
                    </a:cubicBezTo>
                    <a:cubicBezTo>
                      <a:pt x="1182" y="210"/>
                      <a:pt x="1182" y="210"/>
                      <a:pt x="1182" y="210"/>
                    </a:cubicBezTo>
                    <a:cubicBezTo>
                      <a:pt x="1181" y="207"/>
                      <a:pt x="1181" y="207"/>
                      <a:pt x="1181" y="207"/>
                    </a:cubicBezTo>
                    <a:cubicBezTo>
                      <a:pt x="1181" y="204"/>
                      <a:pt x="1181" y="204"/>
                      <a:pt x="1181" y="204"/>
                    </a:cubicBezTo>
                    <a:cubicBezTo>
                      <a:pt x="1180" y="202"/>
                      <a:pt x="1180" y="202"/>
                      <a:pt x="1180" y="202"/>
                    </a:cubicBezTo>
                    <a:cubicBezTo>
                      <a:pt x="1179" y="199"/>
                      <a:pt x="1179" y="199"/>
                      <a:pt x="1179" y="199"/>
                    </a:cubicBezTo>
                    <a:cubicBezTo>
                      <a:pt x="1179" y="198"/>
                      <a:pt x="1179" y="198"/>
                      <a:pt x="1179" y="198"/>
                    </a:cubicBezTo>
                    <a:cubicBezTo>
                      <a:pt x="1177" y="193"/>
                      <a:pt x="1177" y="193"/>
                      <a:pt x="1177" y="193"/>
                    </a:cubicBezTo>
                    <a:cubicBezTo>
                      <a:pt x="1177" y="192"/>
                      <a:pt x="1177" y="192"/>
                      <a:pt x="1177" y="192"/>
                    </a:cubicBezTo>
                    <a:cubicBezTo>
                      <a:pt x="1176" y="188"/>
                      <a:pt x="1176" y="188"/>
                      <a:pt x="1176" y="188"/>
                    </a:cubicBezTo>
                    <a:cubicBezTo>
                      <a:pt x="1175" y="187"/>
                      <a:pt x="1175" y="187"/>
                      <a:pt x="1175" y="187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66" y="160"/>
                      <a:pt x="1158" y="137"/>
                      <a:pt x="1149" y="116"/>
                    </a:cubicBezTo>
                    <a:cubicBezTo>
                      <a:pt x="1144" y="103"/>
                      <a:pt x="1138" y="91"/>
                      <a:pt x="1132" y="79"/>
                    </a:cubicBezTo>
                    <a:cubicBezTo>
                      <a:pt x="1120" y="52"/>
                      <a:pt x="1106" y="26"/>
                      <a:pt x="1090" y="0"/>
                    </a:cubicBezTo>
                    <a:cubicBezTo>
                      <a:pt x="1115" y="67"/>
                      <a:pt x="1126" y="137"/>
                      <a:pt x="1126" y="206"/>
                    </a:cubicBezTo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6" name="Freeform 9"/>
              <p:cNvSpPr>
                <a:spLocks noSelect="1"/>
              </p:cNvSpPr>
              <p:nvPr userDrawn="1"/>
            </p:nvSpPr>
            <p:spPr bwMode="gray">
              <a:xfrm>
                <a:off x="1118870" y="583565"/>
                <a:ext cx="114935" cy="149860"/>
              </a:xfrm>
              <a:custGeom>
                <a:avLst/>
                <a:gdLst>
                  <a:gd name="T0" fmla="*/ 0 w 362"/>
                  <a:gd name="T1" fmla="*/ 106 h 472"/>
                  <a:gd name="T2" fmla="*/ 219 w 362"/>
                  <a:gd name="T3" fmla="*/ 445 h 472"/>
                  <a:gd name="T4" fmla="*/ 268 w 362"/>
                  <a:gd name="T5" fmla="*/ 472 h 472"/>
                  <a:gd name="T6" fmla="*/ 362 w 362"/>
                  <a:gd name="T7" fmla="*/ 472 h 472"/>
                  <a:gd name="T8" fmla="*/ 319 w 362"/>
                  <a:gd name="T9" fmla="*/ 448 h 472"/>
                  <a:gd name="T10" fmla="*/ 22 w 362"/>
                  <a:gd name="T11" fmla="*/ 0 h 472"/>
                  <a:gd name="T12" fmla="*/ 0 w 362"/>
                  <a:gd name="T13" fmla="*/ 106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2" h="472">
                    <a:moveTo>
                      <a:pt x="0" y="106"/>
                    </a:moveTo>
                    <a:cubicBezTo>
                      <a:pt x="219" y="445"/>
                      <a:pt x="219" y="445"/>
                      <a:pt x="219" y="445"/>
                    </a:cubicBezTo>
                    <a:cubicBezTo>
                      <a:pt x="228" y="460"/>
                      <a:pt x="250" y="472"/>
                      <a:pt x="268" y="472"/>
                    </a:cubicBezTo>
                    <a:cubicBezTo>
                      <a:pt x="362" y="472"/>
                      <a:pt x="362" y="472"/>
                      <a:pt x="362" y="472"/>
                    </a:cubicBezTo>
                    <a:cubicBezTo>
                      <a:pt x="347" y="472"/>
                      <a:pt x="327" y="461"/>
                      <a:pt x="319" y="448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0" y="106"/>
                    </a:lnTo>
                    <a:close/>
                  </a:path>
                </a:pathLst>
              </a:cu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7" name="Freeform 10"/>
              <p:cNvSpPr>
                <a:spLocks noSelect="1"/>
              </p:cNvSpPr>
              <p:nvPr userDrawn="1"/>
            </p:nvSpPr>
            <p:spPr bwMode="gray">
              <a:xfrm>
                <a:off x="949325" y="290830"/>
                <a:ext cx="277495" cy="120015"/>
              </a:xfrm>
              <a:custGeom>
                <a:avLst/>
                <a:gdLst>
                  <a:gd name="T0" fmla="*/ 27 w 874"/>
                  <a:gd name="T1" fmla="*/ 323 h 378"/>
                  <a:gd name="T2" fmla="*/ 1 w 874"/>
                  <a:gd name="T3" fmla="*/ 366 h 378"/>
                  <a:gd name="T4" fmla="*/ 1 w 874"/>
                  <a:gd name="T5" fmla="*/ 367 h 378"/>
                  <a:gd name="T6" fmla="*/ 1 w 874"/>
                  <a:gd name="T7" fmla="*/ 367 h 378"/>
                  <a:gd name="T8" fmla="*/ 30 w 874"/>
                  <a:gd name="T9" fmla="*/ 378 h 378"/>
                  <a:gd name="T10" fmla="*/ 410 w 874"/>
                  <a:gd name="T11" fmla="*/ 378 h 378"/>
                  <a:gd name="T12" fmla="*/ 400 w 874"/>
                  <a:gd name="T13" fmla="*/ 293 h 378"/>
                  <a:gd name="T14" fmla="*/ 439 w 874"/>
                  <a:gd name="T15" fmla="*/ 165 h 378"/>
                  <a:gd name="T16" fmla="*/ 471 w 874"/>
                  <a:gd name="T17" fmla="*/ 129 h 378"/>
                  <a:gd name="T18" fmla="*/ 820 w 874"/>
                  <a:gd name="T19" fmla="*/ 11 h 378"/>
                  <a:gd name="T20" fmla="*/ 838 w 874"/>
                  <a:gd name="T21" fmla="*/ 12 h 378"/>
                  <a:gd name="T22" fmla="*/ 874 w 874"/>
                  <a:gd name="T23" fmla="*/ 13 h 378"/>
                  <a:gd name="T24" fmla="*/ 728 w 874"/>
                  <a:gd name="T25" fmla="*/ 0 h 378"/>
                  <a:gd name="T26" fmla="*/ 719 w 874"/>
                  <a:gd name="T27" fmla="*/ 0 h 378"/>
                  <a:gd name="T28" fmla="*/ 27 w 874"/>
                  <a:gd name="T29" fmla="*/ 323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4" h="378">
                    <a:moveTo>
                      <a:pt x="27" y="323"/>
                    </a:moveTo>
                    <a:cubicBezTo>
                      <a:pt x="10" y="343"/>
                      <a:pt x="0" y="357"/>
                      <a:pt x="1" y="366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2" y="375"/>
                      <a:pt x="11" y="378"/>
                      <a:pt x="30" y="378"/>
                    </a:cubicBezTo>
                    <a:cubicBezTo>
                      <a:pt x="410" y="378"/>
                      <a:pt x="410" y="378"/>
                      <a:pt x="410" y="378"/>
                    </a:cubicBezTo>
                    <a:cubicBezTo>
                      <a:pt x="404" y="349"/>
                      <a:pt x="400" y="320"/>
                      <a:pt x="400" y="293"/>
                    </a:cubicBezTo>
                    <a:cubicBezTo>
                      <a:pt x="400" y="244"/>
                      <a:pt x="412" y="200"/>
                      <a:pt x="439" y="165"/>
                    </a:cubicBezTo>
                    <a:cubicBezTo>
                      <a:pt x="449" y="152"/>
                      <a:pt x="460" y="140"/>
                      <a:pt x="471" y="129"/>
                    </a:cubicBezTo>
                    <a:cubicBezTo>
                      <a:pt x="555" y="49"/>
                      <a:pt x="683" y="11"/>
                      <a:pt x="820" y="11"/>
                    </a:cubicBezTo>
                    <a:cubicBezTo>
                      <a:pt x="826" y="11"/>
                      <a:pt x="832" y="11"/>
                      <a:pt x="838" y="12"/>
                    </a:cubicBezTo>
                    <a:cubicBezTo>
                      <a:pt x="850" y="12"/>
                      <a:pt x="862" y="12"/>
                      <a:pt x="874" y="13"/>
                    </a:cubicBezTo>
                    <a:cubicBezTo>
                      <a:pt x="827" y="5"/>
                      <a:pt x="778" y="0"/>
                      <a:pt x="728" y="0"/>
                    </a:cubicBezTo>
                    <a:cubicBezTo>
                      <a:pt x="719" y="0"/>
                      <a:pt x="719" y="0"/>
                      <a:pt x="719" y="0"/>
                    </a:cubicBezTo>
                    <a:cubicBezTo>
                      <a:pt x="441" y="0"/>
                      <a:pt x="192" y="125"/>
                      <a:pt x="27" y="323"/>
                    </a:cubicBezTo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8" name="Freeform 11"/>
              <p:cNvSpPr>
                <a:spLocks noSelect="1"/>
              </p:cNvSpPr>
              <p:nvPr userDrawn="1"/>
            </p:nvSpPr>
            <p:spPr bwMode="gray">
              <a:xfrm>
                <a:off x="1076325" y="294005"/>
                <a:ext cx="358775" cy="353695"/>
              </a:xfrm>
              <a:custGeom>
                <a:avLst/>
                <a:gdLst>
                  <a:gd name="T0" fmla="*/ 0 w 1130"/>
                  <a:gd name="T1" fmla="*/ 282 h 1113"/>
                  <a:gd name="T2" fmla="*/ 738 w 1130"/>
                  <a:gd name="T3" fmla="*/ 375 h 1113"/>
                  <a:gd name="T4" fmla="*/ 910 w 1130"/>
                  <a:gd name="T5" fmla="*/ 637 h 1113"/>
                  <a:gd name="T6" fmla="*/ 913 w 1130"/>
                  <a:gd name="T7" fmla="*/ 645 h 1113"/>
                  <a:gd name="T8" fmla="*/ 824 w 1130"/>
                  <a:gd name="T9" fmla="*/ 1113 h 1113"/>
                  <a:gd name="T10" fmla="*/ 1094 w 1130"/>
                  <a:gd name="T11" fmla="*/ 428 h 1113"/>
                  <a:gd name="T12" fmla="*/ 1044 w 1130"/>
                  <a:gd name="T13" fmla="*/ 353 h 1113"/>
                  <a:gd name="T14" fmla="*/ 1040 w 1130"/>
                  <a:gd name="T15" fmla="*/ 348 h 1113"/>
                  <a:gd name="T16" fmla="*/ 1034 w 1130"/>
                  <a:gd name="T17" fmla="*/ 339 h 1113"/>
                  <a:gd name="T18" fmla="*/ 1030 w 1130"/>
                  <a:gd name="T19" fmla="*/ 334 h 1113"/>
                  <a:gd name="T20" fmla="*/ 1007 w 1130"/>
                  <a:gd name="T21" fmla="*/ 306 h 1113"/>
                  <a:gd name="T22" fmla="*/ 1003 w 1130"/>
                  <a:gd name="T23" fmla="*/ 301 h 1113"/>
                  <a:gd name="T24" fmla="*/ 995 w 1130"/>
                  <a:gd name="T25" fmla="*/ 293 h 1113"/>
                  <a:gd name="T26" fmla="*/ 974 w 1130"/>
                  <a:gd name="T27" fmla="*/ 270 h 1113"/>
                  <a:gd name="T28" fmla="*/ 967 w 1130"/>
                  <a:gd name="T29" fmla="*/ 262 h 1113"/>
                  <a:gd name="T30" fmla="*/ 962 w 1130"/>
                  <a:gd name="T31" fmla="*/ 257 h 1113"/>
                  <a:gd name="T32" fmla="*/ 937 w 1130"/>
                  <a:gd name="T33" fmla="*/ 233 h 1113"/>
                  <a:gd name="T34" fmla="*/ 932 w 1130"/>
                  <a:gd name="T35" fmla="*/ 228 h 1113"/>
                  <a:gd name="T36" fmla="*/ 924 w 1130"/>
                  <a:gd name="T37" fmla="*/ 221 h 1113"/>
                  <a:gd name="T38" fmla="*/ 919 w 1130"/>
                  <a:gd name="T39" fmla="*/ 216 h 1113"/>
                  <a:gd name="T40" fmla="*/ 901 w 1130"/>
                  <a:gd name="T41" fmla="*/ 201 h 1113"/>
                  <a:gd name="T42" fmla="*/ 895 w 1130"/>
                  <a:gd name="T43" fmla="*/ 196 h 1113"/>
                  <a:gd name="T44" fmla="*/ 887 w 1130"/>
                  <a:gd name="T45" fmla="*/ 190 h 1113"/>
                  <a:gd name="T46" fmla="*/ 882 w 1130"/>
                  <a:gd name="T47" fmla="*/ 185 h 1113"/>
                  <a:gd name="T48" fmla="*/ 873 w 1130"/>
                  <a:gd name="T49" fmla="*/ 178 h 1113"/>
                  <a:gd name="T50" fmla="*/ 858 w 1130"/>
                  <a:gd name="T51" fmla="*/ 167 h 1113"/>
                  <a:gd name="T52" fmla="*/ 849 w 1130"/>
                  <a:gd name="T53" fmla="*/ 160 h 1113"/>
                  <a:gd name="T54" fmla="*/ 843 w 1130"/>
                  <a:gd name="T55" fmla="*/ 156 h 1113"/>
                  <a:gd name="T56" fmla="*/ 835 w 1130"/>
                  <a:gd name="T57" fmla="*/ 150 h 1113"/>
                  <a:gd name="T58" fmla="*/ 829 w 1130"/>
                  <a:gd name="T59" fmla="*/ 146 h 1113"/>
                  <a:gd name="T60" fmla="*/ 809 w 1130"/>
                  <a:gd name="T61" fmla="*/ 133 h 1113"/>
                  <a:gd name="T62" fmla="*/ 803 w 1130"/>
                  <a:gd name="T63" fmla="*/ 129 h 1113"/>
                  <a:gd name="T64" fmla="*/ 794 w 1130"/>
                  <a:gd name="T65" fmla="*/ 124 h 1113"/>
                  <a:gd name="T66" fmla="*/ 788 w 1130"/>
                  <a:gd name="T67" fmla="*/ 120 h 1113"/>
                  <a:gd name="T68" fmla="*/ 768 w 1130"/>
                  <a:gd name="T69" fmla="*/ 108 h 1113"/>
                  <a:gd name="T70" fmla="*/ 762 w 1130"/>
                  <a:gd name="T71" fmla="*/ 104 h 1113"/>
                  <a:gd name="T72" fmla="*/ 753 w 1130"/>
                  <a:gd name="T73" fmla="*/ 99 h 1113"/>
                  <a:gd name="T74" fmla="*/ 746 w 1130"/>
                  <a:gd name="T75" fmla="*/ 96 h 1113"/>
                  <a:gd name="T76" fmla="*/ 720 w 1130"/>
                  <a:gd name="T77" fmla="*/ 82 h 1113"/>
                  <a:gd name="T78" fmla="*/ 713 w 1130"/>
                  <a:gd name="T79" fmla="*/ 79 h 1113"/>
                  <a:gd name="T80" fmla="*/ 704 w 1130"/>
                  <a:gd name="T81" fmla="*/ 75 h 1113"/>
                  <a:gd name="T82" fmla="*/ 697 w 1130"/>
                  <a:gd name="T83" fmla="*/ 72 h 1113"/>
                  <a:gd name="T84" fmla="*/ 675 w 1130"/>
                  <a:gd name="T85" fmla="*/ 62 h 1113"/>
                  <a:gd name="T86" fmla="*/ 669 w 1130"/>
                  <a:gd name="T87" fmla="*/ 59 h 1113"/>
                  <a:gd name="T88" fmla="*/ 659 w 1130"/>
                  <a:gd name="T89" fmla="*/ 55 h 1113"/>
                  <a:gd name="T90" fmla="*/ 653 w 1130"/>
                  <a:gd name="T91" fmla="*/ 52 h 1113"/>
                  <a:gd name="T92" fmla="*/ 619 w 1130"/>
                  <a:gd name="T93" fmla="*/ 40 h 1113"/>
                  <a:gd name="T94" fmla="*/ 612 w 1130"/>
                  <a:gd name="T95" fmla="*/ 38 h 1113"/>
                  <a:gd name="T96" fmla="*/ 602 w 1130"/>
                  <a:gd name="T97" fmla="*/ 34 h 1113"/>
                  <a:gd name="T98" fmla="*/ 595 w 1130"/>
                  <a:gd name="T99" fmla="*/ 32 h 1113"/>
                  <a:gd name="T100" fmla="*/ 566 w 1130"/>
                  <a:gd name="T101" fmla="*/ 23 h 1113"/>
                  <a:gd name="T102" fmla="*/ 559 w 1130"/>
                  <a:gd name="T103" fmla="*/ 21 h 1113"/>
                  <a:gd name="T104" fmla="*/ 549 w 1130"/>
                  <a:gd name="T105" fmla="*/ 18 h 1113"/>
                  <a:gd name="T106" fmla="*/ 542 w 1130"/>
                  <a:gd name="T107" fmla="*/ 17 h 1113"/>
                  <a:gd name="T108" fmla="*/ 518 w 1130"/>
                  <a:gd name="T109" fmla="*/ 11 h 1113"/>
                  <a:gd name="T110" fmla="*/ 511 w 1130"/>
                  <a:gd name="T111" fmla="*/ 9 h 1113"/>
                  <a:gd name="T112" fmla="*/ 501 w 1130"/>
                  <a:gd name="T113" fmla="*/ 7 h 1113"/>
                  <a:gd name="T114" fmla="*/ 493 w 1130"/>
                  <a:gd name="T115" fmla="*/ 6 h 1113"/>
                  <a:gd name="T116" fmla="*/ 482 w 1130"/>
                  <a:gd name="T117" fmla="*/ 4 h 1113"/>
                  <a:gd name="T118" fmla="*/ 474 w 1130"/>
                  <a:gd name="T119" fmla="*/ 2 h 1113"/>
                  <a:gd name="T120" fmla="*/ 71 w 1130"/>
                  <a:gd name="T121" fmla="*/ 118 h 1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30" h="1113">
                    <a:moveTo>
                      <a:pt x="71" y="118"/>
                    </a:moveTo>
                    <a:cubicBezTo>
                      <a:pt x="60" y="129"/>
                      <a:pt x="49" y="141"/>
                      <a:pt x="39" y="154"/>
                    </a:cubicBezTo>
                    <a:cubicBezTo>
                      <a:pt x="12" y="189"/>
                      <a:pt x="0" y="233"/>
                      <a:pt x="0" y="282"/>
                    </a:cubicBezTo>
                    <a:cubicBezTo>
                      <a:pt x="0" y="309"/>
                      <a:pt x="4" y="338"/>
                      <a:pt x="10" y="367"/>
                    </a:cubicBezTo>
                    <a:cubicBezTo>
                      <a:pt x="712" y="367"/>
                      <a:pt x="712" y="367"/>
                      <a:pt x="712" y="367"/>
                    </a:cubicBezTo>
                    <a:cubicBezTo>
                      <a:pt x="720" y="367"/>
                      <a:pt x="730" y="370"/>
                      <a:pt x="738" y="375"/>
                    </a:cubicBezTo>
                    <a:cubicBezTo>
                      <a:pt x="745" y="380"/>
                      <a:pt x="752" y="385"/>
                      <a:pt x="756" y="391"/>
                    </a:cubicBezTo>
                    <a:cubicBezTo>
                      <a:pt x="904" y="622"/>
                      <a:pt x="904" y="622"/>
                      <a:pt x="904" y="622"/>
                    </a:cubicBezTo>
                    <a:cubicBezTo>
                      <a:pt x="907" y="626"/>
                      <a:pt x="909" y="632"/>
                      <a:pt x="910" y="637"/>
                    </a:cubicBezTo>
                    <a:cubicBezTo>
                      <a:pt x="912" y="644"/>
                      <a:pt x="912" y="644"/>
                      <a:pt x="912" y="644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4" y="652"/>
                      <a:pt x="915" y="660"/>
                      <a:pt x="914" y="666"/>
                    </a:cubicBezTo>
                    <a:cubicBezTo>
                      <a:pt x="914" y="674"/>
                      <a:pt x="914" y="674"/>
                      <a:pt x="914" y="674"/>
                    </a:cubicBezTo>
                    <a:cubicBezTo>
                      <a:pt x="824" y="1113"/>
                      <a:pt x="824" y="1113"/>
                      <a:pt x="824" y="1113"/>
                    </a:cubicBezTo>
                    <a:cubicBezTo>
                      <a:pt x="906" y="1074"/>
                      <a:pt x="976" y="1020"/>
                      <a:pt x="1020" y="965"/>
                    </a:cubicBezTo>
                    <a:cubicBezTo>
                      <a:pt x="1093" y="875"/>
                      <a:pt x="1130" y="757"/>
                      <a:pt x="1130" y="634"/>
                    </a:cubicBezTo>
                    <a:cubicBezTo>
                      <a:pt x="1130" y="565"/>
                      <a:pt x="1119" y="495"/>
                      <a:pt x="1094" y="428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77" y="399"/>
                      <a:pt x="1061" y="376"/>
                      <a:pt x="1044" y="353"/>
                    </a:cubicBezTo>
                    <a:cubicBezTo>
                      <a:pt x="1044" y="353"/>
                      <a:pt x="1044" y="353"/>
                      <a:pt x="1044" y="353"/>
                    </a:cubicBezTo>
                    <a:cubicBezTo>
                      <a:pt x="1041" y="349"/>
                      <a:pt x="1041" y="349"/>
                      <a:pt x="1041" y="349"/>
                    </a:cubicBezTo>
                    <a:cubicBezTo>
                      <a:pt x="1040" y="348"/>
                      <a:pt x="1040" y="348"/>
                      <a:pt x="1040" y="348"/>
                    </a:cubicBezTo>
                    <a:cubicBezTo>
                      <a:pt x="1037" y="344"/>
                      <a:pt x="1037" y="344"/>
                      <a:pt x="1037" y="344"/>
                    </a:cubicBezTo>
                    <a:cubicBezTo>
                      <a:pt x="1037" y="343"/>
                      <a:pt x="1037" y="343"/>
                      <a:pt x="1037" y="343"/>
                    </a:cubicBezTo>
                    <a:cubicBezTo>
                      <a:pt x="1034" y="339"/>
                      <a:pt x="1034" y="339"/>
                      <a:pt x="1034" y="339"/>
                    </a:cubicBezTo>
                    <a:cubicBezTo>
                      <a:pt x="1033" y="338"/>
                      <a:pt x="1033" y="338"/>
                      <a:pt x="1033" y="338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23" y="326"/>
                      <a:pt x="1017" y="318"/>
                      <a:pt x="1011" y="311"/>
                    </a:cubicBezTo>
                    <a:cubicBezTo>
                      <a:pt x="1011" y="311"/>
                      <a:pt x="1011" y="311"/>
                      <a:pt x="1011" y="311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3" y="302"/>
                      <a:pt x="1003" y="302"/>
                      <a:pt x="1003" y="302"/>
                    </a:cubicBezTo>
                    <a:cubicBezTo>
                      <a:pt x="1003" y="301"/>
                      <a:pt x="1003" y="301"/>
                      <a:pt x="1003" y="301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88" y="285"/>
                      <a:pt x="982" y="278"/>
                      <a:pt x="975" y="271"/>
                    </a:cubicBezTo>
                    <a:cubicBezTo>
                      <a:pt x="974" y="270"/>
                      <a:pt x="974" y="270"/>
                      <a:pt x="974" y="270"/>
                    </a:cubicBezTo>
                    <a:cubicBezTo>
                      <a:pt x="971" y="266"/>
                      <a:pt x="971" y="266"/>
                      <a:pt x="971" y="266"/>
                    </a:cubicBezTo>
                    <a:cubicBezTo>
                      <a:pt x="970" y="266"/>
                      <a:pt x="970" y="266"/>
                      <a:pt x="970" y="266"/>
                    </a:cubicBezTo>
                    <a:cubicBezTo>
                      <a:pt x="967" y="262"/>
                      <a:pt x="967" y="262"/>
                      <a:pt x="967" y="262"/>
                    </a:cubicBezTo>
                    <a:cubicBezTo>
                      <a:pt x="966" y="262"/>
                      <a:pt x="966" y="262"/>
                      <a:pt x="966" y="262"/>
                    </a:cubicBezTo>
                    <a:cubicBezTo>
                      <a:pt x="963" y="258"/>
                      <a:pt x="963" y="258"/>
                      <a:pt x="963" y="258"/>
                    </a:cubicBezTo>
                    <a:cubicBezTo>
                      <a:pt x="962" y="257"/>
                      <a:pt x="962" y="257"/>
                      <a:pt x="962" y="257"/>
                    </a:cubicBezTo>
                    <a:cubicBezTo>
                      <a:pt x="958" y="254"/>
                      <a:pt x="958" y="254"/>
                      <a:pt x="958" y="254"/>
                    </a:cubicBezTo>
                    <a:cubicBezTo>
                      <a:pt x="958" y="253"/>
                      <a:pt x="958" y="253"/>
                      <a:pt x="958" y="253"/>
                    </a:cubicBezTo>
                    <a:cubicBezTo>
                      <a:pt x="951" y="246"/>
                      <a:pt x="944" y="239"/>
                      <a:pt x="937" y="233"/>
                    </a:cubicBezTo>
                    <a:cubicBezTo>
                      <a:pt x="936" y="232"/>
                      <a:pt x="936" y="232"/>
                      <a:pt x="936" y="232"/>
                    </a:cubicBezTo>
                    <a:cubicBezTo>
                      <a:pt x="932" y="229"/>
                      <a:pt x="932" y="229"/>
                      <a:pt x="932" y="229"/>
                    </a:cubicBezTo>
                    <a:cubicBezTo>
                      <a:pt x="932" y="228"/>
                      <a:pt x="932" y="228"/>
                      <a:pt x="932" y="228"/>
                    </a:cubicBezTo>
                    <a:cubicBezTo>
                      <a:pt x="928" y="225"/>
                      <a:pt x="928" y="225"/>
                      <a:pt x="928" y="225"/>
                    </a:cubicBezTo>
                    <a:cubicBezTo>
                      <a:pt x="927" y="224"/>
                      <a:pt x="927" y="224"/>
                      <a:pt x="927" y="224"/>
                    </a:cubicBezTo>
                    <a:cubicBezTo>
                      <a:pt x="924" y="221"/>
                      <a:pt x="924" y="221"/>
                      <a:pt x="924" y="221"/>
                    </a:cubicBezTo>
                    <a:cubicBezTo>
                      <a:pt x="923" y="220"/>
                      <a:pt x="923" y="220"/>
                      <a:pt x="923" y="220"/>
                    </a:cubicBezTo>
                    <a:cubicBezTo>
                      <a:pt x="919" y="217"/>
                      <a:pt x="919" y="217"/>
                      <a:pt x="919" y="217"/>
                    </a:cubicBezTo>
                    <a:cubicBezTo>
                      <a:pt x="919" y="216"/>
                      <a:pt x="919" y="216"/>
                      <a:pt x="919" y="216"/>
                    </a:cubicBezTo>
                    <a:cubicBezTo>
                      <a:pt x="914" y="213"/>
                      <a:pt x="914" y="213"/>
                      <a:pt x="914" y="213"/>
                    </a:cubicBezTo>
                    <a:cubicBezTo>
                      <a:pt x="914" y="212"/>
                      <a:pt x="914" y="212"/>
                      <a:pt x="914" y="212"/>
                    </a:cubicBezTo>
                    <a:cubicBezTo>
                      <a:pt x="901" y="201"/>
                      <a:pt x="901" y="201"/>
                      <a:pt x="901" y="201"/>
                    </a:cubicBezTo>
                    <a:cubicBezTo>
                      <a:pt x="900" y="200"/>
                      <a:pt x="900" y="200"/>
                      <a:pt x="900" y="200"/>
                    </a:cubicBezTo>
                    <a:cubicBezTo>
                      <a:pt x="896" y="197"/>
                      <a:pt x="896" y="197"/>
                      <a:pt x="896" y="197"/>
                    </a:cubicBezTo>
                    <a:cubicBezTo>
                      <a:pt x="895" y="196"/>
                      <a:pt x="895" y="196"/>
                      <a:pt x="895" y="196"/>
                    </a:cubicBezTo>
                    <a:cubicBezTo>
                      <a:pt x="892" y="193"/>
                      <a:pt x="892" y="193"/>
                      <a:pt x="892" y="193"/>
                    </a:cubicBezTo>
                    <a:cubicBezTo>
                      <a:pt x="891" y="193"/>
                      <a:pt x="891" y="193"/>
                      <a:pt x="891" y="193"/>
                    </a:cubicBezTo>
                    <a:cubicBezTo>
                      <a:pt x="887" y="190"/>
                      <a:pt x="887" y="190"/>
                      <a:pt x="887" y="190"/>
                    </a:cubicBezTo>
                    <a:cubicBezTo>
                      <a:pt x="886" y="189"/>
                      <a:pt x="886" y="189"/>
                      <a:pt x="886" y="189"/>
                    </a:cubicBezTo>
                    <a:cubicBezTo>
                      <a:pt x="883" y="186"/>
                      <a:pt x="883" y="186"/>
                      <a:pt x="883" y="186"/>
                    </a:cubicBezTo>
                    <a:cubicBezTo>
                      <a:pt x="882" y="185"/>
                      <a:pt x="882" y="185"/>
                      <a:pt x="882" y="185"/>
                    </a:cubicBezTo>
                    <a:cubicBezTo>
                      <a:pt x="878" y="182"/>
                      <a:pt x="878" y="182"/>
                      <a:pt x="878" y="182"/>
                    </a:cubicBezTo>
                    <a:cubicBezTo>
                      <a:pt x="877" y="182"/>
                      <a:pt x="877" y="182"/>
                      <a:pt x="877" y="182"/>
                    </a:cubicBezTo>
                    <a:cubicBezTo>
                      <a:pt x="873" y="178"/>
                      <a:pt x="873" y="178"/>
                      <a:pt x="873" y="178"/>
                    </a:cubicBezTo>
                    <a:cubicBezTo>
                      <a:pt x="872" y="178"/>
                      <a:pt x="872" y="178"/>
                      <a:pt x="872" y="178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4" y="164"/>
                      <a:pt x="854" y="164"/>
                      <a:pt x="854" y="164"/>
                    </a:cubicBezTo>
                    <a:cubicBezTo>
                      <a:pt x="853" y="163"/>
                      <a:pt x="853" y="163"/>
                      <a:pt x="853" y="163"/>
                    </a:cubicBezTo>
                    <a:cubicBezTo>
                      <a:pt x="849" y="160"/>
                      <a:pt x="849" y="160"/>
                      <a:pt x="849" y="160"/>
                    </a:cubicBezTo>
                    <a:cubicBezTo>
                      <a:pt x="848" y="160"/>
                      <a:pt x="848" y="160"/>
                      <a:pt x="848" y="160"/>
                    </a:cubicBezTo>
                    <a:cubicBezTo>
                      <a:pt x="844" y="157"/>
                      <a:pt x="844" y="157"/>
                      <a:pt x="844" y="157"/>
                    </a:cubicBezTo>
                    <a:cubicBezTo>
                      <a:pt x="843" y="156"/>
                      <a:pt x="843" y="156"/>
                      <a:pt x="843" y="156"/>
                    </a:cubicBezTo>
                    <a:cubicBezTo>
                      <a:pt x="839" y="154"/>
                      <a:pt x="839" y="154"/>
                      <a:pt x="839" y="154"/>
                    </a:cubicBezTo>
                    <a:cubicBezTo>
                      <a:pt x="838" y="153"/>
                      <a:pt x="838" y="153"/>
                      <a:pt x="838" y="153"/>
                    </a:cubicBezTo>
                    <a:cubicBezTo>
                      <a:pt x="835" y="150"/>
                      <a:pt x="835" y="150"/>
                      <a:pt x="835" y="150"/>
                    </a:cubicBezTo>
                    <a:cubicBezTo>
                      <a:pt x="833" y="149"/>
                      <a:pt x="833" y="149"/>
                      <a:pt x="833" y="149"/>
                    </a:cubicBezTo>
                    <a:cubicBezTo>
                      <a:pt x="829" y="147"/>
                      <a:pt x="829" y="147"/>
                      <a:pt x="829" y="147"/>
                    </a:cubicBezTo>
                    <a:cubicBezTo>
                      <a:pt x="829" y="146"/>
                      <a:pt x="829" y="146"/>
                      <a:pt x="829" y="146"/>
                    </a:cubicBezTo>
                    <a:cubicBezTo>
                      <a:pt x="814" y="136"/>
                      <a:pt x="814" y="136"/>
                      <a:pt x="814" y="136"/>
                    </a:cubicBezTo>
                    <a:cubicBezTo>
                      <a:pt x="813" y="136"/>
                      <a:pt x="813" y="136"/>
                      <a:pt x="813" y="136"/>
                    </a:cubicBezTo>
                    <a:cubicBezTo>
                      <a:pt x="809" y="133"/>
                      <a:pt x="809" y="133"/>
                      <a:pt x="809" y="133"/>
                    </a:cubicBezTo>
                    <a:cubicBezTo>
                      <a:pt x="808" y="132"/>
                      <a:pt x="808" y="132"/>
                      <a:pt x="808" y="132"/>
                    </a:cubicBezTo>
                    <a:cubicBezTo>
                      <a:pt x="804" y="130"/>
                      <a:pt x="804" y="130"/>
                      <a:pt x="804" y="130"/>
                    </a:cubicBezTo>
                    <a:cubicBezTo>
                      <a:pt x="803" y="129"/>
                      <a:pt x="803" y="129"/>
                      <a:pt x="803" y="129"/>
                    </a:cubicBezTo>
                    <a:cubicBezTo>
                      <a:pt x="799" y="127"/>
                      <a:pt x="799" y="127"/>
                      <a:pt x="799" y="127"/>
                    </a:cubicBezTo>
                    <a:cubicBezTo>
                      <a:pt x="798" y="126"/>
                      <a:pt x="798" y="126"/>
                      <a:pt x="798" y="126"/>
                    </a:cubicBezTo>
                    <a:cubicBezTo>
                      <a:pt x="794" y="124"/>
                      <a:pt x="794" y="124"/>
                      <a:pt x="794" y="124"/>
                    </a:cubicBezTo>
                    <a:cubicBezTo>
                      <a:pt x="793" y="123"/>
                      <a:pt x="793" y="123"/>
                      <a:pt x="793" y="123"/>
                    </a:cubicBezTo>
                    <a:cubicBezTo>
                      <a:pt x="789" y="121"/>
                      <a:pt x="789" y="121"/>
                      <a:pt x="789" y="121"/>
                    </a:cubicBezTo>
                    <a:cubicBezTo>
                      <a:pt x="788" y="120"/>
                      <a:pt x="788" y="120"/>
                      <a:pt x="788" y="120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68" y="108"/>
                      <a:pt x="768" y="108"/>
                      <a:pt x="768" y="108"/>
                    </a:cubicBezTo>
                    <a:cubicBezTo>
                      <a:pt x="767" y="108"/>
                      <a:pt x="767" y="108"/>
                      <a:pt x="767" y="108"/>
                    </a:cubicBezTo>
                    <a:cubicBezTo>
                      <a:pt x="763" y="105"/>
                      <a:pt x="763" y="105"/>
                      <a:pt x="763" y="105"/>
                    </a:cubicBezTo>
                    <a:cubicBezTo>
                      <a:pt x="762" y="104"/>
                      <a:pt x="762" y="104"/>
                      <a:pt x="762" y="104"/>
                    </a:cubicBezTo>
                    <a:cubicBezTo>
                      <a:pt x="758" y="102"/>
                      <a:pt x="758" y="102"/>
                      <a:pt x="758" y="102"/>
                    </a:cubicBezTo>
                    <a:cubicBezTo>
                      <a:pt x="756" y="102"/>
                      <a:pt x="756" y="102"/>
                      <a:pt x="756" y="102"/>
                    </a:cubicBezTo>
                    <a:cubicBezTo>
                      <a:pt x="753" y="99"/>
                      <a:pt x="753" y="99"/>
                      <a:pt x="753" y="99"/>
                    </a:cubicBezTo>
                    <a:cubicBezTo>
                      <a:pt x="751" y="99"/>
                      <a:pt x="751" y="99"/>
                      <a:pt x="751" y="99"/>
                    </a:cubicBezTo>
                    <a:cubicBezTo>
                      <a:pt x="747" y="97"/>
                      <a:pt x="747" y="97"/>
                      <a:pt x="747" y="97"/>
                    </a:cubicBezTo>
                    <a:cubicBezTo>
                      <a:pt x="746" y="96"/>
                      <a:pt x="746" y="96"/>
                      <a:pt x="746" y="96"/>
                    </a:cubicBezTo>
                    <a:cubicBezTo>
                      <a:pt x="742" y="94"/>
                      <a:pt x="742" y="94"/>
                      <a:pt x="742" y="94"/>
                    </a:cubicBezTo>
                    <a:cubicBezTo>
                      <a:pt x="741" y="93"/>
                      <a:pt x="741" y="93"/>
                      <a:pt x="741" y="93"/>
                    </a:cubicBezTo>
                    <a:cubicBezTo>
                      <a:pt x="734" y="90"/>
                      <a:pt x="727" y="86"/>
                      <a:pt x="720" y="82"/>
                    </a:cubicBezTo>
                    <a:cubicBezTo>
                      <a:pt x="719" y="82"/>
                      <a:pt x="719" y="82"/>
                      <a:pt x="719" y="82"/>
                    </a:cubicBezTo>
                    <a:cubicBezTo>
                      <a:pt x="714" y="80"/>
                      <a:pt x="714" y="80"/>
                      <a:pt x="714" y="80"/>
                    </a:cubicBezTo>
                    <a:cubicBezTo>
                      <a:pt x="713" y="79"/>
                      <a:pt x="713" y="79"/>
                      <a:pt x="713" y="79"/>
                    </a:cubicBezTo>
                    <a:cubicBezTo>
                      <a:pt x="709" y="77"/>
                      <a:pt x="709" y="77"/>
                      <a:pt x="709" y="77"/>
                    </a:cubicBezTo>
                    <a:cubicBezTo>
                      <a:pt x="708" y="77"/>
                      <a:pt x="708" y="77"/>
                      <a:pt x="708" y="77"/>
                    </a:cubicBezTo>
                    <a:cubicBezTo>
                      <a:pt x="704" y="75"/>
                      <a:pt x="704" y="75"/>
                      <a:pt x="704" y="75"/>
                    </a:cubicBezTo>
                    <a:cubicBezTo>
                      <a:pt x="703" y="74"/>
                      <a:pt x="703" y="74"/>
                      <a:pt x="703" y="74"/>
                    </a:cubicBezTo>
                    <a:cubicBezTo>
                      <a:pt x="698" y="72"/>
                      <a:pt x="698" y="72"/>
                      <a:pt x="698" y="72"/>
                    </a:cubicBezTo>
                    <a:cubicBezTo>
                      <a:pt x="697" y="72"/>
                      <a:pt x="697" y="72"/>
                      <a:pt x="697" y="72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87" y="67"/>
                      <a:pt x="681" y="64"/>
                      <a:pt x="675" y="62"/>
                    </a:cubicBezTo>
                    <a:cubicBezTo>
                      <a:pt x="675" y="62"/>
                      <a:pt x="675" y="62"/>
                      <a:pt x="675" y="62"/>
                    </a:cubicBezTo>
                    <a:cubicBezTo>
                      <a:pt x="670" y="60"/>
                      <a:pt x="670" y="60"/>
                      <a:pt x="670" y="60"/>
                    </a:cubicBezTo>
                    <a:cubicBezTo>
                      <a:pt x="669" y="59"/>
                      <a:pt x="669" y="59"/>
                      <a:pt x="669" y="59"/>
                    </a:cubicBezTo>
                    <a:cubicBezTo>
                      <a:pt x="665" y="57"/>
                      <a:pt x="665" y="57"/>
                      <a:pt x="665" y="57"/>
                    </a:cubicBezTo>
                    <a:cubicBezTo>
                      <a:pt x="664" y="57"/>
                      <a:pt x="664" y="57"/>
                      <a:pt x="664" y="57"/>
                    </a:cubicBezTo>
                    <a:cubicBezTo>
                      <a:pt x="659" y="55"/>
                      <a:pt x="659" y="55"/>
                      <a:pt x="659" y="55"/>
                    </a:cubicBezTo>
                    <a:cubicBezTo>
                      <a:pt x="658" y="55"/>
                      <a:pt x="658" y="55"/>
                      <a:pt x="658" y="55"/>
                    </a:cubicBezTo>
                    <a:cubicBezTo>
                      <a:pt x="654" y="53"/>
                      <a:pt x="654" y="53"/>
                      <a:pt x="654" y="53"/>
                    </a:cubicBezTo>
                    <a:cubicBezTo>
                      <a:pt x="653" y="52"/>
                      <a:pt x="653" y="52"/>
                      <a:pt x="653" y="52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38" y="47"/>
                      <a:pt x="628" y="43"/>
                      <a:pt x="619" y="40"/>
                    </a:cubicBezTo>
                    <a:cubicBezTo>
                      <a:pt x="618" y="40"/>
                      <a:pt x="618" y="40"/>
                      <a:pt x="618" y="40"/>
                    </a:cubicBezTo>
                    <a:cubicBezTo>
                      <a:pt x="613" y="38"/>
                      <a:pt x="613" y="38"/>
                      <a:pt x="613" y="38"/>
                    </a:cubicBezTo>
                    <a:cubicBezTo>
                      <a:pt x="612" y="38"/>
                      <a:pt x="612" y="38"/>
                      <a:pt x="612" y="38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2" y="34"/>
                      <a:pt x="602" y="34"/>
                      <a:pt x="602" y="34"/>
                    </a:cubicBezTo>
                    <a:cubicBezTo>
                      <a:pt x="601" y="34"/>
                      <a:pt x="601" y="34"/>
                      <a:pt x="601" y="34"/>
                    </a:cubicBezTo>
                    <a:cubicBezTo>
                      <a:pt x="596" y="32"/>
                      <a:pt x="596" y="32"/>
                      <a:pt x="596" y="32"/>
                    </a:cubicBezTo>
                    <a:cubicBezTo>
                      <a:pt x="595" y="32"/>
                      <a:pt x="595" y="32"/>
                      <a:pt x="595" y="32"/>
                    </a:cubicBezTo>
                    <a:cubicBezTo>
                      <a:pt x="587" y="29"/>
                      <a:pt x="580" y="27"/>
                      <a:pt x="572" y="25"/>
                    </a:cubicBezTo>
                    <a:cubicBezTo>
                      <a:pt x="571" y="25"/>
                      <a:pt x="571" y="25"/>
                      <a:pt x="571" y="25"/>
                    </a:cubicBezTo>
                    <a:cubicBezTo>
                      <a:pt x="566" y="23"/>
                      <a:pt x="566" y="23"/>
                      <a:pt x="566" y="23"/>
                    </a:cubicBezTo>
                    <a:cubicBezTo>
                      <a:pt x="565" y="23"/>
                      <a:pt x="565" y="23"/>
                      <a:pt x="565" y="23"/>
                    </a:cubicBezTo>
                    <a:cubicBezTo>
                      <a:pt x="560" y="22"/>
                      <a:pt x="560" y="22"/>
                      <a:pt x="560" y="22"/>
                    </a:cubicBezTo>
                    <a:cubicBezTo>
                      <a:pt x="559" y="21"/>
                      <a:pt x="559" y="21"/>
                      <a:pt x="559" y="21"/>
                    </a:cubicBezTo>
                    <a:cubicBezTo>
                      <a:pt x="555" y="20"/>
                      <a:pt x="555" y="20"/>
                      <a:pt x="555" y="20"/>
                    </a:cubicBezTo>
                    <a:cubicBezTo>
                      <a:pt x="553" y="20"/>
                      <a:pt x="553" y="20"/>
                      <a:pt x="553" y="20"/>
                    </a:cubicBezTo>
                    <a:cubicBezTo>
                      <a:pt x="549" y="18"/>
                      <a:pt x="549" y="18"/>
                      <a:pt x="549" y="18"/>
                    </a:cubicBezTo>
                    <a:cubicBezTo>
                      <a:pt x="548" y="18"/>
                      <a:pt x="548" y="18"/>
                      <a:pt x="548" y="18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0" y="14"/>
                      <a:pt x="524" y="12"/>
                      <a:pt x="518" y="11"/>
                    </a:cubicBezTo>
                    <a:cubicBezTo>
                      <a:pt x="517" y="11"/>
                      <a:pt x="517" y="11"/>
                      <a:pt x="517" y="11"/>
                    </a:cubicBezTo>
                    <a:cubicBezTo>
                      <a:pt x="512" y="10"/>
                      <a:pt x="512" y="10"/>
                      <a:pt x="512" y="10"/>
                    </a:cubicBezTo>
                    <a:cubicBezTo>
                      <a:pt x="511" y="9"/>
                      <a:pt x="511" y="9"/>
                      <a:pt x="511" y="9"/>
                    </a:cubicBezTo>
                    <a:cubicBezTo>
                      <a:pt x="506" y="8"/>
                      <a:pt x="506" y="8"/>
                      <a:pt x="506" y="8"/>
                    </a:cubicBezTo>
                    <a:cubicBezTo>
                      <a:pt x="505" y="8"/>
                      <a:pt x="505" y="8"/>
                      <a:pt x="505" y="8"/>
                    </a:cubicBezTo>
                    <a:cubicBezTo>
                      <a:pt x="501" y="7"/>
                      <a:pt x="501" y="7"/>
                      <a:pt x="501" y="7"/>
                    </a:cubicBezTo>
                    <a:cubicBezTo>
                      <a:pt x="499" y="7"/>
                      <a:pt x="499" y="7"/>
                      <a:pt x="499" y="7"/>
                    </a:cubicBezTo>
                    <a:cubicBezTo>
                      <a:pt x="495" y="6"/>
                      <a:pt x="495" y="6"/>
                      <a:pt x="495" y="6"/>
                    </a:cubicBezTo>
                    <a:cubicBezTo>
                      <a:pt x="493" y="6"/>
                      <a:pt x="493" y="6"/>
                      <a:pt x="493" y="6"/>
                    </a:cubicBezTo>
                    <a:cubicBezTo>
                      <a:pt x="489" y="5"/>
                      <a:pt x="489" y="5"/>
                      <a:pt x="489" y="5"/>
                    </a:cubicBezTo>
                    <a:cubicBezTo>
                      <a:pt x="487" y="4"/>
                      <a:pt x="487" y="4"/>
                      <a:pt x="487" y="4"/>
                    </a:cubicBezTo>
                    <a:cubicBezTo>
                      <a:pt x="482" y="4"/>
                      <a:pt x="482" y="4"/>
                      <a:pt x="482" y="4"/>
                    </a:cubicBezTo>
                    <a:cubicBezTo>
                      <a:pt x="481" y="3"/>
                      <a:pt x="481" y="3"/>
                      <a:pt x="481" y="3"/>
                    </a:cubicBezTo>
                    <a:cubicBezTo>
                      <a:pt x="475" y="2"/>
                      <a:pt x="475" y="2"/>
                      <a:pt x="475" y="2"/>
                    </a:cubicBezTo>
                    <a:cubicBezTo>
                      <a:pt x="474" y="2"/>
                      <a:pt x="474" y="2"/>
                      <a:pt x="474" y="2"/>
                    </a:cubicBezTo>
                    <a:cubicBezTo>
                      <a:pt x="462" y="1"/>
                      <a:pt x="450" y="1"/>
                      <a:pt x="438" y="1"/>
                    </a:cubicBezTo>
                    <a:cubicBezTo>
                      <a:pt x="432" y="0"/>
                      <a:pt x="426" y="0"/>
                      <a:pt x="420" y="0"/>
                    </a:cubicBezTo>
                    <a:cubicBezTo>
                      <a:pt x="283" y="0"/>
                      <a:pt x="155" y="38"/>
                      <a:pt x="71" y="118"/>
                    </a:cubicBezTo>
                  </a:path>
                </a:pathLst>
              </a:cu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2427215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dianummer 6"/>
          <p:cNvSpPr>
            <a:spLocks noGrp="1" noSelect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1336C48C-F87C-4E4B-81EF-5027B17D1F61}" type="slidenum">
              <a:rPr lang="en-GB" noProof="1" smtClean="0"/>
              <a:pPr/>
              <a:t>‹Nº›</a:t>
            </a:fld>
            <a:endParaRPr lang="en-GB" noProof="1"/>
          </a:p>
        </p:txBody>
      </p:sp>
      <p:sp>
        <p:nvSpPr>
          <p:cNvPr id="5" name="Tijdelijke aanduiding voor tabel 4"/>
          <p:cNvSpPr>
            <a:spLocks noGrp="1" noSelect="1"/>
          </p:cNvSpPr>
          <p:nvPr>
            <p:ph type="tbl" sz="quarter" idx="12" hasCustomPrompt="1"/>
          </p:nvPr>
        </p:nvSpPr>
        <p:spPr bwMode="gray">
          <a:xfrm>
            <a:off x="445534" y="1497600"/>
            <a:ext cx="11304000" cy="4032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Table</a:t>
            </a:r>
          </a:p>
        </p:txBody>
      </p:sp>
      <p:sp>
        <p:nvSpPr>
          <p:cNvPr id="3" name="Titel 2"/>
          <p:cNvSpPr>
            <a:spLocks noGrp="1" noSelect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</a:t>
            </a:r>
          </a:p>
        </p:txBody>
      </p:sp>
      <p:grpSp>
        <p:nvGrpSpPr>
          <p:cNvPr id="28" name="Group 4"/>
          <p:cNvGrpSpPr>
            <a:grpSpLocks noSelect="1" noChangeAspect="1"/>
          </p:cNvGrpSpPr>
          <p:nvPr userDrawn="1"/>
        </p:nvGrpSpPr>
        <p:grpSpPr bwMode="gray">
          <a:xfrm>
            <a:off x="380953" y="5843382"/>
            <a:ext cx="11424279" cy="12703"/>
            <a:chOff x="180" y="2760"/>
            <a:chExt cx="5398" cy="6"/>
          </a:xfrm>
        </p:grpSpPr>
        <p:sp>
          <p:nvSpPr>
            <p:cNvPr id="29" name="Freeform 6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  <p:sp>
          <p:nvSpPr>
            <p:cNvPr id="30" name="Rectangle 9"/>
            <p:cNvSpPr>
              <a:spLocks noSelect="1" noChangeArrowheads="1"/>
            </p:cNvSpPr>
            <p:nvPr/>
          </p:nvSpPr>
          <p:spPr bwMode="gray">
            <a:xfrm>
              <a:off x="180" y="2760"/>
              <a:ext cx="5398" cy="6"/>
            </a:xfrm>
            <a:prstGeom prst="rect">
              <a:avLst/>
            </a:prstGeom>
            <a:solidFill>
              <a:srgbClr val="EA650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  <p:sp>
          <p:nvSpPr>
            <p:cNvPr id="31" name="Freeform 10"/>
            <p:cNvSpPr>
              <a:spLocks noSelect="1"/>
            </p:cNvSpPr>
            <p:nvPr/>
          </p:nvSpPr>
          <p:spPr bwMode="gray">
            <a:xfrm>
              <a:off x="180" y="2760"/>
              <a:ext cx="5398" cy="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8" y="0"/>
                </a:cxn>
                <a:cxn ang="0">
                  <a:pos x="5398" y="6"/>
                </a:cxn>
                <a:cxn ang="0">
                  <a:pos x="0" y="6"/>
                </a:cxn>
              </a:cxnLst>
              <a:rect l="0" t="0" r="r" b="b"/>
              <a:pathLst>
                <a:path w="5398" h="6">
                  <a:moveTo>
                    <a:pt x="0" y="0"/>
                  </a:moveTo>
                  <a:lnTo>
                    <a:pt x="5398" y="0"/>
                  </a:lnTo>
                  <a:lnTo>
                    <a:pt x="5398" y="6"/>
                  </a:lnTo>
                  <a:lnTo>
                    <a:pt x="0" y="6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</p:grpSp>
      <p:grpSp>
        <p:nvGrpSpPr>
          <p:cNvPr id="18" name="Group 4"/>
          <p:cNvGrpSpPr>
            <a:grpSpLocks noSelect="1" noChangeAspect="1"/>
          </p:cNvGrpSpPr>
          <p:nvPr userDrawn="1"/>
        </p:nvGrpSpPr>
        <p:grpSpPr bwMode="gray">
          <a:xfrm>
            <a:off x="985839" y="6148408"/>
            <a:ext cx="1103312" cy="336551"/>
            <a:chOff x="621" y="3873"/>
            <a:chExt cx="695" cy="212"/>
          </a:xfrm>
        </p:grpSpPr>
        <p:sp>
          <p:nvSpPr>
            <p:cNvPr id="19" name="Freeform 5"/>
            <p:cNvSpPr>
              <a:spLocks noSelect="1"/>
            </p:cNvSpPr>
            <p:nvPr userDrawn="1"/>
          </p:nvSpPr>
          <p:spPr bwMode="gray">
            <a:xfrm>
              <a:off x="621" y="3873"/>
              <a:ext cx="515" cy="93"/>
            </a:xfrm>
            <a:custGeom>
              <a:avLst/>
              <a:gdLst/>
              <a:ahLst/>
              <a:cxnLst>
                <a:cxn ang="0">
                  <a:pos x="1955" y="422"/>
                </a:cxn>
                <a:cxn ang="0">
                  <a:pos x="1849" y="422"/>
                </a:cxn>
                <a:cxn ang="0">
                  <a:pos x="1738" y="576"/>
                </a:cxn>
                <a:cxn ang="0">
                  <a:pos x="103" y="639"/>
                </a:cxn>
                <a:cxn ang="0">
                  <a:pos x="287" y="374"/>
                </a:cxn>
                <a:cxn ang="0">
                  <a:pos x="377" y="653"/>
                </a:cxn>
                <a:cxn ang="0">
                  <a:pos x="234" y="182"/>
                </a:cxn>
                <a:cxn ang="0">
                  <a:pos x="79" y="193"/>
                </a:cxn>
                <a:cxn ang="0">
                  <a:pos x="0" y="639"/>
                </a:cxn>
                <a:cxn ang="0">
                  <a:pos x="2133" y="653"/>
                </a:cxn>
                <a:cxn ang="0">
                  <a:pos x="2249" y="276"/>
                </a:cxn>
                <a:cxn ang="0">
                  <a:pos x="2344" y="653"/>
                </a:cxn>
                <a:cxn ang="0">
                  <a:pos x="2434" y="359"/>
                </a:cxn>
                <a:cxn ang="0">
                  <a:pos x="2136" y="206"/>
                </a:cxn>
                <a:cxn ang="0">
                  <a:pos x="2044" y="206"/>
                </a:cxn>
                <a:cxn ang="0">
                  <a:pos x="2133" y="653"/>
                </a:cxn>
                <a:cxn ang="0">
                  <a:pos x="786" y="427"/>
                </a:cxn>
                <a:cxn ang="0">
                  <a:pos x="688" y="269"/>
                </a:cxn>
                <a:cxn ang="0">
                  <a:pos x="668" y="664"/>
                </a:cxn>
                <a:cxn ang="0">
                  <a:pos x="812" y="652"/>
                </a:cxn>
                <a:cxn ang="0">
                  <a:pos x="889" y="206"/>
                </a:cxn>
                <a:cxn ang="0">
                  <a:pos x="803" y="206"/>
                </a:cxn>
                <a:cxn ang="0">
                  <a:pos x="2733" y="269"/>
                </a:cxn>
                <a:cxn ang="0">
                  <a:pos x="2734" y="576"/>
                </a:cxn>
                <a:cxn ang="0">
                  <a:pos x="2713" y="182"/>
                </a:cxn>
                <a:cxn ang="0">
                  <a:pos x="2836" y="593"/>
                </a:cxn>
                <a:cxn ang="0">
                  <a:pos x="2921" y="652"/>
                </a:cxn>
                <a:cxn ang="0">
                  <a:pos x="2921" y="193"/>
                </a:cxn>
                <a:cxn ang="0">
                  <a:pos x="2842" y="247"/>
                </a:cxn>
                <a:cxn ang="0">
                  <a:pos x="1324" y="214"/>
                </a:cxn>
                <a:cxn ang="0">
                  <a:pos x="1414" y="653"/>
                </a:cxn>
                <a:cxn ang="0">
                  <a:pos x="1414" y="193"/>
                </a:cxn>
                <a:cxn ang="0">
                  <a:pos x="3045" y="22"/>
                </a:cxn>
                <a:cxn ang="0">
                  <a:pos x="3135" y="653"/>
                </a:cxn>
                <a:cxn ang="0">
                  <a:pos x="3135" y="2"/>
                </a:cxn>
                <a:cxn ang="0">
                  <a:pos x="1375" y="12"/>
                </a:cxn>
                <a:cxn ang="0">
                  <a:pos x="1436" y="73"/>
                </a:cxn>
                <a:cxn ang="0">
                  <a:pos x="1154" y="578"/>
                </a:cxn>
                <a:cxn ang="0">
                  <a:pos x="1207" y="276"/>
                </a:cxn>
                <a:cxn ang="0">
                  <a:pos x="1207" y="193"/>
                </a:cxn>
                <a:cxn ang="0">
                  <a:pos x="1097" y="57"/>
                </a:cxn>
                <a:cxn ang="0">
                  <a:pos x="1007" y="535"/>
                </a:cxn>
                <a:cxn ang="0">
                  <a:pos x="1227" y="635"/>
                </a:cxn>
                <a:cxn ang="0">
                  <a:pos x="3450" y="267"/>
                </a:cxn>
                <a:cxn ang="0">
                  <a:pos x="3458" y="664"/>
                </a:cxn>
                <a:cxn ang="0">
                  <a:pos x="3603" y="555"/>
                </a:cxn>
                <a:cxn ang="0">
                  <a:pos x="3346" y="460"/>
                </a:cxn>
                <a:cxn ang="0">
                  <a:pos x="3657" y="420"/>
                </a:cxn>
                <a:cxn ang="0">
                  <a:pos x="3458" y="664"/>
                </a:cxn>
              </a:cxnLst>
              <a:rect l="0" t="0" r="r" b="b"/>
              <a:pathLst>
                <a:path w="3657" h="664">
                  <a:moveTo>
                    <a:pt x="1517" y="422"/>
                  </a:moveTo>
                  <a:cubicBezTo>
                    <a:pt x="1517" y="287"/>
                    <a:pt x="1600" y="182"/>
                    <a:pt x="1736" y="182"/>
                  </a:cubicBezTo>
                  <a:cubicBezTo>
                    <a:pt x="1874" y="182"/>
                    <a:pt x="1955" y="286"/>
                    <a:pt x="1955" y="422"/>
                  </a:cubicBezTo>
                  <a:cubicBezTo>
                    <a:pt x="1955" y="564"/>
                    <a:pt x="1867" y="664"/>
                    <a:pt x="1735" y="664"/>
                  </a:cubicBezTo>
                  <a:cubicBezTo>
                    <a:pt x="1603" y="664"/>
                    <a:pt x="1517" y="564"/>
                    <a:pt x="1517" y="422"/>
                  </a:cubicBezTo>
                  <a:moveTo>
                    <a:pt x="1849" y="422"/>
                  </a:moveTo>
                  <a:cubicBezTo>
                    <a:pt x="1849" y="331"/>
                    <a:pt x="1804" y="270"/>
                    <a:pt x="1736" y="269"/>
                  </a:cubicBezTo>
                  <a:cubicBezTo>
                    <a:pt x="1666" y="270"/>
                    <a:pt x="1624" y="333"/>
                    <a:pt x="1624" y="422"/>
                  </a:cubicBezTo>
                  <a:cubicBezTo>
                    <a:pt x="1624" y="503"/>
                    <a:pt x="1661" y="576"/>
                    <a:pt x="1738" y="576"/>
                  </a:cubicBezTo>
                  <a:cubicBezTo>
                    <a:pt x="1806" y="576"/>
                    <a:pt x="1849" y="513"/>
                    <a:pt x="1849" y="422"/>
                  </a:cubicBezTo>
                  <a:moveTo>
                    <a:pt x="90" y="653"/>
                  </a:moveTo>
                  <a:cubicBezTo>
                    <a:pt x="97" y="653"/>
                    <a:pt x="103" y="647"/>
                    <a:pt x="103" y="639"/>
                  </a:cubicBezTo>
                  <a:cubicBezTo>
                    <a:pt x="103" y="410"/>
                    <a:pt x="103" y="410"/>
                    <a:pt x="103" y="410"/>
                  </a:cubicBezTo>
                  <a:cubicBezTo>
                    <a:pt x="103" y="322"/>
                    <a:pt x="152" y="276"/>
                    <a:pt x="206" y="276"/>
                  </a:cubicBezTo>
                  <a:cubicBezTo>
                    <a:pt x="247" y="276"/>
                    <a:pt x="287" y="299"/>
                    <a:pt x="287" y="374"/>
                  </a:cubicBezTo>
                  <a:cubicBezTo>
                    <a:pt x="287" y="639"/>
                    <a:pt x="287" y="639"/>
                    <a:pt x="287" y="639"/>
                  </a:cubicBezTo>
                  <a:cubicBezTo>
                    <a:pt x="287" y="647"/>
                    <a:pt x="293" y="653"/>
                    <a:pt x="300" y="653"/>
                  </a:cubicBezTo>
                  <a:cubicBezTo>
                    <a:pt x="377" y="653"/>
                    <a:pt x="377" y="653"/>
                    <a:pt x="377" y="653"/>
                  </a:cubicBezTo>
                  <a:cubicBezTo>
                    <a:pt x="384" y="653"/>
                    <a:pt x="390" y="647"/>
                    <a:pt x="390" y="639"/>
                  </a:cubicBezTo>
                  <a:cubicBezTo>
                    <a:pt x="390" y="359"/>
                    <a:pt x="390" y="359"/>
                    <a:pt x="390" y="359"/>
                  </a:cubicBezTo>
                  <a:cubicBezTo>
                    <a:pt x="390" y="234"/>
                    <a:pt x="321" y="182"/>
                    <a:pt x="234" y="182"/>
                  </a:cubicBezTo>
                  <a:cubicBezTo>
                    <a:pt x="178" y="182"/>
                    <a:pt x="127" y="215"/>
                    <a:pt x="96" y="252"/>
                  </a:cubicBezTo>
                  <a:cubicBezTo>
                    <a:pt x="92" y="206"/>
                    <a:pt x="92" y="206"/>
                    <a:pt x="92" y="206"/>
                  </a:cubicBezTo>
                  <a:cubicBezTo>
                    <a:pt x="91" y="199"/>
                    <a:pt x="85" y="193"/>
                    <a:pt x="79" y="193"/>
                  </a:cubicBezTo>
                  <a:cubicBezTo>
                    <a:pt x="13" y="193"/>
                    <a:pt x="13" y="193"/>
                    <a:pt x="13" y="193"/>
                  </a:cubicBezTo>
                  <a:cubicBezTo>
                    <a:pt x="6" y="193"/>
                    <a:pt x="0" y="199"/>
                    <a:pt x="0" y="206"/>
                  </a:cubicBezTo>
                  <a:cubicBezTo>
                    <a:pt x="0" y="639"/>
                    <a:pt x="0" y="639"/>
                    <a:pt x="0" y="639"/>
                  </a:cubicBezTo>
                  <a:cubicBezTo>
                    <a:pt x="0" y="647"/>
                    <a:pt x="6" y="653"/>
                    <a:pt x="13" y="653"/>
                  </a:cubicBezTo>
                  <a:lnTo>
                    <a:pt x="90" y="653"/>
                  </a:lnTo>
                  <a:close/>
                  <a:moveTo>
                    <a:pt x="2133" y="653"/>
                  </a:moveTo>
                  <a:cubicBezTo>
                    <a:pt x="2141" y="653"/>
                    <a:pt x="2147" y="647"/>
                    <a:pt x="2147" y="639"/>
                  </a:cubicBezTo>
                  <a:cubicBezTo>
                    <a:pt x="2147" y="410"/>
                    <a:pt x="2147" y="410"/>
                    <a:pt x="2147" y="410"/>
                  </a:cubicBezTo>
                  <a:cubicBezTo>
                    <a:pt x="2147" y="322"/>
                    <a:pt x="2196" y="276"/>
                    <a:pt x="2249" y="276"/>
                  </a:cubicBezTo>
                  <a:cubicBezTo>
                    <a:pt x="2291" y="276"/>
                    <a:pt x="2331" y="299"/>
                    <a:pt x="2331" y="374"/>
                  </a:cubicBezTo>
                  <a:cubicBezTo>
                    <a:pt x="2331" y="639"/>
                    <a:pt x="2331" y="639"/>
                    <a:pt x="2331" y="639"/>
                  </a:cubicBezTo>
                  <a:cubicBezTo>
                    <a:pt x="2331" y="647"/>
                    <a:pt x="2337" y="653"/>
                    <a:pt x="2344" y="653"/>
                  </a:cubicBezTo>
                  <a:cubicBezTo>
                    <a:pt x="2420" y="653"/>
                    <a:pt x="2420" y="653"/>
                    <a:pt x="2420" y="653"/>
                  </a:cubicBezTo>
                  <a:cubicBezTo>
                    <a:pt x="2428" y="653"/>
                    <a:pt x="2434" y="647"/>
                    <a:pt x="2434" y="639"/>
                  </a:cubicBezTo>
                  <a:cubicBezTo>
                    <a:pt x="2434" y="359"/>
                    <a:pt x="2434" y="359"/>
                    <a:pt x="2434" y="359"/>
                  </a:cubicBezTo>
                  <a:cubicBezTo>
                    <a:pt x="2434" y="234"/>
                    <a:pt x="2365" y="182"/>
                    <a:pt x="2278" y="182"/>
                  </a:cubicBezTo>
                  <a:cubicBezTo>
                    <a:pt x="2222" y="182"/>
                    <a:pt x="2170" y="215"/>
                    <a:pt x="2140" y="252"/>
                  </a:cubicBezTo>
                  <a:cubicBezTo>
                    <a:pt x="2136" y="206"/>
                    <a:pt x="2136" y="206"/>
                    <a:pt x="2136" y="206"/>
                  </a:cubicBezTo>
                  <a:cubicBezTo>
                    <a:pt x="2135" y="199"/>
                    <a:pt x="2129" y="193"/>
                    <a:pt x="2123" y="193"/>
                  </a:cubicBezTo>
                  <a:cubicBezTo>
                    <a:pt x="2057" y="193"/>
                    <a:pt x="2057" y="193"/>
                    <a:pt x="2057" y="193"/>
                  </a:cubicBezTo>
                  <a:cubicBezTo>
                    <a:pt x="2050" y="193"/>
                    <a:pt x="2044" y="199"/>
                    <a:pt x="2044" y="206"/>
                  </a:cubicBezTo>
                  <a:cubicBezTo>
                    <a:pt x="2044" y="639"/>
                    <a:pt x="2044" y="639"/>
                    <a:pt x="2044" y="639"/>
                  </a:cubicBezTo>
                  <a:cubicBezTo>
                    <a:pt x="2044" y="647"/>
                    <a:pt x="2050" y="653"/>
                    <a:pt x="2057" y="653"/>
                  </a:cubicBezTo>
                  <a:lnTo>
                    <a:pt x="2133" y="653"/>
                  </a:lnTo>
                  <a:close/>
                  <a:moveTo>
                    <a:pt x="688" y="269"/>
                  </a:moveTo>
                  <a:cubicBezTo>
                    <a:pt x="736" y="269"/>
                    <a:pt x="786" y="304"/>
                    <a:pt x="786" y="406"/>
                  </a:cubicBezTo>
                  <a:cubicBezTo>
                    <a:pt x="786" y="427"/>
                    <a:pt x="786" y="427"/>
                    <a:pt x="786" y="427"/>
                  </a:cubicBezTo>
                  <a:cubicBezTo>
                    <a:pt x="786" y="547"/>
                    <a:pt x="729" y="576"/>
                    <a:pt x="690" y="576"/>
                  </a:cubicBezTo>
                  <a:cubicBezTo>
                    <a:pt x="621" y="576"/>
                    <a:pt x="582" y="502"/>
                    <a:pt x="582" y="421"/>
                  </a:cubicBezTo>
                  <a:cubicBezTo>
                    <a:pt x="582" y="329"/>
                    <a:pt x="626" y="269"/>
                    <a:pt x="688" y="269"/>
                  </a:cubicBezTo>
                  <a:moveTo>
                    <a:pt x="669" y="182"/>
                  </a:moveTo>
                  <a:cubicBezTo>
                    <a:pt x="570" y="182"/>
                    <a:pt x="476" y="261"/>
                    <a:pt x="476" y="422"/>
                  </a:cubicBezTo>
                  <a:cubicBezTo>
                    <a:pt x="476" y="554"/>
                    <a:pt x="547" y="664"/>
                    <a:pt x="668" y="664"/>
                  </a:cubicBezTo>
                  <a:cubicBezTo>
                    <a:pt x="722" y="664"/>
                    <a:pt x="768" y="631"/>
                    <a:pt x="791" y="593"/>
                  </a:cubicBezTo>
                  <a:cubicBezTo>
                    <a:pt x="798" y="639"/>
                    <a:pt x="798" y="639"/>
                    <a:pt x="798" y="639"/>
                  </a:cubicBezTo>
                  <a:cubicBezTo>
                    <a:pt x="799" y="646"/>
                    <a:pt x="805" y="652"/>
                    <a:pt x="812" y="652"/>
                  </a:cubicBezTo>
                  <a:cubicBezTo>
                    <a:pt x="876" y="652"/>
                    <a:pt x="876" y="652"/>
                    <a:pt x="876" y="652"/>
                  </a:cubicBezTo>
                  <a:cubicBezTo>
                    <a:pt x="883" y="652"/>
                    <a:pt x="889" y="647"/>
                    <a:pt x="889" y="639"/>
                  </a:cubicBezTo>
                  <a:cubicBezTo>
                    <a:pt x="889" y="206"/>
                    <a:pt x="889" y="206"/>
                    <a:pt x="889" y="206"/>
                  </a:cubicBezTo>
                  <a:cubicBezTo>
                    <a:pt x="889" y="199"/>
                    <a:pt x="883" y="193"/>
                    <a:pt x="876" y="193"/>
                  </a:cubicBezTo>
                  <a:cubicBezTo>
                    <a:pt x="817" y="193"/>
                    <a:pt x="817" y="193"/>
                    <a:pt x="817" y="193"/>
                  </a:cubicBezTo>
                  <a:cubicBezTo>
                    <a:pt x="810" y="193"/>
                    <a:pt x="804" y="199"/>
                    <a:pt x="803" y="206"/>
                  </a:cubicBezTo>
                  <a:cubicBezTo>
                    <a:pt x="798" y="247"/>
                    <a:pt x="798" y="247"/>
                    <a:pt x="798" y="247"/>
                  </a:cubicBezTo>
                  <a:cubicBezTo>
                    <a:pt x="768" y="210"/>
                    <a:pt x="727" y="182"/>
                    <a:pt x="669" y="182"/>
                  </a:cubicBezTo>
                  <a:moveTo>
                    <a:pt x="2733" y="269"/>
                  </a:moveTo>
                  <a:cubicBezTo>
                    <a:pt x="2780" y="269"/>
                    <a:pt x="2830" y="304"/>
                    <a:pt x="2830" y="406"/>
                  </a:cubicBezTo>
                  <a:cubicBezTo>
                    <a:pt x="2830" y="427"/>
                    <a:pt x="2830" y="427"/>
                    <a:pt x="2830" y="427"/>
                  </a:cubicBezTo>
                  <a:cubicBezTo>
                    <a:pt x="2830" y="547"/>
                    <a:pt x="2773" y="576"/>
                    <a:pt x="2734" y="576"/>
                  </a:cubicBezTo>
                  <a:cubicBezTo>
                    <a:pt x="2665" y="576"/>
                    <a:pt x="2627" y="502"/>
                    <a:pt x="2627" y="421"/>
                  </a:cubicBezTo>
                  <a:cubicBezTo>
                    <a:pt x="2627" y="329"/>
                    <a:pt x="2670" y="269"/>
                    <a:pt x="2733" y="269"/>
                  </a:cubicBezTo>
                  <a:moveTo>
                    <a:pt x="2713" y="182"/>
                  </a:moveTo>
                  <a:cubicBezTo>
                    <a:pt x="2614" y="182"/>
                    <a:pt x="2520" y="261"/>
                    <a:pt x="2520" y="422"/>
                  </a:cubicBezTo>
                  <a:cubicBezTo>
                    <a:pt x="2520" y="554"/>
                    <a:pt x="2591" y="664"/>
                    <a:pt x="2713" y="664"/>
                  </a:cubicBezTo>
                  <a:cubicBezTo>
                    <a:pt x="2766" y="664"/>
                    <a:pt x="2813" y="631"/>
                    <a:pt x="2836" y="593"/>
                  </a:cubicBezTo>
                  <a:cubicBezTo>
                    <a:pt x="2843" y="639"/>
                    <a:pt x="2843" y="639"/>
                    <a:pt x="2843" y="639"/>
                  </a:cubicBezTo>
                  <a:cubicBezTo>
                    <a:pt x="2844" y="646"/>
                    <a:pt x="2850" y="652"/>
                    <a:pt x="2856" y="652"/>
                  </a:cubicBezTo>
                  <a:cubicBezTo>
                    <a:pt x="2921" y="652"/>
                    <a:pt x="2921" y="652"/>
                    <a:pt x="2921" y="652"/>
                  </a:cubicBezTo>
                  <a:cubicBezTo>
                    <a:pt x="2928" y="652"/>
                    <a:pt x="2934" y="647"/>
                    <a:pt x="2934" y="639"/>
                  </a:cubicBezTo>
                  <a:cubicBezTo>
                    <a:pt x="2934" y="206"/>
                    <a:pt x="2934" y="206"/>
                    <a:pt x="2934" y="206"/>
                  </a:cubicBezTo>
                  <a:cubicBezTo>
                    <a:pt x="2934" y="199"/>
                    <a:pt x="2928" y="193"/>
                    <a:pt x="2921" y="193"/>
                  </a:cubicBezTo>
                  <a:cubicBezTo>
                    <a:pt x="2861" y="193"/>
                    <a:pt x="2861" y="193"/>
                    <a:pt x="2861" y="193"/>
                  </a:cubicBezTo>
                  <a:cubicBezTo>
                    <a:pt x="2855" y="193"/>
                    <a:pt x="2849" y="199"/>
                    <a:pt x="2848" y="206"/>
                  </a:cubicBezTo>
                  <a:cubicBezTo>
                    <a:pt x="2842" y="247"/>
                    <a:pt x="2842" y="247"/>
                    <a:pt x="2842" y="247"/>
                  </a:cubicBezTo>
                  <a:cubicBezTo>
                    <a:pt x="2813" y="210"/>
                    <a:pt x="2771" y="182"/>
                    <a:pt x="2713" y="182"/>
                  </a:cubicBezTo>
                  <a:moveTo>
                    <a:pt x="1337" y="200"/>
                  </a:moveTo>
                  <a:cubicBezTo>
                    <a:pt x="1330" y="201"/>
                    <a:pt x="1324" y="206"/>
                    <a:pt x="1324" y="214"/>
                  </a:cubicBezTo>
                  <a:cubicBezTo>
                    <a:pt x="1324" y="639"/>
                    <a:pt x="1324" y="639"/>
                    <a:pt x="1324" y="639"/>
                  </a:cubicBezTo>
                  <a:cubicBezTo>
                    <a:pt x="1324" y="647"/>
                    <a:pt x="1330" y="653"/>
                    <a:pt x="1337" y="653"/>
                  </a:cubicBezTo>
                  <a:cubicBezTo>
                    <a:pt x="1414" y="653"/>
                    <a:pt x="1414" y="653"/>
                    <a:pt x="1414" y="653"/>
                  </a:cubicBezTo>
                  <a:cubicBezTo>
                    <a:pt x="1421" y="653"/>
                    <a:pt x="1427" y="647"/>
                    <a:pt x="1427" y="639"/>
                  </a:cubicBezTo>
                  <a:cubicBezTo>
                    <a:pt x="1427" y="206"/>
                    <a:pt x="1427" y="206"/>
                    <a:pt x="1427" y="206"/>
                  </a:cubicBezTo>
                  <a:cubicBezTo>
                    <a:pt x="1427" y="199"/>
                    <a:pt x="1421" y="192"/>
                    <a:pt x="1414" y="193"/>
                  </a:cubicBezTo>
                  <a:lnTo>
                    <a:pt x="1337" y="200"/>
                  </a:lnTo>
                  <a:close/>
                  <a:moveTo>
                    <a:pt x="3058" y="9"/>
                  </a:moveTo>
                  <a:cubicBezTo>
                    <a:pt x="3051" y="10"/>
                    <a:pt x="3045" y="15"/>
                    <a:pt x="3045" y="22"/>
                  </a:cubicBezTo>
                  <a:cubicBezTo>
                    <a:pt x="3045" y="639"/>
                    <a:pt x="3045" y="639"/>
                    <a:pt x="3045" y="639"/>
                  </a:cubicBezTo>
                  <a:cubicBezTo>
                    <a:pt x="3045" y="647"/>
                    <a:pt x="3051" y="653"/>
                    <a:pt x="3058" y="653"/>
                  </a:cubicBezTo>
                  <a:cubicBezTo>
                    <a:pt x="3135" y="653"/>
                    <a:pt x="3135" y="653"/>
                    <a:pt x="3135" y="653"/>
                  </a:cubicBezTo>
                  <a:cubicBezTo>
                    <a:pt x="3142" y="653"/>
                    <a:pt x="3148" y="647"/>
                    <a:pt x="3148" y="639"/>
                  </a:cubicBezTo>
                  <a:cubicBezTo>
                    <a:pt x="3148" y="15"/>
                    <a:pt x="3148" y="15"/>
                    <a:pt x="3148" y="15"/>
                  </a:cubicBezTo>
                  <a:cubicBezTo>
                    <a:pt x="3148" y="7"/>
                    <a:pt x="3142" y="0"/>
                    <a:pt x="3135" y="2"/>
                  </a:cubicBezTo>
                  <a:lnTo>
                    <a:pt x="3058" y="9"/>
                  </a:lnTo>
                  <a:close/>
                  <a:moveTo>
                    <a:pt x="1436" y="73"/>
                  </a:moveTo>
                  <a:cubicBezTo>
                    <a:pt x="1436" y="39"/>
                    <a:pt x="1409" y="12"/>
                    <a:pt x="1375" y="12"/>
                  </a:cubicBezTo>
                  <a:cubicBezTo>
                    <a:pt x="1342" y="12"/>
                    <a:pt x="1315" y="39"/>
                    <a:pt x="1315" y="73"/>
                  </a:cubicBezTo>
                  <a:cubicBezTo>
                    <a:pt x="1315" y="106"/>
                    <a:pt x="1342" y="133"/>
                    <a:pt x="1375" y="133"/>
                  </a:cubicBezTo>
                  <a:cubicBezTo>
                    <a:pt x="1409" y="133"/>
                    <a:pt x="1436" y="106"/>
                    <a:pt x="1436" y="73"/>
                  </a:cubicBezTo>
                  <a:moveTo>
                    <a:pt x="1219" y="578"/>
                  </a:moveTo>
                  <a:cubicBezTo>
                    <a:pt x="1217" y="568"/>
                    <a:pt x="1211" y="565"/>
                    <a:pt x="1199" y="570"/>
                  </a:cubicBezTo>
                  <a:cubicBezTo>
                    <a:pt x="1192" y="572"/>
                    <a:pt x="1169" y="578"/>
                    <a:pt x="1154" y="578"/>
                  </a:cubicBezTo>
                  <a:cubicBezTo>
                    <a:pt x="1124" y="578"/>
                    <a:pt x="1111" y="567"/>
                    <a:pt x="1110" y="524"/>
                  </a:cubicBezTo>
                  <a:cubicBezTo>
                    <a:pt x="1110" y="276"/>
                    <a:pt x="1110" y="276"/>
                    <a:pt x="1110" y="276"/>
                  </a:cubicBezTo>
                  <a:cubicBezTo>
                    <a:pt x="1207" y="276"/>
                    <a:pt x="1207" y="276"/>
                    <a:pt x="1207" y="276"/>
                  </a:cubicBezTo>
                  <a:cubicBezTo>
                    <a:pt x="1214" y="276"/>
                    <a:pt x="1220" y="270"/>
                    <a:pt x="1220" y="263"/>
                  </a:cubicBezTo>
                  <a:cubicBezTo>
                    <a:pt x="1220" y="206"/>
                    <a:pt x="1220" y="206"/>
                    <a:pt x="1220" y="206"/>
                  </a:cubicBezTo>
                  <a:cubicBezTo>
                    <a:pt x="1220" y="199"/>
                    <a:pt x="1214" y="193"/>
                    <a:pt x="1207" y="193"/>
                  </a:cubicBezTo>
                  <a:cubicBezTo>
                    <a:pt x="1110" y="193"/>
                    <a:pt x="1110" y="193"/>
                    <a:pt x="1110" y="193"/>
                  </a:cubicBezTo>
                  <a:cubicBezTo>
                    <a:pt x="1110" y="70"/>
                    <a:pt x="1110" y="70"/>
                    <a:pt x="1110" y="70"/>
                  </a:cubicBezTo>
                  <a:cubicBezTo>
                    <a:pt x="1110" y="62"/>
                    <a:pt x="1104" y="56"/>
                    <a:pt x="1097" y="57"/>
                  </a:cubicBezTo>
                  <a:cubicBezTo>
                    <a:pt x="1021" y="64"/>
                    <a:pt x="1021" y="64"/>
                    <a:pt x="1021" y="64"/>
                  </a:cubicBezTo>
                  <a:cubicBezTo>
                    <a:pt x="1013" y="65"/>
                    <a:pt x="1007" y="70"/>
                    <a:pt x="1007" y="77"/>
                  </a:cubicBezTo>
                  <a:cubicBezTo>
                    <a:pt x="1007" y="535"/>
                    <a:pt x="1007" y="535"/>
                    <a:pt x="1007" y="535"/>
                  </a:cubicBezTo>
                  <a:cubicBezTo>
                    <a:pt x="1007" y="610"/>
                    <a:pt x="1041" y="664"/>
                    <a:pt x="1132" y="664"/>
                  </a:cubicBezTo>
                  <a:cubicBezTo>
                    <a:pt x="1159" y="664"/>
                    <a:pt x="1193" y="659"/>
                    <a:pt x="1219" y="647"/>
                  </a:cubicBezTo>
                  <a:cubicBezTo>
                    <a:pt x="1224" y="645"/>
                    <a:pt x="1228" y="643"/>
                    <a:pt x="1227" y="635"/>
                  </a:cubicBezTo>
                  <a:lnTo>
                    <a:pt x="1219" y="578"/>
                  </a:lnTo>
                  <a:close/>
                  <a:moveTo>
                    <a:pt x="3346" y="384"/>
                  </a:moveTo>
                  <a:cubicBezTo>
                    <a:pt x="3354" y="331"/>
                    <a:pt x="3379" y="267"/>
                    <a:pt x="3450" y="267"/>
                  </a:cubicBezTo>
                  <a:cubicBezTo>
                    <a:pt x="3524" y="267"/>
                    <a:pt x="3549" y="326"/>
                    <a:pt x="3552" y="384"/>
                  </a:cubicBezTo>
                  <a:lnTo>
                    <a:pt x="3346" y="384"/>
                  </a:lnTo>
                  <a:close/>
                  <a:moveTo>
                    <a:pt x="3458" y="664"/>
                  </a:moveTo>
                  <a:cubicBezTo>
                    <a:pt x="3524" y="664"/>
                    <a:pt x="3577" y="647"/>
                    <a:pt x="3617" y="625"/>
                  </a:cubicBezTo>
                  <a:cubicBezTo>
                    <a:pt x="3624" y="621"/>
                    <a:pt x="3627" y="614"/>
                    <a:pt x="3624" y="607"/>
                  </a:cubicBezTo>
                  <a:cubicBezTo>
                    <a:pt x="3603" y="555"/>
                    <a:pt x="3603" y="555"/>
                    <a:pt x="3603" y="555"/>
                  </a:cubicBezTo>
                  <a:cubicBezTo>
                    <a:pt x="3600" y="548"/>
                    <a:pt x="3592" y="545"/>
                    <a:pt x="3585" y="548"/>
                  </a:cubicBezTo>
                  <a:cubicBezTo>
                    <a:pt x="3548" y="566"/>
                    <a:pt x="3509" y="576"/>
                    <a:pt x="3464" y="576"/>
                  </a:cubicBezTo>
                  <a:cubicBezTo>
                    <a:pt x="3388" y="576"/>
                    <a:pt x="3352" y="521"/>
                    <a:pt x="3346" y="460"/>
                  </a:cubicBezTo>
                  <a:cubicBezTo>
                    <a:pt x="3644" y="460"/>
                    <a:pt x="3644" y="460"/>
                    <a:pt x="3644" y="460"/>
                  </a:cubicBezTo>
                  <a:cubicBezTo>
                    <a:pt x="3651" y="460"/>
                    <a:pt x="3656" y="454"/>
                    <a:pt x="3657" y="446"/>
                  </a:cubicBezTo>
                  <a:cubicBezTo>
                    <a:pt x="3657" y="436"/>
                    <a:pt x="3657" y="429"/>
                    <a:pt x="3657" y="420"/>
                  </a:cubicBezTo>
                  <a:cubicBezTo>
                    <a:pt x="3657" y="306"/>
                    <a:pt x="3599" y="182"/>
                    <a:pt x="3451" y="182"/>
                  </a:cubicBezTo>
                  <a:cubicBezTo>
                    <a:pt x="3318" y="182"/>
                    <a:pt x="3238" y="285"/>
                    <a:pt x="3238" y="425"/>
                  </a:cubicBezTo>
                  <a:cubicBezTo>
                    <a:pt x="3238" y="569"/>
                    <a:pt x="3324" y="664"/>
                    <a:pt x="3458" y="664"/>
                  </a:cubicBezTo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  <p:sp>
          <p:nvSpPr>
            <p:cNvPr id="20" name="Freeform 6"/>
            <p:cNvSpPr>
              <a:spLocks noSelect="1"/>
            </p:cNvSpPr>
            <p:nvPr/>
          </p:nvSpPr>
          <p:spPr bwMode="gray">
            <a:xfrm>
              <a:off x="621" y="3992"/>
              <a:ext cx="695" cy="93"/>
            </a:xfrm>
            <a:custGeom>
              <a:avLst/>
              <a:gdLst/>
              <a:ahLst/>
              <a:cxnLst>
                <a:cxn ang="0">
                  <a:pos x="13" y="193"/>
                </a:cxn>
                <a:cxn ang="0">
                  <a:pos x="234" y="182"/>
                </a:cxn>
                <a:cxn ang="0">
                  <a:pos x="300" y="653"/>
                </a:cxn>
                <a:cxn ang="0">
                  <a:pos x="103" y="410"/>
                </a:cxn>
                <a:cxn ang="0">
                  <a:pos x="2735" y="269"/>
                </a:cxn>
                <a:cxn ang="0">
                  <a:pos x="2832" y="406"/>
                </a:cxn>
                <a:cxn ang="0">
                  <a:pos x="2849" y="206"/>
                </a:cxn>
                <a:cxn ang="0">
                  <a:pos x="2935" y="640"/>
                </a:cxn>
                <a:cxn ang="0">
                  <a:pos x="2837" y="593"/>
                </a:cxn>
                <a:cxn ang="0">
                  <a:pos x="4643" y="653"/>
                </a:cxn>
                <a:cxn ang="0">
                  <a:pos x="4840" y="374"/>
                </a:cxn>
                <a:cxn ang="0">
                  <a:pos x="4943" y="640"/>
                </a:cxn>
                <a:cxn ang="0">
                  <a:pos x="4645" y="206"/>
                </a:cxn>
                <a:cxn ang="0">
                  <a:pos x="4553" y="640"/>
                </a:cxn>
                <a:cxn ang="0">
                  <a:pos x="3156" y="640"/>
                </a:cxn>
                <a:cxn ang="0">
                  <a:pos x="3341" y="640"/>
                </a:cxn>
                <a:cxn ang="0">
                  <a:pos x="3443" y="359"/>
                </a:cxn>
                <a:cxn ang="0">
                  <a:pos x="3132" y="193"/>
                </a:cxn>
                <a:cxn ang="0">
                  <a:pos x="3067" y="653"/>
                </a:cxn>
                <a:cxn ang="0">
                  <a:pos x="2331" y="640"/>
                </a:cxn>
                <a:cxn ang="0">
                  <a:pos x="2434" y="15"/>
                </a:cxn>
                <a:cxn ang="0">
                  <a:pos x="691" y="267"/>
                </a:cxn>
                <a:cxn ang="0">
                  <a:pos x="479" y="425"/>
                </a:cxn>
                <a:cxn ang="0">
                  <a:pos x="884" y="460"/>
                </a:cxn>
                <a:cxn ang="0">
                  <a:pos x="843" y="555"/>
                </a:cxn>
                <a:cxn ang="0">
                  <a:pos x="1803" y="384"/>
                </a:cxn>
                <a:cxn ang="0">
                  <a:pos x="1709" y="664"/>
                </a:cxn>
                <a:cxn ang="0">
                  <a:pos x="1907" y="447"/>
                </a:cxn>
                <a:cxn ang="0">
                  <a:pos x="1836" y="548"/>
                </a:cxn>
                <a:cxn ang="0">
                  <a:pos x="1709" y="664"/>
                </a:cxn>
                <a:cxn ang="0">
                  <a:pos x="1380" y="653"/>
                </a:cxn>
                <a:cxn ang="0">
                  <a:pos x="1164" y="664"/>
                </a:cxn>
                <a:cxn ang="0">
                  <a:pos x="1291" y="23"/>
                </a:cxn>
                <a:cxn ang="0">
                  <a:pos x="1184" y="269"/>
                </a:cxn>
                <a:cxn ang="0">
                  <a:pos x="1291" y="406"/>
                </a:cxn>
                <a:cxn ang="0">
                  <a:pos x="4359" y="384"/>
                </a:cxn>
                <a:cxn ang="0">
                  <a:pos x="4464" y="420"/>
                </a:cxn>
                <a:cxn ang="0">
                  <a:pos x="4271" y="576"/>
                </a:cxn>
                <a:cxn ang="0">
                  <a:pos x="4425" y="625"/>
                </a:cxn>
                <a:cxn ang="0">
                  <a:pos x="3955" y="640"/>
                </a:cxn>
                <a:cxn ang="0">
                  <a:pos x="3858" y="593"/>
                </a:cxn>
                <a:cxn ang="0">
                  <a:pos x="3852" y="233"/>
                </a:cxn>
                <a:cxn ang="0">
                  <a:pos x="3853" y="406"/>
                </a:cxn>
                <a:cxn ang="0">
                  <a:pos x="3853" y="427"/>
                </a:cxn>
                <a:cxn ang="0">
                  <a:pos x="2094" y="252"/>
                </a:cxn>
                <a:cxn ang="0">
                  <a:pos x="1998" y="206"/>
                </a:cxn>
                <a:cxn ang="0">
                  <a:pos x="2101" y="640"/>
                </a:cxn>
                <a:cxn ang="0">
                  <a:pos x="2248" y="276"/>
                </a:cxn>
              </a:cxnLst>
              <a:rect l="0" t="0" r="r" b="b"/>
              <a:pathLst>
                <a:path w="4943" h="664">
                  <a:moveTo>
                    <a:pt x="13" y="653"/>
                  </a:moveTo>
                  <a:cubicBezTo>
                    <a:pt x="6" y="653"/>
                    <a:pt x="0" y="647"/>
                    <a:pt x="0" y="64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0" y="199"/>
                    <a:pt x="6" y="193"/>
                    <a:pt x="13" y="193"/>
                  </a:cubicBezTo>
                  <a:cubicBezTo>
                    <a:pt x="79" y="193"/>
                    <a:pt x="79" y="193"/>
                    <a:pt x="79" y="193"/>
                  </a:cubicBezTo>
                  <a:cubicBezTo>
                    <a:pt x="85" y="193"/>
                    <a:pt x="91" y="199"/>
                    <a:pt x="92" y="206"/>
                  </a:cubicBezTo>
                  <a:cubicBezTo>
                    <a:pt x="96" y="252"/>
                    <a:pt x="96" y="252"/>
                    <a:pt x="96" y="252"/>
                  </a:cubicBezTo>
                  <a:cubicBezTo>
                    <a:pt x="127" y="215"/>
                    <a:pt x="178" y="182"/>
                    <a:pt x="234" y="182"/>
                  </a:cubicBezTo>
                  <a:cubicBezTo>
                    <a:pt x="321" y="182"/>
                    <a:pt x="390" y="234"/>
                    <a:pt x="390" y="359"/>
                  </a:cubicBezTo>
                  <a:cubicBezTo>
                    <a:pt x="390" y="640"/>
                    <a:pt x="390" y="640"/>
                    <a:pt x="390" y="640"/>
                  </a:cubicBezTo>
                  <a:cubicBezTo>
                    <a:pt x="390" y="647"/>
                    <a:pt x="384" y="653"/>
                    <a:pt x="377" y="653"/>
                  </a:cubicBezTo>
                  <a:cubicBezTo>
                    <a:pt x="300" y="653"/>
                    <a:pt x="300" y="653"/>
                    <a:pt x="300" y="653"/>
                  </a:cubicBezTo>
                  <a:cubicBezTo>
                    <a:pt x="293" y="653"/>
                    <a:pt x="287" y="647"/>
                    <a:pt x="287" y="640"/>
                  </a:cubicBezTo>
                  <a:cubicBezTo>
                    <a:pt x="287" y="374"/>
                    <a:pt x="287" y="374"/>
                    <a:pt x="287" y="374"/>
                  </a:cubicBezTo>
                  <a:cubicBezTo>
                    <a:pt x="287" y="299"/>
                    <a:pt x="247" y="276"/>
                    <a:pt x="206" y="276"/>
                  </a:cubicBezTo>
                  <a:cubicBezTo>
                    <a:pt x="152" y="276"/>
                    <a:pt x="103" y="323"/>
                    <a:pt x="103" y="410"/>
                  </a:cubicBezTo>
                  <a:cubicBezTo>
                    <a:pt x="103" y="640"/>
                    <a:pt x="103" y="640"/>
                    <a:pt x="103" y="640"/>
                  </a:cubicBezTo>
                  <a:cubicBezTo>
                    <a:pt x="103" y="647"/>
                    <a:pt x="97" y="653"/>
                    <a:pt x="90" y="653"/>
                  </a:cubicBezTo>
                  <a:lnTo>
                    <a:pt x="13" y="653"/>
                  </a:lnTo>
                  <a:close/>
                  <a:moveTo>
                    <a:pt x="2735" y="269"/>
                  </a:moveTo>
                  <a:cubicBezTo>
                    <a:pt x="2672" y="269"/>
                    <a:pt x="2629" y="330"/>
                    <a:pt x="2629" y="421"/>
                  </a:cubicBezTo>
                  <a:cubicBezTo>
                    <a:pt x="2629" y="503"/>
                    <a:pt x="2667" y="576"/>
                    <a:pt x="2736" y="576"/>
                  </a:cubicBezTo>
                  <a:cubicBezTo>
                    <a:pt x="2775" y="576"/>
                    <a:pt x="2832" y="547"/>
                    <a:pt x="2832" y="428"/>
                  </a:cubicBezTo>
                  <a:cubicBezTo>
                    <a:pt x="2832" y="406"/>
                    <a:pt x="2832" y="406"/>
                    <a:pt x="2832" y="406"/>
                  </a:cubicBezTo>
                  <a:cubicBezTo>
                    <a:pt x="2832" y="304"/>
                    <a:pt x="2782" y="269"/>
                    <a:pt x="2735" y="269"/>
                  </a:cubicBezTo>
                  <a:moveTo>
                    <a:pt x="2715" y="182"/>
                  </a:moveTo>
                  <a:cubicBezTo>
                    <a:pt x="2773" y="182"/>
                    <a:pt x="2815" y="210"/>
                    <a:pt x="2844" y="247"/>
                  </a:cubicBezTo>
                  <a:cubicBezTo>
                    <a:pt x="2849" y="206"/>
                    <a:pt x="2849" y="206"/>
                    <a:pt x="2849" y="206"/>
                  </a:cubicBezTo>
                  <a:cubicBezTo>
                    <a:pt x="2850" y="200"/>
                    <a:pt x="2856" y="193"/>
                    <a:pt x="2863" y="193"/>
                  </a:cubicBezTo>
                  <a:cubicBezTo>
                    <a:pt x="2922" y="193"/>
                    <a:pt x="2922" y="193"/>
                    <a:pt x="2922" y="193"/>
                  </a:cubicBezTo>
                  <a:cubicBezTo>
                    <a:pt x="2930" y="193"/>
                    <a:pt x="2935" y="199"/>
                    <a:pt x="2935" y="206"/>
                  </a:cubicBezTo>
                  <a:cubicBezTo>
                    <a:pt x="2935" y="640"/>
                    <a:pt x="2935" y="640"/>
                    <a:pt x="2935" y="640"/>
                  </a:cubicBezTo>
                  <a:cubicBezTo>
                    <a:pt x="2935" y="647"/>
                    <a:pt x="2930" y="653"/>
                    <a:pt x="2922" y="653"/>
                  </a:cubicBezTo>
                  <a:cubicBezTo>
                    <a:pt x="2858" y="653"/>
                    <a:pt x="2858" y="653"/>
                    <a:pt x="2858" y="653"/>
                  </a:cubicBezTo>
                  <a:cubicBezTo>
                    <a:pt x="2851" y="653"/>
                    <a:pt x="2845" y="646"/>
                    <a:pt x="2844" y="640"/>
                  </a:cubicBezTo>
                  <a:cubicBezTo>
                    <a:pt x="2837" y="593"/>
                    <a:pt x="2837" y="593"/>
                    <a:pt x="2837" y="593"/>
                  </a:cubicBezTo>
                  <a:cubicBezTo>
                    <a:pt x="2815" y="631"/>
                    <a:pt x="2768" y="664"/>
                    <a:pt x="2714" y="664"/>
                  </a:cubicBezTo>
                  <a:cubicBezTo>
                    <a:pt x="2593" y="664"/>
                    <a:pt x="2522" y="555"/>
                    <a:pt x="2522" y="422"/>
                  </a:cubicBezTo>
                  <a:cubicBezTo>
                    <a:pt x="2522" y="261"/>
                    <a:pt x="2616" y="182"/>
                    <a:pt x="2715" y="182"/>
                  </a:cubicBezTo>
                  <a:moveTo>
                    <a:pt x="4643" y="653"/>
                  </a:moveTo>
                  <a:cubicBezTo>
                    <a:pt x="4650" y="653"/>
                    <a:pt x="4656" y="647"/>
                    <a:pt x="4656" y="640"/>
                  </a:cubicBezTo>
                  <a:cubicBezTo>
                    <a:pt x="4656" y="410"/>
                    <a:pt x="4656" y="410"/>
                    <a:pt x="4656" y="410"/>
                  </a:cubicBezTo>
                  <a:cubicBezTo>
                    <a:pt x="4656" y="323"/>
                    <a:pt x="4705" y="276"/>
                    <a:pt x="4759" y="276"/>
                  </a:cubicBezTo>
                  <a:cubicBezTo>
                    <a:pt x="4800" y="276"/>
                    <a:pt x="4840" y="299"/>
                    <a:pt x="4840" y="374"/>
                  </a:cubicBezTo>
                  <a:cubicBezTo>
                    <a:pt x="4840" y="640"/>
                    <a:pt x="4840" y="640"/>
                    <a:pt x="4840" y="640"/>
                  </a:cubicBezTo>
                  <a:cubicBezTo>
                    <a:pt x="4840" y="647"/>
                    <a:pt x="4846" y="653"/>
                    <a:pt x="4853" y="653"/>
                  </a:cubicBezTo>
                  <a:cubicBezTo>
                    <a:pt x="4930" y="653"/>
                    <a:pt x="4930" y="653"/>
                    <a:pt x="4930" y="653"/>
                  </a:cubicBezTo>
                  <a:cubicBezTo>
                    <a:pt x="4937" y="653"/>
                    <a:pt x="4943" y="647"/>
                    <a:pt x="4943" y="640"/>
                  </a:cubicBezTo>
                  <a:cubicBezTo>
                    <a:pt x="4943" y="359"/>
                    <a:pt x="4943" y="359"/>
                    <a:pt x="4943" y="359"/>
                  </a:cubicBezTo>
                  <a:cubicBezTo>
                    <a:pt x="4943" y="234"/>
                    <a:pt x="4874" y="182"/>
                    <a:pt x="4787" y="182"/>
                  </a:cubicBezTo>
                  <a:cubicBezTo>
                    <a:pt x="4731" y="182"/>
                    <a:pt x="4680" y="215"/>
                    <a:pt x="4649" y="252"/>
                  </a:cubicBezTo>
                  <a:cubicBezTo>
                    <a:pt x="4645" y="206"/>
                    <a:pt x="4645" y="206"/>
                    <a:pt x="4645" y="206"/>
                  </a:cubicBezTo>
                  <a:cubicBezTo>
                    <a:pt x="4644" y="199"/>
                    <a:pt x="4638" y="193"/>
                    <a:pt x="4632" y="193"/>
                  </a:cubicBezTo>
                  <a:cubicBezTo>
                    <a:pt x="4566" y="193"/>
                    <a:pt x="4566" y="193"/>
                    <a:pt x="4566" y="193"/>
                  </a:cubicBezTo>
                  <a:cubicBezTo>
                    <a:pt x="4559" y="193"/>
                    <a:pt x="4553" y="199"/>
                    <a:pt x="4553" y="206"/>
                  </a:cubicBezTo>
                  <a:cubicBezTo>
                    <a:pt x="4553" y="640"/>
                    <a:pt x="4553" y="640"/>
                    <a:pt x="4553" y="640"/>
                  </a:cubicBezTo>
                  <a:cubicBezTo>
                    <a:pt x="4553" y="647"/>
                    <a:pt x="4559" y="653"/>
                    <a:pt x="4566" y="653"/>
                  </a:cubicBezTo>
                  <a:lnTo>
                    <a:pt x="4643" y="653"/>
                  </a:lnTo>
                  <a:close/>
                  <a:moveTo>
                    <a:pt x="3143" y="653"/>
                  </a:moveTo>
                  <a:cubicBezTo>
                    <a:pt x="3151" y="653"/>
                    <a:pt x="3156" y="647"/>
                    <a:pt x="3156" y="640"/>
                  </a:cubicBezTo>
                  <a:cubicBezTo>
                    <a:pt x="3156" y="410"/>
                    <a:pt x="3156" y="410"/>
                    <a:pt x="3156" y="410"/>
                  </a:cubicBezTo>
                  <a:cubicBezTo>
                    <a:pt x="3156" y="323"/>
                    <a:pt x="3206" y="276"/>
                    <a:pt x="3259" y="276"/>
                  </a:cubicBezTo>
                  <a:cubicBezTo>
                    <a:pt x="3301" y="276"/>
                    <a:pt x="3340" y="299"/>
                    <a:pt x="3341" y="374"/>
                  </a:cubicBezTo>
                  <a:cubicBezTo>
                    <a:pt x="3341" y="640"/>
                    <a:pt x="3341" y="640"/>
                    <a:pt x="3341" y="640"/>
                  </a:cubicBezTo>
                  <a:cubicBezTo>
                    <a:pt x="3341" y="647"/>
                    <a:pt x="3346" y="653"/>
                    <a:pt x="3354" y="653"/>
                  </a:cubicBezTo>
                  <a:cubicBezTo>
                    <a:pt x="3430" y="653"/>
                    <a:pt x="3430" y="653"/>
                    <a:pt x="3430" y="653"/>
                  </a:cubicBezTo>
                  <a:cubicBezTo>
                    <a:pt x="3437" y="653"/>
                    <a:pt x="3443" y="647"/>
                    <a:pt x="3443" y="640"/>
                  </a:cubicBezTo>
                  <a:cubicBezTo>
                    <a:pt x="3443" y="359"/>
                    <a:pt x="3443" y="359"/>
                    <a:pt x="3443" y="359"/>
                  </a:cubicBezTo>
                  <a:cubicBezTo>
                    <a:pt x="3443" y="234"/>
                    <a:pt x="3375" y="182"/>
                    <a:pt x="3287" y="182"/>
                  </a:cubicBezTo>
                  <a:cubicBezTo>
                    <a:pt x="3231" y="182"/>
                    <a:pt x="3180" y="215"/>
                    <a:pt x="3150" y="252"/>
                  </a:cubicBezTo>
                  <a:cubicBezTo>
                    <a:pt x="3146" y="206"/>
                    <a:pt x="3146" y="206"/>
                    <a:pt x="3146" y="206"/>
                  </a:cubicBezTo>
                  <a:cubicBezTo>
                    <a:pt x="3145" y="199"/>
                    <a:pt x="3139" y="193"/>
                    <a:pt x="3132" y="193"/>
                  </a:cubicBezTo>
                  <a:cubicBezTo>
                    <a:pt x="3067" y="193"/>
                    <a:pt x="3067" y="193"/>
                    <a:pt x="3067" y="193"/>
                  </a:cubicBezTo>
                  <a:cubicBezTo>
                    <a:pt x="3059" y="193"/>
                    <a:pt x="3054" y="199"/>
                    <a:pt x="3054" y="206"/>
                  </a:cubicBezTo>
                  <a:cubicBezTo>
                    <a:pt x="3054" y="640"/>
                    <a:pt x="3054" y="640"/>
                    <a:pt x="3054" y="640"/>
                  </a:cubicBezTo>
                  <a:cubicBezTo>
                    <a:pt x="3054" y="647"/>
                    <a:pt x="3059" y="653"/>
                    <a:pt x="3067" y="653"/>
                  </a:cubicBezTo>
                  <a:lnTo>
                    <a:pt x="3143" y="653"/>
                  </a:lnTo>
                  <a:close/>
                  <a:moveTo>
                    <a:pt x="2344" y="9"/>
                  </a:moveTo>
                  <a:cubicBezTo>
                    <a:pt x="2336" y="10"/>
                    <a:pt x="2331" y="15"/>
                    <a:pt x="2331" y="22"/>
                  </a:cubicBezTo>
                  <a:cubicBezTo>
                    <a:pt x="2331" y="640"/>
                    <a:pt x="2331" y="640"/>
                    <a:pt x="2331" y="640"/>
                  </a:cubicBezTo>
                  <a:cubicBezTo>
                    <a:pt x="2331" y="647"/>
                    <a:pt x="2337" y="653"/>
                    <a:pt x="2344" y="653"/>
                  </a:cubicBezTo>
                  <a:cubicBezTo>
                    <a:pt x="2421" y="653"/>
                    <a:pt x="2421" y="653"/>
                    <a:pt x="2421" y="653"/>
                  </a:cubicBezTo>
                  <a:cubicBezTo>
                    <a:pt x="2428" y="653"/>
                    <a:pt x="2434" y="647"/>
                    <a:pt x="2434" y="640"/>
                  </a:cubicBezTo>
                  <a:cubicBezTo>
                    <a:pt x="2434" y="15"/>
                    <a:pt x="2434" y="15"/>
                    <a:pt x="2434" y="15"/>
                  </a:cubicBezTo>
                  <a:cubicBezTo>
                    <a:pt x="2434" y="8"/>
                    <a:pt x="2428" y="0"/>
                    <a:pt x="2421" y="2"/>
                  </a:cubicBezTo>
                  <a:lnTo>
                    <a:pt x="2344" y="9"/>
                  </a:lnTo>
                  <a:close/>
                  <a:moveTo>
                    <a:pt x="793" y="384"/>
                  </a:moveTo>
                  <a:cubicBezTo>
                    <a:pt x="789" y="326"/>
                    <a:pt x="764" y="267"/>
                    <a:pt x="691" y="267"/>
                  </a:cubicBezTo>
                  <a:cubicBezTo>
                    <a:pt x="619" y="267"/>
                    <a:pt x="594" y="331"/>
                    <a:pt x="587" y="384"/>
                  </a:cubicBezTo>
                  <a:lnTo>
                    <a:pt x="793" y="384"/>
                  </a:lnTo>
                  <a:close/>
                  <a:moveTo>
                    <a:pt x="698" y="664"/>
                  </a:moveTo>
                  <a:cubicBezTo>
                    <a:pt x="565" y="664"/>
                    <a:pt x="479" y="569"/>
                    <a:pt x="479" y="425"/>
                  </a:cubicBezTo>
                  <a:cubicBezTo>
                    <a:pt x="479" y="286"/>
                    <a:pt x="558" y="182"/>
                    <a:pt x="692" y="182"/>
                  </a:cubicBezTo>
                  <a:cubicBezTo>
                    <a:pt x="840" y="182"/>
                    <a:pt x="897" y="307"/>
                    <a:pt x="897" y="420"/>
                  </a:cubicBezTo>
                  <a:cubicBezTo>
                    <a:pt x="897" y="429"/>
                    <a:pt x="898" y="436"/>
                    <a:pt x="897" y="447"/>
                  </a:cubicBezTo>
                  <a:cubicBezTo>
                    <a:pt x="897" y="454"/>
                    <a:pt x="891" y="460"/>
                    <a:pt x="884" y="460"/>
                  </a:cubicBezTo>
                  <a:cubicBezTo>
                    <a:pt x="587" y="460"/>
                    <a:pt x="587" y="460"/>
                    <a:pt x="587" y="460"/>
                  </a:cubicBezTo>
                  <a:cubicBezTo>
                    <a:pt x="593" y="522"/>
                    <a:pt x="628" y="576"/>
                    <a:pt x="704" y="576"/>
                  </a:cubicBezTo>
                  <a:cubicBezTo>
                    <a:pt x="750" y="576"/>
                    <a:pt x="788" y="566"/>
                    <a:pt x="826" y="548"/>
                  </a:cubicBezTo>
                  <a:cubicBezTo>
                    <a:pt x="833" y="545"/>
                    <a:pt x="840" y="548"/>
                    <a:pt x="843" y="555"/>
                  </a:cubicBezTo>
                  <a:cubicBezTo>
                    <a:pt x="865" y="607"/>
                    <a:pt x="865" y="607"/>
                    <a:pt x="865" y="607"/>
                  </a:cubicBezTo>
                  <a:cubicBezTo>
                    <a:pt x="868" y="614"/>
                    <a:pt x="864" y="621"/>
                    <a:pt x="858" y="625"/>
                  </a:cubicBezTo>
                  <a:cubicBezTo>
                    <a:pt x="817" y="647"/>
                    <a:pt x="765" y="664"/>
                    <a:pt x="698" y="664"/>
                  </a:cubicBezTo>
                  <a:moveTo>
                    <a:pt x="1803" y="384"/>
                  </a:moveTo>
                  <a:cubicBezTo>
                    <a:pt x="1800" y="326"/>
                    <a:pt x="1775" y="267"/>
                    <a:pt x="1701" y="267"/>
                  </a:cubicBezTo>
                  <a:cubicBezTo>
                    <a:pt x="1629" y="267"/>
                    <a:pt x="1604" y="331"/>
                    <a:pt x="1597" y="384"/>
                  </a:cubicBezTo>
                  <a:lnTo>
                    <a:pt x="1803" y="384"/>
                  </a:lnTo>
                  <a:close/>
                  <a:moveTo>
                    <a:pt x="1709" y="664"/>
                  </a:moveTo>
                  <a:cubicBezTo>
                    <a:pt x="1575" y="664"/>
                    <a:pt x="1489" y="569"/>
                    <a:pt x="1489" y="425"/>
                  </a:cubicBezTo>
                  <a:cubicBezTo>
                    <a:pt x="1489" y="286"/>
                    <a:pt x="1569" y="182"/>
                    <a:pt x="1702" y="182"/>
                  </a:cubicBezTo>
                  <a:cubicBezTo>
                    <a:pt x="1850" y="182"/>
                    <a:pt x="1907" y="307"/>
                    <a:pt x="1907" y="420"/>
                  </a:cubicBezTo>
                  <a:cubicBezTo>
                    <a:pt x="1907" y="429"/>
                    <a:pt x="1908" y="436"/>
                    <a:pt x="1907" y="447"/>
                  </a:cubicBezTo>
                  <a:cubicBezTo>
                    <a:pt x="1907" y="454"/>
                    <a:pt x="1902" y="460"/>
                    <a:pt x="1894" y="460"/>
                  </a:cubicBezTo>
                  <a:cubicBezTo>
                    <a:pt x="1597" y="460"/>
                    <a:pt x="1597" y="460"/>
                    <a:pt x="1597" y="460"/>
                  </a:cubicBezTo>
                  <a:cubicBezTo>
                    <a:pt x="1603" y="522"/>
                    <a:pt x="1638" y="576"/>
                    <a:pt x="1714" y="576"/>
                  </a:cubicBezTo>
                  <a:cubicBezTo>
                    <a:pt x="1760" y="576"/>
                    <a:pt x="1798" y="566"/>
                    <a:pt x="1836" y="548"/>
                  </a:cubicBezTo>
                  <a:cubicBezTo>
                    <a:pt x="1843" y="545"/>
                    <a:pt x="1851" y="548"/>
                    <a:pt x="1854" y="555"/>
                  </a:cubicBezTo>
                  <a:cubicBezTo>
                    <a:pt x="1875" y="607"/>
                    <a:pt x="1875" y="607"/>
                    <a:pt x="1875" y="607"/>
                  </a:cubicBezTo>
                  <a:cubicBezTo>
                    <a:pt x="1878" y="614"/>
                    <a:pt x="1875" y="621"/>
                    <a:pt x="1868" y="625"/>
                  </a:cubicBezTo>
                  <a:cubicBezTo>
                    <a:pt x="1828" y="647"/>
                    <a:pt x="1775" y="664"/>
                    <a:pt x="1709" y="664"/>
                  </a:cubicBezTo>
                  <a:moveTo>
                    <a:pt x="1380" y="2"/>
                  </a:moveTo>
                  <a:cubicBezTo>
                    <a:pt x="1388" y="0"/>
                    <a:pt x="1393" y="8"/>
                    <a:pt x="1393" y="15"/>
                  </a:cubicBezTo>
                  <a:cubicBezTo>
                    <a:pt x="1393" y="640"/>
                    <a:pt x="1393" y="640"/>
                    <a:pt x="1393" y="640"/>
                  </a:cubicBezTo>
                  <a:cubicBezTo>
                    <a:pt x="1393" y="647"/>
                    <a:pt x="1388" y="653"/>
                    <a:pt x="1380" y="653"/>
                  </a:cubicBezTo>
                  <a:cubicBezTo>
                    <a:pt x="1317" y="653"/>
                    <a:pt x="1317" y="653"/>
                    <a:pt x="1317" y="653"/>
                  </a:cubicBezTo>
                  <a:cubicBezTo>
                    <a:pt x="1310" y="653"/>
                    <a:pt x="1305" y="646"/>
                    <a:pt x="1304" y="640"/>
                  </a:cubicBezTo>
                  <a:cubicBezTo>
                    <a:pt x="1297" y="593"/>
                    <a:pt x="1297" y="593"/>
                    <a:pt x="1297" y="593"/>
                  </a:cubicBezTo>
                  <a:cubicBezTo>
                    <a:pt x="1274" y="631"/>
                    <a:pt x="1217" y="664"/>
                    <a:pt x="1164" y="664"/>
                  </a:cubicBezTo>
                  <a:cubicBezTo>
                    <a:pt x="1042" y="664"/>
                    <a:pt x="971" y="555"/>
                    <a:pt x="971" y="422"/>
                  </a:cubicBezTo>
                  <a:cubicBezTo>
                    <a:pt x="971" y="261"/>
                    <a:pt x="1065" y="182"/>
                    <a:pt x="1164" y="182"/>
                  </a:cubicBezTo>
                  <a:cubicBezTo>
                    <a:pt x="1215" y="182"/>
                    <a:pt x="1260" y="203"/>
                    <a:pt x="1291" y="233"/>
                  </a:cubicBezTo>
                  <a:cubicBezTo>
                    <a:pt x="1291" y="23"/>
                    <a:pt x="1291" y="23"/>
                    <a:pt x="1291" y="23"/>
                  </a:cubicBezTo>
                  <a:cubicBezTo>
                    <a:pt x="1291" y="15"/>
                    <a:pt x="1296" y="10"/>
                    <a:pt x="1304" y="9"/>
                  </a:cubicBezTo>
                  <a:cubicBezTo>
                    <a:pt x="1380" y="2"/>
                    <a:pt x="1380" y="2"/>
                    <a:pt x="1380" y="2"/>
                  </a:cubicBezTo>
                  <a:moveTo>
                    <a:pt x="1291" y="406"/>
                  </a:moveTo>
                  <a:cubicBezTo>
                    <a:pt x="1291" y="304"/>
                    <a:pt x="1231" y="269"/>
                    <a:pt x="1184" y="269"/>
                  </a:cubicBezTo>
                  <a:cubicBezTo>
                    <a:pt x="1122" y="269"/>
                    <a:pt x="1078" y="330"/>
                    <a:pt x="1078" y="421"/>
                  </a:cubicBezTo>
                  <a:cubicBezTo>
                    <a:pt x="1078" y="503"/>
                    <a:pt x="1116" y="576"/>
                    <a:pt x="1186" y="576"/>
                  </a:cubicBezTo>
                  <a:cubicBezTo>
                    <a:pt x="1224" y="576"/>
                    <a:pt x="1291" y="547"/>
                    <a:pt x="1291" y="427"/>
                  </a:cubicBezTo>
                  <a:lnTo>
                    <a:pt x="1291" y="406"/>
                  </a:lnTo>
                  <a:close/>
                  <a:moveTo>
                    <a:pt x="4359" y="384"/>
                  </a:moveTo>
                  <a:cubicBezTo>
                    <a:pt x="4356" y="326"/>
                    <a:pt x="4331" y="267"/>
                    <a:pt x="4258" y="267"/>
                  </a:cubicBezTo>
                  <a:cubicBezTo>
                    <a:pt x="4186" y="267"/>
                    <a:pt x="4161" y="331"/>
                    <a:pt x="4154" y="384"/>
                  </a:cubicBezTo>
                  <a:lnTo>
                    <a:pt x="4359" y="384"/>
                  </a:lnTo>
                  <a:close/>
                  <a:moveTo>
                    <a:pt x="4265" y="664"/>
                  </a:moveTo>
                  <a:cubicBezTo>
                    <a:pt x="4131" y="664"/>
                    <a:pt x="4045" y="569"/>
                    <a:pt x="4045" y="425"/>
                  </a:cubicBezTo>
                  <a:cubicBezTo>
                    <a:pt x="4045" y="286"/>
                    <a:pt x="4125" y="182"/>
                    <a:pt x="4259" y="182"/>
                  </a:cubicBezTo>
                  <a:cubicBezTo>
                    <a:pt x="4406" y="182"/>
                    <a:pt x="4464" y="307"/>
                    <a:pt x="4464" y="420"/>
                  </a:cubicBezTo>
                  <a:cubicBezTo>
                    <a:pt x="4464" y="429"/>
                    <a:pt x="4464" y="436"/>
                    <a:pt x="4464" y="447"/>
                  </a:cubicBezTo>
                  <a:cubicBezTo>
                    <a:pt x="4464" y="454"/>
                    <a:pt x="4458" y="460"/>
                    <a:pt x="4451" y="460"/>
                  </a:cubicBezTo>
                  <a:cubicBezTo>
                    <a:pt x="4154" y="460"/>
                    <a:pt x="4154" y="460"/>
                    <a:pt x="4154" y="460"/>
                  </a:cubicBezTo>
                  <a:cubicBezTo>
                    <a:pt x="4159" y="522"/>
                    <a:pt x="4195" y="576"/>
                    <a:pt x="4271" y="576"/>
                  </a:cubicBezTo>
                  <a:cubicBezTo>
                    <a:pt x="4317" y="576"/>
                    <a:pt x="4355" y="566"/>
                    <a:pt x="4393" y="548"/>
                  </a:cubicBezTo>
                  <a:cubicBezTo>
                    <a:pt x="4399" y="545"/>
                    <a:pt x="4407" y="548"/>
                    <a:pt x="4410" y="555"/>
                  </a:cubicBezTo>
                  <a:cubicBezTo>
                    <a:pt x="4432" y="607"/>
                    <a:pt x="4432" y="607"/>
                    <a:pt x="4432" y="607"/>
                  </a:cubicBezTo>
                  <a:cubicBezTo>
                    <a:pt x="4434" y="614"/>
                    <a:pt x="4431" y="621"/>
                    <a:pt x="4425" y="625"/>
                  </a:cubicBezTo>
                  <a:cubicBezTo>
                    <a:pt x="4384" y="647"/>
                    <a:pt x="4332" y="664"/>
                    <a:pt x="4265" y="664"/>
                  </a:cubicBezTo>
                  <a:moveTo>
                    <a:pt x="3942" y="2"/>
                  </a:moveTo>
                  <a:cubicBezTo>
                    <a:pt x="3949" y="0"/>
                    <a:pt x="3955" y="8"/>
                    <a:pt x="3955" y="15"/>
                  </a:cubicBezTo>
                  <a:cubicBezTo>
                    <a:pt x="3955" y="640"/>
                    <a:pt x="3955" y="640"/>
                    <a:pt x="3955" y="640"/>
                  </a:cubicBezTo>
                  <a:cubicBezTo>
                    <a:pt x="3955" y="647"/>
                    <a:pt x="3949" y="653"/>
                    <a:pt x="3942" y="653"/>
                  </a:cubicBezTo>
                  <a:cubicBezTo>
                    <a:pt x="3879" y="653"/>
                    <a:pt x="3879" y="653"/>
                    <a:pt x="3879" y="653"/>
                  </a:cubicBezTo>
                  <a:cubicBezTo>
                    <a:pt x="3872" y="653"/>
                    <a:pt x="3866" y="646"/>
                    <a:pt x="3865" y="640"/>
                  </a:cubicBezTo>
                  <a:cubicBezTo>
                    <a:pt x="3858" y="593"/>
                    <a:pt x="3858" y="593"/>
                    <a:pt x="3858" y="593"/>
                  </a:cubicBezTo>
                  <a:cubicBezTo>
                    <a:pt x="3835" y="631"/>
                    <a:pt x="3779" y="664"/>
                    <a:pt x="3726" y="664"/>
                  </a:cubicBezTo>
                  <a:cubicBezTo>
                    <a:pt x="3604" y="664"/>
                    <a:pt x="3533" y="555"/>
                    <a:pt x="3533" y="422"/>
                  </a:cubicBezTo>
                  <a:cubicBezTo>
                    <a:pt x="3533" y="261"/>
                    <a:pt x="3627" y="182"/>
                    <a:pt x="3726" y="182"/>
                  </a:cubicBezTo>
                  <a:cubicBezTo>
                    <a:pt x="3777" y="182"/>
                    <a:pt x="3822" y="203"/>
                    <a:pt x="3852" y="233"/>
                  </a:cubicBezTo>
                  <a:cubicBezTo>
                    <a:pt x="3852" y="23"/>
                    <a:pt x="3852" y="23"/>
                    <a:pt x="3852" y="23"/>
                  </a:cubicBezTo>
                  <a:cubicBezTo>
                    <a:pt x="3852" y="15"/>
                    <a:pt x="3858" y="10"/>
                    <a:pt x="3866" y="9"/>
                  </a:cubicBezTo>
                  <a:cubicBezTo>
                    <a:pt x="3942" y="2"/>
                    <a:pt x="3942" y="2"/>
                    <a:pt x="3942" y="2"/>
                  </a:cubicBezTo>
                  <a:moveTo>
                    <a:pt x="3853" y="406"/>
                  </a:moveTo>
                  <a:cubicBezTo>
                    <a:pt x="3853" y="304"/>
                    <a:pt x="3793" y="269"/>
                    <a:pt x="3746" y="269"/>
                  </a:cubicBezTo>
                  <a:cubicBezTo>
                    <a:pt x="3683" y="269"/>
                    <a:pt x="3640" y="330"/>
                    <a:pt x="3640" y="421"/>
                  </a:cubicBezTo>
                  <a:cubicBezTo>
                    <a:pt x="3640" y="503"/>
                    <a:pt x="3677" y="576"/>
                    <a:pt x="3747" y="576"/>
                  </a:cubicBezTo>
                  <a:cubicBezTo>
                    <a:pt x="3786" y="576"/>
                    <a:pt x="3853" y="547"/>
                    <a:pt x="3853" y="427"/>
                  </a:cubicBezTo>
                  <a:lnTo>
                    <a:pt x="3853" y="406"/>
                  </a:lnTo>
                  <a:close/>
                  <a:moveTo>
                    <a:pt x="2248" y="195"/>
                  </a:moveTo>
                  <a:cubicBezTo>
                    <a:pt x="2248" y="188"/>
                    <a:pt x="2242" y="182"/>
                    <a:pt x="2235" y="182"/>
                  </a:cubicBezTo>
                  <a:cubicBezTo>
                    <a:pt x="2179" y="182"/>
                    <a:pt x="2125" y="215"/>
                    <a:pt x="2094" y="252"/>
                  </a:cubicBezTo>
                  <a:cubicBezTo>
                    <a:pt x="2090" y="206"/>
                    <a:pt x="2090" y="206"/>
                    <a:pt x="2090" y="206"/>
                  </a:cubicBezTo>
                  <a:cubicBezTo>
                    <a:pt x="2089" y="199"/>
                    <a:pt x="2083" y="193"/>
                    <a:pt x="2077" y="193"/>
                  </a:cubicBezTo>
                  <a:cubicBezTo>
                    <a:pt x="2011" y="193"/>
                    <a:pt x="2011" y="193"/>
                    <a:pt x="2011" y="193"/>
                  </a:cubicBezTo>
                  <a:cubicBezTo>
                    <a:pt x="2004" y="193"/>
                    <a:pt x="1998" y="199"/>
                    <a:pt x="1998" y="206"/>
                  </a:cubicBezTo>
                  <a:cubicBezTo>
                    <a:pt x="1998" y="640"/>
                    <a:pt x="1998" y="640"/>
                    <a:pt x="1998" y="640"/>
                  </a:cubicBezTo>
                  <a:cubicBezTo>
                    <a:pt x="1998" y="647"/>
                    <a:pt x="2004" y="653"/>
                    <a:pt x="2011" y="653"/>
                  </a:cubicBezTo>
                  <a:cubicBezTo>
                    <a:pt x="2088" y="653"/>
                    <a:pt x="2088" y="653"/>
                    <a:pt x="2088" y="653"/>
                  </a:cubicBezTo>
                  <a:cubicBezTo>
                    <a:pt x="2095" y="653"/>
                    <a:pt x="2101" y="647"/>
                    <a:pt x="2101" y="640"/>
                  </a:cubicBezTo>
                  <a:cubicBezTo>
                    <a:pt x="2101" y="415"/>
                    <a:pt x="2101" y="415"/>
                    <a:pt x="2101" y="415"/>
                  </a:cubicBezTo>
                  <a:cubicBezTo>
                    <a:pt x="2101" y="322"/>
                    <a:pt x="2158" y="286"/>
                    <a:pt x="2210" y="286"/>
                  </a:cubicBezTo>
                  <a:cubicBezTo>
                    <a:pt x="2218" y="286"/>
                    <a:pt x="2225" y="288"/>
                    <a:pt x="2230" y="288"/>
                  </a:cubicBezTo>
                  <a:cubicBezTo>
                    <a:pt x="2241" y="290"/>
                    <a:pt x="2248" y="284"/>
                    <a:pt x="2248" y="276"/>
                  </a:cubicBezTo>
                  <a:lnTo>
                    <a:pt x="2248" y="19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</p:grpSp>
      <p:grpSp>
        <p:nvGrpSpPr>
          <p:cNvPr id="21" name="HR logo"/>
          <p:cNvGrpSpPr>
            <a:grpSpLocks noSelect="1"/>
          </p:cNvGrpSpPr>
          <p:nvPr userDrawn="1"/>
        </p:nvGrpSpPr>
        <p:grpSpPr bwMode="gray">
          <a:xfrm>
            <a:off x="374401" y="6076800"/>
            <a:ext cx="504000" cy="514800"/>
            <a:chOff x="0" y="0"/>
            <a:chExt cx="562610" cy="574675"/>
          </a:xfrm>
        </p:grpSpPr>
        <p:sp>
          <p:nvSpPr>
            <p:cNvPr id="22" name="Freeform 35"/>
            <p:cNvSpPr>
              <a:spLocks noSelect="1"/>
            </p:cNvSpPr>
            <p:nvPr userDrawn="1"/>
          </p:nvSpPr>
          <p:spPr bwMode="gray">
            <a:xfrm>
              <a:off x="0" y="0"/>
              <a:ext cx="562610" cy="574675"/>
            </a:xfrm>
            <a:custGeom>
              <a:avLst/>
              <a:gdLst>
                <a:gd name="T0" fmla="*/ 1771 w 1771"/>
                <a:gd name="T1" fmla="*/ 874 h 1807"/>
                <a:gd name="T2" fmla="*/ 1770 w 1771"/>
                <a:gd name="T3" fmla="*/ 851 h 1807"/>
                <a:gd name="T4" fmla="*/ 1768 w 1771"/>
                <a:gd name="T5" fmla="*/ 828 h 1807"/>
                <a:gd name="T6" fmla="*/ 1765 w 1771"/>
                <a:gd name="T7" fmla="*/ 799 h 1807"/>
                <a:gd name="T8" fmla="*/ 1762 w 1771"/>
                <a:gd name="T9" fmla="*/ 775 h 1807"/>
                <a:gd name="T10" fmla="*/ 1758 w 1771"/>
                <a:gd name="T11" fmla="*/ 748 h 1807"/>
                <a:gd name="T12" fmla="*/ 1739 w 1771"/>
                <a:gd name="T13" fmla="*/ 663 h 1807"/>
                <a:gd name="T14" fmla="*/ 1732 w 1771"/>
                <a:gd name="T15" fmla="*/ 642 h 1807"/>
                <a:gd name="T16" fmla="*/ 1726 w 1771"/>
                <a:gd name="T17" fmla="*/ 622 h 1807"/>
                <a:gd name="T18" fmla="*/ 1589 w 1771"/>
                <a:gd name="T19" fmla="*/ 360 h 1807"/>
                <a:gd name="T20" fmla="*/ 1559 w 1771"/>
                <a:gd name="T21" fmla="*/ 322 h 1807"/>
                <a:gd name="T22" fmla="*/ 1544 w 1771"/>
                <a:gd name="T23" fmla="*/ 304 h 1807"/>
                <a:gd name="T24" fmla="*/ 1511 w 1771"/>
                <a:gd name="T25" fmla="*/ 269 h 1807"/>
                <a:gd name="T26" fmla="*/ 1477 w 1771"/>
                <a:gd name="T27" fmla="*/ 236 h 1807"/>
                <a:gd name="T28" fmla="*/ 1449 w 1771"/>
                <a:gd name="T29" fmla="*/ 212 h 1807"/>
                <a:gd name="T30" fmla="*/ 1431 w 1771"/>
                <a:gd name="T31" fmla="*/ 197 h 1807"/>
                <a:gd name="T32" fmla="*/ 1402 w 1771"/>
                <a:gd name="T33" fmla="*/ 175 h 1807"/>
                <a:gd name="T34" fmla="*/ 1383 w 1771"/>
                <a:gd name="T35" fmla="*/ 162 h 1807"/>
                <a:gd name="T36" fmla="*/ 1353 w 1771"/>
                <a:gd name="T37" fmla="*/ 141 h 1807"/>
                <a:gd name="T38" fmla="*/ 1321 w 1771"/>
                <a:gd name="T39" fmla="*/ 122 h 1807"/>
                <a:gd name="T40" fmla="*/ 1301 w 1771"/>
                <a:gd name="T41" fmla="*/ 111 h 1807"/>
                <a:gd name="T42" fmla="*/ 1263 w 1771"/>
                <a:gd name="T43" fmla="*/ 91 h 1807"/>
                <a:gd name="T44" fmla="*/ 1241 w 1771"/>
                <a:gd name="T45" fmla="*/ 81 h 1807"/>
                <a:gd name="T46" fmla="*/ 1208 w 1771"/>
                <a:gd name="T47" fmla="*/ 66 h 1807"/>
                <a:gd name="T48" fmla="*/ 1162 w 1771"/>
                <a:gd name="T49" fmla="*/ 49 h 1807"/>
                <a:gd name="T50" fmla="*/ 1120 w 1771"/>
                <a:gd name="T51" fmla="*/ 36 h 1807"/>
                <a:gd name="T52" fmla="*/ 1097 w 1771"/>
                <a:gd name="T53" fmla="*/ 30 h 1807"/>
                <a:gd name="T54" fmla="*/ 1061 w 1771"/>
                <a:gd name="T55" fmla="*/ 21 h 1807"/>
                <a:gd name="T56" fmla="*/ 1037 w 1771"/>
                <a:gd name="T57" fmla="*/ 16 h 1807"/>
                <a:gd name="T58" fmla="*/ 175 w 1771"/>
                <a:gd name="T59" fmla="*/ 323 h 1807"/>
                <a:gd name="T60" fmla="*/ 1304 w 1771"/>
                <a:gd name="T61" fmla="*/ 402 h 1807"/>
                <a:gd name="T62" fmla="*/ 1372 w 1771"/>
                <a:gd name="T63" fmla="*/ 1125 h 1807"/>
                <a:gd name="T64" fmla="*/ 590 w 1771"/>
                <a:gd name="T65" fmla="*/ 1394 h 1807"/>
                <a:gd name="T66" fmla="*/ 403 w 1771"/>
                <a:gd name="T67" fmla="*/ 1396 h 1807"/>
                <a:gd name="T68" fmla="*/ 400 w 1771"/>
                <a:gd name="T69" fmla="*/ 1396 h 1807"/>
                <a:gd name="T70" fmla="*/ 381 w 1771"/>
                <a:gd name="T71" fmla="*/ 1380 h 1807"/>
                <a:gd name="T72" fmla="*/ 380 w 1771"/>
                <a:gd name="T73" fmla="*/ 1371 h 1807"/>
                <a:gd name="T74" fmla="*/ 510 w 1771"/>
                <a:gd name="T75" fmla="*/ 732 h 1807"/>
                <a:gd name="T76" fmla="*/ 519 w 1771"/>
                <a:gd name="T77" fmla="*/ 716 h 1807"/>
                <a:gd name="T78" fmla="*/ 786 w 1771"/>
                <a:gd name="T79" fmla="*/ 705 h 1807"/>
                <a:gd name="T80" fmla="*/ 0 w 1771"/>
                <a:gd name="T81" fmla="*/ 1037 h 1807"/>
                <a:gd name="T82" fmla="*/ 1292 w 1771"/>
                <a:gd name="T83" fmla="*/ 1701 h 1807"/>
                <a:gd name="T84" fmla="*/ 1313 w 1771"/>
                <a:gd name="T85" fmla="*/ 1689 h 1807"/>
                <a:gd name="T86" fmla="*/ 1333 w 1771"/>
                <a:gd name="T87" fmla="*/ 1677 h 1807"/>
                <a:gd name="T88" fmla="*/ 1354 w 1771"/>
                <a:gd name="T89" fmla="*/ 1665 h 1807"/>
                <a:gd name="T90" fmla="*/ 1374 w 1771"/>
                <a:gd name="T91" fmla="*/ 1651 h 1807"/>
                <a:gd name="T92" fmla="*/ 1394 w 1771"/>
                <a:gd name="T93" fmla="*/ 1638 h 1807"/>
                <a:gd name="T94" fmla="*/ 1418 w 1771"/>
                <a:gd name="T95" fmla="*/ 1620 h 1807"/>
                <a:gd name="T96" fmla="*/ 1441 w 1771"/>
                <a:gd name="T97" fmla="*/ 1601 h 1807"/>
                <a:gd name="T98" fmla="*/ 1504 w 1771"/>
                <a:gd name="T99" fmla="*/ 1545 h 1807"/>
                <a:gd name="T100" fmla="*/ 1520 w 1771"/>
                <a:gd name="T101" fmla="*/ 1528 h 1807"/>
                <a:gd name="T102" fmla="*/ 1538 w 1771"/>
                <a:gd name="T103" fmla="*/ 1509 h 1807"/>
                <a:gd name="T104" fmla="*/ 1759 w 1771"/>
                <a:gd name="T105" fmla="*/ 1052 h 1807"/>
                <a:gd name="T106" fmla="*/ 1762 w 1771"/>
                <a:gd name="T107" fmla="*/ 1029 h 1807"/>
                <a:gd name="T108" fmla="*/ 1765 w 1771"/>
                <a:gd name="T109" fmla="*/ 1005 h 1807"/>
                <a:gd name="T110" fmla="*/ 1767 w 1771"/>
                <a:gd name="T111" fmla="*/ 986 h 1807"/>
                <a:gd name="T112" fmla="*/ 1769 w 1771"/>
                <a:gd name="T113" fmla="*/ 966 h 1807"/>
                <a:gd name="T114" fmla="*/ 1770 w 1771"/>
                <a:gd name="T115" fmla="*/ 947 h 1807"/>
                <a:gd name="T116" fmla="*/ 1771 w 1771"/>
                <a:gd name="T117" fmla="*/ 928 h 1807"/>
                <a:gd name="T118" fmla="*/ 1771 w 1771"/>
                <a:gd name="T119" fmla="*/ 908 h 1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71" h="1807">
                  <a:moveTo>
                    <a:pt x="1771" y="893"/>
                  </a:moveTo>
                  <a:cubicBezTo>
                    <a:pt x="1771" y="892"/>
                    <a:pt x="1771" y="892"/>
                    <a:pt x="1771" y="892"/>
                  </a:cubicBezTo>
                  <a:cubicBezTo>
                    <a:pt x="1771" y="887"/>
                    <a:pt x="1771" y="887"/>
                    <a:pt x="1771" y="887"/>
                  </a:cubicBezTo>
                  <a:cubicBezTo>
                    <a:pt x="1771" y="885"/>
                    <a:pt x="1771" y="885"/>
                    <a:pt x="1771" y="885"/>
                  </a:cubicBezTo>
                  <a:cubicBezTo>
                    <a:pt x="1771" y="881"/>
                    <a:pt x="1771" y="881"/>
                    <a:pt x="1771" y="881"/>
                  </a:cubicBezTo>
                  <a:cubicBezTo>
                    <a:pt x="1771" y="880"/>
                    <a:pt x="1771" y="880"/>
                    <a:pt x="1771" y="880"/>
                  </a:cubicBezTo>
                  <a:cubicBezTo>
                    <a:pt x="1771" y="875"/>
                    <a:pt x="1771" y="875"/>
                    <a:pt x="1771" y="875"/>
                  </a:cubicBezTo>
                  <a:cubicBezTo>
                    <a:pt x="1771" y="874"/>
                    <a:pt x="1771" y="874"/>
                    <a:pt x="1771" y="874"/>
                  </a:cubicBezTo>
                  <a:cubicBezTo>
                    <a:pt x="1771" y="870"/>
                    <a:pt x="1771" y="870"/>
                    <a:pt x="1771" y="870"/>
                  </a:cubicBezTo>
                  <a:cubicBezTo>
                    <a:pt x="1770" y="868"/>
                    <a:pt x="1770" y="868"/>
                    <a:pt x="1770" y="868"/>
                  </a:cubicBezTo>
                  <a:cubicBezTo>
                    <a:pt x="1770" y="864"/>
                    <a:pt x="1770" y="864"/>
                    <a:pt x="1770" y="864"/>
                  </a:cubicBezTo>
                  <a:cubicBezTo>
                    <a:pt x="1770" y="862"/>
                    <a:pt x="1770" y="862"/>
                    <a:pt x="1770" y="862"/>
                  </a:cubicBezTo>
                  <a:cubicBezTo>
                    <a:pt x="1770" y="859"/>
                    <a:pt x="1770" y="859"/>
                    <a:pt x="1770" y="859"/>
                  </a:cubicBezTo>
                  <a:cubicBezTo>
                    <a:pt x="1770" y="857"/>
                    <a:pt x="1770" y="857"/>
                    <a:pt x="1770" y="857"/>
                  </a:cubicBezTo>
                  <a:cubicBezTo>
                    <a:pt x="1770" y="852"/>
                    <a:pt x="1770" y="852"/>
                    <a:pt x="1770" y="852"/>
                  </a:cubicBezTo>
                  <a:cubicBezTo>
                    <a:pt x="1770" y="851"/>
                    <a:pt x="1770" y="851"/>
                    <a:pt x="1770" y="851"/>
                  </a:cubicBezTo>
                  <a:cubicBezTo>
                    <a:pt x="1769" y="847"/>
                    <a:pt x="1769" y="847"/>
                    <a:pt x="1769" y="847"/>
                  </a:cubicBezTo>
                  <a:cubicBezTo>
                    <a:pt x="1769" y="845"/>
                    <a:pt x="1769" y="845"/>
                    <a:pt x="1769" y="845"/>
                  </a:cubicBezTo>
                  <a:cubicBezTo>
                    <a:pt x="1769" y="841"/>
                    <a:pt x="1769" y="841"/>
                    <a:pt x="1769" y="841"/>
                  </a:cubicBezTo>
                  <a:cubicBezTo>
                    <a:pt x="1769" y="839"/>
                    <a:pt x="1769" y="839"/>
                    <a:pt x="1769" y="839"/>
                  </a:cubicBezTo>
                  <a:cubicBezTo>
                    <a:pt x="1769" y="836"/>
                    <a:pt x="1769" y="836"/>
                    <a:pt x="1769" y="836"/>
                  </a:cubicBezTo>
                  <a:cubicBezTo>
                    <a:pt x="1768" y="834"/>
                    <a:pt x="1768" y="834"/>
                    <a:pt x="1768" y="834"/>
                  </a:cubicBezTo>
                  <a:cubicBezTo>
                    <a:pt x="1768" y="830"/>
                    <a:pt x="1768" y="830"/>
                    <a:pt x="1768" y="830"/>
                  </a:cubicBezTo>
                  <a:cubicBezTo>
                    <a:pt x="1768" y="828"/>
                    <a:pt x="1768" y="828"/>
                    <a:pt x="1768" y="828"/>
                  </a:cubicBezTo>
                  <a:cubicBezTo>
                    <a:pt x="1768" y="824"/>
                    <a:pt x="1768" y="824"/>
                    <a:pt x="1768" y="824"/>
                  </a:cubicBezTo>
                  <a:cubicBezTo>
                    <a:pt x="1768" y="822"/>
                    <a:pt x="1768" y="822"/>
                    <a:pt x="1768" y="822"/>
                  </a:cubicBezTo>
                  <a:cubicBezTo>
                    <a:pt x="1767" y="819"/>
                    <a:pt x="1767" y="819"/>
                    <a:pt x="1767" y="819"/>
                  </a:cubicBezTo>
                  <a:cubicBezTo>
                    <a:pt x="1767" y="816"/>
                    <a:pt x="1767" y="816"/>
                    <a:pt x="1767" y="816"/>
                  </a:cubicBezTo>
                  <a:cubicBezTo>
                    <a:pt x="1767" y="813"/>
                    <a:pt x="1767" y="813"/>
                    <a:pt x="1767" y="813"/>
                  </a:cubicBezTo>
                  <a:cubicBezTo>
                    <a:pt x="1766" y="810"/>
                    <a:pt x="1766" y="810"/>
                    <a:pt x="1766" y="810"/>
                  </a:cubicBezTo>
                  <a:cubicBezTo>
                    <a:pt x="1766" y="808"/>
                    <a:pt x="1766" y="808"/>
                    <a:pt x="1766" y="808"/>
                  </a:cubicBezTo>
                  <a:cubicBezTo>
                    <a:pt x="1765" y="799"/>
                    <a:pt x="1765" y="799"/>
                    <a:pt x="1765" y="799"/>
                  </a:cubicBezTo>
                  <a:cubicBezTo>
                    <a:pt x="1765" y="797"/>
                    <a:pt x="1765" y="797"/>
                    <a:pt x="1765" y="797"/>
                  </a:cubicBezTo>
                  <a:cubicBezTo>
                    <a:pt x="1765" y="794"/>
                    <a:pt x="1765" y="794"/>
                    <a:pt x="1765" y="794"/>
                  </a:cubicBezTo>
                  <a:cubicBezTo>
                    <a:pt x="1764" y="793"/>
                    <a:pt x="1764" y="793"/>
                    <a:pt x="1764" y="793"/>
                  </a:cubicBezTo>
                  <a:cubicBezTo>
                    <a:pt x="1764" y="787"/>
                    <a:pt x="1764" y="787"/>
                    <a:pt x="1764" y="787"/>
                  </a:cubicBezTo>
                  <a:cubicBezTo>
                    <a:pt x="1763" y="786"/>
                    <a:pt x="1763" y="786"/>
                    <a:pt x="1763" y="786"/>
                  </a:cubicBezTo>
                  <a:cubicBezTo>
                    <a:pt x="1763" y="783"/>
                    <a:pt x="1763" y="783"/>
                    <a:pt x="1763" y="783"/>
                  </a:cubicBezTo>
                  <a:cubicBezTo>
                    <a:pt x="1763" y="782"/>
                    <a:pt x="1763" y="782"/>
                    <a:pt x="1763" y="782"/>
                  </a:cubicBezTo>
                  <a:cubicBezTo>
                    <a:pt x="1762" y="775"/>
                    <a:pt x="1762" y="775"/>
                    <a:pt x="1762" y="775"/>
                  </a:cubicBezTo>
                  <a:cubicBezTo>
                    <a:pt x="1762" y="774"/>
                    <a:pt x="1762" y="774"/>
                    <a:pt x="1762" y="774"/>
                  </a:cubicBezTo>
                  <a:cubicBezTo>
                    <a:pt x="1761" y="771"/>
                    <a:pt x="1761" y="771"/>
                    <a:pt x="1761" y="771"/>
                  </a:cubicBezTo>
                  <a:cubicBezTo>
                    <a:pt x="1761" y="770"/>
                    <a:pt x="1761" y="770"/>
                    <a:pt x="1761" y="770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0"/>
                    <a:pt x="1760" y="760"/>
                    <a:pt x="1760" y="760"/>
                  </a:cubicBezTo>
                  <a:cubicBezTo>
                    <a:pt x="1760" y="759"/>
                    <a:pt x="1760" y="759"/>
                    <a:pt x="1760" y="759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4" y="728"/>
                    <a:pt x="1750" y="708"/>
                    <a:pt x="1745" y="688"/>
                  </a:cubicBezTo>
                  <a:cubicBezTo>
                    <a:pt x="1745" y="688"/>
                    <a:pt x="1745" y="688"/>
                    <a:pt x="1745" y="688"/>
                  </a:cubicBezTo>
                  <a:cubicBezTo>
                    <a:pt x="1743" y="677"/>
                    <a:pt x="1743" y="677"/>
                    <a:pt x="1743" y="677"/>
                  </a:cubicBezTo>
                  <a:cubicBezTo>
                    <a:pt x="1742" y="677"/>
                    <a:pt x="1742" y="677"/>
                    <a:pt x="1742" y="677"/>
                  </a:cubicBezTo>
                  <a:cubicBezTo>
                    <a:pt x="1740" y="667"/>
                    <a:pt x="1740" y="667"/>
                    <a:pt x="1740" y="667"/>
                  </a:cubicBezTo>
                  <a:cubicBezTo>
                    <a:pt x="1739" y="665"/>
                    <a:pt x="1739" y="665"/>
                    <a:pt x="1739" y="665"/>
                  </a:cubicBezTo>
                  <a:cubicBezTo>
                    <a:pt x="1739" y="663"/>
                    <a:pt x="1739" y="663"/>
                    <a:pt x="1739" y="663"/>
                  </a:cubicBezTo>
                  <a:cubicBezTo>
                    <a:pt x="1738" y="661"/>
                    <a:pt x="1738" y="661"/>
                    <a:pt x="1738" y="661"/>
                  </a:cubicBezTo>
                  <a:cubicBezTo>
                    <a:pt x="1737" y="657"/>
                    <a:pt x="1737" y="657"/>
                    <a:pt x="1737" y="657"/>
                  </a:cubicBezTo>
                  <a:cubicBezTo>
                    <a:pt x="1736" y="654"/>
                    <a:pt x="1736" y="654"/>
                    <a:pt x="1736" y="654"/>
                  </a:cubicBezTo>
                  <a:cubicBezTo>
                    <a:pt x="1736" y="652"/>
                    <a:pt x="1736" y="652"/>
                    <a:pt x="1736" y="652"/>
                  </a:cubicBezTo>
                  <a:cubicBezTo>
                    <a:pt x="1735" y="650"/>
                    <a:pt x="1735" y="650"/>
                    <a:pt x="1735" y="650"/>
                  </a:cubicBezTo>
                  <a:cubicBezTo>
                    <a:pt x="1734" y="646"/>
                    <a:pt x="1734" y="646"/>
                    <a:pt x="1734" y="646"/>
                  </a:cubicBezTo>
                  <a:cubicBezTo>
                    <a:pt x="1733" y="643"/>
                    <a:pt x="1733" y="643"/>
                    <a:pt x="1733" y="643"/>
                  </a:cubicBezTo>
                  <a:cubicBezTo>
                    <a:pt x="1732" y="642"/>
                    <a:pt x="1732" y="642"/>
                    <a:pt x="1732" y="642"/>
                  </a:cubicBezTo>
                  <a:cubicBezTo>
                    <a:pt x="1732" y="638"/>
                    <a:pt x="1732" y="638"/>
                    <a:pt x="1732" y="638"/>
                  </a:cubicBezTo>
                  <a:cubicBezTo>
                    <a:pt x="1731" y="637"/>
                    <a:pt x="1731" y="637"/>
                    <a:pt x="1731" y="637"/>
                  </a:cubicBezTo>
                  <a:cubicBezTo>
                    <a:pt x="1730" y="633"/>
                    <a:pt x="1730" y="633"/>
                    <a:pt x="1730" y="633"/>
                  </a:cubicBezTo>
                  <a:cubicBezTo>
                    <a:pt x="1729" y="631"/>
                    <a:pt x="1729" y="631"/>
                    <a:pt x="1729" y="631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19" y="599"/>
                    <a:pt x="1710" y="577"/>
                    <a:pt x="1701" y="555"/>
                  </a:cubicBezTo>
                  <a:cubicBezTo>
                    <a:pt x="1696" y="543"/>
                    <a:pt x="1691" y="530"/>
                    <a:pt x="1685" y="518"/>
                  </a:cubicBezTo>
                  <a:cubicBezTo>
                    <a:pt x="1672" y="491"/>
                    <a:pt x="1658" y="465"/>
                    <a:pt x="1643" y="440"/>
                  </a:cubicBezTo>
                  <a:cubicBezTo>
                    <a:pt x="1640" y="435"/>
                    <a:pt x="1640" y="435"/>
                    <a:pt x="1640" y="435"/>
                  </a:cubicBezTo>
                  <a:cubicBezTo>
                    <a:pt x="1640" y="434"/>
                    <a:pt x="1640" y="434"/>
                    <a:pt x="1640" y="434"/>
                  </a:cubicBezTo>
                  <a:cubicBezTo>
                    <a:pt x="1625" y="410"/>
                    <a:pt x="1609" y="387"/>
                    <a:pt x="1593" y="365"/>
                  </a:cubicBezTo>
                  <a:cubicBezTo>
                    <a:pt x="1593" y="364"/>
                    <a:pt x="1593" y="364"/>
                    <a:pt x="1593" y="364"/>
                  </a:cubicBezTo>
                  <a:cubicBezTo>
                    <a:pt x="1589" y="360"/>
                    <a:pt x="1589" y="360"/>
                    <a:pt x="1589" y="360"/>
                  </a:cubicBezTo>
                  <a:cubicBezTo>
                    <a:pt x="1589" y="359"/>
                    <a:pt x="1589" y="359"/>
                    <a:pt x="1589" y="359"/>
                  </a:cubicBezTo>
                  <a:cubicBezTo>
                    <a:pt x="1586" y="355"/>
                    <a:pt x="1586" y="355"/>
                    <a:pt x="1586" y="355"/>
                  </a:cubicBezTo>
                  <a:cubicBezTo>
                    <a:pt x="1585" y="355"/>
                    <a:pt x="1585" y="355"/>
                    <a:pt x="1585" y="355"/>
                  </a:cubicBezTo>
                  <a:cubicBezTo>
                    <a:pt x="1582" y="351"/>
                    <a:pt x="1582" y="351"/>
                    <a:pt x="1582" y="351"/>
                  </a:cubicBezTo>
                  <a:cubicBezTo>
                    <a:pt x="1582" y="350"/>
                    <a:pt x="1582" y="350"/>
                    <a:pt x="1582" y="350"/>
                  </a:cubicBezTo>
                  <a:cubicBezTo>
                    <a:pt x="1578" y="346"/>
                    <a:pt x="1578" y="346"/>
                    <a:pt x="1578" y="346"/>
                  </a:cubicBezTo>
                  <a:cubicBezTo>
                    <a:pt x="1578" y="345"/>
                    <a:pt x="1578" y="345"/>
                    <a:pt x="1578" y="345"/>
                  </a:cubicBezTo>
                  <a:cubicBezTo>
                    <a:pt x="1572" y="338"/>
                    <a:pt x="1566" y="330"/>
                    <a:pt x="1559" y="322"/>
                  </a:cubicBezTo>
                  <a:cubicBezTo>
                    <a:pt x="1559" y="322"/>
                    <a:pt x="1559" y="322"/>
                    <a:pt x="1559" y="322"/>
                  </a:cubicBezTo>
                  <a:cubicBezTo>
                    <a:pt x="1555" y="318"/>
                    <a:pt x="1555" y="318"/>
                    <a:pt x="1555" y="318"/>
                  </a:cubicBezTo>
                  <a:cubicBezTo>
                    <a:pt x="1555" y="317"/>
                    <a:pt x="1555" y="317"/>
                    <a:pt x="1555" y="317"/>
                  </a:cubicBezTo>
                  <a:cubicBezTo>
                    <a:pt x="1552" y="313"/>
                    <a:pt x="1552" y="313"/>
                    <a:pt x="1552" y="313"/>
                  </a:cubicBezTo>
                  <a:cubicBezTo>
                    <a:pt x="1551" y="313"/>
                    <a:pt x="1551" y="313"/>
                    <a:pt x="1551" y="313"/>
                  </a:cubicBezTo>
                  <a:cubicBezTo>
                    <a:pt x="1548" y="309"/>
                    <a:pt x="1548" y="309"/>
                    <a:pt x="1548" y="309"/>
                  </a:cubicBezTo>
                  <a:cubicBezTo>
                    <a:pt x="1547" y="308"/>
                    <a:pt x="1547" y="308"/>
                    <a:pt x="1547" y="308"/>
                  </a:cubicBezTo>
                  <a:cubicBezTo>
                    <a:pt x="1544" y="304"/>
                    <a:pt x="1544" y="304"/>
                    <a:pt x="1544" y="304"/>
                  </a:cubicBezTo>
                  <a:cubicBezTo>
                    <a:pt x="1543" y="304"/>
                    <a:pt x="1543" y="304"/>
                    <a:pt x="1543" y="304"/>
                  </a:cubicBezTo>
                  <a:cubicBezTo>
                    <a:pt x="1537" y="297"/>
                    <a:pt x="1530" y="289"/>
                    <a:pt x="1523" y="282"/>
                  </a:cubicBezTo>
                  <a:cubicBezTo>
                    <a:pt x="1523" y="282"/>
                    <a:pt x="1523" y="282"/>
                    <a:pt x="1523" y="282"/>
                  </a:cubicBezTo>
                  <a:cubicBezTo>
                    <a:pt x="1519" y="278"/>
                    <a:pt x="1519" y="278"/>
                    <a:pt x="1519" y="278"/>
                  </a:cubicBezTo>
                  <a:cubicBezTo>
                    <a:pt x="1519" y="277"/>
                    <a:pt x="1519" y="277"/>
                    <a:pt x="1519" y="277"/>
                  </a:cubicBezTo>
                  <a:cubicBezTo>
                    <a:pt x="1515" y="274"/>
                    <a:pt x="1515" y="274"/>
                    <a:pt x="1515" y="274"/>
                  </a:cubicBezTo>
                  <a:cubicBezTo>
                    <a:pt x="1515" y="273"/>
                    <a:pt x="1515" y="273"/>
                    <a:pt x="1515" y="273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510" y="269"/>
                    <a:pt x="1510" y="269"/>
                    <a:pt x="1510" y="269"/>
                  </a:cubicBezTo>
                  <a:cubicBezTo>
                    <a:pt x="1507" y="265"/>
                    <a:pt x="1507" y="265"/>
                    <a:pt x="1507" y="265"/>
                  </a:cubicBezTo>
                  <a:cubicBezTo>
                    <a:pt x="1506" y="265"/>
                    <a:pt x="1506" y="265"/>
                    <a:pt x="1506" y="265"/>
                  </a:cubicBezTo>
                  <a:cubicBezTo>
                    <a:pt x="1499" y="258"/>
                    <a:pt x="1492" y="251"/>
                    <a:pt x="1485" y="244"/>
                  </a:cubicBezTo>
                  <a:cubicBezTo>
                    <a:pt x="1485" y="244"/>
                    <a:pt x="1485" y="244"/>
                    <a:pt x="1485" y="244"/>
                  </a:cubicBezTo>
                  <a:cubicBezTo>
                    <a:pt x="1481" y="240"/>
                    <a:pt x="1481" y="240"/>
                    <a:pt x="1481" y="240"/>
                  </a:cubicBezTo>
                  <a:cubicBezTo>
                    <a:pt x="1480" y="239"/>
                    <a:pt x="1480" y="239"/>
                    <a:pt x="1480" y="239"/>
                  </a:cubicBezTo>
                  <a:cubicBezTo>
                    <a:pt x="1477" y="236"/>
                    <a:pt x="1477" y="236"/>
                    <a:pt x="1477" y="236"/>
                  </a:cubicBezTo>
                  <a:cubicBezTo>
                    <a:pt x="1476" y="235"/>
                    <a:pt x="1476" y="235"/>
                    <a:pt x="1476" y="235"/>
                  </a:cubicBezTo>
                  <a:cubicBezTo>
                    <a:pt x="1472" y="232"/>
                    <a:pt x="1472" y="232"/>
                    <a:pt x="1472" y="232"/>
                  </a:cubicBezTo>
                  <a:cubicBezTo>
                    <a:pt x="1471" y="232"/>
                    <a:pt x="1471" y="232"/>
                    <a:pt x="1471" y="232"/>
                  </a:cubicBezTo>
                  <a:cubicBezTo>
                    <a:pt x="1468" y="228"/>
                    <a:pt x="1468" y="228"/>
                    <a:pt x="1468" y="228"/>
                  </a:cubicBezTo>
                  <a:cubicBezTo>
                    <a:pt x="1467" y="228"/>
                    <a:pt x="1467" y="228"/>
                    <a:pt x="1467" y="228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5" y="209"/>
                    <a:pt x="1445" y="209"/>
                    <a:pt x="1445" y="209"/>
                  </a:cubicBezTo>
                  <a:cubicBezTo>
                    <a:pt x="1444" y="208"/>
                    <a:pt x="1444" y="208"/>
                    <a:pt x="1444" y="208"/>
                  </a:cubicBezTo>
                  <a:cubicBezTo>
                    <a:pt x="1440" y="205"/>
                    <a:pt x="1440" y="205"/>
                    <a:pt x="1440" y="205"/>
                  </a:cubicBezTo>
                  <a:cubicBezTo>
                    <a:pt x="1439" y="204"/>
                    <a:pt x="1439" y="204"/>
                    <a:pt x="1439" y="204"/>
                  </a:cubicBezTo>
                  <a:cubicBezTo>
                    <a:pt x="1436" y="201"/>
                    <a:pt x="1436" y="201"/>
                    <a:pt x="1436" y="201"/>
                  </a:cubicBezTo>
                  <a:cubicBezTo>
                    <a:pt x="1435" y="200"/>
                    <a:pt x="1435" y="200"/>
                    <a:pt x="1435" y="200"/>
                  </a:cubicBezTo>
                  <a:cubicBezTo>
                    <a:pt x="1431" y="197"/>
                    <a:pt x="1431" y="197"/>
                    <a:pt x="1431" y="197"/>
                  </a:cubicBezTo>
                  <a:cubicBezTo>
                    <a:pt x="1430" y="197"/>
                    <a:pt x="1430" y="197"/>
                    <a:pt x="1430" y="197"/>
                  </a:cubicBezTo>
                  <a:cubicBezTo>
                    <a:pt x="1426" y="194"/>
                    <a:pt x="1426" y="194"/>
                    <a:pt x="1426" y="194"/>
                  </a:cubicBezTo>
                  <a:cubicBezTo>
                    <a:pt x="1425" y="193"/>
                    <a:pt x="1425" y="193"/>
                    <a:pt x="1425" y="193"/>
                  </a:cubicBezTo>
                  <a:cubicBezTo>
                    <a:pt x="1421" y="190"/>
                    <a:pt x="1421" y="190"/>
                    <a:pt x="1421" y="190"/>
                  </a:cubicBezTo>
                  <a:cubicBezTo>
                    <a:pt x="1421" y="189"/>
                    <a:pt x="1421" y="189"/>
                    <a:pt x="1421" y="189"/>
                  </a:cubicBezTo>
                  <a:cubicBezTo>
                    <a:pt x="1407" y="179"/>
                    <a:pt x="1407" y="179"/>
                    <a:pt x="1407" y="179"/>
                  </a:cubicBezTo>
                  <a:cubicBezTo>
                    <a:pt x="1406" y="178"/>
                    <a:pt x="1406" y="178"/>
                    <a:pt x="1406" y="178"/>
                  </a:cubicBezTo>
                  <a:cubicBezTo>
                    <a:pt x="1402" y="175"/>
                    <a:pt x="1402" y="175"/>
                    <a:pt x="1402" y="175"/>
                  </a:cubicBezTo>
                  <a:cubicBezTo>
                    <a:pt x="1401" y="174"/>
                    <a:pt x="1401" y="174"/>
                    <a:pt x="1401" y="174"/>
                  </a:cubicBezTo>
                  <a:cubicBezTo>
                    <a:pt x="1398" y="172"/>
                    <a:pt x="1398" y="172"/>
                    <a:pt x="1398" y="172"/>
                  </a:cubicBezTo>
                  <a:cubicBezTo>
                    <a:pt x="1396" y="171"/>
                    <a:pt x="1396" y="171"/>
                    <a:pt x="1396" y="171"/>
                  </a:cubicBezTo>
                  <a:cubicBezTo>
                    <a:pt x="1393" y="169"/>
                    <a:pt x="1393" y="169"/>
                    <a:pt x="1393" y="169"/>
                  </a:cubicBezTo>
                  <a:cubicBezTo>
                    <a:pt x="1391" y="167"/>
                    <a:pt x="1391" y="167"/>
                    <a:pt x="1391" y="167"/>
                  </a:cubicBezTo>
                  <a:cubicBezTo>
                    <a:pt x="1388" y="165"/>
                    <a:pt x="1388" y="165"/>
                    <a:pt x="1388" y="165"/>
                  </a:cubicBezTo>
                  <a:cubicBezTo>
                    <a:pt x="1387" y="164"/>
                    <a:pt x="1387" y="164"/>
                    <a:pt x="1387" y="164"/>
                  </a:cubicBezTo>
                  <a:cubicBezTo>
                    <a:pt x="1383" y="162"/>
                    <a:pt x="1383" y="162"/>
                    <a:pt x="1383" y="162"/>
                  </a:cubicBezTo>
                  <a:cubicBezTo>
                    <a:pt x="1382" y="161"/>
                    <a:pt x="1382" y="161"/>
                    <a:pt x="1382" y="161"/>
                  </a:cubicBezTo>
                  <a:cubicBezTo>
                    <a:pt x="1378" y="158"/>
                    <a:pt x="1378" y="158"/>
                    <a:pt x="1378" y="158"/>
                  </a:cubicBezTo>
                  <a:cubicBezTo>
                    <a:pt x="1377" y="158"/>
                    <a:pt x="1377" y="158"/>
                    <a:pt x="1377" y="158"/>
                  </a:cubicBezTo>
                  <a:cubicBezTo>
                    <a:pt x="1363" y="148"/>
                    <a:pt x="1363" y="148"/>
                    <a:pt x="1363" y="148"/>
                  </a:cubicBezTo>
                  <a:cubicBezTo>
                    <a:pt x="1362" y="147"/>
                    <a:pt x="1362" y="147"/>
                    <a:pt x="1362" y="147"/>
                  </a:cubicBezTo>
                  <a:cubicBezTo>
                    <a:pt x="1358" y="145"/>
                    <a:pt x="1358" y="145"/>
                    <a:pt x="1358" y="145"/>
                  </a:cubicBezTo>
                  <a:cubicBezTo>
                    <a:pt x="1356" y="144"/>
                    <a:pt x="1356" y="144"/>
                    <a:pt x="1356" y="144"/>
                  </a:cubicBezTo>
                  <a:cubicBezTo>
                    <a:pt x="1353" y="141"/>
                    <a:pt x="1353" y="141"/>
                    <a:pt x="1353" y="141"/>
                  </a:cubicBezTo>
                  <a:cubicBezTo>
                    <a:pt x="1352" y="141"/>
                    <a:pt x="1352" y="141"/>
                    <a:pt x="1352" y="141"/>
                  </a:cubicBezTo>
                  <a:cubicBezTo>
                    <a:pt x="1348" y="138"/>
                    <a:pt x="1348" y="138"/>
                    <a:pt x="1348" y="138"/>
                  </a:cubicBezTo>
                  <a:cubicBezTo>
                    <a:pt x="1347" y="138"/>
                    <a:pt x="1347" y="138"/>
                    <a:pt x="1347" y="138"/>
                  </a:cubicBezTo>
                  <a:cubicBezTo>
                    <a:pt x="1343" y="135"/>
                    <a:pt x="1343" y="135"/>
                    <a:pt x="1343" y="135"/>
                  </a:cubicBezTo>
                  <a:cubicBezTo>
                    <a:pt x="1342" y="134"/>
                    <a:pt x="1342" y="134"/>
                    <a:pt x="1342" y="134"/>
                  </a:cubicBezTo>
                  <a:cubicBezTo>
                    <a:pt x="1338" y="132"/>
                    <a:pt x="1338" y="132"/>
                    <a:pt x="1338" y="132"/>
                  </a:cubicBezTo>
                  <a:cubicBezTo>
                    <a:pt x="1337" y="131"/>
                    <a:pt x="1337" y="131"/>
                    <a:pt x="1337" y="131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16" y="119"/>
                    <a:pt x="1316" y="119"/>
                    <a:pt x="1316" y="119"/>
                  </a:cubicBezTo>
                  <a:cubicBezTo>
                    <a:pt x="1315" y="119"/>
                    <a:pt x="1315" y="119"/>
                    <a:pt x="1315" y="119"/>
                  </a:cubicBezTo>
                  <a:cubicBezTo>
                    <a:pt x="1311" y="116"/>
                    <a:pt x="1311" y="116"/>
                    <a:pt x="1311" y="116"/>
                  </a:cubicBezTo>
                  <a:cubicBezTo>
                    <a:pt x="1310" y="116"/>
                    <a:pt x="1310" y="116"/>
                    <a:pt x="1310" y="116"/>
                  </a:cubicBezTo>
                  <a:cubicBezTo>
                    <a:pt x="1306" y="114"/>
                    <a:pt x="1306" y="114"/>
                    <a:pt x="1306" y="114"/>
                  </a:cubicBezTo>
                  <a:cubicBezTo>
                    <a:pt x="1305" y="113"/>
                    <a:pt x="1305" y="113"/>
                    <a:pt x="1305" y="113"/>
                  </a:cubicBezTo>
                  <a:cubicBezTo>
                    <a:pt x="1301" y="111"/>
                    <a:pt x="1301" y="111"/>
                    <a:pt x="1301" y="111"/>
                  </a:cubicBezTo>
                  <a:cubicBezTo>
                    <a:pt x="1300" y="110"/>
                    <a:pt x="1300" y="110"/>
                    <a:pt x="1300" y="110"/>
                  </a:cubicBezTo>
                  <a:cubicBezTo>
                    <a:pt x="1296" y="108"/>
                    <a:pt x="1296" y="108"/>
                    <a:pt x="1296" y="108"/>
                  </a:cubicBezTo>
                  <a:cubicBezTo>
                    <a:pt x="1295" y="107"/>
                    <a:pt x="1295" y="107"/>
                    <a:pt x="1295" y="107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89" y="105"/>
                    <a:pt x="1289" y="105"/>
                    <a:pt x="1289" y="105"/>
                  </a:cubicBezTo>
                  <a:cubicBezTo>
                    <a:pt x="1282" y="101"/>
                    <a:pt x="1275" y="97"/>
                    <a:pt x="1268" y="94"/>
                  </a:cubicBezTo>
                  <a:cubicBezTo>
                    <a:pt x="1267" y="93"/>
                    <a:pt x="1267" y="93"/>
                    <a:pt x="1267" y="93"/>
                  </a:cubicBezTo>
                  <a:cubicBezTo>
                    <a:pt x="1263" y="91"/>
                    <a:pt x="1263" y="91"/>
                    <a:pt x="1263" y="91"/>
                  </a:cubicBezTo>
                  <a:cubicBezTo>
                    <a:pt x="1262" y="91"/>
                    <a:pt x="1262" y="91"/>
                    <a:pt x="1262" y="91"/>
                  </a:cubicBezTo>
                  <a:cubicBezTo>
                    <a:pt x="1258" y="89"/>
                    <a:pt x="1258" y="89"/>
                    <a:pt x="1258" y="89"/>
                  </a:cubicBezTo>
                  <a:cubicBezTo>
                    <a:pt x="1256" y="88"/>
                    <a:pt x="1256" y="88"/>
                    <a:pt x="1256" y="88"/>
                  </a:cubicBezTo>
                  <a:cubicBezTo>
                    <a:pt x="1252" y="86"/>
                    <a:pt x="1252" y="86"/>
                    <a:pt x="1252" y="86"/>
                  </a:cubicBezTo>
                  <a:cubicBezTo>
                    <a:pt x="1251" y="86"/>
                    <a:pt x="1251" y="86"/>
                    <a:pt x="1251" y="86"/>
                  </a:cubicBezTo>
                  <a:cubicBezTo>
                    <a:pt x="1247" y="83"/>
                    <a:pt x="1247" y="83"/>
                    <a:pt x="1247" y="83"/>
                  </a:cubicBezTo>
                  <a:cubicBezTo>
                    <a:pt x="1246" y="83"/>
                    <a:pt x="1246" y="83"/>
                    <a:pt x="1246" y="83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35" y="78"/>
                    <a:pt x="1229" y="76"/>
                    <a:pt x="1224" y="73"/>
                  </a:cubicBezTo>
                  <a:cubicBezTo>
                    <a:pt x="1224" y="73"/>
                    <a:pt x="1224" y="73"/>
                    <a:pt x="1224" y="73"/>
                  </a:cubicBezTo>
                  <a:cubicBezTo>
                    <a:pt x="1219" y="71"/>
                    <a:pt x="1219" y="71"/>
                    <a:pt x="1219" y="71"/>
                  </a:cubicBezTo>
                  <a:cubicBezTo>
                    <a:pt x="1218" y="71"/>
                    <a:pt x="1218" y="71"/>
                    <a:pt x="1218" y="71"/>
                  </a:cubicBezTo>
                  <a:cubicBezTo>
                    <a:pt x="1213" y="69"/>
                    <a:pt x="1213" y="69"/>
                    <a:pt x="1213" y="69"/>
                  </a:cubicBezTo>
                  <a:cubicBezTo>
                    <a:pt x="1212" y="68"/>
                    <a:pt x="1212" y="68"/>
                    <a:pt x="1212" y="68"/>
                  </a:cubicBezTo>
                  <a:cubicBezTo>
                    <a:pt x="1208" y="66"/>
                    <a:pt x="1208" y="66"/>
                    <a:pt x="1208" y="66"/>
                  </a:cubicBezTo>
                  <a:cubicBezTo>
                    <a:pt x="1207" y="66"/>
                    <a:pt x="1207" y="66"/>
                    <a:pt x="1207" y="66"/>
                  </a:cubicBezTo>
                  <a:cubicBezTo>
                    <a:pt x="1202" y="64"/>
                    <a:pt x="1202" y="64"/>
                    <a:pt x="1202" y="64"/>
                  </a:cubicBezTo>
                  <a:cubicBezTo>
                    <a:pt x="1201" y="64"/>
                    <a:pt x="1201" y="64"/>
                    <a:pt x="1201" y="64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86" y="58"/>
                    <a:pt x="1177" y="55"/>
                    <a:pt x="1167" y="51"/>
                  </a:cubicBezTo>
                  <a:cubicBezTo>
                    <a:pt x="1166" y="51"/>
                    <a:pt x="1166" y="51"/>
                    <a:pt x="1166" y="51"/>
                  </a:cubicBezTo>
                  <a:cubicBezTo>
                    <a:pt x="1162" y="49"/>
                    <a:pt x="1162" y="49"/>
                    <a:pt x="1162" y="49"/>
                  </a:cubicBezTo>
                  <a:cubicBezTo>
                    <a:pt x="1161" y="49"/>
                    <a:pt x="1161" y="49"/>
                    <a:pt x="1161" y="49"/>
                  </a:cubicBezTo>
                  <a:cubicBezTo>
                    <a:pt x="1156" y="47"/>
                    <a:pt x="1156" y="47"/>
                    <a:pt x="1156" y="47"/>
                  </a:cubicBezTo>
                  <a:cubicBezTo>
                    <a:pt x="1155" y="47"/>
                    <a:pt x="1155" y="47"/>
                    <a:pt x="1155" y="47"/>
                  </a:cubicBezTo>
                  <a:cubicBezTo>
                    <a:pt x="1150" y="45"/>
                    <a:pt x="1150" y="45"/>
                    <a:pt x="1150" y="45"/>
                  </a:cubicBezTo>
                  <a:cubicBezTo>
                    <a:pt x="1149" y="45"/>
                    <a:pt x="1149" y="45"/>
                    <a:pt x="1149" y="45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36" y="41"/>
                    <a:pt x="1128" y="38"/>
                    <a:pt x="1120" y="36"/>
                  </a:cubicBezTo>
                  <a:cubicBezTo>
                    <a:pt x="1120" y="36"/>
                    <a:pt x="1120" y="36"/>
                    <a:pt x="1120" y="36"/>
                  </a:cubicBezTo>
                  <a:cubicBezTo>
                    <a:pt x="1115" y="35"/>
                    <a:pt x="1115" y="35"/>
                    <a:pt x="1115" y="35"/>
                  </a:cubicBezTo>
                  <a:cubicBezTo>
                    <a:pt x="1114" y="34"/>
                    <a:pt x="1114" y="34"/>
                    <a:pt x="1114" y="34"/>
                  </a:cubicBezTo>
                  <a:cubicBezTo>
                    <a:pt x="1109" y="33"/>
                    <a:pt x="1109" y="33"/>
                    <a:pt x="1109" y="33"/>
                  </a:cubicBezTo>
                  <a:cubicBezTo>
                    <a:pt x="1108" y="33"/>
                    <a:pt x="1108" y="33"/>
                    <a:pt x="1108" y="33"/>
                  </a:cubicBezTo>
                  <a:cubicBezTo>
                    <a:pt x="1103" y="31"/>
                    <a:pt x="1103" y="31"/>
                    <a:pt x="1103" y="31"/>
                  </a:cubicBezTo>
                  <a:cubicBezTo>
                    <a:pt x="1102" y="31"/>
                    <a:pt x="1102" y="31"/>
                    <a:pt x="1102" y="31"/>
                  </a:cubicBezTo>
                  <a:cubicBezTo>
                    <a:pt x="1097" y="30"/>
                    <a:pt x="1097" y="30"/>
                    <a:pt x="1097" y="30"/>
                  </a:cubicBezTo>
                  <a:cubicBezTo>
                    <a:pt x="1096" y="29"/>
                    <a:pt x="1096" y="29"/>
                    <a:pt x="1096" y="29"/>
                  </a:cubicBezTo>
                  <a:cubicBezTo>
                    <a:pt x="1091" y="28"/>
                    <a:pt x="1091" y="28"/>
                    <a:pt x="1091" y="28"/>
                  </a:cubicBezTo>
                  <a:cubicBezTo>
                    <a:pt x="1090" y="28"/>
                    <a:pt x="1090" y="28"/>
                    <a:pt x="1090" y="28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79" y="25"/>
                    <a:pt x="1073" y="24"/>
                    <a:pt x="1067" y="22"/>
                  </a:cubicBezTo>
                  <a:cubicBezTo>
                    <a:pt x="1066" y="22"/>
                    <a:pt x="1066" y="22"/>
                    <a:pt x="1066" y="22"/>
                  </a:cubicBezTo>
                  <a:cubicBezTo>
                    <a:pt x="1061" y="21"/>
                    <a:pt x="1061" y="21"/>
                    <a:pt x="1061" y="21"/>
                  </a:cubicBezTo>
                  <a:cubicBezTo>
                    <a:pt x="1059" y="21"/>
                    <a:pt x="1059" y="21"/>
                    <a:pt x="1059" y="21"/>
                  </a:cubicBezTo>
                  <a:cubicBezTo>
                    <a:pt x="1055" y="20"/>
                    <a:pt x="1055" y="20"/>
                    <a:pt x="1055" y="20"/>
                  </a:cubicBezTo>
                  <a:cubicBezTo>
                    <a:pt x="1053" y="19"/>
                    <a:pt x="1053" y="19"/>
                    <a:pt x="1053" y="19"/>
                  </a:cubicBezTo>
                  <a:cubicBezTo>
                    <a:pt x="1049" y="19"/>
                    <a:pt x="1049" y="19"/>
                    <a:pt x="1049" y="19"/>
                  </a:cubicBezTo>
                  <a:cubicBezTo>
                    <a:pt x="1047" y="18"/>
                    <a:pt x="1047" y="18"/>
                    <a:pt x="1047" y="18"/>
                  </a:cubicBezTo>
                  <a:cubicBezTo>
                    <a:pt x="1043" y="17"/>
                    <a:pt x="1043" y="17"/>
                    <a:pt x="1043" y="17"/>
                  </a:cubicBezTo>
                  <a:cubicBezTo>
                    <a:pt x="1041" y="17"/>
                    <a:pt x="1041" y="17"/>
                    <a:pt x="1041" y="17"/>
                  </a:cubicBezTo>
                  <a:cubicBezTo>
                    <a:pt x="1037" y="16"/>
                    <a:pt x="1037" y="16"/>
                    <a:pt x="1037" y="16"/>
                  </a:cubicBezTo>
                  <a:cubicBezTo>
                    <a:pt x="1035" y="16"/>
                    <a:pt x="1035" y="16"/>
                    <a:pt x="1035" y="16"/>
                  </a:cubicBezTo>
                  <a:cubicBezTo>
                    <a:pt x="1031" y="15"/>
                    <a:pt x="1031" y="15"/>
                    <a:pt x="1031" y="15"/>
                  </a:cubicBezTo>
                  <a:cubicBezTo>
                    <a:pt x="1030" y="15"/>
                    <a:pt x="1030" y="15"/>
                    <a:pt x="1030" y="15"/>
                  </a:cubicBezTo>
                  <a:cubicBezTo>
                    <a:pt x="1024" y="14"/>
                    <a:pt x="1024" y="14"/>
                    <a:pt x="1024" y="14"/>
                  </a:cubicBezTo>
                  <a:cubicBezTo>
                    <a:pt x="1023" y="14"/>
                    <a:pt x="1023" y="14"/>
                    <a:pt x="1023" y="14"/>
                  </a:cubicBezTo>
                  <a:cubicBezTo>
                    <a:pt x="975" y="5"/>
                    <a:pt x="926" y="1"/>
                    <a:pt x="876" y="0"/>
                  </a:cubicBezTo>
                  <a:cubicBezTo>
                    <a:pt x="868" y="0"/>
                    <a:pt x="868" y="0"/>
                    <a:pt x="868" y="0"/>
                  </a:cubicBezTo>
                  <a:cubicBezTo>
                    <a:pt x="590" y="0"/>
                    <a:pt x="341" y="126"/>
                    <a:pt x="175" y="323"/>
                  </a:cubicBezTo>
                  <a:cubicBezTo>
                    <a:pt x="158" y="344"/>
                    <a:pt x="149" y="358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50" y="375"/>
                    <a:pt x="159" y="379"/>
                    <a:pt x="178" y="379"/>
                  </a:cubicBezTo>
                  <a:cubicBezTo>
                    <a:pt x="559" y="379"/>
                    <a:pt x="559" y="379"/>
                    <a:pt x="559" y="379"/>
                  </a:cubicBezTo>
                  <a:cubicBezTo>
                    <a:pt x="1261" y="379"/>
                    <a:pt x="1261" y="379"/>
                    <a:pt x="1261" y="379"/>
                  </a:cubicBezTo>
                  <a:cubicBezTo>
                    <a:pt x="1269" y="379"/>
                    <a:pt x="1278" y="382"/>
                    <a:pt x="1287" y="387"/>
                  </a:cubicBezTo>
                  <a:cubicBezTo>
                    <a:pt x="1294" y="391"/>
                    <a:pt x="1300" y="396"/>
                    <a:pt x="1304" y="402"/>
                  </a:cubicBezTo>
                  <a:cubicBezTo>
                    <a:pt x="1452" y="634"/>
                    <a:pt x="1452" y="634"/>
                    <a:pt x="1452" y="634"/>
                  </a:cubicBezTo>
                  <a:cubicBezTo>
                    <a:pt x="1455" y="638"/>
                    <a:pt x="1457" y="643"/>
                    <a:pt x="1459" y="648"/>
                  </a:cubicBezTo>
                  <a:cubicBezTo>
                    <a:pt x="1461" y="655"/>
                    <a:pt x="1461" y="655"/>
                    <a:pt x="1461" y="655"/>
                  </a:cubicBezTo>
                  <a:cubicBezTo>
                    <a:pt x="1461" y="656"/>
                    <a:pt x="1461" y="656"/>
                    <a:pt x="1461" y="656"/>
                  </a:cubicBezTo>
                  <a:cubicBezTo>
                    <a:pt x="1461" y="657"/>
                    <a:pt x="1461" y="657"/>
                    <a:pt x="1461" y="657"/>
                  </a:cubicBezTo>
                  <a:cubicBezTo>
                    <a:pt x="1463" y="664"/>
                    <a:pt x="1463" y="671"/>
                    <a:pt x="1463" y="677"/>
                  </a:cubicBezTo>
                  <a:cubicBezTo>
                    <a:pt x="1462" y="685"/>
                    <a:pt x="1462" y="685"/>
                    <a:pt x="1462" y="685"/>
                  </a:cubicBezTo>
                  <a:cubicBezTo>
                    <a:pt x="1372" y="1125"/>
                    <a:pt x="1372" y="1125"/>
                    <a:pt x="1372" y="1125"/>
                  </a:cubicBezTo>
                  <a:cubicBezTo>
                    <a:pt x="1322" y="1367"/>
                    <a:pt x="1322" y="1367"/>
                    <a:pt x="1322" y="1367"/>
                  </a:cubicBezTo>
                  <a:cubicBezTo>
                    <a:pt x="1319" y="1383"/>
                    <a:pt x="1304" y="1395"/>
                    <a:pt x="1289" y="1395"/>
                  </a:cubicBezTo>
                  <a:cubicBezTo>
                    <a:pt x="1046" y="1395"/>
                    <a:pt x="1046" y="1395"/>
                    <a:pt x="1046" y="1395"/>
                  </a:cubicBezTo>
                  <a:cubicBezTo>
                    <a:pt x="1030" y="1395"/>
                    <a:pt x="1011" y="1384"/>
                    <a:pt x="1002" y="1371"/>
                  </a:cubicBezTo>
                  <a:cubicBezTo>
                    <a:pt x="705" y="923"/>
                    <a:pt x="705" y="923"/>
                    <a:pt x="705" y="923"/>
                  </a:cubicBezTo>
                  <a:cubicBezTo>
                    <a:pt x="684" y="1030"/>
                    <a:pt x="684" y="1030"/>
                    <a:pt x="684" y="1030"/>
                  </a:cubicBezTo>
                  <a:cubicBezTo>
                    <a:pt x="615" y="1368"/>
                    <a:pt x="615" y="1368"/>
                    <a:pt x="615" y="1368"/>
                  </a:cubicBezTo>
                  <a:cubicBezTo>
                    <a:pt x="613" y="1380"/>
                    <a:pt x="602" y="1391"/>
                    <a:pt x="590" y="1394"/>
                  </a:cubicBezTo>
                  <a:cubicBezTo>
                    <a:pt x="590" y="1394"/>
                    <a:pt x="590" y="1394"/>
                    <a:pt x="590" y="1394"/>
                  </a:cubicBezTo>
                  <a:cubicBezTo>
                    <a:pt x="590" y="1395"/>
                    <a:pt x="590" y="1395"/>
                    <a:pt x="590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2" y="1396"/>
                    <a:pt x="582" y="1396"/>
                    <a:pt x="582" y="1396"/>
                  </a:cubicBezTo>
                  <a:cubicBezTo>
                    <a:pt x="581" y="1396"/>
                    <a:pt x="581" y="1396"/>
                    <a:pt x="581" y="1396"/>
                  </a:cubicBezTo>
                  <a:cubicBezTo>
                    <a:pt x="553" y="1396"/>
                    <a:pt x="553" y="1396"/>
                    <a:pt x="553" y="1396"/>
                  </a:cubicBezTo>
                  <a:cubicBezTo>
                    <a:pt x="403" y="1396"/>
                    <a:pt x="403" y="1396"/>
                    <a:pt x="403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1" y="1394"/>
                    <a:pt x="384" y="1389"/>
                    <a:pt x="382" y="1382"/>
                  </a:cubicBezTo>
                  <a:cubicBezTo>
                    <a:pt x="382" y="1382"/>
                    <a:pt x="382" y="1382"/>
                    <a:pt x="382" y="1382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1" y="1368"/>
                    <a:pt x="381" y="1368"/>
                    <a:pt x="381" y="1368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10" y="733"/>
                    <a:pt x="510" y="733"/>
                    <a:pt x="510" y="733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6" y="720"/>
                    <a:pt x="516" y="720"/>
                    <a:pt x="516" y="720"/>
                  </a:cubicBezTo>
                  <a:cubicBezTo>
                    <a:pt x="517" y="719"/>
                    <a:pt x="517" y="719"/>
                    <a:pt x="517" y="719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43" y="705"/>
                    <a:pt x="543" y="705"/>
                    <a:pt x="543" y="705"/>
                  </a:cubicBezTo>
                  <a:cubicBezTo>
                    <a:pt x="544" y="705"/>
                    <a:pt x="544" y="705"/>
                    <a:pt x="544" y="705"/>
                  </a:cubicBezTo>
                  <a:cubicBezTo>
                    <a:pt x="555" y="705"/>
                    <a:pt x="555" y="705"/>
                    <a:pt x="555" y="705"/>
                  </a:cubicBezTo>
                  <a:cubicBezTo>
                    <a:pt x="557" y="705"/>
                    <a:pt x="557" y="705"/>
                    <a:pt x="557" y="705"/>
                  </a:cubicBezTo>
                  <a:cubicBezTo>
                    <a:pt x="786" y="705"/>
                    <a:pt x="786" y="705"/>
                    <a:pt x="786" y="705"/>
                  </a:cubicBezTo>
                  <a:cubicBezTo>
                    <a:pt x="802" y="705"/>
                    <a:pt x="821" y="716"/>
                    <a:pt x="829" y="729"/>
                  </a:cubicBezTo>
                  <a:cubicBezTo>
                    <a:pt x="1127" y="1178"/>
                    <a:pt x="1127" y="1178"/>
                    <a:pt x="1127" y="1178"/>
                  </a:cubicBezTo>
                  <a:cubicBezTo>
                    <a:pt x="1244" y="590"/>
                    <a:pt x="1244" y="590"/>
                    <a:pt x="1244" y="590"/>
                  </a:cubicBezTo>
                  <a:cubicBezTo>
                    <a:pt x="557" y="590"/>
                    <a:pt x="557" y="590"/>
                    <a:pt x="557" y="590"/>
                  </a:cubicBezTo>
                  <a:cubicBezTo>
                    <a:pt x="555" y="590"/>
                    <a:pt x="555" y="590"/>
                    <a:pt x="555" y="590"/>
                  </a:cubicBezTo>
                  <a:cubicBezTo>
                    <a:pt x="475" y="590"/>
                    <a:pt x="475" y="590"/>
                    <a:pt x="475" y="590"/>
                  </a:cubicBezTo>
                  <a:cubicBezTo>
                    <a:pt x="435" y="590"/>
                    <a:pt x="395" y="593"/>
                    <a:pt x="357" y="600"/>
                  </a:cubicBezTo>
                  <a:cubicBezTo>
                    <a:pt x="162" y="632"/>
                    <a:pt x="0" y="756"/>
                    <a:pt x="0" y="1037"/>
                  </a:cubicBezTo>
                  <a:cubicBezTo>
                    <a:pt x="0" y="1321"/>
                    <a:pt x="239" y="1662"/>
                    <a:pt x="616" y="1772"/>
                  </a:cubicBezTo>
                  <a:cubicBezTo>
                    <a:pt x="694" y="1794"/>
                    <a:pt x="779" y="1807"/>
                    <a:pt x="868" y="1807"/>
                  </a:cubicBezTo>
                  <a:cubicBezTo>
                    <a:pt x="873" y="1807"/>
                    <a:pt x="873" y="1807"/>
                    <a:pt x="873" y="1807"/>
                  </a:cubicBezTo>
                  <a:cubicBezTo>
                    <a:pt x="1020" y="1806"/>
                    <a:pt x="1158" y="1770"/>
                    <a:pt x="1280" y="1707"/>
                  </a:cubicBezTo>
                  <a:cubicBezTo>
                    <a:pt x="1285" y="1705"/>
                    <a:pt x="1285" y="1705"/>
                    <a:pt x="1285" y="1705"/>
                  </a:cubicBezTo>
                  <a:cubicBezTo>
                    <a:pt x="1286" y="1704"/>
                    <a:pt x="1286" y="1704"/>
                    <a:pt x="1286" y="1704"/>
                  </a:cubicBezTo>
                  <a:cubicBezTo>
                    <a:pt x="1291" y="1702"/>
                    <a:pt x="1291" y="1702"/>
                    <a:pt x="1291" y="1702"/>
                  </a:cubicBezTo>
                  <a:cubicBezTo>
                    <a:pt x="1292" y="1701"/>
                    <a:pt x="1292" y="1701"/>
                    <a:pt x="1292" y="1701"/>
                  </a:cubicBezTo>
                  <a:cubicBezTo>
                    <a:pt x="1295" y="1699"/>
                    <a:pt x="1295" y="1699"/>
                    <a:pt x="1295" y="1699"/>
                  </a:cubicBezTo>
                  <a:cubicBezTo>
                    <a:pt x="1297" y="1698"/>
                    <a:pt x="1297" y="1698"/>
                    <a:pt x="1297" y="1698"/>
                  </a:cubicBezTo>
                  <a:cubicBezTo>
                    <a:pt x="1301" y="1696"/>
                    <a:pt x="1301" y="1696"/>
                    <a:pt x="1301" y="1696"/>
                  </a:cubicBezTo>
                  <a:cubicBezTo>
                    <a:pt x="1302" y="1695"/>
                    <a:pt x="1302" y="1695"/>
                    <a:pt x="1302" y="1695"/>
                  </a:cubicBezTo>
                  <a:cubicBezTo>
                    <a:pt x="1306" y="1693"/>
                    <a:pt x="1306" y="1693"/>
                    <a:pt x="1306" y="1693"/>
                  </a:cubicBezTo>
                  <a:cubicBezTo>
                    <a:pt x="1307" y="1693"/>
                    <a:pt x="1307" y="1693"/>
                    <a:pt x="1307" y="1693"/>
                  </a:cubicBezTo>
                  <a:cubicBezTo>
                    <a:pt x="1311" y="1690"/>
                    <a:pt x="1311" y="1690"/>
                    <a:pt x="1311" y="1690"/>
                  </a:cubicBezTo>
                  <a:cubicBezTo>
                    <a:pt x="1313" y="1689"/>
                    <a:pt x="1313" y="1689"/>
                    <a:pt x="1313" y="1689"/>
                  </a:cubicBezTo>
                  <a:cubicBezTo>
                    <a:pt x="1317" y="1687"/>
                    <a:pt x="1317" y="1687"/>
                    <a:pt x="1317" y="1687"/>
                  </a:cubicBezTo>
                  <a:cubicBezTo>
                    <a:pt x="1318" y="1687"/>
                    <a:pt x="1318" y="1687"/>
                    <a:pt x="1318" y="1687"/>
                  </a:cubicBezTo>
                  <a:cubicBezTo>
                    <a:pt x="1322" y="1684"/>
                    <a:pt x="1322" y="1684"/>
                    <a:pt x="1322" y="1684"/>
                  </a:cubicBezTo>
                  <a:cubicBezTo>
                    <a:pt x="1323" y="1684"/>
                    <a:pt x="1323" y="1684"/>
                    <a:pt x="1323" y="1684"/>
                  </a:cubicBezTo>
                  <a:cubicBezTo>
                    <a:pt x="1327" y="1681"/>
                    <a:pt x="1327" y="1681"/>
                    <a:pt x="1327" y="1681"/>
                  </a:cubicBezTo>
                  <a:cubicBezTo>
                    <a:pt x="1329" y="1680"/>
                    <a:pt x="1329" y="1680"/>
                    <a:pt x="1329" y="1680"/>
                  </a:cubicBezTo>
                  <a:cubicBezTo>
                    <a:pt x="1332" y="1678"/>
                    <a:pt x="1332" y="1678"/>
                    <a:pt x="1332" y="1678"/>
                  </a:cubicBezTo>
                  <a:cubicBezTo>
                    <a:pt x="1333" y="1677"/>
                    <a:pt x="1333" y="1677"/>
                    <a:pt x="1333" y="1677"/>
                  </a:cubicBezTo>
                  <a:cubicBezTo>
                    <a:pt x="1338" y="1675"/>
                    <a:pt x="1338" y="1675"/>
                    <a:pt x="1338" y="1675"/>
                  </a:cubicBezTo>
                  <a:cubicBezTo>
                    <a:pt x="1339" y="1674"/>
                    <a:pt x="1339" y="1674"/>
                    <a:pt x="1339" y="1674"/>
                  </a:cubicBezTo>
                  <a:cubicBezTo>
                    <a:pt x="1343" y="1672"/>
                    <a:pt x="1343" y="1672"/>
                    <a:pt x="1343" y="1672"/>
                  </a:cubicBezTo>
                  <a:cubicBezTo>
                    <a:pt x="1343" y="1671"/>
                    <a:pt x="1343" y="1671"/>
                    <a:pt x="1343" y="1671"/>
                  </a:cubicBezTo>
                  <a:cubicBezTo>
                    <a:pt x="1348" y="1669"/>
                    <a:pt x="1348" y="1669"/>
                    <a:pt x="1348" y="1669"/>
                  </a:cubicBezTo>
                  <a:cubicBezTo>
                    <a:pt x="1349" y="1668"/>
                    <a:pt x="1349" y="1668"/>
                    <a:pt x="1349" y="1668"/>
                  </a:cubicBezTo>
                  <a:cubicBezTo>
                    <a:pt x="1353" y="1665"/>
                    <a:pt x="1353" y="1665"/>
                    <a:pt x="1353" y="1665"/>
                  </a:cubicBezTo>
                  <a:cubicBezTo>
                    <a:pt x="1354" y="1665"/>
                    <a:pt x="1354" y="1665"/>
                    <a:pt x="1354" y="1665"/>
                  </a:cubicBezTo>
                  <a:cubicBezTo>
                    <a:pt x="1358" y="1662"/>
                    <a:pt x="1358" y="1662"/>
                    <a:pt x="1358" y="1662"/>
                  </a:cubicBezTo>
                  <a:cubicBezTo>
                    <a:pt x="1359" y="1661"/>
                    <a:pt x="1359" y="1661"/>
                    <a:pt x="1359" y="1661"/>
                  </a:cubicBezTo>
                  <a:cubicBezTo>
                    <a:pt x="1363" y="1659"/>
                    <a:pt x="1363" y="1659"/>
                    <a:pt x="1363" y="1659"/>
                  </a:cubicBezTo>
                  <a:cubicBezTo>
                    <a:pt x="1364" y="1658"/>
                    <a:pt x="1364" y="1658"/>
                    <a:pt x="1364" y="1658"/>
                  </a:cubicBezTo>
                  <a:cubicBezTo>
                    <a:pt x="1368" y="1655"/>
                    <a:pt x="1368" y="1655"/>
                    <a:pt x="1368" y="1655"/>
                  </a:cubicBezTo>
                  <a:cubicBezTo>
                    <a:pt x="1369" y="1655"/>
                    <a:pt x="1369" y="1655"/>
                    <a:pt x="1369" y="1655"/>
                  </a:cubicBezTo>
                  <a:cubicBezTo>
                    <a:pt x="1373" y="1652"/>
                    <a:pt x="1373" y="1652"/>
                    <a:pt x="1373" y="1652"/>
                  </a:cubicBezTo>
                  <a:cubicBezTo>
                    <a:pt x="1374" y="1651"/>
                    <a:pt x="1374" y="1651"/>
                    <a:pt x="1374" y="1651"/>
                  </a:cubicBezTo>
                  <a:cubicBezTo>
                    <a:pt x="1378" y="1648"/>
                    <a:pt x="1378" y="1648"/>
                    <a:pt x="1378" y="1648"/>
                  </a:cubicBezTo>
                  <a:cubicBezTo>
                    <a:pt x="1379" y="1648"/>
                    <a:pt x="1379" y="1648"/>
                    <a:pt x="1379" y="1648"/>
                  </a:cubicBezTo>
                  <a:cubicBezTo>
                    <a:pt x="1383" y="1645"/>
                    <a:pt x="1383" y="1645"/>
                    <a:pt x="1383" y="1645"/>
                  </a:cubicBezTo>
                  <a:cubicBezTo>
                    <a:pt x="1384" y="1645"/>
                    <a:pt x="1384" y="1645"/>
                    <a:pt x="1384" y="1645"/>
                  </a:cubicBezTo>
                  <a:cubicBezTo>
                    <a:pt x="1388" y="1642"/>
                    <a:pt x="1388" y="1642"/>
                    <a:pt x="1388" y="1642"/>
                  </a:cubicBezTo>
                  <a:cubicBezTo>
                    <a:pt x="1389" y="1641"/>
                    <a:pt x="1389" y="1641"/>
                    <a:pt x="1389" y="1641"/>
                  </a:cubicBezTo>
                  <a:cubicBezTo>
                    <a:pt x="1393" y="1638"/>
                    <a:pt x="1393" y="1638"/>
                    <a:pt x="1393" y="1638"/>
                  </a:cubicBezTo>
                  <a:cubicBezTo>
                    <a:pt x="1394" y="1638"/>
                    <a:pt x="1394" y="1638"/>
                    <a:pt x="1394" y="1638"/>
                  </a:cubicBezTo>
                  <a:cubicBezTo>
                    <a:pt x="1398" y="1635"/>
                    <a:pt x="1398" y="1635"/>
                    <a:pt x="1398" y="1635"/>
                  </a:cubicBezTo>
                  <a:cubicBezTo>
                    <a:pt x="1399" y="1634"/>
                    <a:pt x="1399" y="1634"/>
                    <a:pt x="1399" y="1634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8" y="1628"/>
                    <a:pt x="1408" y="1628"/>
                    <a:pt x="1408" y="1628"/>
                  </a:cubicBezTo>
                  <a:cubicBezTo>
                    <a:pt x="1408" y="1627"/>
                    <a:pt x="1408" y="1627"/>
                    <a:pt x="1408" y="1627"/>
                  </a:cubicBezTo>
                  <a:cubicBezTo>
                    <a:pt x="1417" y="1620"/>
                    <a:pt x="1417" y="1620"/>
                    <a:pt x="1417" y="1620"/>
                  </a:cubicBezTo>
                  <a:cubicBezTo>
                    <a:pt x="1418" y="1620"/>
                    <a:pt x="1418" y="1620"/>
                    <a:pt x="1418" y="1620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74" y="1573"/>
                    <a:pt x="1485" y="1563"/>
                    <a:pt x="1495" y="1554"/>
                  </a:cubicBezTo>
                  <a:cubicBezTo>
                    <a:pt x="1495" y="1553"/>
                    <a:pt x="1495" y="1553"/>
                    <a:pt x="1495" y="1553"/>
                  </a:cubicBezTo>
                  <a:cubicBezTo>
                    <a:pt x="1503" y="1545"/>
                    <a:pt x="1503" y="1545"/>
                    <a:pt x="1503" y="1545"/>
                  </a:cubicBezTo>
                  <a:cubicBezTo>
                    <a:pt x="1504" y="1545"/>
                    <a:pt x="1504" y="1545"/>
                    <a:pt x="1504" y="1545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12" y="1537"/>
                    <a:pt x="1512" y="1537"/>
                    <a:pt x="1512" y="1537"/>
                  </a:cubicBezTo>
                  <a:cubicBezTo>
                    <a:pt x="1512" y="1536"/>
                    <a:pt x="1512" y="1536"/>
                    <a:pt x="1512" y="1536"/>
                  </a:cubicBezTo>
                  <a:cubicBezTo>
                    <a:pt x="1516" y="1533"/>
                    <a:pt x="1516" y="1533"/>
                    <a:pt x="1516" y="1533"/>
                  </a:cubicBezTo>
                  <a:cubicBezTo>
                    <a:pt x="1516" y="1532"/>
                    <a:pt x="1516" y="1532"/>
                    <a:pt x="1516" y="1532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4" y="1524"/>
                    <a:pt x="1524" y="1524"/>
                    <a:pt x="1524" y="1524"/>
                  </a:cubicBezTo>
                  <a:cubicBezTo>
                    <a:pt x="1525" y="1523"/>
                    <a:pt x="1525" y="1523"/>
                    <a:pt x="1525" y="1523"/>
                  </a:cubicBezTo>
                  <a:cubicBezTo>
                    <a:pt x="1528" y="1519"/>
                    <a:pt x="1528" y="1519"/>
                    <a:pt x="1528" y="1519"/>
                  </a:cubicBezTo>
                  <a:cubicBezTo>
                    <a:pt x="1529" y="1519"/>
                    <a:pt x="1529" y="1519"/>
                    <a:pt x="1529" y="1519"/>
                  </a:cubicBezTo>
                  <a:cubicBezTo>
                    <a:pt x="1532" y="1516"/>
                    <a:pt x="1532" y="1516"/>
                    <a:pt x="1532" y="1516"/>
                  </a:cubicBezTo>
                  <a:cubicBezTo>
                    <a:pt x="1533" y="1514"/>
                    <a:pt x="1533" y="1514"/>
                    <a:pt x="1533" y="1514"/>
                  </a:cubicBezTo>
                  <a:cubicBezTo>
                    <a:pt x="1536" y="1511"/>
                    <a:pt x="1536" y="1511"/>
                    <a:pt x="1536" y="1511"/>
                  </a:cubicBezTo>
                  <a:cubicBezTo>
                    <a:pt x="1538" y="1509"/>
                    <a:pt x="1538" y="1509"/>
                    <a:pt x="1538" y="1509"/>
                  </a:cubicBezTo>
                  <a:cubicBezTo>
                    <a:pt x="1539" y="1507"/>
                    <a:pt x="1539" y="1507"/>
                    <a:pt x="1539" y="1507"/>
                  </a:cubicBezTo>
                  <a:cubicBezTo>
                    <a:pt x="1543" y="1504"/>
                    <a:pt x="1543" y="1504"/>
                    <a:pt x="1543" y="1504"/>
                  </a:cubicBezTo>
                  <a:cubicBezTo>
                    <a:pt x="1544" y="1502"/>
                    <a:pt x="1544" y="1502"/>
                    <a:pt x="1544" y="1502"/>
                  </a:cubicBezTo>
                  <a:cubicBezTo>
                    <a:pt x="1546" y="1500"/>
                    <a:pt x="1546" y="1500"/>
                    <a:pt x="1546" y="1500"/>
                  </a:cubicBezTo>
                  <a:cubicBezTo>
                    <a:pt x="1547" y="1499"/>
                    <a:pt x="1547" y="1499"/>
                    <a:pt x="1547" y="1499"/>
                  </a:cubicBezTo>
                  <a:cubicBezTo>
                    <a:pt x="1655" y="1376"/>
                    <a:pt x="1730" y="1224"/>
                    <a:pt x="1758" y="1056"/>
                  </a:cubicBezTo>
                  <a:cubicBezTo>
                    <a:pt x="1758" y="1056"/>
                    <a:pt x="1758" y="1056"/>
                    <a:pt x="1758" y="1056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1" y="1037"/>
                    <a:pt x="1761" y="1037"/>
                    <a:pt x="1761" y="1037"/>
                  </a:cubicBezTo>
                  <a:cubicBezTo>
                    <a:pt x="1761" y="1036"/>
                    <a:pt x="1761" y="1036"/>
                    <a:pt x="1761" y="1036"/>
                  </a:cubicBezTo>
                  <a:cubicBezTo>
                    <a:pt x="1762" y="1033"/>
                    <a:pt x="1762" y="1033"/>
                    <a:pt x="1762" y="1033"/>
                  </a:cubicBezTo>
                  <a:cubicBezTo>
                    <a:pt x="1762" y="1032"/>
                    <a:pt x="1762" y="1032"/>
                    <a:pt x="1762" y="1032"/>
                  </a:cubicBezTo>
                  <a:cubicBezTo>
                    <a:pt x="1762" y="1029"/>
                    <a:pt x="1762" y="1029"/>
                    <a:pt x="1762" y="1029"/>
                  </a:cubicBezTo>
                  <a:cubicBezTo>
                    <a:pt x="1763" y="1028"/>
                    <a:pt x="1763" y="1028"/>
                    <a:pt x="1763" y="1028"/>
                  </a:cubicBezTo>
                  <a:cubicBezTo>
                    <a:pt x="1763" y="1025"/>
                    <a:pt x="1763" y="1025"/>
                    <a:pt x="1763" y="1025"/>
                  </a:cubicBezTo>
                  <a:cubicBezTo>
                    <a:pt x="1763" y="1024"/>
                    <a:pt x="1763" y="1024"/>
                    <a:pt x="1763" y="1024"/>
                  </a:cubicBezTo>
                  <a:cubicBezTo>
                    <a:pt x="1764" y="1014"/>
                    <a:pt x="1764" y="1014"/>
                    <a:pt x="1764" y="1014"/>
                  </a:cubicBezTo>
                  <a:cubicBezTo>
                    <a:pt x="1765" y="1012"/>
                    <a:pt x="1765" y="1012"/>
                    <a:pt x="1765" y="1012"/>
                  </a:cubicBezTo>
                  <a:cubicBezTo>
                    <a:pt x="1765" y="1010"/>
                    <a:pt x="1765" y="1010"/>
                    <a:pt x="1765" y="1010"/>
                  </a:cubicBezTo>
                  <a:cubicBezTo>
                    <a:pt x="1765" y="1008"/>
                    <a:pt x="1765" y="1008"/>
                    <a:pt x="1765" y="1008"/>
                  </a:cubicBezTo>
                  <a:cubicBezTo>
                    <a:pt x="1765" y="1005"/>
                    <a:pt x="1765" y="1005"/>
                    <a:pt x="1765" y="1005"/>
                  </a:cubicBezTo>
                  <a:cubicBezTo>
                    <a:pt x="1766" y="1004"/>
                    <a:pt x="1766" y="1004"/>
                    <a:pt x="1766" y="1004"/>
                  </a:cubicBezTo>
                  <a:cubicBezTo>
                    <a:pt x="1766" y="1001"/>
                    <a:pt x="1766" y="1001"/>
                    <a:pt x="1766" y="1001"/>
                  </a:cubicBezTo>
                  <a:cubicBezTo>
                    <a:pt x="1766" y="999"/>
                    <a:pt x="1766" y="999"/>
                    <a:pt x="1766" y="999"/>
                  </a:cubicBezTo>
                  <a:cubicBezTo>
                    <a:pt x="1767" y="994"/>
                    <a:pt x="1767" y="994"/>
                    <a:pt x="1767" y="994"/>
                  </a:cubicBezTo>
                  <a:cubicBezTo>
                    <a:pt x="1767" y="993"/>
                    <a:pt x="1767" y="993"/>
                    <a:pt x="1767" y="993"/>
                  </a:cubicBezTo>
                  <a:cubicBezTo>
                    <a:pt x="1767" y="990"/>
                    <a:pt x="1767" y="990"/>
                    <a:pt x="1767" y="990"/>
                  </a:cubicBezTo>
                  <a:cubicBezTo>
                    <a:pt x="1767" y="988"/>
                    <a:pt x="1767" y="988"/>
                    <a:pt x="1767" y="988"/>
                  </a:cubicBezTo>
                  <a:cubicBezTo>
                    <a:pt x="1767" y="986"/>
                    <a:pt x="1767" y="986"/>
                    <a:pt x="1767" y="986"/>
                  </a:cubicBezTo>
                  <a:cubicBezTo>
                    <a:pt x="1768" y="984"/>
                    <a:pt x="1768" y="984"/>
                    <a:pt x="1768" y="984"/>
                  </a:cubicBezTo>
                  <a:cubicBezTo>
                    <a:pt x="1768" y="981"/>
                    <a:pt x="1768" y="981"/>
                    <a:pt x="1768" y="981"/>
                  </a:cubicBezTo>
                  <a:cubicBezTo>
                    <a:pt x="1768" y="979"/>
                    <a:pt x="1768" y="979"/>
                    <a:pt x="1768" y="979"/>
                  </a:cubicBezTo>
                  <a:cubicBezTo>
                    <a:pt x="1768" y="977"/>
                    <a:pt x="1768" y="977"/>
                    <a:pt x="1768" y="977"/>
                  </a:cubicBezTo>
                  <a:cubicBezTo>
                    <a:pt x="1768" y="974"/>
                    <a:pt x="1768" y="974"/>
                    <a:pt x="1768" y="974"/>
                  </a:cubicBezTo>
                  <a:cubicBezTo>
                    <a:pt x="1769" y="971"/>
                    <a:pt x="1769" y="971"/>
                    <a:pt x="1769" y="971"/>
                  </a:cubicBezTo>
                  <a:cubicBezTo>
                    <a:pt x="1769" y="968"/>
                    <a:pt x="1769" y="968"/>
                    <a:pt x="1769" y="968"/>
                  </a:cubicBezTo>
                  <a:cubicBezTo>
                    <a:pt x="1769" y="966"/>
                    <a:pt x="1769" y="966"/>
                    <a:pt x="1769" y="966"/>
                  </a:cubicBezTo>
                  <a:cubicBezTo>
                    <a:pt x="1769" y="964"/>
                    <a:pt x="1769" y="964"/>
                    <a:pt x="1769" y="964"/>
                  </a:cubicBezTo>
                  <a:cubicBezTo>
                    <a:pt x="1769" y="962"/>
                    <a:pt x="1769" y="962"/>
                    <a:pt x="1769" y="962"/>
                  </a:cubicBezTo>
                  <a:cubicBezTo>
                    <a:pt x="1769" y="959"/>
                    <a:pt x="1769" y="959"/>
                    <a:pt x="1769" y="959"/>
                  </a:cubicBezTo>
                  <a:cubicBezTo>
                    <a:pt x="1769" y="957"/>
                    <a:pt x="1769" y="957"/>
                    <a:pt x="1769" y="957"/>
                  </a:cubicBezTo>
                  <a:cubicBezTo>
                    <a:pt x="1770" y="954"/>
                    <a:pt x="1770" y="954"/>
                    <a:pt x="1770" y="954"/>
                  </a:cubicBezTo>
                  <a:cubicBezTo>
                    <a:pt x="1770" y="953"/>
                    <a:pt x="1770" y="953"/>
                    <a:pt x="1770" y="953"/>
                  </a:cubicBezTo>
                  <a:cubicBezTo>
                    <a:pt x="1770" y="948"/>
                    <a:pt x="1770" y="948"/>
                    <a:pt x="1770" y="948"/>
                  </a:cubicBezTo>
                  <a:cubicBezTo>
                    <a:pt x="1770" y="947"/>
                    <a:pt x="1770" y="947"/>
                    <a:pt x="1770" y="947"/>
                  </a:cubicBezTo>
                  <a:cubicBezTo>
                    <a:pt x="1770" y="944"/>
                    <a:pt x="1770" y="944"/>
                    <a:pt x="1770" y="944"/>
                  </a:cubicBezTo>
                  <a:cubicBezTo>
                    <a:pt x="1770" y="942"/>
                    <a:pt x="1770" y="942"/>
                    <a:pt x="1770" y="942"/>
                  </a:cubicBezTo>
                  <a:cubicBezTo>
                    <a:pt x="1770" y="939"/>
                    <a:pt x="1770" y="939"/>
                    <a:pt x="1770" y="939"/>
                  </a:cubicBezTo>
                  <a:cubicBezTo>
                    <a:pt x="1771" y="937"/>
                    <a:pt x="1771" y="937"/>
                    <a:pt x="1771" y="937"/>
                  </a:cubicBezTo>
                  <a:cubicBezTo>
                    <a:pt x="1771" y="934"/>
                    <a:pt x="1771" y="934"/>
                    <a:pt x="1771" y="934"/>
                  </a:cubicBezTo>
                  <a:cubicBezTo>
                    <a:pt x="1771" y="933"/>
                    <a:pt x="1771" y="933"/>
                    <a:pt x="1771" y="933"/>
                  </a:cubicBezTo>
                  <a:cubicBezTo>
                    <a:pt x="1771" y="929"/>
                    <a:pt x="1771" y="929"/>
                    <a:pt x="1771" y="929"/>
                  </a:cubicBezTo>
                  <a:cubicBezTo>
                    <a:pt x="1771" y="928"/>
                    <a:pt x="1771" y="928"/>
                    <a:pt x="1771" y="928"/>
                  </a:cubicBezTo>
                  <a:cubicBezTo>
                    <a:pt x="1771" y="924"/>
                    <a:pt x="1771" y="924"/>
                    <a:pt x="1771" y="924"/>
                  </a:cubicBezTo>
                  <a:cubicBezTo>
                    <a:pt x="1771" y="922"/>
                    <a:pt x="1771" y="922"/>
                    <a:pt x="1771" y="922"/>
                  </a:cubicBezTo>
                  <a:cubicBezTo>
                    <a:pt x="1771" y="919"/>
                    <a:pt x="1771" y="919"/>
                    <a:pt x="1771" y="919"/>
                  </a:cubicBezTo>
                  <a:cubicBezTo>
                    <a:pt x="1771" y="917"/>
                    <a:pt x="1771" y="917"/>
                    <a:pt x="1771" y="917"/>
                  </a:cubicBezTo>
                  <a:cubicBezTo>
                    <a:pt x="1771" y="914"/>
                    <a:pt x="1771" y="914"/>
                    <a:pt x="1771" y="914"/>
                  </a:cubicBezTo>
                  <a:cubicBezTo>
                    <a:pt x="1771" y="913"/>
                    <a:pt x="1771" y="913"/>
                    <a:pt x="1771" y="913"/>
                  </a:cubicBezTo>
                  <a:cubicBezTo>
                    <a:pt x="1771" y="910"/>
                    <a:pt x="1771" y="910"/>
                    <a:pt x="1771" y="910"/>
                  </a:cubicBezTo>
                  <a:cubicBezTo>
                    <a:pt x="1771" y="908"/>
                    <a:pt x="1771" y="908"/>
                    <a:pt x="1771" y="908"/>
                  </a:cubicBezTo>
                  <a:cubicBezTo>
                    <a:pt x="1771" y="898"/>
                    <a:pt x="1771" y="898"/>
                    <a:pt x="1771" y="898"/>
                  </a:cubicBezTo>
                  <a:cubicBezTo>
                    <a:pt x="1771" y="897"/>
                    <a:pt x="1771" y="897"/>
                    <a:pt x="1771" y="897"/>
                  </a:cubicBezTo>
                  <a:lnTo>
                    <a:pt x="1771" y="893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 sz="1350" dirty="0"/>
            </a:p>
          </p:txBody>
        </p:sp>
        <p:grpSp>
          <p:nvGrpSpPr>
            <p:cNvPr id="23" name="Groep 22"/>
            <p:cNvGrpSpPr>
              <a:grpSpLocks noSelect="1"/>
            </p:cNvGrpSpPr>
            <p:nvPr userDrawn="1"/>
          </p:nvGrpSpPr>
          <p:grpSpPr bwMode="gray">
            <a:xfrm>
              <a:off x="0" y="0"/>
              <a:ext cx="561975" cy="572770"/>
              <a:chOff x="902335" y="290830"/>
              <a:chExt cx="561975" cy="572770"/>
            </a:xfrm>
          </p:grpSpPr>
          <p:sp>
            <p:nvSpPr>
              <p:cNvPr id="24" name="Freeform 5"/>
              <p:cNvSpPr>
                <a:spLocks noSelect="1"/>
              </p:cNvSpPr>
              <p:nvPr userDrawn="1"/>
            </p:nvSpPr>
            <p:spPr bwMode="gray">
              <a:xfrm>
                <a:off x="984250" y="534035"/>
                <a:ext cx="77470" cy="199390"/>
              </a:xfrm>
              <a:custGeom>
                <a:avLst/>
                <a:gdLst>
                  <a:gd name="T0" fmla="*/ 155 w 244"/>
                  <a:gd name="T1" fmla="*/ 0 h 629"/>
                  <a:gd name="T2" fmla="*/ 120 w 244"/>
                  <a:gd name="T3" fmla="*/ 28 h 629"/>
                  <a:gd name="T4" fmla="*/ 0 w 244"/>
                  <a:gd name="T5" fmla="*/ 601 h 629"/>
                  <a:gd name="T6" fmla="*/ 0 w 244"/>
                  <a:gd name="T7" fmla="*/ 606 h 629"/>
                  <a:gd name="T8" fmla="*/ 0 w 244"/>
                  <a:gd name="T9" fmla="*/ 607 h 629"/>
                  <a:gd name="T10" fmla="*/ 23 w 244"/>
                  <a:gd name="T11" fmla="*/ 629 h 629"/>
                  <a:gd name="T12" fmla="*/ 145 w 244"/>
                  <a:gd name="T13" fmla="*/ 629 h 629"/>
                  <a:gd name="T14" fmla="*/ 144 w 244"/>
                  <a:gd name="T15" fmla="*/ 629 h 629"/>
                  <a:gd name="T16" fmla="*/ 144 w 244"/>
                  <a:gd name="T17" fmla="*/ 629 h 629"/>
                  <a:gd name="T18" fmla="*/ 143 w 244"/>
                  <a:gd name="T19" fmla="*/ 629 h 629"/>
                  <a:gd name="T20" fmla="*/ 143 w 244"/>
                  <a:gd name="T21" fmla="*/ 629 h 629"/>
                  <a:gd name="T22" fmla="*/ 143 w 244"/>
                  <a:gd name="T23" fmla="*/ 629 h 629"/>
                  <a:gd name="T24" fmla="*/ 142 w 244"/>
                  <a:gd name="T25" fmla="*/ 629 h 629"/>
                  <a:gd name="T26" fmla="*/ 142 w 244"/>
                  <a:gd name="T27" fmla="*/ 629 h 629"/>
                  <a:gd name="T28" fmla="*/ 142 w 244"/>
                  <a:gd name="T29" fmla="*/ 629 h 629"/>
                  <a:gd name="T30" fmla="*/ 141 w 244"/>
                  <a:gd name="T31" fmla="*/ 629 h 629"/>
                  <a:gd name="T32" fmla="*/ 141 w 244"/>
                  <a:gd name="T33" fmla="*/ 629 h 629"/>
                  <a:gd name="T34" fmla="*/ 141 w 244"/>
                  <a:gd name="T35" fmla="*/ 629 h 629"/>
                  <a:gd name="T36" fmla="*/ 141 w 244"/>
                  <a:gd name="T37" fmla="*/ 629 h 629"/>
                  <a:gd name="T38" fmla="*/ 123 w 244"/>
                  <a:gd name="T39" fmla="*/ 615 h 629"/>
                  <a:gd name="T40" fmla="*/ 123 w 244"/>
                  <a:gd name="T41" fmla="*/ 615 h 629"/>
                  <a:gd name="T42" fmla="*/ 123 w 244"/>
                  <a:gd name="T43" fmla="*/ 614 h 629"/>
                  <a:gd name="T44" fmla="*/ 123 w 244"/>
                  <a:gd name="T45" fmla="*/ 614 h 629"/>
                  <a:gd name="T46" fmla="*/ 122 w 244"/>
                  <a:gd name="T47" fmla="*/ 613 h 629"/>
                  <a:gd name="T48" fmla="*/ 122 w 244"/>
                  <a:gd name="T49" fmla="*/ 613 h 629"/>
                  <a:gd name="T50" fmla="*/ 122 w 244"/>
                  <a:gd name="T51" fmla="*/ 613 h 629"/>
                  <a:gd name="T52" fmla="*/ 122 w 244"/>
                  <a:gd name="T53" fmla="*/ 612 h 629"/>
                  <a:gd name="T54" fmla="*/ 122 w 244"/>
                  <a:gd name="T55" fmla="*/ 612 h 629"/>
                  <a:gd name="T56" fmla="*/ 122 w 244"/>
                  <a:gd name="T57" fmla="*/ 612 h 629"/>
                  <a:gd name="T58" fmla="*/ 122 w 244"/>
                  <a:gd name="T59" fmla="*/ 612 h 629"/>
                  <a:gd name="T60" fmla="*/ 122 w 244"/>
                  <a:gd name="T61" fmla="*/ 605 h 629"/>
                  <a:gd name="T62" fmla="*/ 122 w 244"/>
                  <a:gd name="T63" fmla="*/ 605 h 629"/>
                  <a:gd name="T64" fmla="*/ 122 w 244"/>
                  <a:gd name="T65" fmla="*/ 605 h 629"/>
                  <a:gd name="T66" fmla="*/ 122 w 244"/>
                  <a:gd name="T67" fmla="*/ 602 h 629"/>
                  <a:gd name="T68" fmla="*/ 244 w 244"/>
                  <a:gd name="T69" fmla="*/ 0 h 629"/>
                  <a:gd name="T70" fmla="*/ 155 w 244"/>
                  <a:gd name="T71" fmla="*/ 0 h 6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4" h="629">
                    <a:moveTo>
                      <a:pt x="155" y="0"/>
                    </a:moveTo>
                    <a:cubicBezTo>
                      <a:pt x="139" y="0"/>
                      <a:pt x="123" y="13"/>
                      <a:pt x="120" y="28"/>
                    </a:cubicBezTo>
                    <a:cubicBezTo>
                      <a:pt x="0" y="601"/>
                      <a:pt x="0" y="601"/>
                      <a:pt x="0" y="601"/>
                    </a:cubicBezTo>
                    <a:cubicBezTo>
                      <a:pt x="0" y="606"/>
                      <a:pt x="0" y="606"/>
                      <a:pt x="0" y="606"/>
                    </a:cubicBezTo>
                    <a:cubicBezTo>
                      <a:pt x="0" y="607"/>
                      <a:pt x="0" y="607"/>
                      <a:pt x="0" y="607"/>
                    </a:cubicBezTo>
                    <a:cubicBezTo>
                      <a:pt x="0" y="620"/>
                      <a:pt x="10" y="629"/>
                      <a:pt x="23" y="629"/>
                    </a:cubicBezTo>
                    <a:cubicBezTo>
                      <a:pt x="145" y="629"/>
                      <a:pt x="145" y="629"/>
                      <a:pt x="145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32" y="628"/>
                      <a:pt x="126" y="623"/>
                      <a:pt x="123" y="615"/>
                    </a:cubicBezTo>
                    <a:cubicBezTo>
                      <a:pt x="123" y="615"/>
                      <a:pt x="123" y="615"/>
                      <a:pt x="123" y="615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2"/>
                      <a:pt x="122" y="602"/>
                      <a:pt x="122" y="602"/>
                    </a:cubicBezTo>
                    <a:cubicBezTo>
                      <a:pt x="244" y="0"/>
                      <a:pt x="244" y="0"/>
                      <a:pt x="244" y="0"/>
                    </a:cubicBezTo>
                    <a:lnTo>
                      <a:pt x="155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27" name="Freeform 6"/>
              <p:cNvSpPr>
                <a:spLocks noSelect="1"/>
              </p:cNvSpPr>
              <p:nvPr userDrawn="1"/>
            </p:nvSpPr>
            <p:spPr bwMode="gray">
              <a:xfrm>
                <a:off x="1078865" y="478155"/>
                <a:ext cx="218440" cy="186055"/>
              </a:xfrm>
              <a:custGeom>
                <a:avLst/>
                <a:gdLst>
                  <a:gd name="T0" fmla="*/ 0 w 687"/>
                  <a:gd name="T1" fmla="*/ 0 h 587"/>
                  <a:gd name="T2" fmla="*/ 0 w 687"/>
                  <a:gd name="T3" fmla="*/ 115 h 587"/>
                  <a:gd name="T4" fmla="*/ 229 w 687"/>
                  <a:gd name="T5" fmla="*/ 115 h 587"/>
                  <a:gd name="T6" fmla="*/ 272 w 687"/>
                  <a:gd name="T7" fmla="*/ 139 h 587"/>
                  <a:gd name="T8" fmla="*/ 569 w 687"/>
                  <a:gd name="T9" fmla="*/ 587 h 587"/>
                  <a:gd name="T10" fmla="*/ 687 w 687"/>
                  <a:gd name="T11" fmla="*/ 0 h 587"/>
                  <a:gd name="T12" fmla="*/ 0 w 687"/>
                  <a:gd name="T13" fmla="*/ 0 h 5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7" h="587">
                    <a:moveTo>
                      <a:pt x="0" y="0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229" y="115"/>
                      <a:pt x="229" y="115"/>
                      <a:pt x="229" y="115"/>
                    </a:cubicBezTo>
                    <a:cubicBezTo>
                      <a:pt x="244" y="115"/>
                      <a:pt x="264" y="126"/>
                      <a:pt x="272" y="139"/>
                    </a:cubicBezTo>
                    <a:cubicBezTo>
                      <a:pt x="569" y="587"/>
                      <a:pt x="569" y="587"/>
                      <a:pt x="569" y="587"/>
                    </a:cubicBezTo>
                    <a:cubicBezTo>
                      <a:pt x="687" y="0"/>
                      <a:pt x="687" y="0"/>
                      <a:pt x="68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2" name="Freeform 7"/>
              <p:cNvSpPr>
                <a:spLocks noSelect="1"/>
              </p:cNvSpPr>
              <p:nvPr userDrawn="1"/>
            </p:nvSpPr>
            <p:spPr bwMode="gray">
              <a:xfrm>
                <a:off x="902335" y="478155"/>
                <a:ext cx="406400" cy="385445"/>
              </a:xfrm>
              <a:custGeom>
                <a:avLst/>
                <a:gdLst>
                  <a:gd name="T0" fmla="*/ 555 w 1280"/>
                  <a:gd name="T1" fmla="*/ 0 h 1216"/>
                  <a:gd name="T2" fmla="*/ 475 w 1280"/>
                  <a:gd name="T3" fmla="*/ 0 h 1216"/>
                  <a:gd name="T4" fmla="*/ 357 w 1280"/>
                  <a:gd name="T5" fmla="*/ 9 h 1216"/>
                  <a:gd name="T6" fmla="*/ 0 w 1280"/>
                  <a:gd name="T7" fmla="*/ 447 h 1216"/>
                  <a:gd name="T8" fmla="*/ 616 w 1280"/>
                  <a:gd name="T9" fmla="*/ 1181 h 1216"/>
                  <a:gd name="T10" fmla="*/ 867 w 1280"/>
                  <a:gd name="T11" fmla="*/ 1216 h 1216"/>
                  <a:gd name="T12" fmla="*/ 872 w 1280"/>
                  <a:gd name="T13" fmla="*/ 1216 h 1216"/>
                  <a:gd name="T14" fmla="*/ 1280 w 1280"/>
                  <a:gd name="T15" fmla="*/ 1117 h 1216"/>
                  <a:gd name="T16" fmla="*/ 1033 w 1280"/>
                  <a:gd name="T17" fmla="*/ 1153 h 1216"/>
                  <a:gd name="T18" fmla="*/ 1033 w 1280"/>
                  <a:gd name="T19" fmla="*/ 1153 h 1216"/>
                  <a:gd name="T20" fmla="*/ 1033 w 1280"/>
                  <a:gd name="T21" fmla="*/ 1153 h 1216"/>
                  <a:gd name="T22" fmla="*/ 552 w 1280"/>
                  <a:gd name="T23" fmla="*/ 805 h 1216"/>
                  <a:gd name="T24" fmla="*/ 403 w 1280"/>
                  <a:gd name="T25" fmla="*/ 805 h 1216"/>
                  <a:gd name="T26" fmla="*/ 281 w 1280"/>
                  <a:gd name="T27" fmla="*/ 805 h 1216"/>
                  <a:gd name="T28" fmla="*/ 258 w 1280"/>
                  <a:gd name="T29" fmla="*/ 783 h 1216"/>
                  <a:gd name="T30" fmla="*/ 258 w 1280"/>
                  <a:gd name="T31" fmla="*/ 782 h 1216"/>
                  <a:gd name="T32" fmla="*/ 258 w 1280"/>
                  <a:gd name="T33" fmla="*/ 777 h 1216"/>
                  <a:gd name="T34" fmla="*/ 378 w 1280"/>
                  <a:gd name="T35" fmla="*/ 204 h 1216"/>
                  <a:gd name="T36" fmla="*/ 413 w 1280"/>
                  <a:gd name="T37" fmla="*/ 176 h 1216"/>
                  <a:gd name="T38" fmla="*/ 502 w 1280"/>
                  <a:gd name="T39" fmla="*/ 176 h 1216"/>
                  <a:gd name="T40" fmla="*/ 502 w 1280"/>
                  <a:gd name="T41" fmla="*/ 176 h 1216"/>
                  <a:gd name="T42" fmla="*/ 509 w 1280"/>
                  <a:gd name="T43" fmla="*/ 143 h 1216"/>
                  <a:gd name="T44" fmla="*/ 509 w 1280"/>
                  <a:gd name="T45" fmla="*/ 141 h 1216"/>
                  <a:gd name="T46" fmla="*/ 509 w 1280"/>
                  <a:gd name="T47" fmla="*/ 141 h 1216"/>
                  <a:gd name="T48" fmla="*/ 515 w 1280"/>
                  <a:gd name="T49" fmla="*/ 130 h 1216"/>
                  <a:gd name="T50" fmla="*/ 516 w 1280"/>
                  <a:gd name="T51" fmla="*/ 128 h 1216"/>
                  <a:gd name="T52" fmla="*/ 517 w 1280"/>
                  <a:gd name="T53" fmla="*/ 128 h 1216"/>
                  <a:gd name="T54" fmla="*/ 517 w 1280"/>
                  <a:gd name="T55" fmla="*/ 127 h 1216"/>
                  <a:gd name="T56" fmla="*/ 518 w 1280"/>
                  <a:gd name="T57" fmla="*/ 127 h 1216"/>
                  <a:gd name="T58" fmla="*/ 518 w 1280"/>
                  <a:gd name="T59" fmla="*/ 127 h 1216"/>
                  <a:gd name="T60" fmla="*/ 518 w 1280"/>
                  <a:gd name="T61" fmla="*/ 126 h 1216"/>
                  <a:gd name="T62" fmla="*/ 518 w 1280"/>
                  <a:gd name="T63" fmla="*/ 126 h 1216"/>
                  <a:gd name="T64" fmla="*/ 532 w 1280"/>
                  <a:gd name="T65" fmla="*/ 117 h 1216"/>
                  <a:gd name="T66" fmla="*/ 532 w 1280"/>
                  <a:gd name="T67" fmla="*/ 117 h 1216"/>
                  <a:gd name="T68" fmla="*/ 532 w 1280"/>
                  <a:gd name="T69" fmla="*/ 117 h 1216"/>
                  <a:gd name="T70" fmla="*/ 543 w 1280"/>
                  <a:gd name="T71" fmla="*/ 115 h 1216"/>
                  <a:gd name="T72" fmla="*/ 543 w 1280"/>
                  <a:gd name="T73" fmla="*/ 115 h 1216"/>
                  <a:gd name="T74" fmla="*/ 555 w 1280"/>
                  <a:gd name="T75" fmla="*/ 115 h 1216"/>
                  <a:gd name="T76" fmla="*/ 557 w 1280"/>
                  <a:gd name="T77" fmla="*/ 115 h 1216"/>
                  <a:gd name="T78" fmla="*/ 557 w 1280"/>
                  <a:gd name="T79" fmla="*/ 0 h 1216"/>
                  <a:gd name="T80" fmla="*/ 555 w 1280"/>
                  <a:gd name="T81" fmla="*/ 0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280" h="1216">
                    <a:moveTo>
                      <a:pt x="555" y="0"/>
                    </a:moveTo>
                    <a:cubicBezTo>
                      <a:pt x="475" y="0"/>
                      <a:pt x="475" y="0"/>
                      <a:pt x="475" y="0"/>
                    </a:cubicBezTo>
                    <a:cubicBezTo>
                      <a:pt x="435" y="0"/>
                      <a:pt x="395" y="3"/>
                      <a:pt x="357" y="9"/>
                    </a:cubicBezTo>
                    <a:cubicBezTo>
                      <a:pt x="161" y="42"/>
                      <a:pt x="0" y="165"/>
                      <a:pt x="0" y="447"/>
                    </a:cubicBezTo>
                    <a:cubicBezTo>
                      <a:pt x="0" y="730"/>
                      <a:pt x="239" y="1072"/>
                      <a:pt x="616" y="1181"/>
                    </a:cubicBezTo>
                    <a:cubicBezTo>
                      <a:pt x="694" y="1204"/>
                      <a:pt x="778" y="1216"/>
                      <a:pt x="867" y="1216"/>
                    </a:cubicBezTo>
                    <a:cubicBezTo>
                      <a:pt x="872" y="1216"/>
                      <a:pt x="872" y="1216"/>
                      <a:pt x="872" y="1216"/>
                    </a:cubicBezTo>
                    <a:cubicBezTo>
                      <a:pt x="1019" y="1216"/>
                      <a:pt x="1157" y="1180"/>
                      <a:pt x="1280" y="1117"/>
                    </a:cubicBezTo>
                    <a:cubicBezTo>
                      <a:pt x="1190" y="1142"/>
                      <a:pt x="1108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728" y="1153"/>
                      <a:pt x="552" y="970"/>
                      <a:pt x="552" y="805"/>
                    </a:cubicBezTo>
                    <a:cubicBezTo>
                      <a:pt x="403" y="805"/>
                      <a:pt x="403" y="805"/>
                      <a:pt x="403" y="805"/>
                    </a:cubicBezTo>
                    <a:cubicBezTo>
                      <a:pt x="281" y="805"/>
                      <a:pt x="281" y="805"/>
                      <a:pt x="281" y="805"/>
                    </a:cubicBezTo>
                    <a:cubicBezTo>
                      <a:pt x="268" y="805"/>
                      <a:pt x="258" y="796"/>
                      <a:pt x="258" y="783"/>
                    </a:cubicBezTo>
                    <a:cubicBezTo>
                      <a:pt x="258" y="782"/>
                      <a:pt x="258" y="782"/>
                      <a:pt x="258" y="782"/>
                    </a:cubicBezTo>
                    <a:cubicBezTo>
                      <a:pt x="258" y="777"/>
                      <a:pt x="258" y="777"/>
                      <a:pt x="258" y="777"/>
                    </a:cubicBezTo>
                    <a:cubicBezTo>
                      <a:pt x="378" y="204"/>
                      <a:pt x="378" y="204"/>
                      <a:pt x="378" y="204"/>
                    </a:cubicBezTo>
                    <a:cubicBezTo>
                      <a:pt x="381" y="189"/>
                      <a:pt x="397" y="176"/>
                      <a:pt x="413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9" y="143"/>
                      <a:pt x="509" y="143"/>
                      <a:pt x="509" y="143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15" y="130"/>
                      <a:pt x="515" y="130"/>
                      <a:pt x="515" y="130"/>
                    </a:cubicBezTo>
                    <a:cubicBezTo>
                      <a:pt x="516" y="128"/>
                      <a:pt x="516" y="128"/>
                      <a:pt x="516" y="128"/>
                    </a:cubicBezTo>
                    <a:cubicBezTo>
                      <a:pt x="517" y="128"/>
                      <a:pt x="517" y="128"/>
                      <a:pt x="517" y="128"/>
                    </a:cubicBezTo>
                    <a:cubicBezTo>
                      <a:pt x="517" y="127"/>
                      <a:pt x="517" y="127"/>
                      <a:pt x="517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55" y="115"/>
                      <a:pt x="555" y="115"/>
                      <a:pt x="555" y="115"/>
                    </a:cubicBezTo>
                    <a:cubicBezTo>
                      <a:pt x="557" y="115"/>
                      <a:pt x="557" y="115"/>
                      <a:pt x="557" y="115"/>
                    </a:cubicBezTo>
                    <a:cubicBezTo>
                      <a:pt x="557" y="0"/>
                      <a:pt x="557" y="0"/>
                      <a:pt x="557" y="0"/>
                    </a:cubicBezTo>
                    <a:lnTo>
                      <a:pt x="555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3" name="Freeform 8"/>
              <p:cNvSpPr>
                <a:spLocks noSelect="1"/>
              </p:cNvSpPr>
              <p:nvPr userDrawn="1"/>
            </p:nvSpPr>
            <p:spPr bwMode="gray">
              <a:xfrm>
                <a:off x="1077595" y="429895"/>
                <a:ext cx="386715" cy="414020"/>
              </a:xfrm>
              <a:custGeom>
                <a:avLst/>
                <a:gdLst>
                  <a:gd name="T0" fmla="*/ 770 w 1219"/>
                  <a:gd name="T1" fmla="*/ 928 h 1304"/>
                  <a:gd name="T2" fmla="*/ 350 w 1219"/>
                  <a:gd name="T3" fmla="*/ 929 h 1304"/>
                  <a:gd name="T4" fmla="*/ 38 w 1219"/>
                  <a:gd name="T5" fmla="*/ 955 h 1304"/>
                  <a:gd name="T6" fmla="*/ 30 w 1219"/>
                  <a:gd name="T7" fmla="*/ 956 h 1304"/>
                  <a:gd name="T8" fmla="*/ 481 w 1219"/>
                  <a:gd name="T9" fmla="*/ 1304 h 1304"/>
                  <a:gd name="T10" fmla="*/ 734 w 1219"/>
                  <a:gd name="T11" fmla="*/ 1265 h 1304"/>
                  <a:gd name="T12" fmla="*/ 744 w 1219"/>
                  <a:gd name="T13" fmla="*/ 1259 h 1304"/>
                  <a:gd name="T14" fmla="*/ 755 w 1219"/>
                  <a:gd name="T15" fmla="*/ 1253 h 1304"/>
                  <a:gd name="T16" fmla="*/ 765 w 1219"/>
                  <a:gd name="T17" fmla="*/ 1247 h 1304"/>
                  <a:gd name="T18" fmla="*/ 776 w 1219"/>
                  <a:gd name="T19" fmla="*/ 1241 h 1304"/>
                  <a:gd name="T20" fmla="*/ 786 w 1219"/>
                  <a:gd name="T21" fmla="*/ 1235 h 1304"/>
                  <a:gd name="T22" fmla="*/ 797 w 1219"/>
                  <a:gd name="T23" fmla="*/ 1228 h 1304"/>
                  <a:gd name="T24" fmla="*/ 806 w 1219"/>
                  <a:gd name="T25" fmla="*/ 1222 h 1304"/>
                  <a:gd name="T26" fmla="*/ 816 w 1219"/>
                  <a:gd name="T27" fmla="*/ 1215 h 1304"/>
                  <a:gd name="T28" fmla="*/ 826 w 1219"/>
                  <a:gd name="T29" fmla="*/ 1209 h 1304"/>
                  <a:gd name="T30" fmla="*/ 836 w 1219"/>
                  <a:gd name="T31" fmla="*/ 1202 h 1304"/>
                  <a:gd name="T32" fmla="*/ 846 w 1219"/>
                  <a:gd name="T33" fmla="*/ 1195 h 1304"/>
                  <a:gd name="T34" fmla="*/ 856 w 1219"/>
                  <a:gd name="T35" fmla="*/ 1188 h 1304"/>
                  <a:gd name="T36" fmla="*/ 870 w 1219"/>
                  <a:gd name="T37" fmla="*/ 1177 h 1304"/>
                  <a:gd name="T38" fmla="*/ 879 w 1219"/>
                  <a:gd name="T39" fmla="*/ 1169 h 1304"/>
                  <a:gd name="T40" fmla="*/ 898 w 1219"/>
                  <a:gd name="T41" fmla="*/ 1154 h 1304"/>
                  <a:gd name="T42" fmla="*/ 942 w 1219"/>
                  <a:gd name="T43" fmla="*/ 1114 h 1304"/>
                  <a:gd name="T44" fmla="*/ 955 w 1219"/>
                  <a:gd name="T45" fmla="*/ 1101 h 1304"/>
                  <a:gd name="T46" fmla="*/ 964 w 1219"/>
                  <a:gd name="T47" fmla="*/ 1092 h 1304"/>
                  <a:gd name="T48" fmla="*/ 972 w 1219"/>
                  <a:gd name="T49" fmla="*/ 1084 h 1304"/>
                  <a:gd name="T50" fmla="*/ 981 w 1219"/>
                  <a:gd name="T51" fmla="*/ 1075 h 1304"/>
                  <a:gd name="T52" fmla="*/ 990 w 1219"/>
                  <a:gd name="T53" fmla="*/ 1064 h 1304"/>
                  <a:gd name="T54" fmla="*/ 1206 w 1219"/>
                  <a:gd name="T55" fmla="*/ 617 h 1304"/>
                  <a:gd name="T56" fmla="*/ 1207 w 1219"/>
                  <a:gd name="T57" fmla="*/ 609 h 1304"/>
                  <a:gd name="T58" fmla="*/ 1209 w 1219"/>
                  <a:gd name="T59" fmla="*/ 594 h 1304"/>
                  <a:gd name="T60" fmla="*/ 1211 w 1219"/>
                  <a:gd name="T61" fmla="*/ 585 h 1304"/>
                  <a:gd name="T62" fmla="*/ 1212 w 1219"/>
                  <a:gd name="T63" fmla="*/ 570 h 1304"/>
                  <a:gd name="T64" fmla="*/ 1213 w 1219"/>
                  <a:gd name="T65" fmla="*/ 561 h 1304"/>
                  <a:gd name="T66" fmla="*/ 1215 w 1219"/>
                  <a:gd name="T67" fmla="*/ 551 h 1304"/>
                  <a:gd name="T68" fmla="*/ 1215 w 1219"/>
                  <a:gd name="T69" fmla="*/ 542 h 1304"/>
                  <a:gd name="T70" fmla="*/ 1216 w 1219"/>
                  <a:gd name="T71" fmla="*/ 532 h 1304"/>
                  <a:gd name="T72" fmla="*/ 1217 w 1219"/>
                  <a:gd name="T73" fmla="*/ 522 h 1304"/>
                  <a:gd name="T74" fmla="*/ 1217 w 1219"/>
                  <a:gd name="T75" fmla="*/ 513 h 1304"/>
                  <a:gd name="T76" fmla="*/ 1218 w 1219"/>
                  <a:gd name="T77" fmla="*/ 502 h 1304"/>
                  <a:gd name="T78" fmla="*/ 1218 w 1219"/>
                  <a:gd name="T79" fmla="*/ 493 h 1304"/>
                  <a:gd name="T80" fmla="*/ 1218 w 1219"/>
                  <a:gd name="T81" fmla="*/ 483 h 1304"/>
                  <a:gd name="T82" fmla="*/ 1219 w 1219"/>
                  <a:gd name="T83" fmla="*/ 473 h 1304"/>
                  <a:gd name="T84" fmla="*/ 1219 w 1219"/>
                  <a:gd name="T85" fmla="*/ 459 h 1304"/>
                  <a:gd name="T86" fmla="*/ 1218 w 1219"/>
                  <a:gd name="T87" fmla="*/ 447 h 1304"/>
                  <a:gd name="T88" fmla="*/ 1218 w 1219"/>
                  <a:gd name="T89" fmla="*/ 436 h 1304"/>
                  <a:gd name="T90" fmla="*/ 1218 w 1219"/>
                  <a:gd name="T91" fmla="*/ 424 h 1304"/>
                  <a:gd name="T92" fmla="*/ 1217 w 1219"/>
                  <a:gd name="T93" fmla="*/ 413 h 1304"/>
                  <a:gd name="T94" fmla="*/ 1216 w 1219"/>
                  <a:gd name="T95" fmla="*/ 402 h 1304"/>
                  <a:gd name="T96" fmla="*/ 1216 w 1219"/>
                  <a:gd name="T97" fmla="*/ 391 h 1304"/>
                  <a:gd name="T98" fmla="*/ 1215 w 1219"/>
                  <a:gd name="T99" fmla="*/ 380 h 1304"/>
                  <a:gd name="T100" fmla="*/ 1214 w 1219"/>
                  <a:gd name="T101" fmla="*/ 369 h 1304"/>
                  <a:gd name="T102" fmla="*/ 1212 w 1219"/>
                  <a:gd name="T103" fmla="*/ 353 h 1304"/>
                  <a:gd name="T104" fmla="*/ 1210 w 1219"/>
                  <a:gd name="T105" fmla="*/ 342 h 1304"/>
                  <a:gd name="T106" fmla="*/ 1209 w 1219"/>
                  <a:gd name="T107" fmla="*/ 331 h 1304"/>
                  <a:gd name="T108" fmla="*/ 1207 w 1219"/>
                  <a:gd name="T109" fmla="*/ 320 h 1304"/>
                  <a:gd name="T110" fmla="*/ 1193 w 1219"/>
                  <a:gd name="T111" fmla="*/ 248 h 1304"/>
                  <a:gd name="T112" fmla="*/ 1187 w 1219"/>
                  <a:gd name="T113" fmla="*/ 226 h 1304"/>
                  <a:gd name="T114" fmla="*/ 1184 w 1219"/>
                  <a:gd name="T115" fmla="*/ 215 h 1304"/>
                  <a:gd name="T116" fmla="*/ 1181 w 1219"/>
                  <a:gd name="T117" fmla="*/ 204 h 1304"/>
                  <a:gd name="T118" fmla="*/ 1177 w 1219"/>
                  <a:gd name="T119" fmla="*/ 193 h 1304"/>
                  <a:gd name="T120" fmla="*/ 1174 w 1219"/>
                  <a:gd name="T121" fmla="*/ 182 h 1304"/>
                  <a:gd name="T122" fmla="*/ 1090 w 1219"/>
                  <a:gd name="T123" fmla="*/ 0 h 1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219" h="1304">
                    <a:moveTo>
                      <a:pt x="1126" y="206"/>
                    </a:moveTo>
                    <a:cubicBezTo>
                      <a:pt x="1126" y="329"/>
                      <a:pt x="1089" y="447"/>
                      <a:pt x="1016" y="537"/>
                    </a:cubicBezTo>
                    <a:cubicBezTo>
                      <a:pt x="972" y="592"/>
                      <a:pt x="902" y="646"/>
                      <a:pt x="820" y="685"/>
                    </a:cubicBezTo>
                    <a:cubicBezTo>
                      <a:pt x="770" y="928"/>
                      <a:pt x="770" y="928"/>
                      <a:pt x="770" y="928"/>
                    </a:cubicBezTo>
                    <a:cubicBezTo>
                      <a:pt x="767" y="943"/>
                      <a:pt x="751" y="956"/>
                      <a:pt x="736" y="956"/>
                    </a:cubicBezTo>
                    <a:cubicBezTo>
                      <a:pt x="493" y="956"/>
                      <a:pt x="493" y="956"/>
                      <a:pt x="493" y="956"/>
                    </a:cubicBezTo>
                    <a:cubicBezTo>
                      <a:pt x="399" y="956"/>
                      <a:pt x="399" y="956"/>
                      <a:pt x="399" y="956"/>
                    </a:cubicBezTo>
                    <a:cubicBezTo>
                      <a:pt x="381" y="956"/>
                      <a:pt x="359" y="944"/>
                      <a:pt x="350" y="929"/>
                    </a:cubicBezTo>
                    <a:cubicBezTo>
                      <a:pt x="131" y="590"/>
                      <a:pt x="131" y="590"/>
                      <a:pt x="131" y="590"/>
                    </a:cubicBezTo>
                    <a:cubicBezTo>
                      <a:pt x="63" y="929"/>
                      <a:pt x="63" y="929"/>
                      <a:pt x="63" y="929"/>
                    </a:cubicBezTo>
                    <a:cubicBezTo>
                      <a:pt x="60" y="941"/>
                      <a:pt x="50" y="951"/>
                      <a:pt x="38" y="955"/>
                    </a:cubicBezTo>
                    <a:cubicBezTo>
                      <a:pt x="38" y="955"/>
                      <a:pt x="38" y="955"/>
                      <a:pt x="38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0" y="956"/>
                      <a:pt x="30" y="956"/>
                      <a:pt x="30" y="956"/>
                    </a:cubicBezTo>
                    <a:cubicBezTo>
                      <a:pt x="29" y="956"/>
                      <a:pt x="29" y="956"/>
                      <a:pt x="29" y="956"/>
                    </a:cubicBezTo>
                    <a:cubicBezTo>
                      <a:pt x="0" y="956"/>
                      <a:pt x="0" y="956"/>
                      <a:pt x="0" y="956"/>
                    </a:cubicBezTo>
                    <a:cubicBezTo>
                      <a:pt x="0" y="1121"/>
                      <a:pt x="176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556" y="1304"/>
                      <a:pt x="638" y="1293"/>
                      <a:pt x="728" y="1268"/>
                    </a:cubicBezTo>
                    <a:cubicBezTo>
                      <a:pt x="732" y="1265"/>
                      <a:pt x="732" y="1265"/>
                      <a:pt x="732" y="1265"/>
                    </a:cubicBezTo>
                    <a:cubicBezTo>
                      <a:pt x="734" y="1265"/>
                      <a:pt x="734" y="1265"/>
                      <a:pt x="734" y="1265"/>
                    </a:cubicBezTo>
                    <a:cubicBezTo>
                      <a:pt x="738" y="1262"/>
                      <a:pt x="738" y="1262"/>
                      <a:pt x="738" y="1262"/>
                    </a:cubicBezTo>
                    <a:cubicBezTo>
                      <a:pt x="739" y="1262"/>
                      <a:pt x="739" y="1262"/>
                      <a:pt x="739" y="1262"/>
                    </a:cubicBezTo>
                    <a:cubicBezTo>
                      <a:pt x="743" y="1260"/>
                      <a:pt x="743" y="1260"/>
                      <a:pt x="743" y="1260"/>
                    </a:cubicBezTo>
                    <a:cubicBezTo>
                      <a:pt x="744" y="1259"/>
                      <a:pt x="744" y="1259"/>
                      <a:pt x="744" y="1259"/>
                    </a:cubicBezTo>
                    <a:cubicBezTo>
                      <a:pt x="749" y="1257"/>
                      <a:pt x="749" y="1257"/>
                      <a:pt x="749" y="1257"/>
                    </a:cubicBezTo>
                    <a:cubicBezTo>
                      <a:pt x="750" y="1256"/>
                      <a:pt x="750" y="1256"/>
                      <a:pt x="750" y="1256"/>
                    </a:cubicBezTo>
                    <a:cubicBezTo>
                      <a:pt x="754" y="1254"/>
                      <a:pt x="754" y="1254"/>
                      <a:pt x="754" y="1254"/>
                    </a:cubicBezTo>
                    <a:cubicBezTo>
                      <a:pt x="755" y="1253"/>
                      <a:pt x="755" y="1253"/>
                      <a:pt x="755" y="1253"/>
                    </a:cubicBezTo>
                    <a:cubicBezTo>
                      <a:pt x="759" y="1251"/>
                      <a:pt x="759" y="1251"/>
                      <a:pt x="759" y="1251"/>
                    </a:cubicBezTo>
                    <a:cubicBezTo>
                      <a:pt x="760" y="1250"/>
                      <a:pt x="760" y="1250"/>
                      <a:pt x="760" y="1250"/>
                    </a:cubicBezTo>
                    <a:cubicBezTo>
                      <a:pt x="765" y="1248"/>
                      <a:pt x="765" y="1248"/>
                      <a:pt x="765" y="1248"/>
                    </a:cubicBezTo>
                    <a:cubicBezTo>
                      <a:pt x="765" y="1247"/>
                      <a:pt x="765" y="1247"/>
                      <a:pt x="765" y="1247"/>
                    </a:cubicBezTo>
                    <a:cubicBezTo>
                      <a:pt x="769" y="1245"/>
                      <a:pt x="769" y="1245"/>
                      <a:pt x="769" y="1245"/>
                    </a:cubicBezTo>
                    <a:cubicBezTo>
                      <a:pt x="771" y="1244"/>
                      <a:pt x="771" y="1244"/>
                      <a:pt x="771" y="1244"/>
                    </a:cubicBezTo>
                    <a:cubicBezTo>
                      <a:pt x="775" y="1242"/>
                      <a:pt x="775" y="1242"/>
                      <a:pt x="775" y="1242"/>
                    </a:cubicBezTo>
                    <a:cubicBezTo>
                      <a:pt x="776" y="1241"/>
                      <a:pt x="776" y="1241"/>
                      <a:pt x="776" y="1241"/>
                    </a:cubicBezTo>
                    <a:cubicBezTo>
                      <a:pt x="780" y="1239"/>
                      <a:pt x="780" y="1239"/>
                      <a:pt x="780" y="1239"/>
                    </a:cubicBezTo>
                    <a:cubicBezTo>
                      <a:pt x="781" y="1238"/>
                      <a:pt x="781" y="1238"/>
                      <a:pt x="781" y="1238"/>
                    </a:cubicBezTo>
                    <a:cubicBezTo>
                      <a:pt x="785" y="1236"/>
                      <a:pt x="785" y="1236"/>
                      <a:pt x="785" y="1236"/>
                    </a:cubicBezTo>
                    <a:cubicBezTo>
                      <a:pt x="786" y="1235"/>
                      <a:pt x="786" y="1235"/>
                      <a:pt x="786" y="1235"/>
                    </a:cubicBezTo>
                    <a:cubicBezTo>
                      <a:pt x="790" y="1232"/>
                      <a:pt x="790" y="1232"/>
                      <a:pt x="790" y="1232"/>
                    </a:cubicBezTo>
                    <a:cubicBezTo>
                      <a:pt x="791" y="1232"/>
                      <a:pt x="791" y="1232"/>
                      <a:pt x="791" y="1232"/>
                    </a:cubicBezTo>
                    <a:cubicBezTo>
                      <a:pt x="795" y="1229"/>
                      <a:pt x="795" y="1229"/>
                      <a:pt x="795" y="1229"/>
                    </a:cubicBezTo>
                    <a:cubicBezTo>
                      <a:pt x="797" y="1228"/>
                      <a:pt x="797" y="1228"/>
                      <a:pt x="797" y="1228"/>
                    </a:cubicBezTo>
                    <a:cubicBezTo>
                      <a:pt x="801" y="1226"/>
                      <a:pt x="801" y="1226"/>
                      <a:pt x="801" y="1226"/>
                    </a:cubicBezTo>
                    <a:cubicBezTo>
                      <a:pt x="802" y="1225"/>
                      <a:pt x="802" y="1225"/>
                      <a:pt x="802" y="1225"/>
                    </a:cubicBezTo>
                    <a:cubicBezTo>
                      <a:pt x="805" y="1223"/>
                      <a:pt x="805" y="1223"/>
                      <a:pt x="805" y="1223"/>
                    </a:cubicBezTo>
                    <a:cubicBezTo>
                      <a:pt x="806" y="1222"/>
                      <a:pt x="806" y="1222"/>
                      <a:pt x="806" y="1222"/>
                    </a:cubicBezTo>
                    <a:cubicBezTo>
                      <a:pt x="811" y="1219"/>
                      <a:pt x="811" y="1219"/>
                      <a:pt x="811" y="1219"/>
                    </a:cubicBezTo>
                    <a:cubicBezTo>
                      <a:pt x="812" y="1219"/>
                      <a:pt x="812" y="1219"/>
                      <a:pt x="812" y="1219"/>
                    </a:cubicBezTo>
                    <a:cubicBezTo>
                      <a:pt x="815" y="1216"/>
                      <a:pt x="815" y="1216"/>
                      <a:pt x="815" y="1216"/>
                    </a:cubicBezTo>
                    <a:cubicBezTo>
                      <a:pt x="816" y="1215"/>
                      <a:pt x="816" y="1215"/>
                      <a:pt x="816" y="1215"/>
                    </a:cubicBezTo>
                    <a:cubicBezTo>
                      <a:pt x="821" y="1213"/>
                      <a:pt x="821" y="1213"/>
                      <a:pt x="821" y="1213"/>
                    </a:cubicBezTo>
                    <a:cubicBezTo>
                      <a:pt x="822" y="1212"/>
                      <a:pt x="822" y="1212"/>
                      <a:pt x="822" y="1212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31" y="1206"/>
                      <a:pt x="831" y="1206"/>
                      <a:pt x="831" y="1206"/>
                    </a:cubicBezTo>
                    <a:cubicBezTo>
                      <a:pt x="831" y="1205"/>
                      <a:pt x="831" y="1205"/>
                      <a:pt x="831" y="1205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40" y="1199"/>
                      <a:pt x="840" y="1199"/>
                      <a:pt x="840" y="1199"/>
                    </a:cubicBezTo>
                    <a:cubicBezTo>
                      <a:pt x="841" y="1198"/>
                      <a:pt x="841" y="1198"/>
                      <a:pt x="841" y="1198"/>
                    </a:cubicBezTo>
                    <a:cubicBezTo>
                      <a:pt x="845" y="1195"/>
                      <a:pt x="845" y="1195"/>
                      <a:pt x="845" y="1195"/>
                    </a:cubicBezTo>
                    <a:cubicBezTo>
                      <a:pt x="846" y="1195"/>
                      <a:pt x="846" y="1195"/>
                      <a:pt x="846" y="1195"/>
                    </a:cubicBezTo>
                    <a:cubicBezTo>
                      <a:pt x="850" y="1192"/>
                      <a:pt x="850" y="1192"/>
                      <a:pt x="850" y="1192"/>
                    </a:cubicBezTo>
                    <a:cubicBezTo>
                      <a:pt x="851" y="1191"/>
                      <a:pt x="851" y="1191"/>
                      <a:pt x="851" y="1191"/>
                    </a:cubicBezTo>
                    <a:cubicBezTo>
                      <a:pt x="855" y="1188"/>
                      <a:pt x="855" y="1188"/>
                      <a:pt x="855" y="1188"/>
                    </a:cubicBezTo>
                    <a:cubicBezTo>
                      <a:pt x="856" y="1188"/>
                      <a:pt x="856" y="1188"/>
                      <a:pt x="856" y="1188"/>
                    </a:cubicBezTo>
                    <a:cubicBezTo>
                      <a:pt x="865" y="1181"/>
                      <a:pt x="865" y="1181"/>
                      <a:pt x="865" y="1181"/>
                    </a:cubicBezTo>
                    <a:cubicBezTo>
                      <a:pt x="865" y="1180"/>
                      <a:pt x="865" y="1180"/>
                      <a:pt x="865" y="1180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4" y="1173"/>
                      <a:pt x="874" y="1173"/>
                      <a:pt x="874" y="1173"/>
                    </a:cubicBezTo>
                    <a:cubicBezTo>
                      <a:pt x="875" y="1173"/>
                      <a:pt x="875" y="1173"/>
                      <a:pt x="875" y="1173"/>
                    </a:cubicBezTo>
                    <a:cubicBezTo>
                      <a:pt x="879" y="1170"/>
                      <a:pt x="879" y="1170"/>
                      <a:pt x="879" y="1170"/>
                    </a:cubicBezTo>
                    <a:cubicBezTo>
                      <a:pt x="879" y="1169"/>
                      <a:pt x="879" y="1169"/>
                      <a:pt x="879" y="1169"/>
                    </a:cubicBezTo>
                    <a:cubicBezTo>
                      <a:pt x="888" y="1162"/>
                      <a:pt x="888" y="1162"/>
                      <a:pt x="888" y="1162"/>
                    </a:cubicBezTo>
                    <a:cubicBezTo>
                      <a:pt x="889" y="1162"/>
                      <a:pt x="889" y="1162"/>
                      <a:pt x="889" y="1162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911" y="1143"/>
                      <a:pt x="911" y="1143"/>
                      <a:pt x="911" y="1143"/>
                    </a:cubicBezTo>
                    <a:cubicBezTo>
                      <a:pt x="911" y="1142"/>
                      <a:pt x="911" y="1142"/>
                      <a:pt x="911" y="1142"/>
                    </a:cubicBezTo>
                    <a:cubicBezTo>
                      <a:pt x="922" y="1133"/>
                      <a:pt x="932" y="1124"/>
                      <a:pt x="942" y="1114"/>
                    </a:cubicBezTo>
                    <a:cubicBezTo>
                      <a:pt x="942" y="1114"/>
                      <a:pt x="942" y="1114"/>
                      <a:pt x="942" y="1114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9" y="1097"/>
                      <a:pt x="959" y="1097"/>
                      <a:pt x="959" y="1097"/>
                    </a:cubicBezTo>
                    <a:cubicBezTo>
                      <a:pt x="960" y="1097"/>
                      <a:pt x="960" y="1097"/>
                      <a:pt x="960" y="1097"/>
                    </a:cubicBezTo>
                    <a:cubicBezTo>
                      <a:pt x="963" y="1093"/>
                      <a:pt x="963" y="1093"/>
                      <a:pt x="963" y="1093"/>
                    </a:cubicBezTo>
                    <a:cubicBezTo>
                      <a:pt x="964" y="1092"/>
                      <a:pt x="964" y="1092"/>
                      <a:pt x="964" y="1092"/>
                    </a:cubicBezTo>
                    <a:cubicBezTo>
                      <a:pt x="967" y="1089"/>
                      <a:pt x="967" y="1089"/>
                      <a:pt x="967" y="1089"/>
                    </a:cubicBezTo>
                    <a:cubicBezTo>
                      <a:pt x="968" y="1088"/>
                      <a:pt x="968" y="1088"/>
                      <a:pt x="968" y="1088"/>
                    </a:cubicBezTo>
                    <a:cubicBezTo>
                      <a:pt x="971" y="1085"/>
                      <a:pt x="971" y="1085"/>
                      <a:pt x="971" y="1085"/>
                    </a:cubicBezTo>
                    <a:cubicBezTo>
                      <a:pt x="972" y="1084"/>
                      <a:pt x="972" y="1084"/>
                      <a:pt x="972" y="1084"/>
                    </a:cubicBezTo>
                    <a:cubicBezTo>
                      <a:pt x="976" y="1080"/>
                      <a:pt x="976" y="1080"/>
                      <a:pt x="976" y="1080"/>
                    </a:cubicBezTo>
                    <a:cubicBezTo>
                      <a:pt x="977" y="1079"/>
                      <a:pt x="977" y="1079"/>
                      <a:pt x="977" y="1079"/>
                    </a:cubicBezTo>
                    <a:cubicBezTo>
                      <a:pt x="979" y="1076"/>
                      <a:pt x="979" y="1076"/>
                      <a:pt x="979" y="1076"/>
                    </a:cubicBezTo>
                    <a:cubicBezTo>
                      <a:pt x="981" y="1075"/>
                      <a:pt x="981" y="1075"/>
                      <a:pt x="981" y="1075"/>
                    </a:cubicBezTo>
                    <a:cubicBezTo>
                      <a:pt x="984" y="1072"/>
                      <a:pt x="984" y="1072"/>
                      <a:pt x="984" y="1072"/>
                    </a:cubicBezTo>
                    <a:cubicBezTo>
                      <a:pt x="985" y="1070"/>
                      <a:pt x="985" y="1070"/>
                      <a:pt x="985" y="1070"/>
                    </a:cubicBezTo>
                    <a:cubicBezTo>
                      <a:pt x="987" y="1068"/>
                      <a:pt x="987" y="1068"/>
                      <a:pt x="987" y="1068"/>
                    </a:cubicBezTo>
                    <a:cubicBezTo>
                      <a:pt x="990" y="1064"/>
                      <a:pt x="990" y="1064"/>
                      <a:pt x="990" y="1064"/>
                    </a:cubicBezTo>
                    <a:cubicBezTo>
                      <a:pt x="991" y="1063"/>
                      <a:pt x="991" y="1063"/>
                      <a:pt x="991" y="1063"/>
                    </a:cubicBezTo>
                    <a:cubicBezTo>
                      <a:pt x="994" y="1061"/>
                      <a:pt x="994" y="1061"/>
                      <a:pt x="994" y="1061"/>
                    </a:cubicBezTo>
                    <a:cubicBezTo>
                      <a:pt x="994" y="1060"/>
                      <a:pt x="994" y="1060"/>
                      <a:pt x="994" y="1060"/>
                    </a:cubicBezTo>
                    <a:cubicBezTo>
                      <a:pt x="1102" y="937"/>
                      <a:pt x="1177" y="785"/>
                      <a:pt x="1206" y="617"/>
                    </a:cubicBezTo>
                    <a:cubicBezTo>
                      <a:pt x="1206" y="617"/>
                      <a:pt x="1206" y="617"/>
                      <a:pt x="1206" y="617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4"/>
                      <a:pt x="1209" y="594"/>
                      <a:pt x="1209" y="594"/>
                    </a:cubicBezTo>
                    <a:cubicBezTo>
                      <a:pt x="1210" y="593"/>
                      <a:pt x="1210" y="593"/>
                      <a:pt x="1210" y="593"/>
                    </a:cubicBezTo>
                    <a:cubicBezTo>
                      <a:pt x="1210" y="589"/>
                      <a:pt x="1210" y="589"/>
                      <a:pt x="1210" y="589"/>
                    </a:cubicBezTo>
                    <a:cubicBezTo>
                      <a:pt x="1210" y="588"/>
                      <a:pt x="1210" y="588"/>
                      <a:pt x="1210" y="588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2" y="574"/>
                      <a:pt x="1212" y="574"/>
                      <a:pt x="1212" y="574"/>
                    </a:cubicBezTo>
                    <a:cubicBezTo>
                      <a:pt x="1212" y="573"/>
                      <a:pt x="1212" y="573"/>
                      <a:pt x="1212" y="573"/>
                    </a:cubicBezTo>
                    <a:cubicBezTo>
                      <a:pt x="1212" y="570"/>
                      <a:pt x="1212" y="570"/>
                      <a:pt x="1212" y="570"/>
                    </a:cubicBezTo>
                    <a:cubicBezTo>
                      <a:pt x="1213" y="568"/>
                      <a:pt x="1213" y="568"/>
                      <a:pt x="1213" y="568"/>
                    </a:cubicBezTo>
                    <a:cubicBezTo>
                      <a:pt x="1213" y="566"/>
                      <a:pt x="1213" y="566"/>
                      <a:pt x="1213" y="566"/>
                    </a:cubicBezTo>
                    <a:cubicBezTo>
                      <a:pt x="1213" y="564"/>
                      <a:pt x="1213" y="564"/>
                      <a:pt x="1213" y="564"/>
                    </a:cubicBezTo>
                    <a:cubicBezTo>
                      <a:pt x="1213" y="561"/>
                      <a:pt x="1213" y="561"/>
                      <a:pt x="1213" y="561"/>
                    </a:cubicBezTo>
                    <a:cubicBezTo>
                      <a:pt x="1214" y="560"/>
                      <a:pt x="1214" y="560"/>
                      <a:pt x="1214" y="560"/>
                    </a:cubicBezTo>
                    <a:cubicBezTo>
                      <a:pt x="1214" y="555"/>
                      <a:pt x="1214" y="555"/>
                      <a:pt x="1214" y="555"/>
                    </a:cubicBezTo>
                    <a:cubicBezTo>
                      <a:pt x="1214" y="553"/>
                      <a:pt x="1214" y="553"/>
                      <a:pt x="1214" y="553"/>
                    </a:cubicBezTo>
                    <a:cubicBezTo>
                      <a:pt x="1215" y="551"/>
                      <a:pt x="1215" y="551"/>
                      <a:pt x="1215" y="551"/>
                    </a:cubicBezTo>
                    <a:cubicBezTo>
                      <a:pt x="1215" y="549"/>
                      <a:pt x="1215" y="549"/>
                      <a:pt x="1215" y="549"/>
                    </a:cubicBezTo>
                    <a:cubicBezTo>
                      <a:pt x="1215" y="546"/>
                      <a:pt x="1215" y="546"/>
                      <a:pt x="1215" y="546"/>
                    </a:cubicBezTo>
                    <a:cubicBezTo>
                      <a:pt x="1215" y="544"/>
                      <a:pt x="1215" y="544"/>
                      <a:pt x="1215" y="544"/>
                    </a:cubicBezTo>
                    <a:cubicBezTo>
                      <a:pt x="1215" y="542"/>
                      <a:pt x="1215" y="542"/>
                      <a:pt x="1215" y="542"/>
                    </a:cubicBezTo>
                    <a:cubicBezTo>
                      <a:pt x="1215" y="540"/>
                      <a:pt x="1215" y="540"/>
                      <a:pt x="1215" y="540"/>
                    </a:cubicBezTo>
                    <a:cubicBezTo>
                      <a:pt x="1216" y="537"/>
                      <a:pt x="1216" y="537"/>
                      <a:pt x="1216" y="537"/>
                    </a:cubicBezTo>
                    <a:cubicBezTo>
                      <a:pt x="1216" y="534"/>
                      <a:pt x="1216" y="534"/>
                      <a:pt x="1216" y="534"/>
                    </a:cubicBezTo>
                    <a:cubicBezTo>
                      <a:pt x="1216" y="532"/>
                      <a:pt x="1216" y="532"/>
                      <a:pt x="1216" y="532"/>
                    </a:cubicBezTo>
                    <a:cubicBezTo>
                      <a:pt x="1216" y="529"/>
                      <a:pt x="1216" y="529"/>
                      <a:pt x="1216" y="529"/>
                    </a:cubicBezTo>
                    <a:cubicBezTo>
                      <a:pt x="1216" y="527"/>
                      <a:pt x="1216" y="527"/>
                      <a:pt x="1216" y="527"/>
                    </a:cubicBezTo>
                    <a:cubicBezTo>
                      <a:pt x="1217" y="524"/>
                      <a:pt x="1217" y="524"/>
                      <a:pt x="1217" y="524"/>
                    </a:cubicBezTo>
                    <a:cubicBezTo>
                      <a:pt x="1217" y="522"/>
                      <a:pt x="1217" y="522"/>
                      <a:pt x="1217" y="522"/>
                    </a:cubicBezTo>
                    <a:cubicBezTo>
                      <a:pt x="1217" y="520"/>
                      <a:pt x="1217" y="520"/>
                      <a:pt x="1217" y="520"/>
                    </a:cubicBezTo>
                    <a:cubicBezTo>
                      <a:pt x="1217" y="518"/>
                      <a:pt x="1217" y="518"/>
                      <a:pt x="1217" y="518"/>
                    </a:cubicBezTo>
                    <a:cubicBezTo>
                      <a:pt x="1217" y="515"/>
                      <a:pt x="1217" y="515"/>
                      <a:pt x="1217" y="515"/>
                    </a:cubicBezTo>
                    <a:cubicBezTo>
                      <a:pt x="1217" y="513"/>
                      <a:pt x="1217" y="513"/>
                      <a:pt x="1217" y="513"/>
                    </a:cubicBezTo>
                    <a:cubicBezTo>
                      <a:pt x="1218" y="509"/>
                      <a:pt x="1218" y="509"/>
                      <a:pt x="1218" y="509"/>
                    </a:cubicBezTo>
                    <a:cubicBezTo>
                      <a:pt x="1218" y="507"/>
                      <a:pt x="1218" y="507"/>
                      <a:pt x="1218" y="507"/>
                    </a:cubicBezTo>
                    <a:cubicBezTo>
                      <a:pt x="1218" y="504"/>
                      <a:pt x="1218" y="504"/>
                      <a:pt x="1218" y="504"/>
                    </a:cubicBezTo>
                    <a:cubicBezTo>
                      <a:pt x="1218" y="502"/>
                      <a:pt x="1218" y="502"/>
                      <a:pt x="1218" y="502"/>
                    </a:cubicBezTo>
                    <a:cubicBezTo>
                      <a:pt x="1218" y="500"/>
                      <a:pt x="1218" y="500"/>
                      <a:pt x="1218" y="500"/>
                    </a:cubicBezTo>
                    <a:cubicBezTo>
                      <a:pt x="1218" y="498"/>
                      <a:pt x="1218" y="498"/>
                      <a:pt x="1218" y="498"/>
                    </a:cubicBezTo>
                    <a:cubicBezTo>
                      <a:pt x="1218" y="495"/>
                      <a:pt x="1218" y="495"/>
                      <a:pt x="1218" y="495"/>
                    </a:cubicBezTo>
                    <a:cubicBezTo>
                      <a:pt x="1218" y="493"/>
                      <a:pt x="1218" y="493"/>
                      <a:pt x="1218" y="493"/>
                    </a:cubicBezTo>
                    <a:cubicBezTo>
                      <a:pt x="1218" y="490"/>
                      <a:pt x="1218" y="490"/>
                      <a:pt x="1218" y="490"/>
                    </a:cubicBezTo>
                    <a:cubicBezTo>
                      <a:pt x="1218" y="489"/>
                      <a:pt x="1218" y="489"/>
                      <a:pt x="1218" y="489"/>
                    </a:cubicBezTo>
                    <a:cubicBezTo>
                      <a:pt x="1218" y="484"/>
                      <a:pt x="1218" y="484"/>
                      <a:pt x="1218" y="484"/>
                    </a:cubicBezTo>
                    <a:cubicBezTo>
                      <a:pt x="1218" y="483"/>
                      <a:pt x="1218" y="483"/>
                      <a:pt x="1218" y="483"/>
                    </a:cubicBezTo>
                    <a:cubicBezTo>
                      <a:pt x="1218" y="480"/>
                      <a:pt x="1218" y="480"/>
                      <a:pt x="1218" y="480"/>
                    </a:cubicBezTo>
                    <a:cubicBezTo>
                      <a:pt x="1219" y="478"/>
                      <a:pt x="1219" y="478"/>
                      <a:pt x="1219" y="478"/>
                    </a:cubicBezTo>
                    <a:cubicBezTo>
                      <a:pt x="1219" y="475"/>
                      <a:pt x="1219" y="475"/>
                      <a:pt x="1219" y="475"/>
                    </a:cubicBezTo>
                    <a:cubicBezTo>
                      <a:pt x="1219" y="473"/>
                      <a:pt x="1219" y="473"/>
                      <a:pt x="1219" y="473"/>
                    </a:cubicBezTo>
                    <a:cubicBezTo>
                      <a:pt x="1219" y="470"/>
                      <a:pt x="1219" y="470"/>
                      <a:pt x="1219" y="470"/>
                    </a:cubicBezTo>
                    <a:cubicBezTo>
                      <a:pt x="1219" y="469"/>
                      <a:pt x="1219" y="469"/>
                      <a:pt x="1219" y="469"/>
                    </a:cubicBezTo>
                    <a:cubicBezTo>
                      <a:pt x="1219" y="464"/>
                      <a:pt x="1219" y="464"/>
                      <a:pt x="1219" y="464"/>
                    </a:cubicBezTo>
                    <a:cubicBezTo>
                      <a:pt x="1219" y="459"/>
                      <a:pt x="1219" y="459"/>
                      <a:pt x="1219" y="459"/>
                    </a:cubicBezTo>
                    <a:cubicBezTo>
                      <a:pt x="1219" y="458"/>
                      <a:pt x="1219" y="458"/>
                      <a:pt x="1219" y="458"/>
                    </a:cubicBezTo>
                    <a:cubicBezTo>
                      <a:pt x="1219" y="453"/>
                      <a:pt x="1219" y="453"/>
                      <a:pt x="1219" y="453"/>
                    </a:cubicBezTo>
                    <a:cubicBezTo>
                      <a:pt x="1219" y="452"/>
                      <a:pt x="1219" y="452"/>
                      <a:pt x="1219" y="452"/>
                    </a:cubicBezTo>
                    <a:cubicBezTo>
                      <a:pt x="1218" y="447"/>
                      <a:pt x="1218" y="447"/>
                      <a:pt x="1218" y="447"/>
                    </a:cubicBezTo>
                    <a:cubicBezTo>
                      <a:pt x="1218" y="446"/>
                      <a:pt x="1218" y="446"/>
                      <a:pt x="1218" y="446"/>
                    </a:cubicBezTo>
                    <a:cubicBezTo>
                      <a:pt x="1218" y="442"/>
                      <a:pt x="1218" y="442"/>
                      <a:pt x="1218" y="442"/>
                    </a:cubicBezTo>
                    <a:cubicBezTo>
                      <a:pt x="1218" y="441"/>
                      <a:pt x="1218" y="441"/>
                      <a:pt x="1218" y="441"/>
                    </a:cubicBezTo>
                    <a:cubicBezTo>
                      <a:pt x="1218" y="436"/>
                      <a:pt x="1218" y="436"/>
                      <a:pt x="1218" y="436"/>
                    </a:cubicBezTo>
                    <a:cubicBezTo>
                      <a:pt x="1218" y="434"/>
                      <a:pt x="1218" y="434"/>
                      <a:pt x="1218" y="434"/>
                    </a:cubicBezTo>
                    <a:cubicBezTo>
                      <a:pt x="1218" y="430"/>
                      <a:pt x="1218" y="430"/>
                      <a:pt x="1218" y="430"/>
                    </a:cubicBezTo>
                    <a:cubicBezTo>
                      <a:pt x="1218" y="429"/>
                      <a:pt x="1218" y="429"/>
                      <a:pt x="1218" y="429"/>
                    </a:cubicBezTo>
                    <a:cubicBezTo>
                      <a:pt x="1218" y="424"/>
                      <a:pt x="1218" y="424"/>
                      <a:pt x="1218" y="424"/>
                    </a:cubicBezTo>
                    <a:cubicBezTo>
                      <a:pt x="1218" y="423"/>
                      <a:pt x="1218" y="423"/>
                      <a:pt x="1218" y="423"/>
                    </a:cubicBezTo>
                    <a:cubicBezTo>
                      <a:pt x="1217" y="419"/>
                      <a:pt x="1217" y="419"/>
                      <a:pt x="1217" y="419"/>
                    </a:cubicBezTo>
                    <a:cubicBezTo>
                      <a:pt x="1217" y="417"/>
                      <a:pt x="1217" y="417"/>
                      <a:pt x="1217" y="417"/>
                    </a:cubicBezTo>
                    <a:cubicBezTo>
                      <a:pt x="1217" y="413"/>
                      <a:pt x="1217" y="413"/>
                      <a:pt x="1217" y="413"/>
                    </a:cubicBezTo>
                    <a:cubicBezTo>
                      <a:pt x="1217" y="411"/>
                      <a:pt x="1217" y="411"/>
                      <a:pt x="1217" y="411"/>
                    </a:cubicBezTo>
                    <a:cubicBezTo>
                      <a:pt x="1217" y="408"/>
                      <a:pt x="1217" y="408"/>
                      <a:pt x="1217" y="408"/>
                    </a:cubicBezTo>
                    <a:cubicBezTo>
                      <a:pt x="1217" y="406"/>
                      <a:pt x="1217" y="406"/>
                      <a:pt x="1217" y="406"/>
                    </a:cubicBezTo>
                    <a:cubicBezTo>
                      <a:pt x="1216" y="402"/>
                      <a:pt x="1216" y="402"/>
                      <a:pt x="1216" y="402"/>
                    </a:cubicBezTo>
                    <a:cubicBezTo>
                      <a:pt x="1216" y="400"/>
                      <a:pt x="1216" y="400"/>
                      <a:pt x="1216" y="400"/>
                    </a:cubicBezTo>
                    <a:cubicBezTo>
                      <a:pt x="1216" y="396"/>
                      <a:pt x="1216" y="396"/>
                      <a:pt x="1216" y="396"/>
                    </a:cubicBezTo>
                    <a:cubicBezTo>
                      <a:pt x="1216" y="394"/>
                      <a:pt x="1216" y="394"/>
                      <a:pt x="1216" y="394"/>
                    </a:cubicBezTo>
                    <a:cubicBezTo>
                      <a:pt x="1216" y="391"/>
                      <a:pt x="1216" y="391"/>
                      <a:pt x="1216" y="391"/>
                    </a:cubicBezTo>
                    <a:cubicBezTo>
                      <a:pt x="1215" y="388"/>
                      <a:pt x="1215" y="388"/>
                      <a:pt x="1215" y="388"/>
                    </a:cubicBezTo>
                    <a:cubicBezTo>
                      <a:pt x="1215" y="385"/>
                      <a:pt x="1215" y="385"/>
                      <a:pt x="1215" y="385"/>
                    </a:cubicBezTo>
                    <a:cubicBezTo>
                      <a:pt x="1215" y="383"/>
                      <a:pt x="1215" y="383"/>
                      <a:pt x="1215" y="383"/>
                    </a:cubicBezTo>
                    <a:cubicBezTo>
                      <a:pt x="1215" y="380"/>
                      <a:pt x="1215" y="380"/>
                      <a:pt x="1215" y="380"/>
                    </a:cubicBezTo>
                    <a:cubicBezTo>
                      <a:pt x="1214" y="377"/>
                      <a:pt x="1214" y="377"/>
                      <a:pt x="1214" y="377"/>
                    </a:cubicBezTo>
                    <a:cubicBezTo>
                      <a:pt x="1214" y="374"/>
                      <a:pt x="1214" y="374"/>
                      <a:pt x="1214" y="374"/>
                    </a:cubicBezTo>
                    <a:cubicBezTo>
                      <a:pt x="1214" y="371"/>
                      <a:pt x="1214" y="371"/>
                      <a:pt x="1214" y="371"/>
                    </a:cubicBezTo>
                    <a:cubicBezTo>
                      <a:pt x="1214" y="369"/>
                      <a:pt x="1214" y="369"/>
                      <a:pt x="1214" y="369"/>
                    </a:cubicBezTo>
                    <a:cubicBezTo>
                      <a:pt x="1213" y="359"/>
                      <a:pt x="1213" y="359"/>
                      <a:pt x="1213" y="359"/>
                    </a:cubicBezTo>
                    <a:cubicBezTo>
                      <a:pt x="1212" y="358"/>
                      <a:pt x="1212" y="358"/>
                      <a:pt x="1212" y="358"/>
                    </a:cubicBezTo>
                    <a:cubicBezTo>
                      <a:pt x="1212" y="355"/>
                      <a:pt x="1212" y="355"/>
                      <a:pt x="1212" y="355"/>
                    </a:cubicBezTo>
                    <a:cubicBezTo>
                      <a:pt x="1212" y="353"/>
                      <a:pt x="1212" y="353"/>
                      <a:pt x="1212" y="353"/>
                    </a:cubicBezTo>
                    <a:cubicBezTo>
                      <a:pt x="1211" y="348"/>
                      <a:pt x="1211" y="348"/>
                      <a:pt x="1211" y="348"/>
                    </a:cubicBezTo>
                    <a:cubicBezTo>
                      <a:pt x="1211" y="346"/>
                      <a:pt x="1211" y="346"/>
                      <a:pt x="1211" y="346"/>
                    </a:cubicBezTo>
                    <a:cubicBezTo>
                      <a:pt x="1211" y="343"/>
                      <a:pt x="1211" y="343"/>
                      <a:pt x="1211" y="343"/>
                    </a:cubicBezTo>
                    <a:cubicBezTo>
                      <a:pt x="1210" y="342"/>
                      <a:pt x="1210" y="342"/>
                      <a:pt x="1210" y="342"/>
                    </a:cubicBezTo>
                    <a:cubicBezTo>
                      <a:pt x="1210" y="336"/>
                      <a:pt x="1210" y="336"/>
                      <a:pt x="1210" y="336"/>
                    </a:cubicBezTo>
                    <a:cubicBezTo>
                      <a:pt x="1209" y="335"/>
                      <a:pt x="1209" y="335"/>
                      <a:pt x="1209" y="335"/>
                    </a:cubicBezTo>
                    <a:cubicBezTo>
                      <a:pt x="1209" y="332"/>
                      <a:pt x="1209" y="332"/>
                      <a:pt x="1209" y="332"/>
                    </a:cubicBezTo>
                    <a:cubicBezTo>
                      <a:pt x="1209" y="331"/>
                      <a:pt x="1209" y="331"/>
                      <a:pt x="1209" y="331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5" y="309"/>
                      <a:pt x="1205" y="309"/>
                      <a:pt x="1205" y="309"/>
                    </a:cubicBezTo>
                    <a:cubicBezTo>
                      <a:pt x="1205" y="308"/>
                      <a:pt x="1205" y="308"/>
                      <a:pt x="1205" y="308"/>
                    </a:cubicBezTo>
                    <a:cubicBezTo>
                      <a:pt x="1202" y="288"/>
                      <a:pt x="1198" y="269"/>
                      <a:pt x="1193" y="249"/>
                    </a:cubicBezTo>
                    <a:cubicBezTo>
                      <a:pt x="1193" y="248"/>
                      <a:pt x="1193" y="248"/>
                      <a:pt x="1193" y="248"/>
                    </a:cubicBezTo>
                    <a:cubicBezTo>
                      <a:pt x="1190" y="238"/>
                      <a:pt x="1190" y="238"/>
                      <a:pt x="1190" y="238"/>
                    </a:cubicBezTo>
                    <a:cubicBezTo>
                      <a:pt x="1190" y="237"/>
                      <a:pt x="1190" y="237"/>
                      <a:pt x="1190" y="237"/>
                    </a:cubicBezTo>
                    <a:cubicBezTo>
                      <a:pt x="1187" y="228"/>
                      <a:pt x="1187" y="228"/>
                      <a:pt x="1187" y="228"/>
                    </a:cubicBezTo>
                    <a:cubicBezTo>
                      <a:pt x="1187" y="226"/>
                      <a:pt x="1187" y="226"/>
                      <a:pt x="1187" y="226"/>
                    </a:cubicBezTo>
                    <a:cubicBezTo>
                      <a:pt x="1186" y="223"/>
                      <a:pt x="1186" y="223"/>
                      <a:pt x="1186" y="223"/>
                    </a:cubicBezTo>
                    <a:cubicBezTo>
                      <a:pt x="1186" y="221"/>
                      <a:pt x="1186" y="221"/>
                      <a:pt x="1186" y="221"/>
                    </a:cubicBezTo>
                    <a:cubicBezTo>
                      <a:pt x="1184" y="217"/>
                      <a:pt x="1184" y="217"/>
                      <a:pt x="1184" y="217"/>
                    </a:cubicBezTo>
                    <a:cubicBezTo>
                      <a:pt x="1184" y="215"/>
                      <a:pt x="1184" y="215"/>
                      <a:pt x="1184" y="215"/>
                    </a:cubicBezTo>
                    <a:cubicBezTo>
                      <a:pt x="1183" y="213"/>
                      <a:pt x="1183" y="213"/>
                      <a:pt x="1183" y="213"/>
                    </a:cubicBezTo>
                    <a:cubicBezTo>
                      <a:pt x="1182" y="210"/>
                      <a:pt x="1182" y="210"/>
                      <a:pt x="1182" y="210"/>
                    </a:cubicBezTo>
                    <a:cubicBezTo>
                      <a:pt x="1181" y="207"/>
                      <a:pt x="1181" y="207"/>
                      <a:pt x="1181" y="207"/>
                    </a:cubicBezTo>
                    <a:cubicBezTo>
                      <a:pt x="1181" y="204"/>
                      <a:pt x="1181" y="204"/>
                      <a:pt x="1181" y="204"/>
                    </a:cubicBezTo>
                    <a:cubicBezTo>
                      <a:pt x="1180" y="202"/>
                      <a:pt x="1180" y="202"/>
                      <a:pt x="1180" y="202"/>
                    </a:cubicBezTo>
                    <a:cubicBezTo>
                      <a:pt x="1179" y="199"/>
                      <a:pt x="1179" y="199"/>
                      <a:pt x="1179" y="199"/>
                    </a:cubicBezTo>
                    <a:cubicBezTo>
                      <a:pt x="1179" y="198"/>
                      <a:pt x="1179" y="198"/>
                      <a:pt x="1179" y="198"/>
                    </a:cubicBezTo>
                    <a:cubicBezTo>
                      <a:pt x="1177" y="193"/>
                      <a:pt x="1177" y="193"/>
                      <a:pt x="1177" y="193"/>
                    </a:cubicBezTo>
                    <a:cubicBezTo>
                      <a:pt x="1177" y="192"/>
                      <a:pt x="1177" y="192"/>
                      <a:pt x="1177" y="192"/>
                    </a:cubicBezTo>
                    <a:cubicBezTo>
                      <a:pt x="1176" y="188"/>
                      <a:pt x="1176" y="188"/>
                      <a:pt x="1176" y="188"/>
                    </a:cubicBezTo>
                    <a:cubicBezTo>
                      <a:pt x="1175" y="187"/>
                      <a:pt x="1175" y="187"/>
                      <a:pt x="1175" y="187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66" y="160"/>
                      <a:pt x="1158" y="137"/>
                      <a:pt x="1149" y="116"/>
                    </a:cubicBezTo>
                    <a:cubicBezTo>
                      <a:pt x="1144" y="103"/>
                      <a:pt x="1138" y="91"/>
                      <a:pt x="1132" y="79"/>
                    </a:cubicBezTo>
                    <a:cubicBezTo>
                      <a:pt x="1120" y="52"/>
                      <a:pt x="1106" y="26"/>
                      <a:pt x="1090" y="0"/>
                    </a:cubicBezTo>
                    <a:cubicBezTo>
                      <a:pt x="1115" y="67"/>
                      <a:pt x="1126" y="137"/>
                      <a:pt x="1126" y="206"/>
                    </a:cubicBezTo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4" name="Freeform 9"/>
              <p:cNvSpPr>
                <a:spLocks noSelect="1"/>
              </p:cNvSpPr>
              <p:nvPr userDrawn="1"/>
            </p:nvSpPr>
            <p:spPr bwMode="gray">
              <a:xfrm>
                <a:off x="1118870" y="583565"/>
                <a:ext cx="114935" cy="149860"/>
              </a:xfrm>
              <a:custGeom>
                <a:avLst/>
                <a:gdLst>
                  <a:gd name="T0" fmla="*/ 0 w 362"/>
                  <a:gd name="T1" fmla="*/ 106 h 472"/>
                  <a:gd name="T2" fmla="*/ 219 w 362"/>
                  <a:gd name="T3" fmla="*/ 445 h 472"/>
                  <a:gd name="T4" fmla="*/ 268 w 362"/>
                  <a:gd name="T5" fmla="*/ 472 h 472"/>
                  <a:gd name="T6" fmla="*/ 362 w 362"/>
                  <a:gd name="T7" fmla="*/ 472 h 472"/>
                  <a:gd name="T8" fmla="*/ 319 w 362"/>
                  <a:gd name="T9" fmla="*/ 448 h 472"/>
                  <a:gd name="T10" fmla="*/ 22 w 362"/>
                  <a:gd name="T11" fmla="*/ 0 h 472"/>
                  <a:gd name="T12" fmla="*/ 0 w 362"/>
                  <a:gd name="T13" fmla="*/ 106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2" h="472">
                    <a:moveTo>
                      <a:pt x="0" y="106"/>
                    </a:moveTo>
                    <a:cubicBezTo>
                      <a:pt x="219" y="445"/>
                      <a:pt x="219" y="445"/>
                      <a:pt x="219" y="445"/>
                    </a:cubicBezTo>
                    <a:cubicBezTo>
                      <a:pt x="228" y="460"/>
                      <a:pt x="250" y="472"/>
                      <a:pt x="268" y="472"/>
                    </a:cubicBezTo>
                    <a:cubicBezTo>
                      <a:pt x="362" y="472"/>
                      <a:pt x="362" y="472"/>
                      <a:pt x="362" y="472"/>
                    </a:cubicBezTo>
                    <a:cubicBezTo>
                      <a:pt x="347" y="472"/>
                      <a:pt x="327" y="461"/>
                      <a:pt x="319" y="448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0" y="106"/>
                    </a:lnTo>
                    <a:close/>
                  </a:path>
                </a:pathLst>
              </a:cu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5" name="Freeform 10"/>
              <p:cNvSpPr>
                <a:spLocks noSelect="1"/>
              </p:cNvSpPr>
              <p:nvPr userDrawn="1"/>
            </p:nvSpPr>
            <p:spPr bwMode="gray">
              <a:xfrm>
                <a:off x="949325" y="290830"/>
                <a:ext cx="277495" cy="120015"/>
              </a:xfrm>
              <a:custGeom>
                <a:avLst/>
                <a:gdLst>
                  <a:gd name="T0" fmla="*/ 27 w 874"/>
                  <a:gd name="T1" fmla="*/ 323 h 378"/>
                  <a:gd name="T2" fmla="*/ 1 w 874"/>
                  <a:gd name="T3" fmla="*/ 366 h 378"/>
                  <a:gd name="T4" fmla="*/ 1 w 874"/>
                  <a:gd name="T5" fmla="*/ 367 h 378"/>
                  <a:gd name="T6" fmla="*/ 1 w 874"/>
                  <a:gd name="T7" fmla="*/ 367 h 378"/>
                  <a:gd name="T8" fmla="*/ 30 w 874"/>
                  <a:gd name="T9" fmla="*/ 378 h 378"/>
                  <a:gd name="T10" fmla="*/ 410 w 874"/>
                  <a:gd name="T11" fmla="*/ 378 h 378"/>
                  <a:gd name="T12" fmla="*/ 400 w 874"/>
                  <a:gd name="T13" fmla="*/ 293 h 378"/>
                  <a:gd name="T14" fmla="*/ 439 w 874"/>
                  <a:gd name="T15" fmla="*/ 165 h 378"/>
                  <a:gd name="T16" fmla="*/ 471 w 874"/>
                  <a:gd name="T17" fmla="*/ 129 h 378"/>
                  <a:gd name="T18" fmla="*/ 820 w 874"/>
                  <a:gd name="T19" fmla="*/ 11 h 378"/>
                  <a:gd name="T20" fmla="*/ 838 w 874"/>
                  <a:gd name="T21" fmla="*/ 12 h 378"/>
                  <a:gd name="T22" fmla="*/ 874 w 874"/>
                  <a:gd name="T23" fmla="*/ 13 h 378"/>
                  <a:gd name="T24" fmla="*/ 728 w 874"/>
                  <a:gd name="T25" fmla="*/ 0 h 378"/>
                  <a:gd name="T26" fmla="*/ 719 w 874"/>
                  <a:gd name="T27" fmla="*/ 0 h 378"/>
                  <a:gd name="T28" fmla="*/ 27 w 874"/>
                  <a:gd name="T29" fmla="*/ 323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4" h="378">
                    <a:moveTo>
                      <a:pt x="27" y="323"/>
                    </a:moveTo>
                    <a:cubicBezTo>
                      <a:pt x="10" y="343"/>
                      <a:pt x="0" y="357"/>
                      <a:pt x="1" y="366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2" y="375"/>
                      <a:pt x="11" y="378"/>
                      <a:pt x="30" y="378"/>
                    </a:cubicBezTo>
                    <a:cubicBezTo>
                      <a:pt x="410" y="378"/>
                      <a:pt x="410" y="378"/>
                      <a:pt x="410" y="378"/>
                    </a:cubicBezTo>
                    <a:cubicBezTo>
                      <a:pt x="404" y="349"/>
                      <a:pt x="400" y="320"/>
                      <a:pt x="400" y="293"/>
                    </a:cubicBezTo>
                    <a:cubicBezTo>
                      <a:pt x="400" y="244"/>
                      <a:pt x="412" y="200"/>
                      <a:pt x="439" y="165"/>
                    </a:cubicBezTo>
                    <a:cubicBezTo>
                      <a:pt x="449" y="152"/>
                      <a:pt x="460" y="140"/>
                      <a:pt x="471" y="129"/>
                    </a:cubicBezTo>
                    <a:cubicBezTo>
                      <a:pt x="555" y="49"/>
                      <a:pt x="683" y="11"/>
                      <a:pt x="820" y="11"/>
                    </a:cubicBezTo>
                    <a:cubicBezTo>
                      <a:pt x="826" y="11"/>
                      <a:pt x="832" y="11"/>
                      <a:pt x="838" y="12"/>
                    </a:cubicBezTo>
                    <a:cubicBezTo>
                      <a:pt x="850" y="12"/>
                      <a:pt x="862" y="12"/>
                      <a:pt x="874" y="13"/>
                    </a:cubicBezTo>
                    <a:cubicBezTo>
                      <a:pt x="827" y="5"/>
                      <a:pt x="778" y="0"/>
                      <a:pt x="728" y="0"/>
                    </a:cubicBezTo>
                    <a:cubicBezTo>
                      <a:pt x="719" y="0"/>
                      <a:pt x="719" y="0"/>
                      <a:pt x="719" y="0"/>
                    </a:cubicBezTo>
                    <a:cubicBezTo>
                      <a:pt x="441" y="0"/>
                      <a:pt x="192" y="125"/>
                      <a:pt x="27" y="323"/>
                    </a:cubicBezTo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  <p:sp>
            <p:nvSpPr>
              <p:cNvPr id="36" name="Freeform 11"/>
              <p:cNvSpPr>
                <a:spLocks noSelect="1"/>
              </p:cNvSpPr>
              <p:nvPr userDrawn="1"/>
            </p:nvSpPr>
            <p:spPr bwMode="gray">
              <a:xfrm>
                <a:off x="1076325" y="294005"/>
                <a:ext cx="358775" cy="353695"/>
              </a:xfrm>
              <a:custGeom>
                <a:avLst/>
                <a:gdLst>
                  <a:gd name="T0" fmla="*/ 0 w 1130"/>
                  <a:gd name="T1" fmla="*/ 282 h 1113"/>
                  <a:gd name="T2" fmla="*/ 738 w 1130"/>
                  <a:gd name="T3" fmla="*/ 375 h 1113"/>
                  <a:gd name="T4" fmla="*/ 910 w 1130"/>
                  <a:gd name="T5" fmla="*/ 637 h 1113"/>
                  <a:gd name="T6" fmla="*/ 913 w 1130"/>
                  <a:gd name="T7" fmla="*/ 645 h 1113"/>
                  <a:gd name="T8" fmla="*/ 824 w 1130"/>
                  <a:gd name="T9" fmla="*/ 1113 h 1113"/>
                  <a:gd name="T10" fmla="*/ 1094 w 1130"/>
                  <a:gd name="T11" fmla="*/ 428 h 1113"/>
                  <a:gd name="T12" fmla="*/ 1044 w 1130"/>
                  <a:gd name="T13" fmla="*/ 353 h 1113"/>
                  <a:gd name="T14" fmla="*/ 1040 w 1130"/>
                  <a:gd name="T15" fmla="*/ 348 h 1113"/>
                  <a:gd name="T16" fmla="*/ 1034 w 1130"/>
                  <a:gd name="T17" fmla="*/ 339 h 1113"/>
                  <a:gd name="T18" fmla="*/ 1030 w 1130"/>
                  <a:gd name="T19" fmla="*/ 334 h 1113"/>
                  <a:gd name="T20" fmla="*/ 1007 w 1130"/>
                  <a:gd name="T21" fmla="*/ 306 h 1113"/>
                  <a:gd name="T22" fmla="*/ 1003 w 1130"/>
                  <a:gd name="T23" fmla="*/ 301 h 1113"/>
                  <a:gd name="T24" fmla="*/ 995 w 1130"/>
                  <a:gd name="T25" fmla="*/ 293 h 1113"/>
                  <a:gd name="T26" fmla="*/ 974 w 1130"/>
                  <a:gd name="T27" fmla="*/ 270 h 1113"/>
                  <a:gd name="T28" fmla="*/ 967 w 1130"/>
                  <a:gd name="T29" fmla="*/ 262 h 1113"/>
                  <a:gd name="T30" fmla="*/ 962 w 1130"/>
                  <a:gd name="T31" fmla="*/ 257 h 1113"/>
                  <a:gd name="T32" fmla="*/ 937 w 1130"/>
                  <a:gd name="T33" fmla="*/ 233 h 1113"/>
                  <a:gd name="T34" fmla="*/ 932 w 1130"/>
                  <a:gd name="T35" fmla="*/ 228 h 1113"/>
                  <a:gd name="T36" fmla="*/ 924 w 1130"/>
                  <a:gd name="T37" fmla="*/ 221 h 1113"/>
                  <a:gd name="T38" fmla="*/ 919 w 1130"/>
                  <a:gd name="T39" fmla="*/ 216 h 1113"/>
                  <a:gd name="T40" fmla="*/ 901 w 1130"/>
                  <a:gd name="T41" fmla="*/ 201 h 1113"/>
                  <a:gd name="T42" fmla="*/ 895 w 1130"/>
                  <a:gd name="T43" fmla="*/ 196 h 1113"/>
                  <a:gd name="T44" fmla="*/ 887 w 1130"/>
                  <a:gd name="T45" fmla="*/ 190 h 1113"/>
                  <a:gd name="T46" fmla="*/ 882 w 1130"/>
                  <a:gd name="T47" fmla="*/ 185 h 1113"/>
                  <a:gd name="T48" fmla="*/ 873 w 1130"/>
                  <a:gd name="T49" fmla="*/ 178 h 1113"/>
                  <a:gd name="T50" fmla="*/ 858 w 1130"/>
                  <a:gd name="T51" fmla="*/ 167 h 1113"/>
                  <a:gd name="T52" fmla="*/ 849 w 1130"/>
                  <a:gd name="T53" fmla="*/ 160 h 1113"/>
                  <a:gd name="T54" fmla="*/ 843 w 1130"/>
                  <a:gd name="T55" fmla="*/ 156 h 1113"/>
                  <a:gd name="T56" fmla="*/ 835 w 1130"/>
                  <a:gd name="T57" fmla="*/ 150 h 1113"/>
                  <a:gd name="T58" fmla="*/ 829 w 1130"/>
                  <a:gd name="T59" fmla="*/ 146 h 1113"/>
                  <a:gd name="T60" fmla="*/ 809 w 1130"/>
                  <a:gd name="T61" fmla="*/ 133 h 1113"/>
                  <a:gd name="T62" fmla="*/ 803 w 1130"/>
                  <a:gd name="T63" fmla="*/ 129 h 1113"/>
                  <a:gd name="T64" fmla="*/ 794 w 1130"/>
                  <a:gd name="T65" fmla="*/ 124 h 1113"/>
                  <a:gd name="T66" fmla="*/ 788 w 1130"/>
                  <a:gd name="T67" fmla="*/ 120 h 1113"/>
                  <a:gd name="T68" fmla="*/ 768 w 1130"/>
                  <a:gd name="T69" fmla="*/ 108 h 1113"/>
                  <a:gd name="T70" fmla="*/ 762 w 1130"/>
                  <a:gd name="T71" fmla="*/ 104 h 1113"/>
                  <a:gd name="T72" fmla="*/ 753 w 1130"/>
                  <a:gd name="T73" fmla="*/ 99 h 1113"/>
                  <a:gd name="T74" fmla="*/ 746 w 1130"/>
                  <a:gd name="T75" fmla="*/ 96 h 1113"/>
                  <a:gd name="T76" fmla="*/ 720 w 1130"/>
                  <a:gd name="T77" fmla="*/ 82 h 1113"/>
                  <a:gd name="T78" fmla="*/ 713 w 1130"/>
                  <a:gd name="T79" fmla="*/ 79 h 1113"/>
                  <a:gd name="T80" fmla="*/ 704 w 1130"/>
                  <a:gd name="T81" fmla="*/ 75 h 1113"/>
                  <a:gd name="T82" fmla="*/ 697 w 1130"/>
                  <a:gd name="T83" fmla="*/ 72 h 1113"/>
                  <a:gd name="T84" fmla="*/ 675 w 1130"/>
                  <a:gd name="T85" fmla="*/ 62 h 1113"/>
                  <a:gd name="T86" fmla="*/ 669 w 1130"/>
                  <a:gd name="T87" fmla="*/ 59 h 1113"/>
                  <a:gd name="T88" fmla="*/ 659 w 1130"/>
                  <a:gd name="T89" fmla="*/ 55 h 1113"/>
                  <a:gd name="T90" fmla="*/ 653 w 1130"/>
                  <a:gd name="T91" fmla="*/ 52 h 1113"/>
                  <a:gd name="T92" fmla="*/ 619 w 1130"/>
                  <a:gd name="T93" fmla="*/ 40 h 1113"/>
                  <a:gd name="T94" fmla="*/ 612 w 1130"/>
                  <a:gd name="T95" fmla="*/ 38 h 1113"/>
                  <a:gd name="T96" fmla="*/ 602 w 1130"/>
                  <a:gd name="T97" fmla="*/ 34 h 1113"/>
                  <a:gd name="T98" fmla="*/ 595 w 1130"/>
                  <a:gd name="T99" fmla="*/ 32 h 1113"/>
                  <a:gd name="T100" fmla="*/ 566 w 1130"/>
                  <a:gd name="T101" fmla="*/ 23 h 1113"/>
                  <a:gd name="T102" fmla="*/ 559 w 1130"/>
                  <a:gd name="T103" fmla="*/ 21 h 1113"/>
                  <a:gd name="T104" fmla="*/ 549 w 1130"/>
                  <a:gd name="T105" fmla="*/ 18 h 1113"/>
                  <a:gd name="T106" fmla="*/ 542 w 1130"/>
                  <a:gd name="T107" fmla="*/ 17 h 1113"/>
                  <a:gd name="T108" fmla="*/ 518 w 1130"/>
                  <a:gd name="T109" fmla="*/ 11 h 1113"/>
                  <a:gd name="T110" fmla="*/ 511 w 1130"/>
                  <a:gd name="T111" fmla="*/ 9 h 1113"/>
                  <a:gd name="T112" fmla="*/ 501 w 1130"/>
                  <a:gd name="T113" fmla="*/ 7 h 1113"/>
                  <a:gd name="T114" fmla="*/ 493 w 1130"/>
                  <a:gd name="T115" fmla="*/ 6 h 1113"/>
                  <a:gd name="T116" fmla="*/ 482 w 1130"/>
                  <a:gd name="T117" fmla="*/ 4 h 1113"/>
                  <a:gd name="T118" fmla="*/ 474 w 1130"/>
                  <a:gd name="T119" fmla="*/ 2 h 1113"/>
                  <a:gd name="T120" fmla="*/ 71 w 1130"/>
                  <a:gd name="T121" fmla="*/ 118 h 1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30" h="1113">
                    <a:moveTo>
                      <a:pt x="71" y="118"/>
                    </a:moveTo>
                    <a:cubicBezTo>
                      <a:pt x="60" y="129"/>
                      <a:pt x="49" y="141"/>
                      <a:pt x="39" y="154"/>
                    </a:cubicBezTo>
                    <a:cubicBezTo>
                      <a:pt x="12" y="189"/>
                      <a:pt x="0" y="233"/>
                      <a:pt x="0" y="282"/>
                    </a:cubicBezTo>
                    <a:cubicBezTo>
                      <a:pt x="0" y="309"/>
                      <a:pt x="4" y="338"/>
                      <a:pt x="10" y="367"/>
                    </a:cubicBezTo>
                    <a:cubicBezTo>
                      <a:pt x="712" y="367"/>
                      <a:pt x="712" y="367"/>
                      <a:pt x="712" y="367"/>
                    </a:cubicBezTo>
                    <a:cubicBezTo>
                      <a:pt x="720" y="367"/>
                      <a:pt x="730" y="370"/>
                      <a:pt x="738" y="375"/>
                    </a:cubicBezTo>
                    <a:cubicBezTo>
                      <a:pt x="745" y="380"/>
                      <a:pt x="752" y="385"/>
                      <a:pt x="756" y="391"/>
                    </a:cubicBezTo>
                    <a:cubicBezTo>
                      <a:pt x="904" y="622"/>
                      <a:pt x="904" y="622"/>
                      <a:pt x="904" y="622"/>
                    </a:cubicBezTo>
                    <a:cubicBezTo>
                      <a:pt x="907" y="626"/>
                      <a:pt x="909" y="632"/>
                      <a:pt x="910" y="637"/>
                    </a:cubicBezTo>
                    <a:cubicBezTo>
                      <a:pt x="912" y="644"/>
                      <a:pt x="912" y="644"/>
                      <a:pt x="912" y="644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4" y="652"/>
                      <a:pt x="915" y="660"/>
                      <a:pt x="914" y="666"/>
                    </a:cubicBezTo>
                    <a:cubicBezTo>
                      <a:pt x="914" y="674"/>
                      <a:pt x="914" y="674"/>
                      <a:pt x="914" y="674"/>
                    </a:cubicBezTo>
                    <a:cubicBezTo>
                      <a:pt x="824" y="1113"/>
                      <a:pt x="824" y="1113"/>
                      <a:pt x="824" y="1113"/>
                    </a:cubicBezTo>
                    <a:cubicBezTo>
                      <a:pt x="906" y="1074"/>
                      <a:pt x="976" y="1020"/>
                      <a:pt x="1020" y="965"/>
                    </a:cubicBezTo>
                    <a:cubicBezTo>
                      <a:pt x="1093" y="875"/>
                      <a:pt x="1130" y="757"/>
                      <a:pt x="1130" y="634"/>
                    </a:cubicBezTo>
                    <a:cubicBezTo>
                      <a:pt x="1130" y="565"/>
                      <a:pt x="1119" y="495"/>
                      <a:pt x="1094" y="428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77" y="399"/>
                      <a:pt x="1061" y="376"/>
                      <a:pt x="1044" y="353"/>
                    </a:cubicBezTo>
                    <a:cubicBezTo>
                      <a:pt x="1044" y="353"/>
                      <a:pt x="1044" y="353"/>
                      <a:pt x="1044" y="353"/>
                    </a:cubicBezTo>
                    <a:cubicBezTo>
                      <a:pt x="1041" y="349"/>
                      <a:pt x="1041" y="349"/>
                      <a:pt x="1041" y="349"/>
                    </a:cubicBezTo>
                    <a:cubicBezTo>
                      <a:pt x="1040" y="348"/>
                      <a:pt x="1040" y="348"/>
                      <a:pt x="1040" y="348"/>
                    </a:cubicBezTo>
                    <a:cubicBezTo>
                      <a:pt x="1037" y="344"/>
                      <a:pt x="1037" y="344"/>
                      <a:pt x="1037" y="344"/>
                    </a:cubicBezTo>
                    <a:cubicBezTo>
                      <a:pt x="1037" y="343"/>
                      <a:pt x="1037" y="343"/>
                      <a:pt x="1037" y="343"/>
                    </a:cubicBezTo>
                    <a:cubicBezTo>
                      <a:pt x="1034" y="339"/>
                      <a:pt x="1034" y="339"/>
                      <a:pt x="1034" y="339"/>
                    </a:cubicBezTo>
                    <a:cubicBezTo>
                      <a:pt x="1033" y="338"/>
                      <a:pt x="1033" y="338"/>
                      <a:pt x="1033" y="338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23" y="326"/>
                      <a:pt x="1017" y="318"/>
                      <a:pt x="1011" y="311"/>
                    </a:cubicBezTo>
                    <a:cubicBezTo>
                      <a:pt x="1011" y="311"/>
                      <a:pt x="1011" y="311"/>
                      <a:pt x="1011" y="311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3" y="302"/>
                      <a:pt x="1003" y="302"/>
                      <a:pt x="1003" y="302"/>
                    </a:cubicBezTo>
                    <a:cubicBezTo>
                      <a:pt x="1003" y="301"/>
                      <a:pt x="1003" y="301"/>
                      <a:pt x="1003" y="301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88" y="285"/>
                      <a:pt x="982" y="278"/>
                      <a:pt x="975" y="271"/>
                    </a:cubicBezTo>
                    <a:cubicBezTo>
                      <a:pt x="974" y="270"/>
                      <a:pt x="974" y="270"/>
                      <a:pt x="974" y="270"/>
                    </a:cubicBezTo>
                    <a:cubicBezTo>
                      <a:pt x="971" y="266"/>
                      <a:pt x="971" y="266"/>
                      <a:pt x="971" y="266"/>
                    </a:cubicBezTo>
                    <a:cubicBezTo>
                      <a:pt x="970" y="266"/>
                      <a:pt x="970" y="266"/>
                      <a:pt x="970" y="266"/>
                    </a:cubicBezTo>
                    <a:cubicBezTo>
                      <a:pt x="967" y="262"/>
                      <a:pt x="967" y="262"/>
                      <a:pt x="967" y="262"/>
                    </a:cubicBezTo>
                    <a:cubicBezTo>
                      <a:pt x="966" y="262"/>
                      <a:pt x="966" y="262"/>
                      <a:pt x="966" y="262"/>
                    </a:cubicBezTo>
                    <a:cubicBezTo>
                      <a:pt x="963" y="258"/>
                      <a:pt x="963" y="258"/>
                      <a:pt x="963" y="258"/>
                    </a:cubicBezTo>
                    <a:cubicBezTo>
                      <a:pt x="962" y="257"/>
                      <a:pt x="962" y="257"/>
                      <a:pt x="962" y="257"/>
                    </a:cubicBezTo>
                    <a:cubicBezTo>
                      <a:pt x="958" y="254"/>
                      <a:pt x="958" y="254"/>
                      <a:pt x="958" y="254"/>
                    </a:cubicBezTo>
                    <a:cubicBezTo>
                      <a:pt x="958" y="253"/>
                      <a:pt x="958" y="253"/>
                      <a:pt x="958" y="253"/>
                    </a:cubicBezTo>
                    <a:cubicBezTo>
                      <a:pt x="951" y="246"/>
                      <a:pt x="944" y="239"/>
                      <a:pt x="937" y="233"/>
                    </a:cubicBezTo>
                    <a:cubicBezTo>
                      <a:pt x="936" y="232"/>
                      <a:pt x="936" y="232"/>
                      <a:pt x="936" y="232"/>
                    </a:cubicBezTo>
                    <a:cubicBezTo>
                      <a:pt x="932" y="229"/>
                      <a:pt x="932" y="229"/>
                      <a:pt x="932" y="229"/>
                    </a:cubicBezTo>
                    <a:cubicBezTo>
                      <a:pt x="932" y="228"/>
                      <a:pt x="932" y="228"/>
                      <a:pt x="932" y="228"/>
                    </a:cubicBezTo>
                    <a:cubicBezTo>
                      <a:pt x="928" y="225"/>
                      <a:pt x="928" y="225"/>
                      <a:pt x="928" y="225"/>
                    </a:cubicBezTo>
                    <a:cubicBezTo>
                      <a:pt x="927" y="224"/>
                      <a:pt x="927" y="224"/>
                      <a:pt x="927" y="224"/>
                    </a:cubicBezTo>
                    <a:cubicBezTo>
                      <a:pt x="924" y="221"/>
                      <a:pt x="924" y="221"/>
                      <a:pt x="924" y="221"/>
                    </a:cubicBezTo>
                    <a:cubicBezTo>
                      <a:pt x="923" y="220"/>
                      <a:pt x="923" y="220"/>
                      <a:pt x="923" y="220"/>
                    </a:cubicBezTo>
                    <a:cubicBezTo>
                      <a:pt x="919" y="217"/>
                      <a:pt x="919" y="217"/>
                      <a:pt x="919" y="217"/>
                    </a:cubicBezTo>
                    <a:cubicBezTo>
                      <a:pt x="919" y="216"/>
                      <a:pt x="919" y="216"/>
                      <a:pt x="919" y="216"/>
                    </a:cubicBezTo>
                    <a:cubicBezTo>
                      <a:pt x="914" y="213"/>
                      <a:pt x="914" y="213"/>
                      <a:pt x="914" y="213"/>
                    </a:cubicBezTo>
                    <a:cubicBezTo>
                      <a:pt x="914" y="212"/>
                      <a:pt x="914" y="212"/>
                      <a:pt x="914" y="212"/>
                    </a:cubicBezTo>
                    <a:cubicBezTo>
                      <a:pt x="901" y="201"/>
                      <a:pt x="901" y="201"/>
                      <a:pt x="901" y="201"/>
                    </a:cubicBezTo>
                    <a:cubicBezTo>
                      <a:pt x="900" y="200"/>
                      <a:pt x="900" y="200"/>
                      <a:pt x="900" y="200"/>
                    </a:cubicBezTo>
                    <a:cubicBezTo>
                      <a:pt x="896" y="197"/>
                      <a:pt x="896" y="197"/>
                      <a:pt x="896" y="197"/>
                    </a:cubicBezTo>
                    <a:cubicBezTo>
                      <a:pt x="895" y="196"/>
                      <a:pt x="895" y="196"/>
                      <a:pt x="895" y="196"/>
                    </a:cubicBezTo>
                    <a:cubicBezTo>
                      <a:pt x="892" y="193"/>
                      <a:pt x="892" y="193"/>
                      <a:pt x="892" y="193"/>
                    </a:cubicBezTo>
                    <a:cubicBezTo>
                      <a:pt x="891" y="193"/>
                      <a:pt x="891" y="193"/>
                      <a:pt x="891" y="193"/>
                    </a:cubicBezTo>
                    <a:cubicBezTo>
                      <a:pt x="887" y="190"/>
                      <a:pt x="887" y="190"/>
                      <a:pt x="887" y="190"/>
                    </a:cubicBezTo>
                    <a:cubicBezTo>
                      <a:pt x="886" y="189"/>
                      <a:pt x="886" y="189"/>
                      <a:pt x="886" y="189"/>
                    </a:cubicBezTo>
                    <a:cubicBezTo>
                      <a:pt x="883" y="186"/>
                      <a:pt x="883" y="186"/>
                      <a:pt x="883" y="186"/>
                    </a:cubicBezTo>
                    <a:cubicBezTo>
                      <a:pt x="882" y="185"/>
                      <a:pt x="882" y="185"/>
                      <a:pt x="882" y="185"/>
                    </a:cubicBezTo>
                    <a:cubicBezTo>
                      <a:pt x="878" y="182"/>
                      <a:pt x="878" y="182"/>
                      <a:pt x="878" y="182"/>
                    </a:cubicBezTo>
                    <a:cubicBezTo>
                      <a:pt x="877" y="182"/>
                      <a:pt x="877" y="182"/>
                      <a:pt x="877" y="182"/>
                    </a:cubicBezTo>
                    <a:cubicBezTo>
                      <a:pt x="873" y="178"/>
                      <a:pt x="873" y="178"/>
                      <a:pt x="873" y="178"/>
                    </a:cubicBezTo>
                    <a:cubicBezTo>
                      <a:pt x="872" y="178"/>
                      <a:pt x="872" y="178"/>
                      <a:pt x="872" y="178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4" y="164"/>
                      <a:pt x="854" y="164"/>
                      <a:pt x="854" y="164"/>
                    </a:cubicBezTo>
                    <a:cubicBezTo>
                      <a:pt x="853" y="163"/>
                      <a:pt x="853" y="163"/>
                      <a:pt x="853" y="163"/>
                    </a:cubicBezTo>
                    <a:cubicBezTo>
                      <a:pt x="849" y="160"/>
                      <a:pt x="849" y="160"/>
                      <a:pt x="849" y="160"/>
                    </a:cubicBezTo>
                    <a:cubicBezTo>
                      <a:pt x="848" y="160"/>
                      <a:pt x="848" y="160"/>
                      <a:pt x="848" y="160"/>
                    </a:cubicBezTo>
                    <a:cubicBezTo>
                      <a:pt x="844" y="157"/>
                      <a:pt x="844" y="157"/>
                      <a:pt x="844" y="157"/>
                    </a:cubicBezTo>
                    <a:cubicBezTo>
                      <a:pt x="843" y="156"/>
                      <a:pt x="843" y="156"/>
                      <a:pt x="843" y="156"/>
                    </a:cubicBezTo>
                    <a:cubicBezTo>
                      <a:pt x="839" y="154"/>
                      <a:pt x="839" y="154"/>
                      <a:pt x="839" y="154"/>
                    </a:cubicBezTo>
                    <a:cubicBezTo>
                      <a:pt x="838" y="153"/>
                      <a:pt x="838" y="153"/>
                      <a:pt x="838" y="153"/>
                    </a:cubicBezTo>
                    <a:cubicBezTo>
                      <a:pt x="835" y="150"/>
                      <a:pt x="835" y="150"/>
                      <a:pt x="835" y="150"/>
                    </a:cubicBezTo>
                    <a:cubicBezTo>
                      <a:pt x="833" y="149"/>
                      <a:pt x="833" y="149"/>
                      <a:pt x="833" y="149"/>
                    </a:cubicBezTo>
                    <a:cubicBezTo>
                      <a:pt x="829" y="147"/>
                      <a:pt x="829" y="147"/>
                      <a:pt x="829" y="147"/>
                    </a:cubicBezTo>
                    <a:cubicBezTo>
                      <a:pt x="829" y="146"/>
                      <a:pt x="829" y="146"/>
                      <a:pt x="829" y="146"/>
                    </a:cubicBezTo>
                    <a:cubicBezTo>
                      <a:pt x="814" y="136"/>
                      <a:pt x="814" y="136"/>
                      <a:pt x="814" y="136"/>
                    </a:cubicBezTo>
                    <a:cubicBezTo>
                      <a:pt x="813" y="136"/>
                      <a:pt x="813" y="136"/>
                      <a:pt x="813" y="136"/>
                    </a:cubicBezTo>
                    <a:cubicBezTo>
                      <a:pt x="809" y="133"/>
                      <a:pt x="809" y="133"/>
                      <a:pt x="809" y="133"/>
                    </a:cubicBezTo>
                    <a:cubicBezTo>
                      <a:pt x="808" y="132"/>
                      <a:pt x="808" y="132"/>
                      <a:pt x="808" y="132"/>
                    </a:cubicBezTo>
                    <a:cubicBezTo>
                      <a:pt x="804" y="130"/>
                      <a:pt x="804" y="130"/>
                      <a:pt x="804" y="130"/>
                    </a:cubicBezTo>
                    <a:cubicBezTo>
                      <a:pt x="803" y="129"/>
                      <a:pt x="803" y="129"/>
                      <a:pt x="803" y="129"/>
                    </a:cubicBezTo>
                    <a:cubicBezTo>
                      <a:pt x="799" y="127"/>
                      <a:pt x="799" y="127"/>
                      <a:pt x="799" y="127"/>
                    </a:cubicBezTo>
                    <a:cubicBezTo>
                      <a:pt x="798" y="126"/>
                      <a:pt x="798" y="126"/>
                      <a:pt x="798" y="126"/>
                    </a:cubicBezTo>
                    <a:cubicBezTo>
                      <a:pt x="794" y="124"/>
                      <a:pt x="794" y="124"/>
                      <a:pt x="794" y="124"/>
                    </a:cubicBezTo>
                    <a:cubicBezTo>
                      <a:pt x="793" y="123"/>
                      <a:pt x="793" y="123"/>
                      <a:pt x="793" y="123"/>
                    </a:cubicBezTo>
                    <a:cubicBezTo>
                      <a:pt x="789" y="121"/>
                      <a:pt x="789" y="121"/>
                      <a:pt x="789" y="121"/>
                    </a:cubicBezTo>
                    <a:cubicBezTo>
                      <a:pt x="788" y="120"/>
                      <a:pt x="788" y="120"/>
                      <a:pt x="788" y="120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68" y="108"/>
                      <a:pt x="768" y="108"/>
                      <a:pt x="768" y="108"/>
                    </a:cubicBezTo>
                    <a:cubicBezTo>
                      <a:pt x="767" y="108"/>
                      <a:pt x="767" y="108"/>
                      <a:pt x="767" y="108"/>
                    </a:cubicBezTo>
                    <a:cubicBezTo>
                      <a:pt x="763" y="105"/>
                      <a:pt x="763" y="105"/>
                      <a:pt x="763" y="105"/>
                    </a:cubicBezTo>
                    <a:cubicBezTo>
                      <a:pt x="762" y="104"/>
                      <a:pt x="762" y="104"/>
                      <a:pt x="762" y="104"/>
                    </a:cubicBezTo>
                    <a:cubicBezTo>
                      <a:pt x="758" y="102"/>
                      <a:pt x="758" y="102"/>
                      <a:pt x="758" y="102"/>
                    </a:cubicBezTo>
                    <a:cubicBezTo>
                      <a:pt x="756" y="102"/>
                      <a:pt x="756" y="102"/>
                      <a:pt x="756" y="102"/>
                    </a:cubicBezTo>
                    <a:cubicBezTo>
                      <a:pt x="753" y="99"/>
                      <a:pt x="753" y="99"/>
                      <a:pt x="753" y="99"/>
                    </a:cubicBezTo>
                    <a:cubicBezTo>
                      <a:pt x="751" y="99"/>
                      <a:pt x="751" y="99"/>
                      <a:pt x="751" y="99"/>
                    </a:cubicBezTo>
                    <a:cubicBezTo>
                      <a:pt x="747" y="97"/>
                      <a:pt x="747" y="97"/>
                      <a:pt x="747" y="97"/>
                    </a:cubicBezTo>
                    <a:cubicBezTo>
                      <a:pt x="746" y="96"/>
                      <a:pt x="746" y="96"/>
                      <a:pt x="746" y="96"/>
                    </a:cubicBezTo>
                    <a:cubicBezTo>
                      <a:pt x="742" y="94"/>
                      <a:pt x="742" y="94"/>
                      <a:pt x="742" y="94"/>
                    </a:cubicBezTo>
                    <a:cubicBezTo>
                      <a:pt x="741" y="93"/>
                      <a:pt x="741" y="93"/>
                      <a:pt x="741" y="93"/>
                    </a:cubicBezTo>
                    <a:cubicBezTo>
                      <a:pt x="734" y="90"/>
                      <a:pt x="727" y="86"/>
                      <a:pt x="720" y="82"/>
                    </a:cubicBezTo>
                    <a:cubicBezTo>
                      <a:pt x="719" y="82"/>
                      <a:pt x="719" y="82"/>
                      <a:pt x="719" y="82"/>
                    </a:cubicBezTo>
                    <a:cubicBezTo>
                      <a:pt x="714" y="80"/>
                      <a:pt x="714" y="80"/>
                      <a:pt x="714" y="80"/>
                    </a:cubicBezTo>
                    <a:cubicBezTo>
                      <a:pt x="713" y="79"/>
                      <a:pt x="713" y="79"/>
                      <a:pt x="713" y="79"/>
                    </a:cubicBezTo>
                    <a:cubicBezTo>
                      <a:pt x="709" y="77"/>
                      <a:pt x="709" y="77"/>
                      <a:pt x="709" y="77"/>
                    </a:cubicBezTo>
                    <a:cubicBezTo>
                      <a:pt x="708" y="77"/>
                      <a:pt x="708" y="77"/>
                      <a:pt x="708" y="77"/>
                    </a:cubicBezTo>
                    <a:cubicBezTo>
                      <a:pt x="704" y="75"/>
                      <a:pt x="704" y="75"/>
                      <a:pt x="704" y="75"/>
                    </a:cubicBezTo>
                    <a:cubicBezTo>
                      <a:pt x="703" y="74"/>
                      <a:pt x="703" y="74"/>
                      <a:pt x="703" y="74"/>
                    </a:cubicBezTo>
                    <a:cubicBezTo>
                      <a:pt x="698" y="72"/>
                      <a:pt x="698" y="72"/>
                      <a:pt x="698" y="72"/>
                    </a:cubicBezTo>
                    <a:cubicBezTo>
                      <a:pt x="697" y="72"/>
                      <a:pt x="697" y="72"/>
                      <a:pt x="697" y="72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87" y="67"/>
                      <a:pt x="681" y="64"/>
                      <a:pt x="675" y="62"/>
                    </a:cubicBezTo>
                    <a:cubicBezTo>
                      <a:pt x="675" y="62"/>
                      <a:pt x="675" y="62"/>
                      <a:pt x="675" y="62"/>
                    </a:cubicBezTo>
                    <a:cubicBezTo>
                      <a:pt x="670" y="60"/>
                      <a:pt x="670" y="60"/>
                      <a:pt x="670" y="60"/>
                    </a:cubicBezTo>
                    <a:cubicBezTo>
                      <a:pt x="669" y="59"/>
                      <a:pt x="669" y="59"/>
                      <a:pt x="669" y="59"/>
                    </a:cubicBezTo>
                    <a:cubicBezTo>
                      <a:pt x="665" y="57"/>
                      <a:pt x="665" y="57"/>
                      <a:pt x="665" y="57"/>
                    </a:cubicBezTo>
                    <a:cubicBezTo>
                      <a:pt x="664" y="57"/>
                      <a:pt x="664" y="57"/>
                      <a:pt x="664" y="57"/>
                    </a:cubicBezTo>
                    <a:cubicBezTo>
                      <a:pt x="659" y="55"/>
                      <a:pt x="659" y="55"/>
                      <a:pt x="659" y="55"/>
                    </a:cubicBezTo>
                    <a:cubicBezTo>
                      <a:pt x="658" y="55"/>
                      <a:pt x="658" y="55"/>
                      <a:pt x="658" y="55"/>
                    </a:cubicBezTo>
                    <a:cubicBezTo>
                      <a:pt x="654" y="53"/>
                      <a:pt x="654" y="53"/>
                      <a:pt x="654" y="53"/>
                    </a:cubicBezTo>
                    <a:cubicBezTo>
                      <a:pt x="653" y="52"/>
                      <a:pt x="653" y="52"/>
                      <a:pt x="653" y="52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38" y="47"/>
                      <a:pt x="628" y="43"/>
                      <a:pt x="619" y="40"/>
                    </a:cubicBezTo>
                    <a:cubicBezTo>
                      <a:pt x="618" y="40"/>
                      <a:pt x="618" y="40"/>
                      <a:pt x="618" y="40"/>
                    </a:cubicBezTo>
                    <a:cubicBezTo>
                      <a:pt x="613" y="38"/>
                      <a:pt x="613" y="38"/>
                      <a:pt x="613" y="38"/>
                    </a:cubicBezTo>
                    <a:cubicBezTo>
                      <a:pt x="612" y="38"/>
                      <a:pt x="612" y="38"/>
                      <a:pt x="612" y="38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2" y="34"/>
                      <a:pt x="602" y="34"/>
                      <a:pt x="602" y="34"/>
                    </a:cubicBezTo>
                    <a:cubicBezTo>
                      <a:pt x="601" y="34"/>
                      <a:pt x="601" y="34"/>
                      <a:pt x="601" y="34"/>
                    </a:cubicBezTo>
                    <a:cubicBezTo>
                      <a:pt x="596" y="32"/>
                      <a:pt x="596" y="32"/>
                      <a:pt x="596" y="32"/>
                    </a:cubicBezTo>
                    <a:cubicBezTo>
                      <a:pt x="595" y="32"/>
                      <a:pt x="595" y="32"/>
                      <a:pt x="595" y="32"/>
                    </a:cubicBezTo>
                    <a:cubicBezTo>
                      <a:pt x="587" y="29"/>
                      <a:pt x="580" y="27"/>
                      <a:pt x="572" y="25"/>
                    </a:cubicBezTo>
                    <a:cubicBezTo>
                      <a:pt x="571" y="25"/>
                      <a:pt x="571" y="25"/>
                      <a:pt x="571" y="25"/>
                    </a:cubicBezTo>
                    <a:cubicBezTo>
                      <a:pt x="566" y="23"/>
                      <a:pt x="566" y="23"/>
                      <a:pt x="566" y="23"/>
                    </a:cubicBezTo>
                    <a:cubicBezTo>
                      <a:pt x="565" y="23"/>
                      <a:pt x="565" y="23"/>
                      <a:pt x="565" y="23"/>
                    </a:cubicBezTo>
                    <a:cubicBezTo>
                      <a:pt x="560" y="22"/>
                      <a:pt x="560" y="22"/>
                      <a:pt x="560" y="22"/>
                    </a:cubicBezTo>
                    <a:cubicBezTo>
                      <a:pt x="559" y="21"/>
                      <a:pt x="559" y="21"/>
                      <a:pt x="559" y="21"/>
                    </a:cubicBezTo>
                    <a:cubicBezTo>
                      <a:pt x="555" y="20"/>
                      <a:pt x="555" y="20"/>
                      <a:pt x="555" y="20"/>
                    </a:cubicBezTo>
                    <a:cubicBezTo>
                      <a:pt x="553" y="20"/>
                      <a:pt x="553" y="20"/>
                      <a:pt x="553" y="20"/>
                    </a:cubicBezTo>
                    <a:cubicBezTo>
                      <a:pt x="549" y="18"/>
                      <a:pt x="549" y="18"/>
                      <a:pt x="549" y="18"/>
                    </a:cubicBezTo>
                    <a:cubicBezTo>
                      <a:pt x="548" y="18"/>
                      <a:pt x="548" y="18"/>
                      <a:pt x="548" y="18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0" y="14"/>
                      <a:pt x="524" y="12"/>
                      <a:pt x="518" y="11"/>
                    </a:cubicBezTo>
                    <a:cubicBezTo>
                      <a:pt x="517" y="11"/>
                      <a:pt x="517" y="11"/>
                      <a:pt x="517" y="11"/>
                    </a:cubicBezTo>
                    <a:cubicBezTo>
                      <a:pt x="512" y="10"/>
                      <a:pt x="512" y="10"/>
                      <a:pt x="512" y="10"/>
                    </a:cubicBezTo>
                    <a:cubicBezTo>
                      <a:pt x="511" y="9"/>
                      <a:pt x="511" y="9"/>
                      <a:pt x="511" y="9"/>
                    </a:cubicBezTo>
                    <a:cubicBezTo>
                      <a:pt x="506" y="8"/>
                      <a:pt x="506" y="8"/>
                      <a:pt x="506" y="8"/>
                    </a:cubicBezTo>
                    <a:cubicBezTo>
                      <a:pt x="505" y="8"/>
                      <a:pt x="505" y="8"/>
                      <a:pt x="505" y="8"/>
                    </a:cubicBezTo>
                    <a:cubicBezTo>
                      <a:pt x="501" y="7"/>
                      <a:pt x="501" y="7"/>
                      <a:pt x="501" y="7"/>
                    </a:cubicBezTo>
                    <a:cubicBezTo>
                      <a:pt x="499" y="7"/>
                      <a:pt x="499" y="7"/>
                      <a:pt x="499" y="7"/>
                    </a:cubicBezTo>
                    <a:cubicBezTo>
                      <a:pt x="495" y="6"/>
                      <a:pt x="495" y="6"/>
                      <a:pt x="495" y="6"/>
                    </a:cubicBezTo>
                    <a:cubicBezTo>
                      <a:pt x="493" y="6"/>
                      <a:pt x="493" y="6"/>
                      <a:pt x="493" y="6"/>
                    </a:cubicBezTo>
                    <a:cubicBezTo>
                      <a:pt x="489" y="5"/>
                      <a:pt x="489" y="5"/>
                      <a:pt x="489" y="5"/>
                    </a:cubicBezTo>
                    <a:cubicBezTo>
                      <a:pt x="487" y="4"/>
                      <a:pt x="487" y="4"/>
                      <a:pt x="487" y="4"/>
                    </a:cubicBezTo>
                    <a:cubicBezTo>
                      <a:pt x="482" y="4"/>
                      <a:pt x="482" y="4"/>
                      <a:pt x="482" y="4"/>
                    </a:cubicBezTo>
                    <a:cubicBezTo>
                      <a:pt x="481" y="3"/>
                      <a:pt x="481" y="3"/>
                      <a:pt x="481" y="3"/>
                    </a:cubicBezTo>
                    <a:cubicBezTo>
                      <a:pt x="475" y="2"/>
                      <a:pt x="475" y="2"/>
                      <a:pt x="475" y="2"/>
                    </a:cubicBezTo>
                    <a:cubicBezTo>
                      <a:pt x="474" y="2"/>
                      <a:pt x="474" y="2"/>
                      <a:pt x="474" y="2"/>
                    </a:cubicBezTo>
                    <a:cubicBezTo>
                      <a:pt x="462" y="1"/>
                      <a:pt x="450" y="1"/>
                      <a:pt x="438" y="1"/>
                    </a:cubicBezTo>
                    <a:cubicBezTo>
                      <a:pt x="432" y="0"/>
                      <a:pt x="426" y="0"/>
                      <a:pt x="420" y="0"/>
                    </a:cubicBezTo>
                    <a:cubicBezTo>
                      <a:pt x="283" y="0"/>
                      <a:pt x="155" y="38"/>
                      <a:pt x="71" y="118"/>
                    </a:cubicBezTo>
                  </a:path>
                </a:pathLst>
              </a:cu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389813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22"/>
          <p:cNvGrpSpPr>
            <a:grpSpLocks noSelect="1" noChangeAspect="1"/>
          </p:cNvGrpSpPr>
          <p:nvPr/>
        </p:nvGrpSpPr>
        <p:grpSpPr bwMode="gray">
          <a:xfrm>
            <a:off x="2118" y="0"/>
            <a:ext cx="12187767" cy="6858000"/>
            <a:chOff x="1" y="0"/>
            <a:chExt cx="5758" cy="3240"/>
          </a:xfrm>
        </p:grpSpPr>
        <p:sp>
          <p:nvSpPr>
            <p:cNvPr id="15" name="Freeform 23"/>
            <p:cNvSpPr>
              <a:spLocks noSelect="1"/>
            </p:cNvSpPr>
            <p:nvPr/>
          </p:nvSpPr>
          <p:spPr bwMode="gray">
            <a:xfrm>
              <a:off x="1" y="0"/>
              <a:ext cx="5758" cy="324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320"/>
                </a:cxn>
                <a:cxn ang="0">
                  <a:pos x="7680" y="4320"/>
                </a:cxn>
                <a:cxn ang="0">
                  <a:pos x="7680" y="0"/>
                </a:cxn>
                <a:cxn ang="0">
                  <a:pos x="0" y="0"/>
                </a:cxn>
                <a:cxn ang="0">
                  <a:pos x="2798" y="2650"/>
                </a:cxn>
                <a:cxn ang="0">
                  <a:pos x="2551" y="2710"/>
                </a:cxn>
                <a:cxn ang="0">
                  <a:pos x="2030" y="2248"/>
                </a:cxn>
                <a:cxn ang="0">
                  <a:pos x="2315" y="1980"/>
                </a:cxn>
                <a:cxn ang="0">
                  <a:pos x="2363" y="1980"/>
                </a:cxn>
                <a:cxn ang="0">
                  <a:pos x="2777" y="1980"/>
                </a:cxn>
                <a:cxn ang="0">
                  <a:pos x="2706" y="2332"/>
                </a:cxn>
                <a:cxn ang="0">
                  <a:pos x="2528" y="2063"/>
                </a:cxn>
                <a:cxn ang="0">
                  <a:pos x="2502" y="2048"/>
                </a:cxn>
                <a:cxn ang="0">
                  <a:pos x="2363" y="2048"/>
                </a:cxn>
                <a:cxn ang="0">
                  <a:pos x="2356" y="2048"/>
                </a:cxn>
                <a:cxn ang="0">
                  <a:pos x="2336" y="2064"/>
                </a:cxn>
                <a:cxn ang="0">
                  <a:pos x="2332" y="2084"/>
                </a:cxn>
                <a:cxn ang="0">
                  <a:pos x="2332" y="2084"/>
                </a:cxn>
                <a:cxn ang="0">
                  <a:pos x="2259" y="2446"/>
                </a:cxn>
                <a:cxn ang="0">
                  <a:pos x="2272" y="2464"/>
                </a:cxn>
                <a:cxn ang="0">
                  <a:pos x="2362" y="2464"/>
                </a:cxn>
                <a:cxn ang="0">
                  <a:pos x="2379" y="2464"/>
                </a:cxn>
                <a:cxn ang="0">
                  <a:pos x="2399" y="2447"/>
                </a:cxn>
                <a:cxn ang="0">
                  <a:pos x="2440" y="2244"/>
                </a:cxn>
                <a:cxn ang="0">
                  <a:pos x="2453" y="2180"/>
                </a:cxn>
                <a:cxn ang="0">
                  <a:pos x="2631" y="2449"/>
                </a:cxn>
                <a:cxn ang="0">
                  <a:pos x="2657" y="2464"/>
                </a:cxn>
                <a:cxn ang="0">
                  <a:pos x="2803" y="2464"/>
                </a:cxn>
                <a:cxn ang="0">
                  <a:pos x="2823" y="2447"/>
                </a:cxn>
                <a:cxn ang="0">
                  <a:pos x="2853" y="2301"/>
                </a:cxn>
                <a:cxn ang="0">
                  <a:pos x="2907" y="2037"/>
                </a:cxn>
                <a:cxn ang="0">
                  <a:pos x="2901" y="2006"/>
                </a:cxn>
                <a:cxn ang="0">
                  <a:pos x="2812" y="1867"/>
                </a:cxn>
                <a:cxn ang="0">
                  <a:pos x="2786" y="1852"/>
                </a:cxn>
                <a:cxn ang="0">
                  <a:pos x="2365" y="1852"/>
                </a:cxn>
                <a:cxn ang="0">
                  <a:pos x="2137" y="1852"/>
                </a:cxn>
                <a:cxn ang="0">
                  <a:pos x="2135" y="1819"/>
                </a:cxn>
                <a:cxn ang="0">
                  <a:pos x="2551" y="1626"/>
                </a:cxn>
                <a:cxn ang="0">
                  <a:pos x="2644" y="1634"/>
                </a:cxn>
                <a:cxn ang="0">
                  <a:pos x="3016" y="1889"/>
                </a:cxn>
                <a:cxn ang="0">
                  <a:pos x="3093" y="2168"/>
                </a:cxn>
                <a:cxn ang="0">
                  <a:pos x="2798" y="2650"/>
                </a:cxn>
              </a:cxnLst>
              <a:rect l="0" t="0" r="r" b="b"/>
              <a:pathLst>
                <a:path w="7680" h="4320">
                  <a:moveTo>
                    <a:pt x="0" y="0"/>
                  </a:moveTo>
                  <a:cubicBezTo>
                    <a:pt x="0" y="4320"/>
                    <a:pt x="0" y="4320"/>
                    <a:pt x="0" y="4320"/>
                  </a:cubicBezTo>
                  <a:cubicBezTo>
                    <a:pt x="7680" y="4320"/>
                    <a:pt x="7680" y="4320"/>
                    <a:pt x="7680" y="4320"/>
                  </a:cubicBezTo>
                  <a:cubicBezTo>
                    <a:pt x="7680" y="0"/>
                    <a:pt x="7680" y="0"/>
                    <a:pt x="7680" y="0"/>
                  </a:cubicBezTo>
                  <a:lnTo>
                    <a:pt x="0" y="0"/>
                  </a:lnTo>
                  <a:close/>
                  <a:moveTo>
                    <a:pt x="2798" y="2650"/>
                  </a:moveTo>
                  <a:cubicBezTo>
                    <a:pt x="2724" y="2688"/>
                    <a:pt x="2640" y="2710"/>
                    <a:pt x="2551" y="2710"/>
                  </a:cubicBezTo>
                  <a:cubicBezTo>
                    <a:pt x="2240" y="2710"/>
                    <a:pt x="2030" y="2453"/>
                    <a:pt x="2030" y="2248"/>
                  </a:cubicBezTo>
                  <a:cubicBezTo>
                    <a:pt x="2030" y="2046"/>
                    <a:pt x="2169" y="1980"/>
                    <a:pt x="2315" y="1980"/>
                  </a:cubicBezTo>
                  <a:cubicBezTo>
                    <a:pt x="2363" y="1980"/>
                    <a:pt x="2363" y="1980"/>
                    <a:pt x="2363" y="1980"/>
                  </a:cubicBezTo>
                  <a:cubicBezTo>
                    <a:pt x="2777" y="1980"/>
                    <a:pt x="2777" y="1980"/>
                    <a:pt x="2777" y="1980"/>
                  </a:cubicBezTo>
                  <a:cubicBezTo>
                    <a:pt x="2706" y="2332"/>
                    <a:pt x="2706" y="2332"/>
                    <a:pt x="2706" y="2332"/>
                  </a:cubicBezTo>
                  <a:cubicBezTo>
                    <a:pt x="2528" y="2063"/>
                    <a:pt x="2528" y="2063"/>
                    <a:pt x="2528" y="2063"/>
                  </a:cubicBezTo>
                  <a:cubicBezTo>
                    <a:pt x="2523" y="2055"/>
                    <a:pt x="2511" y="2048"/>
                    <a:pt x="2502" y="2048"/>
                  </a:cubicBezTo>
                  <a:cubicBezTo>
                    <a:pt x="2363" y="2048"/>
                    <a:pt x="2363" y="2048"/>
                    <a:pt x="2363" y="2048"/>
                  </a:cubicBezTo>
                  <a:cubicBezTo>
                    <a:pt x="2356" y="2048"/>
                    <a:pt x="2356" y="2048"/>
                    <a:pt x="2356" y="2048"/>
                  </a:cubicBezTo>
                  <a:cubicBezTo>
                    <a:pt x="2347" y="2048"/>
                    <a:pt x="2338" y="2055"/>
                    <a:pt x="2336" y="2064"/>
                  </a:cubicBezTo>
                  <a:cubicBezTo>
                    <a:pt x="2332" y="2084"/>
                    <a:pt x="2332" y="2084"/>
                    <a:pt x="2332" y="2084"/>
                  </a:cubicBezTo>
                  <a:cubicBezTo>
                    <a:pt x="2332" y="2084"/>
                    <a:pt x="2332" y="2084"/>
                    <a:pt x="2332" y="2084"/>
                  </a:cubicBezTo>
                  <a:cubicBezTo>
                    <a:pt x="2259" y="2446"/>
                    <a:pt x="2259" y="2446"/>
                    <a:pt x="2259" y="2446"/>
                  </a:cubicBezTo>
                  <a:cubicBezTo>
                    <a:pt x="2257" y="2455"/>
                    <a:pt x="2263" y="2464"/>
                    <a:pt x="2272" y="2464"/>
                  </a:cubicBezTo>
                  <a:cubicBezTo>
                    <a:pt x="2362" y="2464"/>
                    <a:pt x="2362" y="2464"/>
                    <a:pt x="2362" y="2464"/>
                  </a:cubicBezTo>
                  <a:cubicBezTo>
                    <a:pt x="2379" y="2464"/>
                    <a:pt x="2379" y="2464"/>
                    <a:pt x="2379" y="2464"/>
                  </a:cubicBezTo>
                  <a:cubicBezTo>
                    <a:pt x="2388" y="2464"/>
                    <a:pt x="2397" y="2456"/>
                    <a:pt x="2399" y="2447"/>
                  </a:cubicBezTo>
                  <a:cubicBezTo>
                    <a:pt x="2440" y="2244"/>
                    <a:pt x="2440" y="2244"/>
                    <a:pt x="2440" y="2244"/>
                  </a:cubicBezTo>
                  <a:cubicBezTo>
                    <a:pt x="2453" y="2180"/>
                    <a:pt x="2453" y="2180"/>
                    <a:pt x="2453" y="2180"/>
                  </a:cubicBezTo>
                  <a:cubicBezTo>
                    <a:pt x="2631" y="2449"/>
                    <a:pt x="2631" y="2449"/>
                    <a:pt x="2631" y="2449"/>
                  </a:cubicBezTo>
                  <a:cubicBezTo>
                    <a:pt x="2636" y="2457"/>
                    <a:pt x="2648" y="2464"/>
                    <a:pt x="2657" y="2464"/>
                  </a:cubicBezTo>
                  <a:cubicBezTo>
                    <a:pt x="2803" y="2464"/>
                    <a:pt x="2803" y="2464"/>
                    <a:pt x="2803" y="2464"/>
                  </a:cubicBezTo>
                  <a:cubicBezTo>
                    <a:pt x="2812" y="2464"/>
                    <a:pt x="2822" y="2456"/>
                    <a:pt x="2823" y="2447"/>
                  </a:cubicBezTo>
                  <a:cubicBezTo>
                    <a:pt x="2853" y="2301"/>
                    <a:pt x="2853" y="2301"/>
                    <a:pt x="2853" y="2301"/>
                  </a:cubicBezTo>
                  <a:cubicBezTo>
                    <a:pt x="2907" y="2037"/>
                    <a:pt x="2907" y="2037"/>
                    <a:pt x="2907" y="2037"/>
                  </a:cubicBezTo>
                  <a:cubicBezTo>
                    <a:pt x="2909" y="2028"/>
                    <a:pt x="2906" y="2014"/>
                    <a:pt x="2901" y="2006"/>
                  </a:cubicBezTo>
                  <a:cubicBezTo>
                    <a:pt x="2812" y="1867"/>
                    <a:pt x="2812" y="1867"/>
                    <a:pt x="2812" y="1867"/>
                  </a:cubicBezTo>
                  <a:cubicBezTo>
                    <a:pt x="2807" y="1859"/>
                    <a:pt x="2796" y="1852"/>
                    <a:pt x="2786" y="1852"/>
                  </a:cubicBezTo>
                  <a:cubicBezTo>
                    <a:pt x="2365" y="1852"/>
                    <a:pt x="2365" y="1852"/>
                    <a:pt x="2365" y="1852"/>
                  </a:cubicBezTo>
                  <a:cubicBezTo>
                    <a:pt x="2137" y="1852"/>
                    <a:pt x="2137" y="1852"/>
                    <a:pt x="2137" y="1852"/>
                  </a:cubicBezTo>
                  <a:cubicBezTo>
                    <a:pt x="2113" y="1852"/>
                    <a:pt x="2116" y="1843"/>
                    <a:pt x="2135" y="1819"/>
                  </a:cubicBezTo>
                  <a:cubicBezTo>
                    <a:pt x="2235" y="1701"/>
                    <a:pt x="2384" y="1626"/>
                    <a:pt x="2551" y="1626"/>
                  </a:cubicBezTo>
                  <a:cubicBezTo>
                    <a:pt x="2583" y="1626"/>
                    <a:pt x="2614" y="1629"/>
                    <a:pt x="2644" y="1634"/>
                  </a:cubicBezTo>
                  <a:cubicBezTo>
                    <a:pt x="2802" y="1661"/>
                    <a:pt x="2936" y="1757"/>
                    <a:pt x="3016" y="1889"/>
                  </a:cubicBezTo>
                  <a:cubicBezTo>
                    <a:pt x="3064" y="1971"/>
                    <a:pt x="3093" y="2066"/>
                    <a:pt x="3093" y="2168"/>
                  </a:cubicBezTo>
                  <a:cubicBezTo>
                    <a:pt x="3093" y="2378"/>
                    <a:pt x="2973" y="2560"/>
                    <a:pt x="2798" y="265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  <p:sp>
          <p:nvSpPr>
            <p:cNvPr id="16" name="Freeform 24"/>
            <p:cNvSpPr>
              <a:spLocks noSelect="1"/>
            </p:cNvSpPr>
            <p:nvPr/>
          </p:nvSpPr>
          <p:spPr bwMode="gray">
            <a:xfrm>
              <a:off x="2492" y="1331"/>
              <a:ext cx="1280" cy="232"/>
            </a:xfrm>
            <a:custGeom>
              <a:avLst/>
              <a:gdLst/>
              <a:ahLst/>
              <a:cxnLst>
                <a:cxn ang="0">
                  <a:pos x="913" y="197"/>
                </a:cxn>
                <a:cxn ang="0">
                  <a:pos x="863" y="197"/>
                </a:cxn>
                <a:cxn ang="0">
                  <a:pos x="811" y="269"/>
                </a:cxn>
                <a:cxn ang="0">
                  <a:pos x="48" y="298"/>
                </a:cxn>
                <a:cxn ang="0">
                  <a:pos x="134" y="175"/>
                </a:cxn>
                <a:cxn ang="0">
                  <a:pos x="176" y="305"/>
                </a:cxn>
                <a:cxn ang="0">
                  <a:pos x="109" y="85"/>
                </a:cxn>
                <a:cxn ang="0">
                  <a:pos x="37" y="90"/>
                </a:cxn>
                <a:cxn ang="0">
                  <a:pos x="0" y="298"/>
                </a:cxn>
                <a:cxn ang="0">
                  <a:pos x="996" y="305"/>
                </a:cxn>
                <a:cxn ang="0">
                  <a:pos x="1050" y="129"/>
                </a:cxn>
                <a:cxn ang="0">
                  <a:pos x="1094" y="305"/>
                </a:cxn>
                <a:cxn ang="0">
                  <a:pos x="1136" y="168"/>
                </a:cxn>
                <a:cxn ang="0">
                  <a:pos x="997" y="96"/>
                </a:cxn>
                <a:cxn ang="0">
                  <a:pos x="954" y="96"/>
                </a:cxn>
                <a:cxn ang="0">
                  <a:pos x="996" y="305"/>
                </a:cxn>
                <a:cxn ang="0">
                  <a:pos x="367" y="200"/>
                </a:cxn>
                <a:cxn ang="0">
                  <a:pos x="321" y="126"/>
                </a:cxn>
                <a:cxn ang="0">
                  <a:pos x="312" y="310"/>
                </a:cxn>
                <a:cxn ang="0">
                  <a:pos x="379" y="305"/>
                </a:cxn>
                <a:cxn ang="0">
                  <a:pos x="415" y="96"/>
                </a:cxn>
                <a:cxn ang="0">
                  <a:pos x="375" y="96"/>
                </a:cxn>
                <a:cxn ang="0">
                  <a:pos x="1275" y="126"/>
                </a:cxn>
                <a:cxn ang="0">
                  <a:pos x="1276" y="269"/>
                </a:cxn>
                <a:cxn ang="0">
                  <a:pos x="1266" y="85"/>
                </a:cxn>
                <a:cxn ang="0">
                  <a:pos x="1323" y="277"/>
                </a:cxn>
                <a:cxn ang="0">
                  <a:pos x="1363" y="305"/>
                </a:cxn>
                <a:cxn ang="0">
                  <a:pos x="1363" y="90"/>
                </a:cxn>
                <a:cxn ang="0">
                  <a:pos x="1326" y="115"/>
                </a:cxn>
                <a:cxn ang="0">
                  <a:pos x="618" y="100"/>
                </a:cxn>
                <a:cxn ang="0">
                  <a:pos x="660" y="305"/>
                </a:cxn>
                <a:cxn ang="0">
                  <a:pos x="660" y="90"/>
                </a:cxn>
                <a:cxn ang="0">
                  <a:pos x="1421" y="11"/>
                </a:cxn>
                <a:cxn ang="0">
                  <a:pos x="1463" y="305"/>
                </a:cxn>
                <a:cxn ang="0">
                  <a:pos x="1463" y="1"/>
                </a:cxn>
                <a:cxn ang="0">
                  <a:pos x="642" y="6"/>
                </a:cxn>
                <a:cxn ang="0">
                  <a:pos x="670" y="34"/>
                </a:cxn>
                <a:cxn ang="0">
                  <a:pos x="539" y="270"/>
                </a:cxn>
                <a:cxn ang="0">
                  <a:pos x="563" y="129"/>
                </a:cxn>
                <a:cxn ang="0">
                  <a:pos x="563" y="90"/>
                </a:cxn>
                <a:cxn ang="0">
                  <a:pos x="512" y="27"/>
                </a:cxn>
                <a:cxn ang="0">
                  <a:pos x="470" y="250"/>
                </a:cxn>
                <a:cxn ang="0">
                  <a:pos x="573" y="296"/>
                </a:cxn>
                <a:cxn ang="0">
                  <a:pos x="1610" y="125"/>
                </a:cxn>
                <a:cxn ang="0">
                  <a:pos x="1614" y="310"/>
                </a:cxn>
                <a:cxn ang="0">
                  <a:pos x="1681" y="259"/>
                </a:cxn>
                <a:cxn ang="0">
                  <a:pos x="1562" y="215"/>
                </a:cxn>
                <a:cxn ang="0">
                  <a:pos x="1706" y="196"/>
                </a:cxn>
                <a:cxn ang="0">
                  <a:pos x="1614" y="310"/>
                </a:cxn>
              </a:cxnLst>
              <a:rect l="0" t="0" r="r" b="b"/>
              <a:pathLst>
                <a:path w="1707" h="310">
                  <a:moveTo>
                    <a:pt x="708" y="197"/>
                  </a:moveTo>
                  <a:cubicBezTo>
                    <a:pt x="708" y="134"/>
                    <a:pt x="746" y="85"/>
                    <a:pt x="810" y="85"/>
                  </a:cubicBezTo>
                  <a:cubicBezTo>
                    <a:pt x="874" y="85"/>
                    <a:pt x="913" y="134"/>
                    <a:pt x="913" y="197"/>
                  </a:cubicBezTo>
                  <a:cubicBezTo>
                    <a:pt x="913" y="263"/>
                    <a:pt x="871" y="310"/>
                    <a:pt x="810" y="310"/>
                  </a:cubicBezTo>
                  <a:cubicBezTo>
                    <a:pt x="748" y="310"/>
                    <a:pt x="708" y="263"/>
                    <a:pt x="708" y="197"/>
                  </a:cubicBezTo>
                  <a:moveTo>
                    <a:pt x="863" y="197"/>
                  </a:moveTo>
                  <a:cubicBezTo>
                    <a:pt x="863" y="155"/>
                    <a:pt x="842" y="126"/>
                    <a:pt x="810" y="126"/>
                  </a:cubicBezTo>
                  <a:cubicBezTo>
                    <a:pt x="777" y="126"/>
                    <a:pt x="758" y="156"/>
                    <a:pt x="758" y="197"/>
                  </a:cubicBezTo>
                  <a:cubicBezTo>
                    <a:pt x="758" y="235"/>
                    <a:pt x="775" y="269"/>
                    <a:pt x="811" y="269"/>
                  </a:cubicBezTo>
                  <a:cubicBezTo>
                    <a:pt x="843" y="269"/>
                    <a:pt x="863" y="239"/>
                    <a:pt x="863" y="197"/>
                  </a:cubicBezTo>
                  <a:moveTo>
                    <a:pt x="42" y="305"/>
                  </a:moveTo>
                  <a:cubicBezTo>
                    <a:pt x="45" y="305"/>
                    <a:pt x="48" y="302"/>
                    <a:pt x="48" y="298"/>
                  </a:cubicBezTo>
                  <a:cubicBezTo>
                    <a:pt x="48" y="191"/>
                    <a:pt x="48" y="191"/>
                    <a:pt x="48" y="191"/>
                  </a:cubicBezTo>
                  <a:cubicBezTo>
                    <a:pt x="48" y="151"/>
                    <a:pt x="71" y="129"/>
                    <a:pt x="96" y="129"/>
                  </a:cubicBezTo>
                  <a:cubicBezTo>
                    <a:pt x="115" y="129"/>
                    <a:pt x="134" y="139"/>
                    <a:pt x="134" y="175"/>
                  </a:cubicBezTo>
                  <a:cubicBezTo>
                    <a:pt x="134" y="298"/>
                    <a:pt x="134" y="298"/>
                    <a:pt x="134" y="298"/>
                  </a:cubicBezTo>
                  <a:cubicBezTo>
                    <a:pt x="134" y="302"/>
                    <a:pt x="137" y="305"/>
                    <a:pt x="140" y="305"/>
                  </a:cubicBezTo>
                  <a:cubicBezTo>
                    <a:pt x="176" y="305"/>
                    <a:pt x="176" y="305"/>
                    <a:pt x="176" y="305"/>
                  </a:cubicBezTo>
                  <a:cubicBezTo>
                    <a:pt x="179" y="305"/>
                    <a:pt x="182" y="302"/>
                    <a:pt x="182" y="298"/>
                  </a:cubicBezTo>
                  <a:cubicBezTo>
                    <a:pt x="182" y="168"/>
                    <a:pt x="182" y="168"/>
                    <a:pt x="182" y="168"/>
                  </a:cubicBezTo>
                  <a:cubicBezTo>
                    <a:pt x="182" y="109"/>
                    <a:pt x="150" y="85"/>
                    <a:pt x="109" y="85"/>
                  </a:cubicBezTo>
                  <a:cubicBezTo>
                    <a:pt x="83" y="85"/>
                    <a:pt x="59" y="100"/>
                    <a:pt x="45" y="118"/>
                  </a:cubicBezTo>
                  <a:cubicBezTo>
                    <a:pt x="43" y="96"/>
                    <a:pt x="43" y="96"/>
                    <a:pt x="43" y="96"/>
                  </a:cubicBezTo>
                  <a:cubicBezTo>
                    <a:pt x="43" y="93"/>
                    <a:pt x="40" y="90"/>
                    <a:pt x="37" y="90"/>
                  </a:cubicBezTo>
                  <a:cubicBezTo>
                    <a:pt x="6" y="90"/>
                    <a:pt x="6" y="90"/>
                    <a:pt x="6" y="90"/>
                  </a:cubicBezTo>
                  <a:cubicBezTo>
                    <a:pt x="3" y="90"/>
                    <a:pt x="0" y="93"/>
                    <a:pt x="0" y="96"/>
                  </a:cubicBezTo>
                  <a:cubicBezTo>
                    <a:pt x="0" y="298"/>
                    <a:pt x="0" y="298"/>
                    <a:pt x="0" y="298"/>
                  </a:cubicBezTo>
                  <a:cubicBezTo>
                    <a:pt x="0" y="302"/>
                    <a:pt x="3" y="305"/>
                    <a:pt x="6" y="305"/>
                  </a:cubicBezTo>
                  <a:lnTo>
                    <a:pt x="42" y="305"/>
                  </a:lnTo>
                  <a:close/>
                  <a:moveTo>
                    <a:pt x="996" y="305"/>
                  </a:moveTo>
                  <a:cubicBezTo>
                    <a:pt x="999" y="305"/>
                    <a:pt x="1002" y="302"/>
                    <a:pt x="1002" y="298"/>
                  </a:cubicBezTo>
                  <a:cubicBezTo>
                    <a:pt x="1002" y="191"/>
                    <a:pt x="1002" y="191"/>
                    <a:pt x="1002" y="191"/>
                  </a:cubicBezTo>
                  <a:cubicBezTo>
                    <a:pt x="1002" y="151"/>
                    <a:pt x="1025" y="129"/>
                    <a:pt x="1050" y="129"/>
                  </a:cubicBezTo>
                  <a:cubicBezTo>
                    <a:pt x="1069" y="129"/>
                    <a:pt x="1088" y="139"/>
                    <a:pt x="1088" y="175"/>
                  </a:cubicBezTo>
                  <a:cubicBezTo>
                    <a:pt x="1088" y="298"/>
                    <a:pt x="1088" y="298"/>
                    <a:pt x="1088" y="298"/>
                  </a:cubicBezTo>
                  <a:cubicBezTo>
                    <a:pt x="1088" y="302"/>
                    <a:pt x="1090" y="305"/>
                    <a:pt x="1094" y="305"/>
                  </a:cubicBezTo>
                  <a:cubicBezTo>
                    <a:pt x="1130" y="305"/>
                    <a:pt x="1130" y="305"/>
                    <a:pt x="1130" y="305"/>
                  </a:cubicBezTo>
                  <a:cubicBezTo>
                    <a:pt x="1133" y="305"/>
                    <a:pt x="1136" y="302"/>
                    <a:pt x="1136" y="298"/>
                  </a:cubicBezTo>
                  <a:cubicBezTo>
                    <a:pt x="1136" y="168"/>
                    <a:pt x="1136" y="168"/>
                    <a:pt x="1136" y="168"/>
                  </a:cubicBezTo>
                  <a:cubicBezTo>
                    <a:pt x="1136" y="109"/>
                    <a:pt x="1104" y="85"/>
                    <a:pt x="1063" y="85"/>
                  </a:cubicBezTo>
                  <a:cubicBezTo>
                    <a:pt x="1037" y="85"/>
                    <a:pt x="1013" y="100"/>
                    <a:pt x="999" y="118"/>
                  </a:cubicBezTo>
                  <a:cubicBezTo>
                    <a:pt x="997" y="96"/>
                    <a:pt x="997" y="96"/>
                    <a:pt x="997" y="96"/>
                  </a:cubicBezTo>
                  <a:cubicBezTo>
                    <a:pt x="996" y="93"/>
                    <a:pt x="994" y="90"/>
                    <a:pt x="990" y="90"/>
                  </a:cubicBezTo>
                  <a:cubicBezTo>
                    <a:pt x="960" y="90"/>
                    <a:pt x="960" y="90"/>
                    <a:pt x="960" y="90"/>
                  </a:cubicBezTo>
                  <a:cubicBezTo>
                    <a:pt x="957" y="90"/>
                    <a:pt x="954" y="93"/>
                    <a:pt x="954" y="96"/>
                  </a:cubicBezTo>
                  <a:cubicBezTo>
                    <a:pt x="954" y="298"/>
                    <a:pt x="954" y="298"/>
                    <a:pt x="954" y="298"/>
                  </a:cubicBezTo>
                  <a:cubicBezTo>
                    <a:pt x="954" y="302"/>
                    <a:pt x="957" y="305"/>
                    <a:pt x="960" y="305"/>
                  </a:cubicBezTo>
                  <a:lnTo>
                    <a:pt x="996" y="305"/>
                  </a:lnTo>
                  <a:close/>
                  <a:moveTo>
                    <a:pt x="321" y="126"/>
                  </a:moveTo>
                  <a:cubicBezTo>
                    <a:pt x="343" y="126"/>
                    <a:pt x="367" y="142"/>
                    <a:pt x="367" y="190"/>
                  </a:cubicBezTo>
                  <a:cubicBezTo>
                    <a:pt x="367" y="200"/>
                    <a:pt x="367" y="200"/>
                    <a:pt x="367" y="200"/>
                  </a:cubicBezTo>
                  <a:cubicBezTo>
                    <a:pt x="367" y="255"/>
                    <a:pt x="340" y="269"/>
                    <a:pt x="322" y="269"/>
                  </a:cubicBezTo>
                  <a:cubicBezTo>
                    <a:pt x="290" y="269"/>
                    <a:pt x="272" y="235"/>
                    <a:pt x="272" y="197"/>
                  </a:cubicBezTo>
                  <a:cubicBezTo>
                    <a:pt x="272" y="154"/>
                    <a:pt x="292" y="126"/>
                    <a:pt x="321" y="126"/>
                  </a:cubicBezTo>
                  <a:moveTo>
                    <a:pt x="312" y="85"/>
                  </a:moveTo>
                  <a:cubicBezTo>
                    <a:pt x="266" y="85"/>
                    <a:pt x="222" y="122"/>
                    <a:pt x="222" y="197"/>
                  </a:cubicBezTo>
                  <a:cubicBezTo>
                    <a:pt x="222" y="259"/>
                    <a:pt x="255" y="310"/>
                    <a:pt x="312" y="310"/>
                  </a:cubicBezTo>
                  <a:cubicBezTo>
                    <a:pt x="337" y="310"/>
                    <a:pt x="359" y="294"/>
                    <a:pt x="369" y="277"/>
                  </a:cubicBezTo>
                  <a:cubicBezTo>
                    <a:pt x="372" y="298"/>
                    <a:pt x="372" y="298"/>
                    <a:pt x="372" y="298"/>
                  </a:cubicBezTo>
                  <a:cubicBezTo>
                    <a:pt x="373" y="302"/>
                    <a:pt x="376" y="305"/>
                    <a:pt x="379" y="305"/>
                  </a:cubicBezTo>
                  <a:cubicBezTo>
                    <a:pt x="409" y="305"/>
                    <a:pt x="409" y="305"/>
                    <a:pt x="409" y="305"/>
                  </a:cubicBezTo>
                  <a:cubicBezTo>
                    <a:pt x="412" y="305"/>
                    <a:pt x="415" y="302"/>
                    <a:pt x="415" y="298"/>
                  </a:cubicBezTo>
                  <a:cubicBezTo>
                    <a:pt x="415" y="96"/>
                    <a:pt x="415" y="96"/>
                    <a:pt x="415" y="96"/>
                  </a:cubicBezTo>
                  <a:cubicBezTo>
                    <a:pt x="415" y="93"/>
                    <a:pt x="412" y="90"/>
                    <a:pt x="409" y="90"/>
                  </a:cubicBezTo>
                  <a:cubicBezTo>
                    <a:pt x="381" y="90"/>
                    <a:pt x="381" y="90"/>
                    <a:pt x="381" y="90"/>
                  </a:cubicBezTo>
                  <a:cubicBezTo>
                    <a:pt x="378" y="90"/>
                    <a:pt x="375" y="93"/>
                    <a:pt x="375" y="96"/>
                  </a:cubicBezTo>
                  <a:cubicBezTo>
                    <a:pt x="372" y="115"/>
                    <a:pt x="372" y="115"/>
                    <a:pt x="372" y="115"/>
                  </a:cubicBezTo>
                  <a:cubicBezTo>
                    <a:pt x="359" y="98"/>
                    <a:pt x="339" y="85"/>
                    <a:pt x="312" y="85"/>
                  </a:cubicBezTo>
                  <a:moveTo>
                    <a:pt x="1275" y="126"/>
                  </a:moveTo>
                  <a:cubicBezTo>
                    <a:pt x="1297" y="126"/>
                    <a:pt x="1321" y="142"/>
                    <a:pt x="1321" y="190"/>
                  </a:cubicBezTo>
                  <a:cubicBezTo>
                    <a:pt x="1321" y="200"/>
                    <a:pt x="1321" y="200"/>
                    <a:pt x="1321" y="200"/>
                  </a:cubicBezTo>
                  <a:cubicBezTo>
                    <a:pt x="1321" y="255"/>
                    <a:pt x="1294" y="269"/>
                    <a:pt x="1276" y="269"/>
                  </a:cubicBezTo>
                  <a:cubicBezTo>
                    <a:pt x="1244" y="269"/>
                    <a:pt x="1226" y="235"/>
                    <a:pt x="1226" y="197"/>
                  </a:cubicBezTo>
                  <a:cubicBezTo>
                    <a:pt x="1226" y="154"/>
                    <a:pt x="1246" y="126"/>
                    <a:pt x="1275" y="126"/>
                  </a:cubicBezTo>
                  <a:moveTo>
                    <a:pt x="1266" y="85"/>
                  </a:moveTo>
                  <a:cubicBezTo>
                    <a:pt x="1220" y="85"/>
                    <a:pt x="1176" y="122"/>
                    <a:pt x="1176" y="197"/>
                  </a:cubicBezTo>
                  <a:cubicBezTo>
                    <a:pt x="1176" y="259"/>
                    <a:pt x="1209" y="310"/>
                    <a:pt x="1266" y="310"/>
                  </a:cubicBezTo>
                  <a:cubicBezTo>
                    <a:pt x="1291" y="310"/>
                    <a:pt x="1313" y="294"/>
                    <a:pt x="1323" y="277"/>
                  </a:cubicBezTo>
                  <a:cubicBezTo>
                    <a:pt x="1327" y="298"/>
                    <a:pt x="1327" y="298"/>
                    <a:pt x="1327" y="298"/>
                  </a:cubicBezTo>
                  <a:cubicBezTo>
                    <a:pt x="1327" y="302"/>
                    <a:pt x="1330" y="305"/>
                    <a:pt x="1333" y="305"/>
                  </a:cubicBezTo>
                  <a:cubicBezTo>
                    <a:pt x="1363" y="305"/>
                    <a:pt x="1363" y="305"/>
                    <a:pt x="1363" y="305"/>
                  </a:cubicBezTo>
                  <a:cubicBezTo>
                    <a:pt x="1366" y="305"/>
                    <a:pt x="1369" y="302"/>
                    <a:pt x="1369" y="298"/>
                  </a:cubicBezTo>
                  <a:cubicBezTo>
                    <a:pt x="1369" y="96"/>
                    <a:pt x="1369" y="96"/>
                    <a:pt x="1369" y="96"/>
                  </a:cubicBezTo>
                  <a:cubicBezTo>
                    <a:pt x="1369" y="93"/>
                    <a:pt x="1366" y="90"/>
                    <a:pt x="1363" y="90"/>
                  </a:cubicBezTo>
                  <a:cubicBezTo>
                    <a:pt x="1335" y="90"/>
                    <a:pt x="1335" y="90"/>
                    <a:pt x="1335" y="90"/>
                  </a:cubicBezTo>
                  <a:cubicBezTo>
                    <a:pt x="1332" y="90"/>
                    <a:pt x="1329" y="93"/>
                    <a:pt x="1329" y="96"/>
                  </a:cubicBezTo>
                  <a:cubicBezTo>
                    <a:pt x="1326" y="115"/>
                    <a:pt x="1326" y="115"/>
                    <a:pt x="1326" y="115"/>
                  </a:cubicBezTo>
                  <a:cubicBezTo>
                    <a:pt x="1313" y="98"/>
                    <a:pt x="1293" y="85"/>
                    <a:pt x="1266" y="85"/>
                  </a:cubicBezTo>
                  <a:moveTo>
                    <a:pt x="624" y="94"/>
                  </a:moveTo>
                  <a:cubicBezTo>
                    <a:pt x="621" y="94"/>
                    <a:pt x="618" y="96"/>
                    <a:pt x="618" y="100"/>
                  </a:cubicBezTo>
                  <a:cubicBezTo>
                    <a:pt x="618" y="298"/>
                    <a:pt x="618" y="298"/>
                    <a:pt x="618" y="298"/>
                  </a:cubicBezTo>
                  <a:cubicBezTo>
                    <a:pt x="618" y="302"/>
                    <a:pt x="621" y="305"/>
                    <a:pt x="624" y="305"/>
                  </a:cubicBezTo>
                  <a:cubicBezTo>
                    <a:pt x="660" y="305"/>
                    <a:pt x="660" y="305"/>
                    <a:pt x="660" y="305"/>
                  </a:cubicBezTo>
                  <a:cubicBezTo>
                    <a:pt x="663" y="305"/>
                    <a:pt x="666" y="302"/>
                    <a:pt x="666" y="298"/>
                  </a:cubicBezTo>
                  <a:cubicBezTo>
                    <a:pt x="666" y="96"/>
                    <a:pt x="666" y="96"/>
                    <a:pt x="666" y="96"/>
                  </a:cubicBezTo>
                  <a:cubicBezTo>
                    <a:pt x="666" y="93"/>
                    <a:pt x="663" y="90"/>
                    <a:pt x="660" y="90"/>
                  </a:cubicBezTo>
                  <a:lnTo>
                    <a:pt x="624" y="94"/>
                  </a:lnTo>
                  <a:close/>
                  <a:moveTo>
                    <a:pt x="1427" y="4"/>
                  </a:moveTo>
                  <a:cubicBezTo>
                    <a:pt x="1424" y="5"/>
                    <a:pt x="1421" y="7"/>
                    <a:pt x="1421" y="11"/>
                  </a:cubicBezTo>
                  <a:cubicBezTo>
                    <a:pt x="1421" y="298"/>
                    <a:pt x="1421" y="298"/>
                    <a:pt x="1421" y="298"/>
                  </a:cubicBezTo>
                  <a:cubicBezTo>
                    <a:pt x="1421" y="302"/>
                    <a:pt x="1424" y="305"/>
                    <a:pt x="1427" y="305"/>
                  </a:cubicBezTo>
                  <a:cubicBezTo>
                    <a:pt x="1463" y="305"/>
                    <a:pt x="1463" y="305"/>
                    <a:pt x="1463" y="305"/>
                  </a:cubicBezTo>
                  <a:cubicBezTo>
                    <a:pt x="1466" y="305"/>
                    <a:pt x="1469" y="302"/>
                    <a:pt x="1469" y="298"/>
                  </a:cubicBezTo>
                  <a:cubicBezTo>
                    <a:pt x="1469" y="7"/>
                    <a:pt x="1469" y="7"/>
                    <a:pt x="1469" y="7"/>
                  </a:cubicBezTo>
                  <a:cubicBezTo>
                    <a:pt x="1469" y="4"/>
                    <a:pt x="1466" y="0"/>
                    <a:pt x="1463" y="1"/>
                  </a:cubicBezTo>
                  <a:lnTo>
                    <a:pt x="1427" y="4"/>
                  </a:lnTo>
                  <a:close/>
                  <a:moveTo>
                    <a:pt x="670" y="34"/>
                  </a:moveTo>
                  <a:cubicBezTo>
                    <a:pt x="670" y="18"/>
                    <a:pt x="657" y="6"/>
                    <a:pt x="642" y="6"/>
                  </a:cubicBezTo>
                  <a:cubicBezTo>
                    <a:pt x="626" y="6"/>
                    <a:pt x="613" y="18"/>
                    <a:pt x="613" y="34"/>
                  </a:cubicBezTo>
                  <a:cubicBezTo>
                    <a:pt x="613" y="50"/>
                    <a:pt x="626" y="62"/>
                    <a:pt x="642" y="62"/>
                  </a:cubicBezTo>
                  <a:cubicBezTo>
                    <a:pt x="657" y="62"/>
                    <a:pt x="670" y="50"/>
                    <a:pt x="670" y="34"/>
                  </a:cubicBezTo>
                  <a:moveTo>
                    <a:pt x="569" y="270"/>
                  </a:moveTo>
                  <a:cubicBezTo>
                    <a:pt x="568" y="265"/>
                    <a:pt x="565" y="264"/>
                    <a:pt x="559" y="266"/>
                  </a:cubicBezTo>
                  <a:cubicBezTo>
                    <a:pt x="556" y="267"/>
                    <a:pt x="545" y="270"/>
                    <a:pt x="539" y="270"/>
                  </a:cubicBezTo>
                  <a:cubicBezTo>
                    <a:pt x="524" y="270"/>
                    <a:pt x="518" y="265"/>
                    <a:pt x="518" y="245"/>
                  </a:cubicBezTo>
                  <a:cubicBezTo>
                    <a:pt x="518" y="129"/>
                    <a:pt x="518" y="129"/>
                    <a:pt x="518" y="129"/>
                  </a:cubicBezTo>
                  <a:cubicBezTo>
                    <a:pt x="563" y="129"/>
                    <a:pt x="563" y="129"/>
                    <a:pt x="563" y="129"/>
                  </a:cubicBezTo>
                  <a:cubicBezTo>
                    <a:pt x="566" y="129"/>
                    <a:pt x="569" y="126"/>
                    <a:pt x="569" y="123"/>
                  </a:cubicBezTo>
                  <a:cubicBezTo>
                    <a:pt x="569" y="96"/>
                    <a:pt x="569" y="96"/>
                    <a:pt x="569" y="96"/>
                  </a:cubicBezTo>
                  <a:cubicBezTo>
                    <a:pt x="569" y="93"/>
                    <a:pt x="566" y="90"/>
                    <a:pt x="563" y="90"/>
                  </a:cubicBezTo>
                  <a:cubicBezTo>
                    <a:pt x="518" y="90"/>
                    <a:pt x="518" y="90"/>
                    <a:pt x="518" y="90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5" y="26"/>
                    <a:pt x="512" y="27"/>
                  </a:cubicBezTo>
                  <a:cubicBezTo>
                    <a:pt x="476" y="30"/>
                    <a:pt x="476" y="30"/>
                    <a:pt x="476" y="30"/>
                  </a:cubicBezTo>
                  <a:cubicBezTo>
                    <a:pt x="473" y="30"/>
                    <a:pt x="470" y="33"/>
                    <a:pt x="470" y="36"/>
                  </a:cubicBezTo>
                  <a:cubicBezTo>
                    <a:pt x="470" y="250"/>
                    <a:pt x="470" y="250"/>
                    <a:pt x="470" y="250"/>
                  </a:cubicBezTo>
                  <a:cubicBezTo>
                    <a:pt x="470" y="285"/>
                    <a:pt x="486" y="310"/>
                    <a:pt x="528" y="310"/>
                  </a:cubicBezTo>
                  <a:cubicBezTo>
                    <a:pt x="541" y="310"/>
                    <a:pt x="557" y="308"/>
                    <a:pt x="569" y="302"/>
                  </a:cubicBezTo>
                  <a:cubicBezTo>
                    <a:pt x="571" y="301"/>
                    <a:pt x="573" y="300"/>
                    <a:pt x="573" y="296"/>
                  </a:cubicBezTo>
                  <a:lnTo>
                    <a:pt x="569" y="270"/>
                  </a:lnTo>
                  <a:close/>
                  <a:moveTo>
                    <a:pt x="1562" y="179"/>
                  </a:moveTo>
                  <a:cubicBezTo>
                    <a:pt x="1565" y="155"/>
                    <a:pt x="1577" y="125"/>
                    <a:pt x="1610" y="125"/>
                  </a:cubicBezTo>
                  <a:cubicBezTo>
                    <a:pt x="1644" y="125"/>
                    <a:pt x="1656" y="152"/>
                    <a:pt x="1658" y="179"/>
                  </a:cubicBezTo>
                  <a:lnTo>
                    <a:pt x="1562" y="179"/>
                  </a:lnTo>
                  <a:close/>
                  <a:moveTo>
                    <a:pt x="1614" y="310"/>
                  </a:moveTo>
                  <a:cubicBezTo>
                    <a:pt x="1645" y="310"/>
                    <a:pt x="1669" y="302"/>
                    <a:pt x="1688" y="292"/>
                  </a:cubicBezTo>
                  <a:cubicBezTo>
                    <a:pt x="1691" y="290"/>
                    <a:pt x="1693" y="287"/>
                    <a:pt x="1691" y="284"/>
                  </a:cubicBezTo>
                  <a:cubicBezTo>
                    <a:pt x="1681" y="259"/>
                    <a:pt x="1681" y="259"/>
                    <a:pt x="1681" y="259"/>
                  </a:cubicBezTo>
                  <a:cubicBezTo>
                    <a:pt x="1680" y="256"/>
                    <a:pt x="1676" y="254"/>
                    <a:pt x="1673" y="256"/>
                  </a:cubicBezTo>
                  <a:cubicBezTo>
                    <a:pt x="1656" y="264"/>
                    <a:pt x="1638" y="269"/>
                    <a:pt x="1616" y="269"/>
                  </a:cubicBezTo>
                  <a:cubicBezTo>
                    <a:pt x="1581" y="269"/>
                    <a:pt x="1564" y="243"/>
                    <a:pt x="1562" y="215"/>
                  </a:cubicBezTo>
                  <a:cubicBezTo>
                    <a:pt x="1700" y="215"/>
                    <a:pt x="1700" y="215"/>
                    <a:pt x="1700" y="215"/>
                  </a:cubicBezTo>
                  <a:cubicBezTo>
                    <a:pt x="1704" y="215"/>
                    <a:pt x="1706" y="212"/>
                    <a:pt x="1706" y="208"/>
                  </a:cubicBezTo>
                  <a:cubicBezTo>
                    <a:pt x="1707" y="203"/>
                    <a:pt x="1706" y="200"/>
                    <a:pt x="1706" y="196"/>
                  </a:cubicBezTo>
                  <a:cubicBezTo>
                    <a:pt x="1706" y="143"/>
                    <a:pt x="1680" y="85"/>
                    <a:pt x="1611" y="85"/>
                  </a:cubicBezTo>
                  <a:cubicBezTo>
                    <a:pt x="1548" y="85"/>
                    <a:pt x="1511" y="133"/>
                    <a:pt x="1511" y="199"/>
                  </a:cubicBezTo>
                  <a:cubicBezTo>
                    <a:pt x="1511" y="266"/>
                    <a:pt x="1551" y="310"/>
                    <a:pt x="1614" y="310"/>
                  </a:cubicBezTo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  <p:sp>
          <p:nvSpPr>
            <p:cNvPr id="17" name="Freeform 25"/>
            <p:cNvSpPr>
              <a:spLocks noSelect="1"/>
            </p:cNvSpPr>
            <p:nvPr/>
          </p:nvSpPr>
          <p:spPr bwMode="gray">
            <a:xfrm>
              <a:off x="2492" y="1626"/>
              <a:ext cx="1730" cy="232"/>
            </a:xfrm>
            <a:custGeom>
              <a:avLst/>
              <a:gdLst/>
              <a:ahLst/>
              <a:cxnLst>
                <a:cxn ang="0">
                  <a:pos x="6" y="90"/>
                </a:cxn>
                <a:cxn ang="0">
                  <a:pos x="109" y="84"/>
                </a:cxn>
                <a:cxn ang="0">
                  <a:pos x="140" y="304"/>
                </a:cxn>
                <a:cxn ang="0">
                  <a:pos x="48" y="191"/>
                </a:cxn>
                <a:cxn ang="0">
                  <a:pos x="1276" y="125"/>
                </a:cxn>
                <a:cxn ang="0">
                  <a:pos x="1322" y="189"/>
                </a:cxn>
                <a:cxn ang="0">
                  <a:pos x="1330" y="96"/>
                </a:cxn>
                <a:cxn ang="0">
                  <a:pos x="1370" y="298"/>
                </a:cxn>
                <a:cxn ang="0">
                  <a:pos x="1324" y="276"/>
                </a:cxn>
                <a:cxn ang="0">
                  <a:pos x="2167" y="304"/>
                </a:cxn>
                <a:cxn ang="0">
                  <a:pos x="2259" y="174"/>
                </a:cxn>
                <a:cxn ang="0">
                  <a:pos x="2307" y="298"/>
                </a:cxn>
                <a:cxn ang="0">
                  <a:pos x="2168" y="96"/>
                </a:cxn>
                <a:cxn ang="0">
                  <a:pos x="2125" y="298"/>
                </a:cxn>
                <a:cxn ang="0">
                  <a:pos x="1473" y="298"/>
                </a:cxn>
                <a:cxn ang="0">
                  <a:pos x="1559" y="298"/>
                </a:cxn>
                <a:cxn ang="0">
                  <a:pos x="1607" y="167"/>
                </a:cxn>
                <a:cxn ang="0">
                  <a:pos x="1462" y="90"/>
                </a:cxn>
                <a:cxn ang="0">
                  <a:pos x="1431" y="304"/>
                </a:cxn>
                <a:cxn ang="0">
                  <a:pos x="1088" y="298"/>
                </a:cxn>
                <a:cxn ang="0">
                  <a:pos x="1136" y="6"/>
                </a:cxn>
                <a:cxn ang="0">
                  <a:pos x="322" y="124"/>
                </a:cxn>
                <a:cxn ang="0">
                  <a:pos x="223" y="198"/>
                </a:cxn>
                <a:cxn ang="0">
                  <a:pos x="412" y="214"/>
                </a:cxn>
                <a:cxn ang="0">
                  <a:pos x="393" y="259"/>
                </a:cxn>
                <a:cxn ang="0">
                  <a:pos x="841" y="179"/>
                </a:cxn>
                <a:cxn ang="0">
                  <a:pos x="797" y="309"/>
                </a:cxn>
                <a:cxn ang="0">
                  <a:pos x="890" y="208"/>
                </a:cxn>
                <a:cxn ang="0">
                  <a:pos x="857" y="255"/>
                </a:cxn>
                <a:cxn ang="0">
                  <a:pos x="797" y="309"/>
                </a:cxn>
                <a:cxn ang="0">
                  <a:pos x="644" y="304"/>
                </a:cxn>
                <a:cxn ang="0">
                  <a:pos x="543" y="309"/>
                </a:cxn>
                <a:cxn ang="0">
                  <a:pos x="602" y="10"/>
                </a:cxn>
                <a:cxn ang="0">
                  <a:pos x="552" y="125"/>
                </a:cxn>
                <a:cxn ang="0">
                  <a:pos x="602" y="189"/>
                </a:cxn>
                <a:cxn ang="0">
                  <a:pos x="2034" y="179"/>
                </a:cxn>
                <a:cxn ang="0">
                  <a:pos x="2083" y="195"/>
                </a:cxn>
                <a:cxn ang="0">
                  <a:pos x="1993" y="269"/>
                </a:cxn>
                <a:cxn ang="0">
                  <a:pos x="2065" y="291"/>
                </a:cxn>
                <a:cxn ang="0">
                  <a:pos x="1846" y="298"/>
                </a:cxn>
                <a:cxn ang="0">
                  <a:pos x="1801" y="276"/>
                </a:cxn>
                <a:cxn ang="0">
                  <a:pos x="1798" y="108"/>
                </a:cxn>
                <a:cxn ang="0">
                  <a:pos x="1798" y="189"/>
                </a:cxn>
                <a:cxn ang="0">
                  <a:pos x="1798" y="199"/>
                </a:cxn>
                <a:cxn ang="0">
                  <a:pos x="977" y="117"/>
                </a:cxn>
                <a:cxn ang="0">
                  <a:pos x="932" y="96"/>
                </a:cxn>
                <a:cxn ang="0">
                  <a:pos x="980" y="298"/>
                </a:cxn>
                <a:cxn ang="0">
                  <a:pos x="1049" y="128"/>
                </a:cxn>
              </a:cxnLst>
              <a:rect l="0" t="0" r="r" b="b"/>
              <a:pathLst>
                <a:path w="2307" h="309">
                  <a:moveTo>
                    <a:pt x="6" y="304"/>
                  </a:moveTo>
                  <a:cubicBezTo>
                    <a:pt x="3" y="304"/>
                    <a:pt x="0" y="301"/>
                    <a:pt x="0" y="298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92"/>
                    <a:pt x="3" y="90"/>
                    <a:pt x="6" y="90"/>
                  </a:cubicBezTo>
                  <a:cubicBezTo>
                    <a:pt x="37" y="90"/>
                    <a:pt x="37" y="90"/>
                    <a:pt x="37" y="90"/>
                  </a:cubicBezTo>
                  <a:cubicBezTo>
                    <a:pt x="40" y="90"/>
                    <a:pt x="43" y="93"/>
                    <a:pt x="43" y="96"/>
                  </a:cubicBezTo>
                  <a:cubicBezTo>
                    <a:pt x="45" y="117"/>
                    <a:pt x="45" y="117"/>
                    <a:pt x="45" y="117"/>
                  </a:cubicBezTo>
                  <a:cubicBezTo>
                    <a:pt x="59" y="100"/>
                    <a:pt x="83" y="84"/>
                    <a:pt x="109" y="84"/>
                  </a:cubicBezTo>
                  <a:cubicBezTo>
                    <a:pt x="150" y="84"/>
                    <a:pt x="182" y="109"/>
                    <a:pt x="182" y="167"/>
                  </a:cubicBezTo>
                  <a:cubicBezTo>
                    <a:pt x="182" y="298"/>
                    <a:pt x="182" y="298"/>
                    <a:pt x="182" y="298"/>
                  </a:cubicBezTo>
                  <a:cubicBezTo>
                    <a:pt x="182" y="301"/>
                    <a:pt x="179" y="304"/>
                    <a:pt x="176" y="304"/>
                  </a:cubicBezTo>
                  <a:cubicBezTo>
                    <a:pt x="140" y="304"/>
                    <a:pt x="140" y="304"/>
                    <a:pt x="140" y="304"/>
                  </a:cubicBezTo>
                  <a:cubicBezTo>
                    <a:pt x="137" y="304"/>
                    <a:pt x="134" y="301"/>
                    <a:pt x="134" y="298"/>
                  </a:cubicBezTo>
                  <a:cubicBezTo>
                    <a:pt x="134" y="174"/>
                    <a:pt x="134" y="174"/>
                    <a:pt x="134" y="174"/>
                  </a:cubicBezTo>
                  <a:cubicBezTo>
                    <a:pt x="134" y="139"/>
                    <a:pt x="115" y="129"/>
                    <a:pt x="96" y="129"/>
                  </a:cubicBezTo>
                  <a:cubicBezTo>
                    <a:pt x="71" y="129"/>
                    <a:pt x="48" y="150"/>
                    <a:pt x="48" y="191"/>
                  </a:cubicBezTo>
                  <a:cubicBezTo>
                    <a:pt x="48" y="298"/>
                    <a:pt x="48" y="298"/>
                    <a:pt x="48" y="298"/>
                  </a:cubicBezTo>
                  <a:cubicBezTo>
                    <a:pt x="48" y="301"/>
                    <a:pt x="45" y="304"/>
                    <a:pt x="42" y="304"/>
                  </a:cubicBezTo>
                  <a:lnTo>
                    <a:pt x="6" y="304"/>
                  </a:lnTo>
                  <a:close/>
                  <a:moveTo>
                    <a:pt x="1276" y="125"/>
                  </a:moveTo>
                  <a:cubicBezTo>
                    <a:pt x="1247" y="125"/>
                    <a:pt x="1227" y="153"/>
                    <a:pt x="1227" y="196"/>
                  </a:cubicBezTo>
                  <a:cubicBezTo>
                    <a:pt x="1227" y="234"/>
                    <a:pt x="1245" y="269"/>
                    <a:pt x="1277" y="269"/>
                  </a:cubicBezTo>
                  <a:cubicBezTo>
                    <a:pt x="1295" y="269"/>
                    <a:pt x="1322" y="255"/>
                    <a:pt x="1322" y="199"/>
                  </a:cubicBezTo>
                  <a:cubicBezTo>
                    <a:pt x="1322" y="189"/>
                    <a:pt x="1322" y="189"/>
                    <a:pt x="1322" y="189"/>
                  </a:cubicBezTo>
                  <a:cubicBezTo>
                    <a:pt x="1322" y="141"/>
                    <a:pt x="1298" y="125"/>
                    <a:pt x="1276" y="125"/>
                  </a:cubicBezTo>
                  <a:moveTo>
                    <a:pt x="1267" y="84"/>
                  </a:moveTo>
                  <a:cubicBezTo>
                    <a:pt x="1294" y="84"/>
                    <a:pt x="1314" y="98"/>
                    <a:pt x="1327" y="115"/>
                  </a:cubicBezTo>
                  <a:cubicBezTo>
                    <a:pt x="1330" y="96"/>
                    <a:pt x="1330" y="96"/>
                    <a:pt x="1330" y="96"/>
                  </a:cubicBezTo>
                  <a:cubicBezTo>
                    <a:pt x="1330" y="93"/>
                    <a:pt x="1333" y="90"/>
                    <a:pt x="1336" y="90"/>
                  </a:cubicBezTo>
                  <a:cubicBezTo>
                    <a:pt x="1364" y="90"/>
                    <a:pt x="1364" y="90"/>
                    <a:pt x="1364" y="90"/>
                  </a:cubicBezTo>
                  <a:cubicBezTo>
                    <a:pt x="1367" y="90"/>
                    <a:pt x="1370" y="92"/>
                    <a:pt x="1370" y="96"/>
                  </a:cubicBezTo>
                  <a:cubicBezTo>
                    <a:pt x="1370" y="298"/>
                    <a:pt x="1370" y="298"/>
                    <a:pt x="1370" y="298"/>
                  </a:cubicBezTo>
                  <a:cubicBezTo>
                    <a:pt x="1370" y="301"/>
                    <a:pt x="1367" y="304"/>
                    <a:pt x="1364" y="304"/>
                  </a:cubicBezTo>
                  <a:cubicBezTo>
                    <a:pt x="1334" y="304"/>
                    <a:pt x="1334" y="304"/>
                    <a:pt x="1334" y="304"/>
                  </a:cubicBezTo>
                  <a:cubicBezTo>
                    <a:pt x="1331" y="304"/>
                    <a:pt x="1328" y="301"/>
                    <a:pt x="1327" y="298"/>
                  </a:cubicBezTo>
                  <a:cubicBezTo>
                    <a:pt x="1324" y="276"/>
                    <a:pt x="1324" y="276"/>
                    <a:pt x="1324" y="276"/>
                  </a:cubicBezTo>
                  <a:cubicBezTo>
                    <a:pt x="1314" y="294"/>
                    <a:pt x="1292" y="309"/>
                    <a:pt x="1267" y="309"/>
                  </a:cubicBezTo>
                  <a:cubicBezTo>
                    <a:pt x="1210" y="309"/>
                    <a:pt x="1177" y="258"/>
                    <a:pt x="1177" y="196"/>
                  </a:cubicBezTo>
                  <a:cubicBezTo>
                    <a:pt x="1177" y="122"/>
                    <a:pt x="1221" y="84"/>
                    <a:pt x="1267" y="84"/>
                  </a:cubicBezTo>
                  <a:moveTo>
                    <a:pt x="2167" y="304"/>
                  </a:moveTo>
                  <a:cubicBezTo>
                    <a:pt x="2170" y="304"/>
                    <a:pt x="2173" y="301"/>
                    <a:pt x="2173" y="298"/>
                  </a:cubicBezTo>
                  <a:cubicBezTo>
                    <a:pt x="2173" y="191"/>
                    <a:pt x="2173" y="191"/>
                    <a:pt x="2173" y="191"/>
                  </a:cubicBezTo>
                  <a:cubicBezTo>
                    <a:pt x="2173" y="150"/>
                    <a:pt x="2196" y="129"/>
                    <a:pt x="2221" y="129"/>
                  </a:cubicBezTo>
                  <a:cubicBezTo>
                    <a:pt x="2240" y="129"/>
                    <a:pt x="2259" y="139"/>
                    <a:pt x="2259" y="174"/>
                  </a:cubicBezTo>
                  <a:cubicBezTo>
                    <a:pt x="2259" y="298"/>
                    <a:pt x="2259" y="298"/>
                    <a:pt x="2259" y="298"/>
                  </a:cubicBezTo>
                  <a:cubicBezTo>
                    <a:pt x="2259" y="301"/>
                    <a:pt x="2262" y="304"/>
                    <a:pt x="2265" y="304"/>
                  </a:cubicBezTo>
                  <a:cubicBezTo>
                    <a:pt x="2301" y="304"/>
                    <a:pt x="2301" y="304"/>
                    <a:pt x="2301" y="304"/>
                  </a:cubicBezTo>
                  <a:cubicBezTo>
                    <a:pt x="2304" y="304"/>
                    <a:pt x="2307" y="301"/>
                    <a:pt x="2307" y="298"/>
                  </a:cubicBezTo>
                  <a:cubicBezTo>
                    <a:pt x="2307" y="167"/>
                    <a:pt x="2307" y="167"/>
                    <a:pt x="2307" y="167"/>
                  </a:cubicBezTo>
                  <a:cubicBezTo>
                    <a:pt x="2307" y="109"/>
                    <a:pt x="2275" y="84"/>
                    <a:pt x="2234" y="84"/>
                  </a:cubicBezTo>
                  <a:cubicBezTo>
                    <a:pt x="2208" y="84"/>
                    <a:pt x="2184" y="100"/>
                    <a:pt x="2170" y="117"/>
                  </a:cubicBezTo>
                  <a:cubicBezTo>
                    <a:pt x="2168" y="96"/>
                    <a:pt x="2168" y="96"/>
                    <a:pt x="2168" y="96"/>
                  </a:cubicBezTo>
                  <a:cubicBezTo>
                    <a:pt x="2167" y="93"/>
                    <a:pt x="2165" y="90"/>
                    <a:pt x="2161" y="90"/>
                  </a:cubicBezTo>
                  <a:cubicBezTo>
                    <a:pt x="2131" y="90"/>
                    <a:pt x="2131" y="90"/>
                    <a:pt x="2131" y="90"/>
                  </a:cubicBezTo>
                  <a:cubicBezTo>
                    <a:pt x="2128" y="90"/>
                    <a:pt x="2125" y="92"/>
                    <a:pt x="2125" y="96"/>
                  </a:cubicBezTo>
                  <a:cubicBezTo>
                    <a:pt x="2125" y="298"/>
                    <a:pt x="2125" y="298"/>
                    <a:pt x="2125" y="298"/>
                  </a:cubicBezTo>
                  <a:cubicBezTo>
                    <a:pt x="2125" y="301"/>
                    <a:pt x="2128" y="304"/>
                    <a:pt x="2131" y="304"/>
                  </a:cubicBezTo>
                  <a:lnTo>
                    <a:pt x="2167" y="304"/>
                  </a:lnTo>
                  <a:close/>
                  <a:moveTo>
                    <a:pt x="1467" y="304"/>
                  </a:moveTo>
                  <a:cubicBezTo>
                    <a:pt x="1470" y="304"/>
                    <a:pt x="1473" y="301"/>
                    <a:pt x="1473" y="298"/>
                  </a:cubicBezTo>
                  <a:cubicBezTo>
                    <a:pt x="1473" y="191"/>
                    <a:pt x="1473" y="191"/>
                    <a:pt x="1473" y="191"/>
                  </a:cubicBezTo>
                  <a:cubicBezTo>
                    <a:pt x="1473" y="150"/>
                    <a:pt x="1496" y="129"/>
                    <a:pt x="1521" y="129"/>
                  </a:cubicBezTo>
                  <a:cubicBezTo>
                    <a:pt x="1540" y="129"/>
                    <a:pt x="1559" y="139"/>
                    <a:pt x="1559" y="174"/>
                  </a:cubicBezTo>
                  <a:cubicBezTo>
                    <a:pt x="1559" y="298"/>
                    <a:pt x="1559" y="298"/>
                    <a:pt x="1559" y="298"/>
                  </a:cubicBezTo>
                  <a:cubicBezTo>
                    <a:pt x="1559" y="301"/>
                    <a:pt x="1562" y="304"/>
                    <a:pt x="1565" y="304"/>
                  </a:cubicBezTo>
                  <a:cubicBezTo>
                    <a:pt x="1601" y="304"/>
                    <a:pt x="1601" y="304"/>
                    <a:pt x="1601" y="304"/>
                  </a:cubicBezTo>
                  <a:cubicBezTo>
                    <a:pt x="1604" y="304"/>
                    <a:pt x="1607" y="301"/>
                    <a:pt x="1607" y="298"/>
                  </a:cubicBezTo>
                  <a:cubicBezTo>
                    <a:pt x="1607" y="167"/>
                    <a:pt x="1607" y="167"/>
                    <a:pt x="1607" y="167"/>
                  </a:cubicBezTo>
                  <a:cubicBezTo>
                    <a:pt x="1607" y="109"/>
                    <a:pt x="1575" y="84"/>
                    <a:pt x="1534" y="84"/>
                  </a:cubicBezTo>
                  <a:cubicBezTo>
                    <a:pt x="1508" y="84"/>
                    <a:pt x="1484" y="100"/>
                    <a:pt x="1470" y="117"/>
                  </a:cubicBezTo>
                  <a:cubicBezTo>
                    <a:pt x="1468" y="96"/>
                    <a:pt x="1468" y="96"/>
                    <a:pt x="1468" y="96"/>
                  </a:cubicBezTo>
                  <a:cubicBezTo>
                    <a:pt x="1468" y="93"/>
                    <a:pt x="1465" y="90"/>
                    <a:pt x="1462" y="90"/>
                  </a:cubicBezTo>
                  <a:cubicBezTo>
                    <a:pt x="1431" y="90"/>
                    <a:pt x="1431" y="90"/>
                    <a:pt x="1431" y="90"/>
                  </a:cubicBezTo>
                  <a:cubicBezTo>
                    <a:pt x="1428" y="90"/>
                    <a:pt x="1425" y="92"/>
                    <a:pt x="1425" y="96"/>
                  </a:cubicBezTo>
                  <a:cubicBezTo>
                    <a:pt x="1425" y="298"/>
                    <a:pt x="1425" y="298"/>
                    <a:pt x="1425" y="298"/>
                  </a:cubicBezTo>
                  <a:cubicBezTo>
                    <a:pt x="1425" y="301"/>
                    <a:pt x="1428" y="304"/>
                    <a:pt x="1431" y="304"/>
                  </a:cubicBezTo>
                  <a:lnTo>
                    <a:pt x="1467" y="304"/>
                  </a:lnTo>
                  <a:close/>
                  <a:moveTo>
                    <a:pt x="1094" y="4"/>
                  </a:moveTo>
                  <a:cubicBezTo>
                    <a:pt x="1090" y="4"/>
                    <a:pt x="1088" y="7"/>
                    <a:pt x="1088" y="10"/>
                  </a:cubicBezTo>
                  <a:cubicBezTo>
                    <a:pt x="1088" y="298"/>
                    <a:pt x="1088" y="298"/>
                    <a:pt x="1088" y="298"/>
                  </a:cubicBezTo>
                  <a:cubicBezTo>
                    <a:pt x="1088" y="301"/>
                    <a:pt x="1090" y="304"/>
                    <a:pt x="1094" y="304"/>
                  </a:cubicBezTo>
                  <a:cubicBezTo>
                    <a:pt x="1130" y="304"/>
                    <a:pt x="1130" y="304"/>
                    <a:pt x="1130" y="304"/>
                  </a:cubicBezTo>
                  <a:cubicBezTo>
                    <a:pt x="1133" y="304"/>
                    <a:pt x="1136" y="301"/>
                    <a:pt x="1136" y="298"/>
                  </a:cubicBezTo>
                  <a:cubicBezTo>
                    <a:pt x="1136" y="6"/>
                    <a:pt x="1136" y="6"/>
                    <a:pt x="1136" y="6"/>
                  </a:cubicBezTo>
                  <a:cubicBezTo>
                    <a:pt x="1136" y="3"/>
                    <a:pt x="1133" y="0"/>
                    <a:pt x="1130" y="0"/>
                  </a:cubicBezTo>
                  <a:lnTo>
                    <a:pt x="1094" y="4"/>
                  </a:lnTo>
                  <a:close/>
                  <a:moveTo>
                    <a:pt x="370" y="179"/>
                  </a:moveTo>
                  <a:cubicBezTo>
                    <a:pt x="368" y="152"/>
                    <a:pt x="357" y="124"/>
                    <a:pt x="322" y="124"/>
                  </a:cubicBezTo>
                  <a:cubicBezTo>
                    <a:pt x="289" y="124"/>
                    <a:pt x="277" y="154"/>
                    <a:pt x="274" y="179"/>
                  </a:cubicBezTo>
                  <a:lnTo>
                    <a:pt x="370" y="179"/>
                  </a:lnTo>
                  <a:close/>
                  <a:moveTo>
                    <a:pt x="326" y="309"/>
                  </a:moveTo>
                  <a:cubicBezTo>
                    <a:pt x="263" y="309"/>
                    <a:pt x="223" y="265"/>
                    <a:pt x="223" y="198"/>
                  </a:cubicBezTo>
                  <a:cubicBezTo>
                    <a:pt x="223" y="133"/>
                    <a:pt x="260" y="84"/>
                    <a:pt x="323" y="84"/>
                  </a:cubicBezTo>
                  <a:cubicBezTo>
                    <a:pt x="392" y="84"/>
                    <a:pt x="419" y="143"/>
                    <a:pt x="419" y="195"/>
                  </a:cubicBezTo>
                  <a:cubicBezTo>
                    <a:pt x="419" y="200"/>
                    <a:pt x="419" y="203"/>
                    <a:pt x="419" y="208"/>
                  </a:cubicBezTo>
                  <a:cubicBezTo>
                    <a:pt x="418" y="211"/>
                    <a:pt x="416" y="214"/>
                    <a:pt x="412" y="214"/>
                  </a:cubicBezTo>
                  <a:cubicBezTo>
                    <a:pt x="274" y="214"/>
                    <a:pt x="274" y="214"/>
                    <a:pt x="274" y="214"/>
                  </a:cubicBezTo>
                  <a:cubicBezTo>
                    <a:pt x="277" y="243"/>
                    <a:pt x="293" y="269"/>
                    <a:pt x="328" y="269"/>
                  </a:cubicBezTo>
                  <a:cubicBezTo>
                    <a:pt x="350" y="269"/>
                    <a:pt x="368" y="264"/>
                    <a:pt x="385" y="255"/>
                  </a:cubicBezTo>
                  <a:cubicBezTo>
                    <a:pt x="388" y="254"/>
                    <a:pt x="392" y="255"/>
                    <a:pt x="393" y="259"/>
                  </a:cubicBezTo>
                  <a:cubicBezTo>
                    <a:pt x="404" y="283"/>
                    <a:pt x="404" y="283"/>
                    <a:pt x="404" y="283"/>
                  </a:cubicBezTo>
                  <a:cubicBezTo>
                    <a:pt x="405" y="286"/>
                    <a:pt x="403" y="290"/>
                    <a:pt x="400" y="291"/>
                  </a:cubicBezTo>
                  <a:cubicBezTo>
                    <a:pt x="381" y="302"/>
                    <a:pt x="357" y="309"/>
                    <a:pt x="326" y="309"/>
                  </a:cubicBezTo>
                  <a:moveTo>
                    <a:pt x="841" y="179"/>
                  </a:moveTo>
                  <a:cubicBezTo>
                    <a:pt x="840" y="152"/>
                    <a:pt x="828" y="124"/>
                    <a:pt x="794" y="124"/>
                  </a:cubicBezTo>
                  <a:cubicBezTo>
                    <a:pt x="760" y="124"/>
                    <a:pt x="749" y="154"/>
                    <a:pt x="745" y="179"/>
                  </a:cubicBezTo>
                  <a:lnTo>
                    <a:pt x="841" y="179"/>
                  </a:lnTo>
                  <a:close/>
                  <a:moveTo>
                    <a:pt x="797" y="309"/>
                  </a:moveTo>
                  <a:cubicBezTo>
                    <a:pt x="735" y="309"/>
                    <a:pt x="695" y="265"/>
                    <a:pt x="695" y="198"/>
                  </a:cubicBezTo>
                  <a:cubicBezTo>
                    <a:pt x="695" y="133"/>
                    <a:pt x="732" y="84"/>
                    <a:pt x="794" y="84"/>
                  </a:cubicBezTo>
                  <a:cubicBezTo>
                    <a:pt x="863" y="84"/>
                    <a:pt x="890" y="143"/>
                    <a:pt x="890" y="195"/>
                  </a:cubicBezTo>
                  <a:cubicBezTo>
                    <a:pt x="890" y="200"/>
                    <a:pt x="890" y="203"/>
                    <a:pt x="890" y="208"/>
                  </a:cubicBezTo>
                  <a:cubicBezTo>
                    <a:pt x="890" y="211"/>
                    <a:pt x="887" y="214"/>
                    <a:pt x="884" y="214"/>
                  </a:cubicBezTo>
                  <a:cubicBezTo>
                    <a:pt x="745" y="214"/>
                    <a:pt x="745" y="214"/>
                    <a:pt x="745" y="214"/>
                  </a:cubicBezTo>
                  <a:cubicBezTo>
                    <a:pt x="748" y="243"/>
                    <a:pt x="765" y="269"/>
                    <a:pt x="800" y="269"/>
                  </a:cubicBezTo>
                  <a:cubicBezTo>
                    <a:pt x="821" y="269"/>
                    <a:pt x="839" y="264"/>
                    <a:pt x="857" y="255"/>
                  </a:cubicBezTo>
                  <a:cubicBezTo>
                    <a:pt x="860" y="254"/>
                    <a:pt x="864" y="255"/>
                    <a:pt x="865" y="259"/>
                  </a:cubicBezTo>
                  <a:cubicBezTo>
                    <a:pt x="875" y="283"/>
                    <a:pt x="875" y="283"/>
                    <a:pt x="875" y="283"/>
                  </a:cubicBezTo>
                  <a:cubicBezTo>
                    <a:pt x="876" y="286"/>
                    <a:pt x="875" y="290"/>
                    <a:pt x="872" y="291"/>
                  </a:cubicBezTo>
                  <a:cubicBezTo>
                    <a:pt x="853" y="302"/>
                    <a:pt x="828" y="309"/>
                    <a:pt x="797" y="309"/>
                  </a:cubicBezTo>
                  <a:moveTo>
                    <a:pt x="644" y="0"/>
                  </a:moveTo>
                  <a:cubicBezTo>
                    <a:pt x="647" y="0"/>
                    <a:pt x="650" y="3"/>
                    <a:pt x="650" y="6"/>
                  </a:cubicBezTo>
                  <a:cubicBezTo>
                    <a:pt x="650" y="298"/>
                    <a:pt x="650" y="298"/>
                    <a:pt x="650" y="298"/>
                  </a:cubicBezTo>
                  <a:cubicBezTo>
                    <a:pt x="650" y="301"/>
                    <a:pt x="647" y="304"/>
                    <a:pt x="644" y="304"/>
                  </a:cubicBezTo>
                  <a:cubicBezTo>
                    <a:pt x="615" y="304"/>
                    <a:pt x="615" y="304"/>
                    <a:pt x="615" y="304"/>
                  </a:cubicBezTo>
                  <a:cubicBezTo>
                    <a:pt x="611" y="304"/>
                    <a:pt x="609" y="301"/>
                    <a:pt x="608" y="298"/>
                  </a:cubicBezTo>
                  <a:cubicBezTo>
                    <a:pt x="605" y="276"/>
                    <a:pt x="605" y="276"/>
                    <a:pt x="605" y="276"/>
                  </a:cubicBezTo>
                  <a:cubicBezTo>
                    <a:pt x="594" y="294"/>
                    <a:pt x="568" y="309"/>
                    <a:pt x="543" y="309"/>
                  </a:cubicBezTo>
                  <a:cubicBezTo>
                    <a:pt x="486" y="309"/>
                    <a:pt x="453" y="258"/>
                    <a:pt x="453" y="196"/>
                  </a:cubicBezTo>
                  <a:cubicBezTo>
                    <a:pt x="453" y="122"/>
                    <a:pt x="497" y="84"/>
                    <a:pt x="543" y="84"/>
                  </a:cubicBezTo>
                  <a:cubicBezTo>
                    <a:pt x="567" y="84"/>
                    <a:pt x="588" y="94"/>
                    <a:pt x="602" y="108"/>
                  </a:cubicBezTo>
                  <a:cubicBezTo>
                    <a:pt x="602" y="10"/>
                    <a:pt x="602" y="10"/>
                    <a:pt x="602" y="10"/>
                  </a:cubicBezTo>
                  <a:cubicBezTo>
                    <a:pt x="602" y="7"/>
                    <a:pt x="605" y="4"/>
                    <a:pt x="608" y="4"/>
                  </a:cubicBezTo>
                  <a:cubicBezTo>
                    <a:pt x="644" y="0"/>
                    <a:pt x="644" y="0"/>
                    <a:pt x="644" y="0"/>
                  </a:cubicBezTo>
                  <a:moveTo>
                    <a:pt x="602" y="189"/>
                  </a:moveTo>
                  <a:cubicBezTo>
                    <a:pt x="602" y="141"/>
                    <a:pt x="574" y="125"/>
                    <a:pt x="552" y="125"/>
                  </a:cubicBezTo>
                  <a:cubicBezTo>
                    <a:pt x="523" y="125"/>
                    <a:pt x="503" y="153"/>
                    <a:pt x="503" y="196"/>
                  </a:cubicBezTo>
                  <a:cubicBezTo>
                    <a:pt x="503" y="234"/>
                    <a:pt x="521" y="269"/>
                    <a:pt x="553" y="269"/>
                  </a:cubicBezTo>
                  <a:cubicBezTo>
                    <a:pt x="571" y="269"/>
                    <a:pt x="602" y="255"/>
                    <a:pt x="602" y="199"/>
                  </a:cubicBezTo>
                  <a:lnTo>
                    <a:pt x="602" y="189"/>
                  </a:lnTo>
                  <a:close/>
                  <a:moveTo>
                    <a:pt x="2034" y="179"/>
                  </a:moveTo>
                  <a:cubicBezTo>
                    <a:pt x="2033" y="152"/>
                    <a:pt x="2021" y="124"/>
                    <a:pt x="1987" y="124"/>
                  </a:cubicBezTo>
                  <a:cubicBezTo>
                    <a:pt x="1953" y="124"/>
                    <a:pt x="1942" y="154"/>
                    <a:pt x="1938" y="179"/>
                  </a:cubicBezTo>
                  <a:lnTo>
                    <a:pt x="2034" y="179"/>
                  </a:lnTo>
                  <a:close/>
                  <a:moveTo>
                    <a:pt x="1990" y="309"/>
                  </a:moveTo>
                  <a:cubicBezTo>
                    <a:pt x="1928" y="309"/>
                    <a:pt x="1888" y="265"/>
                    <a:pt x="1888" y="198"/>
                  </a:cubicBezTo>
                  <a:cubicBezTo>
                    <a:pt x="1888" y="133"/>
                    <a:pt x="1925" y="84"/>
                    <a:pt x="1987" y="84"/>
                  </a:cubicBezTo>
                  <a:cubicBezTo>
                    <a:pt x="2056" y="84"/>
                    <a:pt x="2083" y="143"/>
                    <a:pt x="2083" y="195"/>
                  </a:cubicBezTo>
                  <a:cubicBezTo>
                    <a:pt x="2083" y="200"/>
                    <a:pt x="2083" y="203"/>
                    <a:pt x="2083" y="208"/>
                  </a:cubicBezTo>
                  <a:cubicBezTo>
                    <a:pt x="2083" y="211"/>
                    <a:pt x="2080" y="214"/>
                    <a:pt x="2077" y="214"/>
                  </a:cubicBezTo>
                  <a:cubicBezTo>
                    <a:pt x="1938" y="214"/>
                    <a:pt x="1938" y="214"/>
                    <a:pt x="1938" y="214"/>
                  </a:cubicBezTo>
                  <a:cubicBezTo>
                    <a:pt x="1941" y="243"/>
                    <a:pt x="1958" y="269"/>
                    <a:pt x="1993" y="269"/>
                  </a:cubicBezTo>
                  <a:cubicBezTo>
                    <a:pt x="2015" y="269"/>
                    <a:pt x="2032" y="264"/>
                    <a:pt x="2050" y="255"/>
                  </a:cubicBezTo>
                  <a:cubicBezTo>
                    <a:pt x="2053" y="254"/>
                    <a:pt x="2057" y="255"/>
                    <a:pt x="2058" y="259"/>
                  </a:cubicBezTo>
                  <a:cubicBezTo>
                    <a:pt x="2068" y="283"/>
                    <a:pt x="2068" y="283"/>
                    <a:pt x="2068" y="283"/>
                  </a:cubicBezTo>
                  <a:cubicBezTo>
                    <a:pt x="2069" y="286"/>
                    <a:pt x="2068" y="290"/>
                    <a:pt x="2065" y="291"/>
                  </a:cubicBezTo>
                  <a:cubicBezTo>
                    <a:pt x="2046" y="302"/>
                    <a:pt x="2021" y="309"/>
                    <a:pt x="1990" y="309"/>
                  </a:cubicBezTo>
                  <a:moveTo>
                    <a:pt x="1840" y="0"/>
                  </a:moveTo>
                  <a:cubicBezTo>
                    <a:pt x="1843" y="0"/>
                    <a:pt x="1846" y="3"/>
                    <a:pt x="1846" y="6"/>
                  </a:cubicBezTo>
                  <a:cubicBezTo>
                    <a:pt x="1846" y="298"/>
                    <a:pt x="1846" y="298"/>
                    <a:pt x="1846" y="298"/>
                  </a:cubicBezTo>
                  <a:cubicBezTo>
                    <a:pt x="1846" y="301"/>
                    <a:pt x="1843" y="304"/>
                    <a:pt x="1840" y="304"/>
                  </a:cubicBezTo>
                  <a:cubicBezTo>
                    <a:pt x="1810" y="304"/>
                    <a:pt x="1810" y="304"/>
                    <a:pt x="1810" y="304"/>
                  </a:cubicBezTo>
                  <a:cubicBezTo>
                    <a:pt x="1807" y="304"/>
                    <a:pt x="1804" y="301"/>
                    <a:pt x="1804" y="298"/>
                  </a:cubicBezTo>
                  <a:cubicBezTo>
                    <a:pt x="1801" y="276"/>
                    <a:pt x="1801" y="276"/>
                    <a:pt x="1801" y="276"/>
                  </a:cubicBezTo>
                  <a:cubicBezTo>
                    <a:pt x="1790" y="294"/>
                    <a:pt x="1764" y="309"/>
                    <a:pt x="1739" y="309"/>
                  </a:cubicBezTo>
                  <a:cubicBezTo>
                    <a:pt x="1682" y="309"/>
                    <a:pt x="1649" y="258"/>
                    <a:pt x="1649" y="196"/>
                  </a:cubicBezTo>
                  <a:cubicBezTo>
                    <a:pt x="1649" y="122"/>
                    <a:pt x="1693" y="84"/>
                    <a:pt x="1739" y="84"/>
                  </a:cubicBezTo>
                  <a:cubicBezTo>
                    <a:pt x="1763" y="84"/>
                    <a:pt x="1784" y="94"/>
                    <a:pt x="1798" y="108"/>
                  </a:cubicBezTo>
                  <a:cubicBezTo>
                    <a:pt x="1798" y="10"/>
                    <a:pt x="1798" y="10"/>
                    <a:pt x="1798" y="10"/>
                  </a:cubicBezTo>
                  <a:cubicBezTo>
                    <a:pt x="1798" y="7"/>
                    <a:pt x="1800" y="4"/>
                    <a:pt x="1804" y="4"/>
                  </a:cubicBezTo>
                  <a:cubicBezTo>
                    <a:pt x="1840" y="0"/>
                    <a:pt x="1840" y="0"/>
                    <a:pt x="1840" y="0"/>
                  </a:cubicBezTo>
                  <a:moveTo>
                    <a:pt x="1798" y="189"/>
                  </a:moveTo>
                  <a:cubicBezTo>
                    <a:pt x="1798" y="141"/>
                    <a:pt x="1770" y="125"/>
                    <a:pt x="1748" y="125"/>
                  </a:cubicBezTo>
                  <a:cubicBezTo>
                    <a:pt x="1719" y="125"/>
                    <a:pt x="1699" y="153"/>
                    <a:pt x="1699" y="196"/>
                  </a:cubicBezTo>
                  <a:cubicBezTo>
                    <a:pt x="1699" y="234"/>
                    <a:pt x="1716" y="269"/>
                    <a:pt x="1749" y="269"/>
                  </a:cubicBezTo>
                  <a:cubicBezTo>
                    <a:pt x="1767" y="269"/>
                    <a:pt x="1798" y="255"/>
                    <a:pt x="1798" y="199"/>
                  </a:cubicBezTo>
                  <a:lnTo>
                    <a:pt x="1798" y="189"/>
                  </a:lnTo>
                  <a:close/>
                  <a:moveTo>
                    <a:pt x="1049" y="90"/>
                  </a:moveTo>
                  <a:cubicBezTo>
                    <a:pt x="1049" y="87"/>
                    <a:pt x="1046" y="84"/>
                    <a:pt x="1043" y="84"/>
                  </a:cubicBezTo>
                  <a:cubicBezTo>
                    <a:pt x="1017" y="84"/>
                    <a:pt x="991" y="100"/>
                    <a:pt x="977" y="117"/>
                  </a:cubicBezTo>
                  <a:cubicBezTo>
                    <a:pt x="975" y="96"/>
                    <a:pt x="975" y="96"/>
                    <a:pt x="975" y="96"/>
                  </a:cubicBezTo>
                  <a:cubicBezTo>
                    <a:pt x="975" y="93"/>
                    <a:pt x="972" y="90"/>
                    <a:pt x="969" y="90"/>
                  </a:cubicBezTo>
                  <a:cubicBezTo>
                    <a:pt x="938" y="90"/>
                    <a:pt x="938" y="90"/>
                    <a:pt x="938" y="90"/>
                  </a:cubicBezTo>
                  <a:cubicBezTo>
                    <a:pt x="935" y="90"/>
                    <a:pt x="932" y="92"/>
                    <a:pt x="932" y="96"/>
                  </a:cubicBezTo>
                  <a:cubicBezTo>
                    <a:pt x="932" y="298"/>
                    <a:pt x="932" y="298"/>
                    <a:pt x="932" y="298"/>
                  </a:cubicBezTo>
                  <a:cubicBezTo>
                    <a:pt x="932" y="301"/>
                    <a:pt x="935" y="304"/>
                    <a:pt x="938" y="304"/>
                  </a:cubicBezTo>
                  <a:cubicBezTo>
                    <a:pt x="974" y="304"/>
                    <a:pt x="974" y="304"/>
                    <a:pt x="974" y="304"/>
                  </a:cubicBezTo>
                  <a:cubicBezTo>
                    <a:pt x="978" y="304"/>
                    <a:pt x="980" y="301"/>
                    <a:pt x="980" y="298"/>
                  </a:cubicBezTo>
                  <a:cubicBezTo>
                    <a:pt x="980" y="193"/>
                    <a:pt x="980" y="193"/>
                    <a:pt x="980" y="193"/>
                  </a:cubicBezTo>
                  <a:cubicBezTo>
                    <a:pt x="980" y="150"/>
                    <a:pt x="1007" y="133"/>
                    <a:pt x="1031" y="133"/>
                  </a:cubicBezTo>
                  <a:cubicBezTo>
                    <a:pt x="1035" y="133"/>
                    <a:pt x="1038" y="134"/>
                    <a:pt x="1041" y="134"/>
                  </a:cubicBezTo>
                  <a:cubicBezTo>
                    <a:pt x="1046" y="135"/>
                    <a:pt x="1049" y="132"/>
                    <a:pt x="1049" y="128"/>
                  </a:cubicBezTo>
                  <a:lnTo>
                    <a:pt x="1049" y="9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50" dirty="0"/>
            </a:p>
          </p:txBody>
        </p:sp>
      </p:grpSp>
      <p:grpSp>
        <p:nvGrpSpPr>
          <p:cNvPr id="8" name="HR logo"/>
          <p:cNvGrpSpPr>
            <a:grpSpLocks noSelect="1"/>
          </p:cNvGrpSpPr>
          <p:nvPr userDrawn="1"/>
        </p:nvGrpSpPr>
        <p:grpSpPr bwMode="gray">
          <a:xfrm>
            <a:off x="3224100" y="2582384"/>
            <a:ext cx="1681200" cy="1717200"/>
            <a:chOff x="0" y="0"/>
            <a:chExt cx="562610" cy="574675"/>
          </a:xfrm>
        </p:grpSpPr>
        <p:sp>
          <p:nvSpPr>
            <p:cNvPr id="9" name="Freeform 35"/>
            <p:cNvSpPr>
              <a:spLocks noSelect="1"/>
            </p:cNvSpPr>
            <p:nvPr userDrawn="1"/>
          </p:nvSpPr>
          <p:spPr bwMode="gray">
            <a:xfrm>
              <a:off x="0" y="0"/>
              <a:ext cx="562610" cy="574675"/>
            </a:xfrm>
            <a:custGeom>
              <a:avLst/>
              <a:gdLst>
                <a:gd name="T0" fmla="*/ 1771 w 1771"/>
                <a:gd name="T1" fmla="*/ 874 h 1807"/>
                <a:gd name="T2" fmla="*/ 1770 w 1771"/>
                <a:gd name="T3" fmla="*/ 851 h 1807"/>
                <a:gd name="T4" fmla="*/ 1768 w 1771"/>
                <a:gd name="T5" fmla="*/ 828 h 1807"/>
                <a:gd name="T6" fmla="*/ 1765 w 1771"/>
                <a:gd name="T7" fmla="*/ 799 h 1807"/>
                <a:gd name="T8" fmla="*/ 1762 w 1771"/>
                <a:gd name="T9" fmla="*/ 775 h 1807"/>
                <a:gd name="T10" fmla="*/ 1758 w 1771"/>
                <a:gd name="T11" fmla="*/ 748 h 1807"/>
                <a:gd name="T12" fmla="*/ 1739 w 1771"/>
                <a:gd name="T13" fmla="*/ 663 h 1807"/>
                <a:gd name="T14" fmla="*/ 1732 w 1771"/>
                <a:gd name="T15" fmla="*/ 642 h 1807"/>
                <a:gd name="T16" fmla="*/ 1726 w 1771"/>
                <a:gd name="T17" fmla="*/ 622 h 1807"/>
                <a:gd name="T18" fmla="*/ 1589 w 1771"/>
                <a:gd name="T19" fmla="*/ 360 h 1807"/>
                <a:gd name="T20" fmla="*/ 1559 w 1771"/>
                <a:gd name="T21" fmla="*/ 322 h 1807"/>
                <a:gd name="T22" fmla="*/ 1544 w 1771"/>
                <a:gd name="T23" fmla="*/ 304 h 1807"/>
                <a:gd name="T24" fmla="*/ 1511 w 1771"/>
                <a:gd name="T25" fmla="*/ 269 h 1807"/>
                <a:gd name="T26" fmla="*/ 1477 w 1771"/>
                <a:gd name="T27" fmla="*/ 236 h 1807"/>
                <a:gd name="T28" fmla="*/ 1449 w 1771"/>
                <a:gd name="T29" fmla="*/ 212 h 1807"/>
                <a:gd name="T30" fmla="*/ 1431 w 1771"/>
                <a:gd name="T31" fmla="*/ 197 h 1807"/>
                <a:gd name="T32" fmla="*/ 1402 w 1771"/>
                <a:gd name="T33" fmla="*/ 175 h 1807"/>
                <a:gd name="T34" fmla="*/ 1383 w 1771"/>
                <a:gd name="T35" fmla="*/ 162 h 1807"/>
                <a:gd name="T36" fmla="*/ 1353 w 1771"/>
                <a:gd name="T37" fmla="*/ 141 h 1807"/>
                <a:gd name="T38" fmla="*/ 1321 w 1771"/>
                <a:gd name="T39" fmla="*/ 122 h 1807"/>
                <a:gd name="T40" fmla="*/ 1301 w 1771"/>
                <a:gd name="T41" fmla="*/ 111 h 1807"/>
                <a:gd name="T42" fmla="*/ 1263 w 1771"/>
                <a:gd name="T43" fmla="*/ 91 h 1807"/>
                <a:gd name="T44" fmla="*/ 1241 w 1771"/>
                <a:gd name="T45" fmla="*/ 81 h 1807"/>
                <a:gd name="T46" fmla="*/ 1208 w 1771"/>
                <a:gd name="T47" fmla="*/ 66 h 1807"/>
                <a:gd name="T48" fmla="*/ 1162 w 1771"/>
                <a:gd name="T49" fmla="*/ 49 h 1807"/>
                <a:gd name="T50" fmla="*/ 1120 w 1771"/>
                <a:gd name="T51" fmla="*/ 36 h 1807"/>
                <a:gd name="T52" fmla="*/ 1097 w 1771"/>
                <a:gd name="T53" fmla="*/ 30 h 1807"/>
                <a:gd name="T54" fmla="*/ 1061 w 1771"/>
                <a:gd name="T55" fmla="*/ 21 h 1807"/>
                <a:gd name="T56" fmla="*/ 1037 w 1771"/>
                <a:gd name="T57" fmla="*/ 16 h 1807"/>
                <a:gd name="T58" fmla="*/ 175 w 1771"/>
                <a:gd name="T59" fmla="*/ 323 h 1807"/>
                <a:gd name="T60" fmla="*/ 1304 w 1771"/>
                <a:gd name="T61" fmla="*/ 402 h 1807"/>
                <a:gd name="T62" fmla="*/ 1372 w 1771"/>
                <a:gd name="T63" fmla="*/ 1125 h 1807"/>
                <a:gd name="T64" fmla="*/ 590 w 1771"/>
                <a:gd name="T65" fmla="*/ 1394 h 1807"/>
                <a:gd name="T66" fmla="*/ 403 w 1771"/>
                <a:gd name="T67" fmla="*/ 1396 h 1807"/>
                <a:gd name="T68" fmla="*/ 400 w 1771"/>
                <a:gd name="T69" fmla="*/ 1396 h 1807"/>
                <a:gd name="T70" fmla="*/ 381 w 1771"/>
                <a:gd name="T71" fmla="*/ 1380 h 1807"/>
                <a:gd name="T72" fmla="*/ 380 w 1771"/>
                <a:gd name="T73" fmla="*/ 1371 h 1807"/>
                <a:gd name="T74" fmla="*/ 510 w 1771"/>
                <a:gd name="T75" fmla="*/ 732 h 1807"/>
                <a:gd name="T76" fmla="*/ 519 w 1771"/>
                <a:gd name="T77" fmla="*/ 716 h 1807"/>
                <a:gd name="T78" fmla="*/ 786 w 1771"/>
                <a:gd name="T79" fmla="*/ 705 h 1807"/>
                <a:gd name="T80" fmla="*/ 0 w 1771"/>
                <a:gd name="T81" fmla="*/ 1037 h 1807"/>
                <a:gd name="T82" fmla="*/ 1292 w 1771"/>
                <a:gd name="T83" fmla="*/ 1701 h 1807"/>
                <a:gd name="T84" fmla="*/ 1313 w 1771"/>
                <a:gd name="T85" fmla="*/ 1689 h 1807"/>
                <a:gd name="T86" fmla="*/ 1333 w 1771"/>
                <a:gd name="T87" fmla="*/ 1677 h 1807"/>
                <a:gd name="T88" fmla="*/ 1354 w 1771"/>
                <a:gd name="T89" fmla="*/ 1665 h 1807"/>
                <a:gd name="T90" fmla="*/ 1374 w 1771"/>
                <a:gd name="T91" fmla="*/ 1651 h 1807"/>
                <a:gd name="T92" fmla="*/ 1394 w 1771"/>
                <a:gd name="T93" fmla="*/ 1638 h 1807"/>
                <a:gd name="T94" fmla="*/ 1418 w 1771"/>
                <a:gd name="T95" fmla="*/ 1620 h 1807"/>
                <a:gd name="T96" fmla="*/ 1441 w 1771"/>
                <a:gd name="T97" fmla="*/ 1601 h 1807"/>
                <a:gd name="T98" fmla="*/ 1504 w 1771"/>
                <a:gd name="T99" fmla="*/ 1545 h 1807"/>
                <a:gd name="T100" fmla="*/ 1520 w 1771"/>
                <a:gd name="T101" fmla="*/ 1528 h 1807"/>
                <a:gd name="T102" fmla="*/ 1538 w 1771"/>
                <a:gd name="T103" fmla="*/ 1509 h 1807"/>
                <a:gd name="T104" fmla="*/ 1759 w 1771"/>
                <a:gd name="T105" fmla="*/ 1052 h 1807"/>
                <a:gd name="T106" fmla="*/ 1762 w 1771"/>
                <a:gd name="T107" fmla="*/ 1029 h 1807"/>
                <a:gd name="T108" fmla="*/ 1765 w 1771"/>
                <a:gd name="T109" fmla="*/ 1005 h 1807"/>
                <a:gd name="T110" fmla="*/ 1767 w 1771"/>
                <a:gd name="T111" fmla="*/ 986 h 1807"/>
                <a:gd name="T112" fmla="*/ 1769 w 1771"/>
                <a:gd name="T113" fmla="*/ 966 h 1807"/>
                <a:gd name="T114" fmla="*/ 1770 w 1771"/>
                <a:gd name="T115" fmla="*/ 947 h 1807"/>
                <a:gd name="T116" fmla="*/ 1771 w 1771"/>
                <a:gd name="T117" fmla="*/ 928 h 1807"/>
                <a:gd name="T118" fmla="*/ 1771 w 1771"/>
                <a:gd name="T119" fmla="*/ 908 h 1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71" h="1807">
                  <a:moveTo>
                    <a:pt x="1771" y="893"/>
                  </a:moveTo>
                  <a:cubicBezTo>
                    <a:pt x="1771" y="892"/>
                    <a:pt x="1771" y="892"/>
                    <a:pt x="1771" y="892"/>
                  </a:cubicBezTo>
                  <a:cubicBezTo>
                    <a:pt x="1771" y="887"/>
                    <a:pt x="1771" y="887"/>
                    <a:pt x="1771" y="887"/>
                  </a:cubicBezTo>
                  <a:cubicBezTo>
                    <a:pt x="1771" y="885"/>
                    <a:pt x="1771" y="885"/>
                    <a:pt x="1771" y="885"/>
                  </a:cubicBezTo>
                  <a:cubicBezTo>
                    <a:pt x="1771" y="881"/>
                    <a:pt x="1771" y="881"/>
                    <a:pt x="1771" y="881"/>
                  </a:cubicBezTo>
                  <a:cubicBezTo>
                    <a:pt x="1771" y="880"/>
                    <a:pt x="1771" y="880"/>
                    <a:pt x="1771" y="880"/>
                  </a:cubicBezTo>
                  <a:cubicBezTo>
                    <a:pt x="1771" y="875"/>
                    <a:pt x="1771" y="875"/>
                    <a:pt x="1771" y="875"/>
                  </a:cubicBezTo>
                  <a:cubicBezTo>
                    <a:pt x="1771" y="874"/>
                    <a:pt x="1771" y="874"/>
                    <a:pt x="1771" y="874"/>
                  </a:cubicBezTo>
                  <a:cubicBezTo>
                    <a:pt x="1771" y="870"/>
                    <a:pt x="1771" y="870"/>
                    <a:pt x="1771" y="870"/>
                  </a:cubicBezTo>
                  <a:cubicBezTo>
                    <a:pt x="1770" y="868"/>
                    <a:pt x="1770" y="868"/>
                    <a:pt x="1770" y="868"/>
                  </a:cubicBezTo>
                  <a:cubicBezTo>
                    <a:pt x="1770" y="864"/>
                    <a:pt x="1770" y="864"/>
                    <a:pt x="1770" y="864"/>
                  </a:cubicBezTo>
                  <a:cubicBezTo>
                    <a:pt x="1770" y="862"/>
                    <a:pt x="1770" y="862"/>
                    <a:pt x="1770" y="862"/>
                  </a:cubicBezTo>
                  <a:cubicBezTo>
                    <a:pt x="1770" y="859"/>
                    <a:pt x="1770" y="859"/>
                    <a:pt x="1770" y="859"/>
                  </a:cubicBezTo>
                  <a:cubicBezTo>
                    <a:pt x="1770" y="857"/>
                    <a:pt x="1770" y="857"/>
                    <a:pt x="1770" y="857"/>
                  </a:cubicBezTo>
                  <a:cubicBezTo>
                    <a:pt x="1770" y="852"/>
                    <a:pt x="1770" y="852"/>
                    <a:pt x="1770" y="852"/>
                  </a:cubicBezTo>
                  <a:cubicBezTo>
                    <a:pt x="1770" y="851"/>
                    <a:pt x="1770" y="851"/>
                    <a:pt x="1770" y="851"/>
                  </a:cubicBezTo>
                  <a:cubicBezTo>
                    <a:pt x="1769" y="847"/>
                    <a:pt x="1769" y="847"/>
                    <a:pt x="1769" y="847"/>
                  </a:cubicBezTo>
                  <a:cubicBezTo>
                    <a:pt x="1769" y="845"/>
                    <a:pt x="1769" y="845"/>
                    <a:pt x="1769" y="845"/>
                  </a:cubicBezTo>
                  <a:cubicBezTo>
                    <a:pt x="1769" y="841"/>
                    <a:pt x="1769" y="841"/>
                    <a:pt x="1769" y="841"/>
                  </a:cubicBezTo>
                  <a:cubicBezTo>
                    <a:pt x="1769" y="839"/>
                    <a:pt x="1769" y="839"/>
                    <a:pt x="1769" y="839"/>
                  </a:cubicBezTo>
                  <a:cubicBezTo>
                    <a:pt x="1769" y="836"/>
                    <a:pt x="1769" y="836"/>
                    <a:pt x="1769" y="836"/>
                  </a:cubicBezTo>
                  <a:cubicBezTo>
                    <a:pt x="1768" y="834"/>
                    <a:pt x="1768" y="834"/>
                    <a:pt x="1768" y="834"/>
                  </a:cubicBezTo>
                  <a:cubicBezTo>
                    <a:pt x="1768" y="830"/>
                    <a:pt x="1768" y="830"/>
                    <a:pt x="1768" y="830"/>
                  </a:cubicBezTo>
                  <a:cubicBezTo>
                    <a:pt x="1768" y="828"/>
                    <a:pt x="1768" y="828"/>
                    <a:pt x="1768" y="828"/>
                  </a:cubicBezTo>
                  <a:cubicBezTo>
                    <a:pt x="1768" y="824"/>
                    <a:pt x="1768" y="824"/>
                    <a:pt x="1768" y="824"/>
                  </a:cubicBezTo>
                  <a:cubicBezTo>
                    <a:pt x="1768" y="822"/>
                    <a:pt x="1768" y="822"/>
                    <a:pt x="1768" y="822"/>
                  </a:cubicBezTo>
                  <a:cubicBezTo>
                    <a:pt x="1767" y="819"/>
                    <a:pt x="1767" y="819"/>
                    <a:pt x="1767" y="819"/>
                  </a:cubicBezTo>
                  <a:cubicBezTo>
                    <a:pt x="1767" y="816"/>
                    <a:pt x="1767" y="816"/>
                    <a:pt x="1767" y="816"/>
                  </a:cubicBezTo>
                  <a:cubicBezTo>
                    <a:pt x="1767" y="813"/>
                    <a:pt x="1767" y="813"/>
                    <a:pt x="1767" y="813"/>
                  </a:cubicBezTo>
                  <a:cubicBezTo>
                    <a:pt x="1766" y="810"/>
                    <a:pt x="1766" y="810"/>
                    <a:pt x="1766" y="810"/>
                  </a:cubicBezTo>
                  <a:cubicBezTo>
                    <a:pt x="1766" y="808"/>
                    <a:pt x="1766" y="808"/>
                    <a:pt x="1766" y="808"/>
                  </a:cubicBezTo>
                  <a:cubicBezTo>
                    <a:pt x="1765" y="799"/>
                    <a:pt x="1765" y="799"/>
                    <a:pt x="1765" y="799"/>
                  </a:cubicBezTo>
                  <a:cubicBezTo>
                    <a:pt x="1765" y="797"/>
                    <a:pt x="1765" y="797"/>
                    <a:pt x="1765" y="797"/>
                  </a:cubicBezTo>
                  <a:cubicBezTo>
                    <a:pt x="1765" y="794"/>
                    <a:pt x="1765" y="794"/>
                    <a:pt x="1765" y="794"/>
                  </a:cubicBezTo>
                  <a:cubicBezTo>
                    <a:pt x="1764" y="793"/>
                    <a:pt x="1764" y="793"/>
                    <a:pt x="1764" y="793"/>
                  </a:cubicBezTo>
                  <a:cubicBezTo>
                    <a:pt x="1764" y="787"/>
                    <a:pt x="1764" y="787"/>
                    <a:pt x="1764" y="787"/>
                  </a:cubicBezTo>
                  <a:cubicBezTo>
                    <a:pt x="1763" y="786"/>
                    <a:pt x="1763" y="786"/>
                    <a:pt x="1763" y="786"/>
                  </a:cubicBezTo>
                  <a:cubicBezTo>
                    <a:pt x="1763" y="783"/>
                    <a:pt x="1763" y="783"/>
                    <a:pt x="1763" y="783"/>
                  </a:cubicBezTo>
                  <a:cubicBezTo>
                    <a:pt x="1763" y="782"/>
                    <a:pt x="1763" y="782"/>
                    <a:pt x="1763" y="782"/>
                  </a:cubicBezTo>
                  <a:cubicBezTo>
                    <a:pt x="1762" y="775"/>
                    <a:pt x="1762" y="775"/>
                    <a:pt x="1762" y="775"/>
                  </a:cubicBezTo>
                  <a:cubicBezTo>
                    <a:pt x="1762" y="774"/>
                    <a:pt x="1762" y="774"/>
                    <a:pt x="1762" y="774"/>
                  </a:cubicBezTo>
                  <a:cubicBezTo>
                    <a:pt x="1761" y="771"/>
                    <a:pt x="1761" y="771"/>
                    <a:pt x="1761" y="771"/>
                  </a:cubicBezTo>
                  <a:cubicBezTo>
                    <a:pt x="1761" y="770"/>
                    <a:pt x="1761" y="770"/>
                    <a:pt x="1761" y="770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3"/>
                    <a:pt x="1760" y="763"/>
                    <a:pt x="1760" y="763"/>
                  </a:cubicBezTo>
                  <a:cubicBezTo>
                    <a:pt x="1760" y="760"/>
                    <a:pt x="1760" y="760"/>
                    <a:pt x="1760" y="760"/>
                  </a:cubicBezTo>
                  <a:cubicBezTo>
                    <a:pt x="1760" y="759"/>
                    <a:pt x="1760" y="759"/>
                    <a:pt x="1760" y="759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8" y="748"/>
                    <a:pt x="1758" y="748"/>
                    <a:pt x="1758" y="748"/>
                  </a:cubicBezTo>
                  <a:cubicBezTo>
                    <a:pt x="1754" y="728"/>
                    <a:pt x="1750" y="708"/>
                    <a:pt x="1745" y="688"/>
                  </a:cubicBezTo>
                  <a:cubicBezTo>
                    <a:pt x="1745" y="688"/>
                    <a:pt x="1745" y="688"/>
                    <a:pt x="1745" y="688"/>
                  </a:cubicBezTo>
                  <a:cubicBezTo>
                    <a:pt x="1743" y="677"/>
                    <a:pt x="1743" y="677"/>
                    <a:pt x="1743" y="677"/>
                  </a:cubicBezTo>
                  <a:cubicBezTo>
                    <a:pt x="1742" y="677"/>
                    <a:pt x="1742" y="677"/>
                    <a:pt x="1742" y="677"/>
                  </a:cubicBezTo>
                  <a:cubicBezTo>
                    <a:pt x="1740" y="667"/>
                    <a:pt x="1740" y="667"/>
                    <a:pt x="1740" y="667"/>
                  </a:cubicBezTo>
                  <a:cubicBezTo>
                    <a:pt x="1739" y="665"/>
                    <a:pt x="1739" y="665"/>
                    <a:pt x="1739" y="665"/>
                  </a:cubicBezTo>
                  <a:cubicBezTo>
                    <a:pt x="1739" y="663"/>
                    <a:pt x="1739" y="663"/>
                    <a:pt x="1739" y="663"/>
                  </a:cubicBezTo>
                  <a:cubicBezTo>
                    <a:pt x="1738" y="661"/>
                    <a:pt x="1738" y="661"/>
                    <a:pt x="1738" y="661"/>
                  </a:cubicBezTo>
                  <a:cubicBezTo>
                    <a:pt x="1737" y="657"/>
                    <a:pt x="1737" y="657"/>
                    <a:pt x="1737" y="657"/>
                  </a:cubicBezTo>
                  <a:cubicBezTo>
                    <a:pt x="1736" y="654"/>
                    <a:pt x="1736" y="654"/>
                    <a:pt x="1736" y="654"/>
                  </a:cubicBezTo>
                  <a:cubicBezTo>
                    <a:pt x="1736" y="652"/>
                    <a:pt x="1736" y="652"/>
                    <a:pt x="1736" y="652"/>
                  </a:cubicBezTo>
                  <a:cubicBezTo>
                    <a:pt x="1735" y="650"/>
                    <a:pt x="1735" y="650"/>
                    <a:pt x="1735" y="650"/>
                  </a:cubicBezTo>
                  <a:cubicBezTo>
                    <a:pt x="1734" y="646"/>
                    <a:pt x="1734" y="646"/>
                    <a:pt x="1734" y="646"/>
                  </a:cubicBezTo>
                  <a:cubicBezTo>
                    <a:pt x="1733" y="643"/>
                    <a:pt x="1733" y="643"/>
                    <a:pt x="1733" y="643"/>
                  </a:cubicBezTo>
                  <a:cubicBezTo>
                    <a:pt x="1732" y="642"/>
                    <a:pt x="1732" y="642"/>
                    <a:pt x="1732" y="642"/>
                  </a:cubicBezTo>
                  <a:cubicBezTo>
                    <a:pt x="1732" y="638"/>
                    <a:pt x="1732" y="638"/>
                    <a:pt x="1732" y="638"/>
                  </a:cubicBezTo>
                  <a:cubicBezTo>
                    <a:pt x="1731" y="637"/>
                    <a:pt x="1731" y="637"/>
                    <a:pt x="1731" y="637"/>
                  </a:cubicBezTo>
                  <a:cubicBezTo>
                    <a:pt x="1730" y="633"/>
                    <a:pt x="1730" y="633"/>
                    <a:pt x="1730" y="633"/>
                  </a:cubicBezTo>
                  <a:cubicBezTo>
                    <a:pt x="1729" y="631"/>
                    <a:pt x="1729" y="631"/>
                    <a:pt x="1729" y="631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8" y="627"/>
                    <a:pt x="1728" y="627"/>
                    <a:pt x="1728" y="627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26" y="622"/>
                    <a:pt x="1726" y="622"/>
                    <a:pt x="1726" y="622"/>
                  </a:cubicBezTo>
                  <a:cubicBezTo>
                    <a:pt x="1719" y="599"/>
                    <a:pt x="1710" y="577"/>
                    <a:pt x="1701" y="555"/>
                  </a:cubicBezTo>
                  <a:cubicBezTo>
                    <a:pt x="1696" y="543"/>
                    <a:pt x="1691" y="530"/>
                    <a:pt x="1685" y="518"/>
                  </a:cubicBezTo>
                  <a:cubicBezTo>
                    <a:pt x="1672" y="491"/>
                    <a:pt x="1658" y="465"/>
                    <a:pt x="1643" y="440"/>
                  </a:cubicBezTo>
                  <a:cubicBezTo>
                    <a:pt x="1640" y="435"/>
                    <a:pt x="1640" y="435"/>
                    <a:pt x="1640" y="435"/>
                  </a:cubicBezTo>
                  <a:cubicBezTo>
                    <a:pt x="1640" y="434"/>
                    <a:pt x="1640" y="434"/>
                    <a:pt x="1640" y="434"/>
                  </a:cubicBezTo>
                  <a:cubicBezTo>
                    <a:pt x="1625" y="410"/>
                    <a:pt x="1609" y="387"/>
                    <a:pt x="1593" y="365"/>
                  </a:cubicBezTo>
                  <a:cubicBezTo>
                    <a:pt x="1593" y="364"/>
                    <a:pt x="1593" y="364"/>
                    <a:pt x="1593" y="364"/>
                  </a:cubicBezTo>
                  <a:cubicBezTo>
                    <a:pt x="1589" y="360"/>
                    <a:pt x="1589" y="360"/>
                    <a:pt x="1589" y="360"/>
                  </a:cubicBezTo>
                  <a:cubicBezTo>
                    <a:pt x="1589" y="359"/>
                    <a:pt x="1589" y="359"/>
                    <a:pt x="1589" y="359"/>
                  </a:cubicBezTo>
                  <a:cubicBezTo>
                    <a:pt x="1586" y="355"/>
                    <a:pt x="1586" y="355"/>
                    <a:pt x="1586" y="355"/>
                  </a:cubicBezTo>
                  <a:cubicBezTo>
                    <a:pt x="1585" y="355"/>
                    <a:pt x="1585" y="355"/>
                    <a:pt x="1585" y="355"/>
                  </a:cubicBezTo>
                  <a:cubicBezTo>
                    <a:pt x="1582" y="351"/>
                    <a:pt x="1582" y="351"/>
                    <a:pt x="1582" y="351"/>
                  </a:cubicBezTo>
                  <a:cubicBezTo>
                    <a:pt x="1582" y="350"/>
                    <a:pt x="1582" y="350"/>
                    <a:pt x="1582" y="350"/>
                  </a:cubicBezTo>
                  <a:cubicBezTo>
                    <a:pt x="1578" y="346"/>
                    <a:pt x="1578" y="346"/>
                    <a:pt x="1578" y="346"/>
                  </a:cubicBezTo>
                  <a:cubicBezTo>
                    <a:pt x="1578" y="345"/>
                    <a:pt x="1578" y="345"/>
                    <a:pt x="1578" y="345"/>
                  </a:cubicBezTo>
                  <a:cubicBezTo>
                    <a:pt x="1572" y="338"/>
                    <a:pt x="1566" y="330"/>
                    <a:pt x="1559" y="322"/>
                  </a:cubicBezTo>
                  <a:cubicBezTo>
                    <a:pt x="1559" y="322"/>
                    <a:pt x="1559" y="322"/>
                    <a:pt x="1559" y="322"/>
                  </a:cubicBezTo>
                  <a:cubicBezTo>
                    <a:pt x="1555" y="318"/>
                    <a:pt x="1555" y="318"/>
                    <a:pt x="1555" y="318"/>
                  </a:cubicBezTo>
                  <a:cubicBezTo>
                    <a:pt x="1555" y="317"/>
                    <a:pt x="1555" y="317"/>
                    <a:pt x="1555" y="317"/>
                  </a:cubicBezTo>
                  <a:cubicBezTo>
                    <a:pt x="1552" y="313"/>
                    <a:pt x="1552" y="313"/>
                    <a:pt x="1552" y="313"/>
                  </a:cubicBezTo>
                  <a:cubicBezTo>
                    <a:pt x="1551" y="313"/>
                    <a:pt x="1551" y="313"/>
                    <a:pt x="1551" y="313"/>
                  </a:cubicBezTo>
                  <a:cubicBezTo>
                    <a:pt x="1548" y="309"/>
                    <a:pt x="1548" y="309"/>
                    <a:pt x="1548" y="309"/>
                  </a:cubicBezTo>
                  <a:cubicBezTo>
                    <a:pt x="1547" y="308"/>
                    <a:pt x="1547" y="308"/>
                    <a:pt x="1547" y="308"/>
                  </a:cubicBezTo>
                  <a:cubicBezTo>
                    <a:pt x="1544" y="304"/>
                    <a:pt x="1544" y="304"/>
                    <a:pt x="1544" y="304"/>
                  </a:cubicBezTo>
                  <a:cubicBezTo>
                    <a:pt x="1543" y="304"/>
                    <a:pt x="1543" y="304"/>
                    <a:pt x="1543" y="304"/>
                  </a:cubicBezTo>
                  <a:cubicBezTo>
                    <a:pt x="1537" y="297"/>
                    <a:pt x="1530" y="289"/>
                    <a:pt x="1523" y="282"/>
                  </a:cubicBezTo>
                  <a:cubicBezTo>
                    <a:pt x="1523" y="282"/>
                    <a:pt x="1523" y="282"/>
                    <a:pt x="1523" y="282"/>
                  </a:cubicBezTo>
                  <a:cubicBezTo>
                    <a:pt x="1519" y="278"/>
                    <a:pt x="1519" y="278"/>
                    <a:pt x="1519" y="278"/>
                  </a:cubicBezTo>
                  <a:cubicBezTo>
                    <a:pt x="1519" y="277"/>
                    <a:pt x="1519" y="277"/>
                    <a:pt x="1519" y="277"/>
                  </a:cubicBezTo>
                  <a:cubicBezTo>
                    <a:pt x="1515" y="274"/>
                    <a:pt x="1515" y="274"/>
                    <a:pt x="1515" y="274"/>
                  </a:cubicBezTo>
                  <a:cubicBezTo>
                    <a:pt x="1515" y="273"/>
                    <a:pt x="1515" y="273"/>
                    <a:pt x="1515" y="273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510" y="269"/>
                    <a:pt x="1510" y="269"/>
                    <a:pt x="1510" y="269"/>
                  </a:cubicBezTo>
                  <a:cubicBezTo>
                    <a:pt x="1507" y="265"/>
                    <a:pt x="1507" y="265"/>
                    <a:pt x="1507" y="265"/>
                  </a:cubicBezTo>
                  <a:cubicBezTo>
                    <a:pt x="1506" y="265"/>
                    <a:pt x="1506" y="265"/>
                    <a:pt x="1506" y="265"/>
                  </a:cubicBezTo>
                  <a:cubicBezTo>
                    <a:pt x="1499" y="258"/>
                    <a:pt x="1492" y="251"/>
                    <a:pt x="1485" y="244"/>
                  </a:cubicBezTo>
                  <a:cubicBezTo>
                    <a:pt x="1485" y="244"/>
                    <a:pt x="1485" y="244"/>
                    <a:pt x="1485" y="244"/>
                  </a:cubicBezTo>
                  <a:cubicBezTo>
                    <a:pt x="1481" y="240"/>
                    <a:pt x="1481" y="240"/>
                    <a:pt x="1481" y="240"/>
                  </a:cubicBezTo>
                  <a:cubicBezTo>
                    <a:pt x="1480" y="239"/>
                    <a:pt x="1480" y="239"/>
                    <a:pt x="1480" y="239"/>
                  </a:cubicBezTo>
                  <a:cubicBezTo>
                    <a:pt x="1477" y="236"/>
                    <a:pt x="1477" y="236"/>
                    <a:pt x="1477" y="236"/>
                  </a:cubicBezTo>
                  <a:cubicBezTo>
                    <a:pt x="1476" y="235"/>
                    <a:pt x="1476" y="235"/>
                    <a:pt x="1476" y="235"/>
                  </a:cubicBezTo>
                  <a:cubicBezTo>
                    <a:pt x="1472" y="232"/>
                    <a:pt x="1472" y="232"/>
                    <a:pt x="1472" y="232"/>
                  </a:cubicBezTo>
                  <a:cubicBezTo>
                    <a:pt x="1471" y="232"/>
                    <a:pt x="1471" y="232"/>
                    <a:pt x="1471" y="232"/>
                  </a:cubicBezTo>
                  <a:cubicBezTo>
                    <a:pt x="1468" y="228"/>
                    <a:pt x="1468" y="228"/>
                    <a:pt x="1468" y="228"/>
                  </a:cubicBezTo>
                  <a:cubicBezTo>
                    <a:pt x="1467" y="228"/>
                    <a:pt x="1467" y="228"/>
                    <a:pt x="1467" y="228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63" y="224"/>
                    <a:pt x="1463" y="224"/>
                    <a:pt x="1463" y="224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9" y="212"/>
                    <a:pt x="1449" y="212"/>
                    <a:pt x="1449" y="212"/>
                  </a:cubicBezTo>
                  <a:cubicBezTo>
                    <a:pt x="1445" y="209"/>
                    <a:pt x="1445" y="209"/>
                    <a:pt x="1445" y="209"/>
                  </a:cubicBezTo>
                  <a:cubicBezTo>
                    <a:pt x="1444" y="208"/>
                    <a:pt x="1444" y="208"/>
                    <a:pt x="1444" y="208"/>
                  </a:cubicBezTo>
                  <a:cubicBezTo>
                    <a:pt x="1440" y="205"/>
                    <a:pt x="1440" y="205"/>
                    <a:pt x="1440" y="205"/>
                  </a:cubicBezTo>
                  <a:cubicBezTo>
                    <a:pt x="1439" y="204"/>
                    <a:pt x="1439" y="204"/>
                    <a:pt x="1439" y="204"/>
                  </a:cubicBezTo>
                  <a:cubicBezTo>
                    <a:pt x="1436" y="201"/>
                    <a:pt x="1436" y="201"/>
                    <a:pt x="1436" y="201"/>
                  </a:cubicBezTo>
                  <a:cubicBezTo>
                    <a:pt x="1435" y="200"/>
                    <a:pt x="1435" y="200"/>
                    <a:pt x="1435" y="200"/>
                  </a:cubicBezTo>
                  <a:cubicBezTo>
                    <a:pt x="1431" y="197"/>
                    <a:pt x="1431" y="197"/>
                    <a:pt x="1431" y="197"/>
                  </a:cubicBezTo>
                  <a:cubicBezTo>
                    <a:pt x="1430" y="197"/>
                    <a:pt x="1430" y="197"/>
                    <a:pt x="1430" y="197"/>
                  </a:cubicBezTo>
                  <a:cubicBezTo>
                    <a:pt x="1426" y="194"/>
                    <a:pt x="1426" y="194"/>
                    <a:pt x="1426" y="194"/>
                  </a:cubicBezTo>
                  <a:cubicBezTo>
                    <a:pt x="1425" y="193"/>
                    <a:pt x="1425" y="193"/>
                    <a:pt x="1425" y="193"/>
                  </a:cubicBezTo>
                  <a:cubicBezTo>
                    <a:pt x="1421" y="190"/>
                    <a:pt x="1421" y="190"/>
                    <a:pt x="1421" y="190"/>
                  </a:cubicBezTo>
                  <a:cubicBezTo>
                    <a:pt x="1421" y="189"/>
                    <a:pt x="1421" y="189"/>
                    <a:pt x="1421" y="189"/>
                  </a:cubicBezTo>
                  <a:cubicBezTo>
                    <a:pt x="1407" y="179"/>
                    <a:pt x="1407" y="179"/>
                    <a:pt x="1407" y="179"/>
                  </a:cubicBezTo>
                  <a:cubicBezTo>
                    <a:pt x="1406" y="178"/>
                    <a:pt x="1406" y="178"/>
                    <a:pt x="1406" y="178"/>
                  </a:cubicBezTo>
                  <a:cubicBezTo>
                    <a:pt x="1402" y="175"/>
                    <a:pt x="1402" y="175"/>
                    <a:pt x="1402" y="175"/>
                  </a:cubicBezTo>
                  <a:cubicBezTo>
                    <a:pt x="1401" y="174"/>
                    <a:pt x="1401" y="174"/>
                    <a:pt x="1401" y="174"/>
                  </a:cubicBezTo>
                  <a:cubicBezTo>
                    <a:pt x="1398" y="172"/>
                    <a:pt x="1398" y="172"/>
                    <a:pt x="1398" y="172"/>
                  </a:cubicBezTo>
                  <a:cubicBezTo>
                    <a:pt x="1396" y="171"/>
                    <a:pt x="1396" y="171"/>
                    <a:pt x="1396" y="171"/>
                  </a:cubicBezTo>
                  <a:cubicBezTo>
                    <a:pt x="1393" y="169"/>
                    <a:pt x="1393" y="169"/>
                    <a:pt x="1393" y="169"/>
                  </a:cubicBezTo>
                  <a:cubicBezTo>
                    <a:pt x="1391" y="167"/>
                    <a:pt x="1391" y="167"/>
                    <a:pt x="1391" y="167"/>
                  </a:cubicBezTo>
                  <a:cubicBezTo>
                    <a:pt x="1388" y="165"/>
                    <a:pt x="1388" y="165"/>
                    <a:pt x="1388" y="165"/>
                  </a:cubicBezTo>
                  <a:cubicBezTo>
                    <a:pt x="1387" y="164"/>
                    <a:pt x="1387" y="164"/>
                    <a:pt x="1387" y="164"/>
                  </a:cubicBezTo>
                  <a:cubicBezTo>
                    <a:pt x="1383" y="162"/>
                    <a:pt x="1383" y="162"/>
                    <a:pt x="1383" y="162"/>
                  </a:cubicBezTo>
                  <a:cubicBezTo>
                    <a:pt x="1382" y="161"/>
                    <a:pt x="1382" y="161"/>
                    <a:pt x="1382" y="161"/>
                  </a:cubicBezTo>
                  <a:cubicBezTo>
                    <a:pt x="1378" y="158"/>
                    <a:pt x="1378" y="158"/>
                    <a:pt x="1378" y="158"/>
                  </a:cubicBezTo>
                  <a:cubicBezTo>
                    <a:pt x="1377" y="158"/>
                    <a:pt x="1377" y="158"/>
                    <a:pt x="1377" y="158"/>
                  </a:cubicBezTo>
                  <a:cubicBezTo>
                    <a:pt x="1363" y="148"/>
                    <a:pt x="1363" y="148"/>
                    <a:pt x="1363" y="148"/>
                  </a:cubicBezTo>
                  <a:cubicBezTo>
                    <a:pt x="1362" y="147"/>
                    <a:pt x="1362" y="147"/>
                    <a:pt x="1362" y="147"/>
                  </a:cubicBezTo>
                  <a:cubicBezTo>
                    <a:pt x="1358" y="145"/>
                    <a:pt x="1358" y="145"/>
                    <a:pt x="1358" y="145"/>
                  </a:cubicBezTo>
                  <a:cubicBezTo>
                    <a:pt x="1356" y="144"/>
                    <a:pt x="1356" y="144"/>
                    <a:pt x="1356" y="144"/>
                  </a:cubicBezTo>
                  <a:cubicBezTo>
                    <a:pt x="1353" y="141"/>
                    <a:pt x="1353" y="141"/>
                    <a:pt x="1353" y="141"/>
                  </a:cubicBezTo>
                  <a:cubicBezTo>
                    <a:pt x="1352" y="141"/>
                    <a:pt x="1352" y="141"/>
                    <a:pt x="1352" y="141"/>
                  </a:cubicBezTo>
                  <a:cubicBezTo>
                    <a:pt x="1348" y="138"/>
                    <a:pt x="1348" y="138"/>
                    <a:pt x="1348" y="138"/>
                  </a:cubicBezTo>
                  <a:cubicBezTo>
                    <a:pt x="1347" y="138"/>
                    <a:pt x="1347" y="138"/>
                    <a:pt x="1347" y="138"/>
                  </a:cubicBezTo>
                  <a:cubicBezTo>
                    <a:pt x="1343" y="135"/>
                    <a:pt x="1343" y="135"/>
                    <a:pt x="1343" y="135"/>
                  </a:cubicBezTo>
                  <a:cubicBezTo>
                    <a:pt x="1342" y="134"/>
                    <a:pt x="1342" y="134"/>
                    <a:pt x="1342" y="134"/>
                  </a:cubicBezTo>
                  <a:cubicBezTo>
                    <a:pt x="1338" y="132"/>
                    <a:pt x="1338" y="132"/>
                    <a:pt x="1338" y="132"/>
                  </a:cubicBezTo>
                  <a:cubicBezTo>
                    <a:pt x="1337" y="131"/>
                    <a:pt x="1337" y="131"/>
                    <a:pt x="1337" y="131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21" y="122"/>
                    <a:pt x="1321" y="122"/>
                    <a:pt x="1321" y="122"/>
                  </a:cubicBezTo>
                  <a:cubicBezTo>
                    <a:pt x="1316" y="119"/>
                    <a:pt x="1316" y="119"/>
                    <a:pt x="1316" y="119"/>
                  </a:cubicBezTo>
                  <a:cubicBezTo>
                    <a:pt x="1315" y="119"/>
                    <a:pt x="1315" y="119"/>
                    <a:pt x="1315" y="119"/>
                  </a:cubicBezTo>
                  <a:cubicBezTo>
                    <a:pt x="1311" y="116"/>
                    <a:pt x="1311" y="116"/>
                    <a:pt x="1311" y="116"/>
                  </a:cubicBezTo>
                  <a:cubicBezTo>
                    <a:pt x="1310" y="116"/>
                    <a:pt x="1310" y="116"/>
                    <a:pt x="1310" y="116"/>
                  </a:cubicBezTo>
                  <a:cubicBezTo>
                    <a:pt x="1306" y="114"/>
                    <a:pt x="1306" y="114"/>
                    <a:pt x="1306" y="114"/>
                  </a:cubicBezTo>
                  <a:cubicBezTo>
                    <a:pt x="1305" y="113"/>
                    <a:pt x="1305" y="113"/>
                    <a:pt x="1305" y="113"/>
                  </a:cubicBezTo>
                  <a:cubicBezTo>
                    <a:pt x="1301" y="111"/>
                    <a:pt x="1301" y="111"/>
                    <a:pt x="1301" y="111"/>
                  </a:cubicBezTo>
                  <a:cubicBezTo>
                    <a:pt x="1300" y="110"/>
                    <a:pt x="1300" y="110"/>
                    <a:pt x="1300" y="110"/>
                  </a:cubicBezTo>
                  <a:cubicBezTo>
                    <a:pt x="1296" y="108"/>
                    <a:pt x="1296" y="108"/>
                    <a:pt x="1296" y="108"/>
                  </a:cubicBezTo>
                  <a:cubicBezTo>
                    <a:pt x="1295" y="107"/>
                    <a:pt x="1295" y="107"/>
                    <a:pt x="1295" y="107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89" y="105"/>
                    <a:pt x="1289" y="105"/>
                    <a:pt x="1289" y="105"/>
                  </a:cubicBezTo>
                  <a:cubicBezTo>
                    <a:pt x="1282" y="101"/>
                    <a:pt x="1275" y="97"/>
                    <a:pt x="1268" y="94"/>
                  </a:cubicBezTo>
                  <a:cubicBezTo>
                    <a:pt x="1267" y="93"/>
                    <a:pt x="1267" y="93"/>
                    <a:pt x="1267" y="93"/>
                  </a:cubicBezTo>
                  <a:cubicBezTo>
                    <a:pt x="1263" y="91"/>
                    <a:pt x="1263" y="91"/>
                    <a:pt x="1263" y="91"/>
                  </a:cubicBezTo>
                  <a:cubicBezTo>
                    <a:pt x="1262" y="91"/>
                    <a:pt x="1262" y="91"/>
                    <a:pt x="1262" y="91"/>
                  </a:cubicBezTo>
                  <a:cubicBezTo>
                    <a:pt x="1258" y="89"/>
                    <a:pt x="1258" y="89"/>
                    <a:pt x="1258" y="89"/>
                  </a:cubicBezTo>
                  <a:cubicBezTo>
                    <a:pt x="1256" y="88"/>
                    <a:pt x="1256" y="88"/>
                    <a:pt x="1256" y="88"/>
                  </a:cubicBezTo>
                  <a:cubicBezTo>
                    <a:pt x="1252" y="86"/>
                    <a:pt x="1252" y="86"/>
                    <a:pt x="1252" y="86"/>
                  </a:cubicBezTo>
                  <a:cubicBezTo>
                    <a:pt x="1251" y="86"/>
                    <a:pt x="1251" y="86"/>
                    <a:pt x="1251" y="86"/>
                  </a:cubicBezTo>
                  <a:cubicBezTo>
                    <a:pt x="1247" y="83"/>
                    <a:pt x="1247" y="83"/>
                    <a:pt x="1247" y="83"/>
                  </a:cubicBezTo>
                  <a:cubicBezTo>
                    <a:pt x="1246" y="83"/>
                    <a:pt x="1246" y="83"/>
                    <a:pt x="1246" y="83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41" y="81"/>
                    <a:pt x="1241" y="81"/>
                    <a:pt x="1241" y="81"/>
                  </a:cubicBezTo>
                  <a:cubicBezTo>
                    <a:pt x="1235" y="78"/>
                    <a:pt x="1229" y="76"/>
                    <a:pt x="1224" y="73"/>
                  </a:cubicBezTo>
                  <a:cubicBezTo>
                    <a:pt x="1224" y="73"/>
                    <a:pt x="1224" y="73"/>
                    <a:pt x="1224" y="73"/>
                  </a:cubicBezTo>
                  <a:cubicBezTo>
                    <a:pt x="1219" y="71"/>
                    <a:pt x="1219" y="71"/>
                    <a:pt x="1219" y="71"/>
                  </a:cubicBezTo>
                  <a:cubicBezTo>
                    <a:pt x="1218" y="71"/>
                    <a:pt x="1218" y="71"/>
                    <a:pt x="1218" y="71"/>
                  </a:cubicBezTo>
                  <a:cubicBezTo>
                    <a:pt x="1213" y="69"/>
                    <a:pt x="1213" y="69"/>
                    <a:pt x="1213" y="69"/>
                  </a:cubicBezTo>
                  <a:cubicBezTo>
                    <a:pt x="1212" y="68"/>
                    <a:pt x="1212" y="68"/>
                    <a:pt x="1212" y="68"/>
                  </a:cubicBezTo>
                  <a:cubicBezTo>
                    <a:pt x="1208" y="66"/>
                    <a:pt x="1208" y="66"/>
                    <a:pt x="1208" y="66"/>
                  </a:cubicBezTo>
                  <a:cubicBezTo>
                    <a:pt x="1207" y="66"/>
                    <a:pt x="1207" y="66"/>
                    <a:pt x="1207" y="66"/>
                  </a:cubicBezTo>
                  <a:cubicBezTo>
                    <a:pt x="1202" y="64"/>
                    <a:pt x="1202" y="64"/>
                    <a:pt x="1202" y="64"/>
                  </a:cubicBezTo>
                  <a:cubicBezTo>
                    <a:pt x="1201" y="64"/>
                    <a:pt x="1201" y="64"/>
                    <a:pt x="1201" y="64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96" y="62"/>
                    <a:pt x="1196" y="62"/>
                    <a:pt x="1196" y="62"/>
                  </a:cubicBezTo>
                  <a:cubicBezTo>
                    <a:pt x="1186" y="58"/>
                    <a:pt x="1177" y="55"/>
                    <a:pt x="1167" y="51"/>
                  </a:cubicBezTo>
                  <a:cubicBezTo>
                    <a:pt x="1166" y="51"/>
                    <a:pt x="1166" y="51"/>
                    <a:pt x="1166" y="51"/>
                  </a:cubicBezTo>
                  <a:cubicBezTo>
                    <a:pt x="1162" y="49"/>
                    <a:pt x="1162" y="49"/>
                    <a:pt x="1162" y="49"/>
                  </a:cubicBezTo>
                  <a:cubicBezTo>
                    <a:pt x="1161" y="49"/>
                    <a:pt x="1161" y="49"/>
                    <a:pt x="1161" y="49"/>
                  </a:cubicBezTo>
                  <a:cubicBezTo>
                    <a:pt x="1156" y="47"/>
                    <a:pt x="1156" y="47"/>
                    <a:pt x="1156" y="47"/>
                  </a:cubicBezTo>
                  <a:cubicBezTo>
                    <a:pt x="1155" y="47"/>
                    <a:pt x="1155" y="47"/>
                    <a:pt x="1155" y="47"/>
                  </a:cubicBezTo>
                  <a:cubicBezTo>
                    <a:pt x="1150" y="45"/>
                    <a:pt x="1150" y="45"/>
                    <a:pt x="1150" y="45"/>
                  </a:cubicBezTo>
                  <a:cubicBezTo>
                    <a:pt x="1149" y="45"/>
                    <a:pt x="1149" y="45"/>
                    <a:pt x="1149" y="45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44" y="43"/>
                    <a:pt x="1144" y="43"/>
                    <a:pt x="1144" y="43"/>
                  </a:cubicBezTo>
                  <a:cubicBezTo>
                    <a:pt x="1136" y="41"/>
                    <a:pt x="1128" y="38"/>
                    <a:pt x="1120" y="36"/>
                  </a:cubicBezTo>
                  <a:cubicBezTo>
                    <a:pt x="1120" y="36"/>
                    <a:pt x="1120" y="36"/>
                    <a:pt x="1120" y="36"/>
                  </a:cubicBezTo>
                  <a:cubicBezTo>
                    <a:pt x="1115" y="35"/>
                    <a:pt x="1115" y="35"/>
                    <a:pt x="1115" y="35"/>
                  </a:cubicBezTo>
                  <a:cubicBezTo>
                    <a:pt x="1114" y="34"/>
                    <a:pt x="1114" y="34"/>
                    <a:pt x="1114" y="34"/>
                  </a:cubicBezTo>
                  <a:cubicBezTo>
                    <a:pt x="1109" y="33"/>
                    <a:pt x="1109" y="33"/>
                    <a:pt x="1109" y="33"/>
                  </a:cubicBezTo>
                  <a:cubicBezTo>
                    <a:pt x="1108" y="33"/>
                    <a:pt x="1108" y="33"/>
                    <a:pt x="1108" y="33"/>
                  </a:cubicBezTo>
                  <a:cubicBezTo>
                    <a:pt x="1103" y="31"/>
                    <a:pt x="1103" y="31"/>
                    <a:pt x="1103" y="31"/>
                  </a:cubicBezTo>
                  <a:cubicBezTo>
                    <a:pt x="1102" y="31"/>
                    <a:pt x="1102" y="31"/>
                    <a:pt x="1102" y="31"/>
                  </a:cubicBezTo>
                  <a:cubicBezTo>
                    <a:pt x="1097" y="30"/>
                    <a:pt x="1097" y="30"/>
                    <a:pt x="1097" y="30"/>
                  </a:cubicBezTo>
                  <a:cubicBezTo>
                    <a:pt x="1096" y="29"/>
                    <a:pt x="1096" y="29"/>
                    <a:pt x="1096" y="29"/>
                  </a:cubicBezTo>
                  <a:cubicBezTo>
                    <a:pt x="1091" y="28"/>
                    <a:pt x="1091" y="28"/>
                    <a:pt x="1091" y="28"/>
                  </a:cubicBezTo>
                  <a:cubicBezTo>
                    <a:pt x="1090" y="28"/>
                    <a:pt x="1090" y="28"/>
                    <a:pt x="1090" y="28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84" y="27"/>
                    <a:pt x="1084" y="27"/>
                    <a:pt x="1084" y="27"/>
                  </a:cubicBezTo>
                  <a:cubicBezTo>
                    <a:pt x="1079" y="25"/>
                    <a:pt x="1073" y="24"/>
                    <a:pt x="1067" y="22"/>
                  </a:cubicBezTo>
                  <a:cubicBezTo>
                    <a:pt x="1066" y="22"/>
                    <a:pt x="1066" y="22"/>
                    <a:pt x="1066" y="22"/>
                  </a:cubicBezTo>
                  <a:cubicBezTo>
                    <a:pt x="1061" y="21"/>
                    <a:pt x="1061" y="21"/>
                    <a:pt x="1061" y="21"/>
                  </a:cubicBezTo>
                  <a:cubicBezTo>
                    <a:pt x="1059" y="21"/>
                    <a:pt x="1059" y="21"/>
                    <a:pt x="1059" y="21"/>
                  </a:cubicBezTo>
                  <a:cubicBezTo>
                    <a:pt x="1055" y="20"/>
                    <a:pt x="1055" y="20"/>
                    <a:pt x="1055" y="20"/>
                  </a:cubicBezTo>
                  <a:cubicBezTo>
                    <a:pt x="1053" y="19"/>
                    <a:pt x="1053" y="19"/>
                    <a:pt x="1053" y="19"/>
                  </a:cubicBezTo>
                  <a:cubicBezTo>
                    <a:pt x="1049" y="19"/>
                    <a:pt x="1049" y="19"/>
                    <a:pt x="1049" y="19"/>
                  </a:cubicBezTo>
                  <a:cubicBezTo>
                    <a:pt x="1047" y="18"/>
                    <a:pt x="1047" y="18"/>
                    <a:pt x="1047" y="18"/>
                  </a:cubicBezTo>
                  <a:cubicBezTo>
                    <a:pt x="1043" y="17"/>
                    <a:pt x="1043" y="17"/>
                    <a:pt x="1043" y="17"/>
                  </a:cubicBezTo>
                  <a:cubicBezTo>
                    <a:pt x="1041" y="17"/>
                    <a:pt x="1041" y="17"/>
                    <a:pt x="1041" y="17"/>
                  </a:cubicBezTo>
                  <a:cubicBezTo>
                    <a:pt x="1037" y="16"/>
                    <a:pt x="1037" y="16"/>
                    <a:pt x="1037" y="16"/>
                  </a:cubicBezTo>
                  <a:cubicBezTo>
                    <a:pt x="1035" y="16"/>
                    <a:pt x="1035" y="16"/>
                    <a:pt x="1035" y="16"/>
                  </a:cubicBezTo>
                  <a:cubicBezTo>
                    <a:pt x="1031" y="15"/>
                    <a:pt x="1031" y="15"/>
                    <a:pt x="1031" y="15"/>
                  </a:cubicBezTo>
                  <a:cubicBezTo>
                    <a:pt x="1030" y="15"/>
                    <a:pt x="1030" y="15"/>
                    <a:pt x="1030" y="15"/>
                  </a:cubicBezTo>
                  <a:cubicBezTo>
                    <a:pt x="1024" y="14"/>
                    <a:pt x="1024" y="14"/>
                    <a:pt x="1024" y="14"/>
                  </a:cubicBezTo>
                  <a:cubicBezTo>
                    <a:pt x="1023" y="14"/>
                    <a:pt x="1023" y="14"/>
                    <a:pt x="1023" y="14"/>
                  </a:cubicBezTo>
                  <a:cubicBezTo>
                    <a:pt x="975" y="5"/>
                    <a:pt x="926" y="1"/>
                    <a:pt x="876" y="0"/>
                  </a:cubicBezTo>
                  <a:cubicBezTo>
                    <a:pt x="868" y="0"/>
                    <a:pt x="868" y="0"/>
                    <a:pt x="868" y="0"/>
                  </a:cubicBezTo>
                  <a:cubicBezTo>
                    <a:pt x="590" y="0"/>
                    <a:pt x="341" y="126"/>
                    <a:pt x="175" y="323"/>
                  </a:cubicBezTo>
                  <a:cubicBezTo>
                    <a:pt x="158" y="344"/>
                    <a:pt x="149" y="358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49" y="367"/>
                    <a:pt x="149" y="367"/>
                    <a:pt x="149" y="367"/>
                  </a:cubicBezTo>
                  <a:cubicBezTo>
                    <a:pt x="150" y="375"/>
                    <a:pt x="159" y="379"/>
                    <a:pt x="178" y="379"/>
                  </a:cubicBezTo>
                  <a:cubicBezTo>
                    <a:pt x="559" y="379"/>
                    <a:pt x="559" y="379"/>
                    <a:pt x="559" y="379"/>
                  </a:cubicBezTo>
                  <a:cubicBezTo>
                    <a:pt x="1261" y="379"/>
                    <a:pt x="1261" y="379"/>
                    <a:pt x="1261" y="379"/>
                  </a:cubicBezTo>
                  <a:cubicBezTo>
                    <a:pt x="1269" y="379"/>
                    <a:pt x="1278" y="382"/>
                    <a:pt x="1287" y="387"/>
                  </a:cubicBezTo>
                  <a:cubicBezTo>
                    <a:pt x="1294" y="391"/>
                    <a:pt x="1300" y="396"/>
                    <a:pt x="1304" y="402"/>
                  </a:cubicBezTo>
                  <a:cubicBezTo>
                    <a:pt x="1452" y="634"/>
                    <a:pt x="1452" y="634"/>
                    <a:pt x="1452" y="634"/>
                  </a:cubicBezTo>
                  <a:cubicBezTo>
                    <a:pt x="1455" y="638"/>
                    <a:pt x="1457" y="643"/>
                    <a:pt x="1459" y="648"/>
                  </a:cubicBezTo>
                  <a:cubicBezTo>
                    <a:pt x="1461" y="655"/>
                    <a:pt x="1461" y="655"/>
                    <a:pt x="1461" y="655"/>
                  </a:cubicBezTo>
                  <a:cubicBezTo>
                    <a:pt x="1461" y="656"/>
                    <a:pt x="1461" y="656"/>
                    <a:pt x="1461" y="656"/>
                  </a:cubicBezTo>
                  <a:cubicBezTo>
                    <a:pt x="1461" y="657"/>
                    <a:pt x="1461" y="657"/>
                    <a:pt x="1461" y="657"/>
                  </a:cubicBezTo>
                  <a:cubicBezTo>
                    <a:pt x="1463" y="664"/>
                    <a:pt x="1463" y="671"/>
                    <a:pt x="1463" y="677"/>
                  </a:cubicBezTo>
                  <a:cubicBezTo>
                    <a:pt x="1462" y="685"/>
                    <a:pt x="1462" y="685"/>
                    <a:pt x="1462" y="685"/>
                  </a:cubicBezTo>
                  <a:cubicBezTo>
                    <a:pt x="1372" y="1125"/>
                    <a:pt x="1372" y="1125"/>
                    <a:pt x="1372" y="1125"/>
                  </a:cubicBezTo>
                  <a:cubicBezTo>
                    <a:pt x="1322" y="1367"/>
                    <a:pt x="1322" y="1367"/>
                    <a:pt x="1322" y="1367"/>
                  </a:cubicBezTo>
                  <a:cubicBezTo>
                    <a:pt x="1319" y="1383"/>
                    <a:pt x="1304" y="1395"/>
                    <a:pt x="1289" y="1395"/>
                  </a:cubicBezTo>
                  <a:cubicBezTo>
                    <a:pt x="1046" y="1395"/>
                    <a:pt x="1046" y="1395"/>
                    <a:pt x="1046" y="1395"/>
                  </a:cubicBezTo>
                  <a:cubicBezTo>
                    <a:pt x="1030" y="1395"/>
                    <a:pt x="1011" y="1384"/>
                    <a:pt x="1002" y="1371"/>
                  </a:cubicBezTo>
                  <a:cubicBezTo>
                    <a:pt x="705" y="923"/>
                    <a:pt x="705" y="923"/>
                    <a:pt x="705" y="923"/>
                  </a:cubicBezTo>
                  <a:cubicBezTo>
                    <a:pt x="684" y="1030"/>
                    <a:pt x="684" y="1030"/>
                    <a:pt x="684" y="1030"/>
                  </a:cubicBezTo>
                  <a:cubicBezTo>
                    <a:pt x="615" y="1368"/>
                    <a:pt x="615" y="1368"/>
                    <a:pt x="615" y="1368"/>
                  </a:cubicBezTo>
                  <a:cubicBezTo>
                    <a:pt x="613" y="1380"/>
                    <a:pt x="602" y="1391"/>
                    <a:pt x="590" y="1394"/>
                  </a:cubicBezTo>
                  <a:cubicBezTo>
                    <a:pt x="590" y="1394"/>
                    <a:pt x="590" y="1394"/>
                    <a:pt x="590" y="1394"/>
                  </a:cubicBezTo>
                  <a:cubicBezTo>
                    <a:pt x="590" y="1395"/>
                    <a:pt x="590" y="1395"/>
                    <a:pt x="590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9" y="1395"/>
                    <a:pt x="589" y="1395"/>
                    <a:pt x="589" y="1395"/>
                  </a:cubicBezTo>
                  <a:cubicBezTo>
                    <a:pt x="582" y="1396"/>
                    <a:pt x="582" y="1396"/>
                    <a:pt x="582" y="1396"/>
                  </a:cubicBezTo>
                  <a:cubicBezTo>
                    <a:pt x="581" y="1396"/>
                    <a:pt x="581" y="1396"/>
                    <a:pt x="581" y="1396"/>
                  </a:cubicBezTo>
                  <a:cubicBezTo>
                    <a:pt x="553" y="1396"/>
                    <a:pt x="553" y="1396"/>
                    <a:pt x="553" y="1396"/>
                  </a:cubicBezTo>
                  <a:cubicBezTo>
                    <a:pt x="403" y="1396"/>
                    <a:pt x="403" y="1396"/>
                    <a:pt x="403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2" y="1396"/>
                    <a:pt x="402" y="1396"/>
                    <a:pt x="402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1" y="1396"/>
                    <a:pt x="401" y="1396"/>
                    <a:pt x="401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400" y="1396"/>
                    <a:pt x="400" y="1396"/>
                    <a:pt x="400" y="1396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9" y="1395"/>
                    <a:pt x="399" y="1395"/>
                    <a:pt x="399" y="1395"/>
                  </a:cubicBezTo>
                  <a:cubicBezTo>
                    <a:pt x="391" y="1394"/>
                    <a:pt x="384" y="1389"/>
                    <a:pt x="382" y="1382"/>
                  </a:cubicBezTo>
                  <a:cubicBezTo>
                    <a:pt x="382" y="1382"/>
                    <a:pt x="382" y="1382"/>
                    <a:pt x="382" y="1382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80"/>
                    <a:pt x="381" y="1380"/>
                    <a:pt x="381" y="1380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9"/>
                    <a:pt x="381" y="1379"/>
                    <a:pt x="381" y="1379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1" y="1378"/>
                    <a:pt x="381" y="1378"/>
                    <a:pt x="381" y="1378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0" y="1371"/>
                    <a:pt x="380" y="1371"/>
                    <a:pt x="380" y="1371"/>
                  </a:cubicBezTo>
                  <a:cubicBezTo>
                    <a:pt x="381" y="1368"/>
                    <a:pt x="381" y="1368"/>
                    <a:pt x="381" y="1368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03" y="766"/>
                    <a:pt x="503" y="766"/>
                    <a:pt x="503" y="766"/>
                  </a:cubicBezTo>
                  <a:cubicBezTo>
                    <a:pt x="510" y="733"/>
                    <a:pt x="510" y="733"/>
                    <a:pt x="510" y="733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0" y="732"/>
                    <a:pt x="510" y="732"/>
                    <a:pt x="510" y="732"/>
                  </a:cubicBezTo>
                  <a:cubicBezTo>
                    <a:pt x="516" y="720"/>
                    <a:pt x="516" y="720"/>
                    <a:pt x="516" y="720"/>
                  </a:cubicBezTo>
                  <a:cubicBezTo>
                    <a:pt x="517" y="719"/>
                    <a:pt x="517" y="719"/>
                    <a:pt x="517" y="719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7" y="718"/>
                    <a:pt x="517" y="718"/>
                    <a:pt x="517" y="718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8" y="717"/>
                    <a:pt x="518" y="717"/>
                    <a:pt x="518" y="717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19" y="716"/>
                    <a:pt x="519" y="716"/>
                    <a:pt x="519" y="716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32" y="708"/>
                    <a:pt x="532" y="708"/>
                    <a:pt x="532" y="708"/>
                  </a:cubicBezTo>
                  <a:cubicBezTo>
                    <a:pt x="543" y="705"/>
                    <a:pt x="543" y="705"/>
                    <a:pt x="543" y="705"/>
                  </a:cubicBezTo>
                  <a:cubicBezTo>
                    <a:pt x="544" y="705"/>
                    <a:pt x="544" y="705"/>
                    <a:pt x="544" y="705"/>
                  </a:cubicBezTo>
                  <a:cubicBezTo>
                    <a:pt x="555" y="705"/>
                    <a:pt x="555" y="705"/>
                    <a:pt x="555" y="705"/>
                  </a:cubicBezTo>
                  <a:cubicBezTo>
                    <a:pt x="557" y="705"/>
                    <a:pt x="557" y="705"/>
                    <a:pt x="557" y="705"/>
                  </a:cubicBezTo>
                  <a:cubicBezTo>
                    <a:pt x="786" y="705"/>
                    <a:pt x="786" y="705"/>
                    <a:pt x="786" y="705"/>
                  </a:cubicBezTo>
                  <a:cubicBezTo>
                    <a:pt x="802" y="705"/>
                    <a:pt x="821" y="716"/>
                    <a:pt x="829" y="729"/>
                  </a:cubicBezTo>
                  <a:cubicBezTo>
                    <a:pt x="1127" y="1178"/>
                    <a:pt x="1127" y="1178"/>
                    <a:pt x="1127" y="1178"/>
                  </a:cubicBezTo>
                  <a:cubicBezTo>
                    <a:pt x="1244" y="590"/>
                    <a:pt x="1244" y="590"/>
                    <a:pt x="1244" y="590"/>
                  </a:cubicBezTo>
                  <a:cubicBezTo>
                    <a:pt x="557" y="590"/>
                    <a:pt x="557" y="590"/>
                    <a:pt x="557" y="590"/>
                  </a:cubicBezTo>
                  <a:cubicBezTo>
                    <a:pt x="555" y="590"/>
                    <a:pt x="555" y="590"/>
                    <a:pt x="555" y="590"/>
                  </a:cubicBezTo>
                  <a:cubicBezTo>
                    <a:pt x="475" y="590"/>
                    <a:pt x="475" y="590"/>
                    <a:pt x="475" y="590"/>
                  </a:cubicBezTo>
                  <a:cubicBezTo>
                    <a:pt x="435" y="590"/>
                    <a:pt x="395" y="593"/>
                    <a:pt x="357" y="600"/>
                  </a:cubicBezTo>
                  <a:cubicBezTo>
                    <a:pt x="162" y="632"/>
                    <a:pt x="0" y="756"/>
                    <a:pt x="0" y="1037"/>
                  </a:cubicBezTo>
                  <a:cubicBezTo>
                    <a:pt x="0" y="1321"/>
                    <a:pt x="239" y="1662"/>
                    <a:pt x="616" y="1772"/>
                  </a:cubicBezTo>
                  <a:cubicBezTo>
                    <a:pt x="694" y="1794"/>
                    <a:pt x="779" y="1807"/>
                    <a:pt x="868" y="1807"/>
                  </a:cubicBezTo>
                  <a:cubicBezTo>
                    <a:pt x="873" y="1807"/>
                    <a:pt x="873" y="1807"/>
                    <a:pt x="873" y="1807"/>
                  </a:cubicBezTo>
                  <a:cubicBezTo>
                    <a:pt x="1020" y="1806"/>
                    <a:pt x="1158" y="1770"/>
                    <a:pt x="1280" y="1707"/>
                  </a:cubicBezTo>
                  <a:cubicBezTo>
                    <a:pt x="1285" y="1705"/>
                    <a:pt x="1285" y="1705"/>
                    <a:pt x="1285" y="1705"/>
                  </a:cubicBezTo>
                  <a:cubicBezTo>
                    <a:pt x="1286" y="1704"/>
                    <a:pt x="1286" y="1704"/>
                    <a:pt x="1286" y="1704"/>
                  </a:cubicBezTo>
                  <a:cubicBezTo>
                    <a:pt x="1291" y="1702"/>
                    <a:pt x="1291" y="1702"/>
                    <a:pt x="1291" y="1702"/>
                  </a:cubicBezTo>
                  <a:cubicBezTo>
                    <a:pt x="1292" y="1701"/>
                    <a:pt x="1292" y="1701"/>
                    <a:pt x="1292" y="1701"/>
                  </a:cubicBezTo>
                  <a:cubicBezTo>
                    <a:pt x="1295" y="1699"/>
                    <a:pt x="1295" y="1699"/>
                    <a:pt x="1295" y="1699"/>
                  </a:cubicBezTo>
                  <a:cubicBezTo>
                    <a:pt x="1297" y="1698"/>
                    <a:pt x="1297" y="1698"/>
                    <a:pt x="1297" y="1698"/>
                  </a:cubicBezTo>
                  <a:cubicBezTo>
                    <a:pt x="1301" y="1696"/>
                    <a:pt x="1301" y="1696"/>
                    <a:pt x="1301" y="1696"/>
                  </a:cubicBezTo>
                  <a:cubicBezTo>
                    <a:pt x="1302" y="1695"/>
                    <a:pt x="1302" y="1695"/>
                    <a:pt x="1302" y="1695"/>
                  </a:cubicBezTo>
                  <a:cubicBezTo>
                    <a:pt x="1306" y="1693"/>
                    <a:pt x="1306" y="1693"/>
                    <a:pt x="1306" y="1693"/>
                  </a:cubicBezTo>
                  <a:cubicBezTo>
                    <a:pt x="1307" y="1693"/>
                    <a:pt x="1307" y="1693"/>
                    <a:pt x="1307" y="1693"/>
                  </a:cubicBezTo>
                  <a:cubicBezTo>
                    <a:pt x="1311" y="1690"/>
                    <a:pt x="1311" y="1690"/>
                    <a:pt x="1311" y="1690"/>
                  </a:cubicBezTo>
                  <a:cubicBezTo>
                    <a:pt x="1313" y="1689"/>
                    <a:pt x="1313" y="1689"/>
                    <a:pt x="1313" y="1689"/>
                  </a:cubicBezTo>
                  <a:cubicBezTo>
                    <a:pt x="1317" y="1687"/>
                    <a:pt x="1317" y="1687"/>
                    <a:pt x="1317" y="1687"/>
                  </a:cubicBezTo>
                  <a:cubicBezTo>
                    <a:pt x="1318" y="1687"/>
                    <a:pt x="1318" y="1687"/>
                    <a:pt x="1318" y="1687"/>
                  </a:cubicBezTo>
                  <a:cubicBezTo>
                    <a:pt x="1322" y="1684"/>
                    <a:pt x="1322" y="1684"/>
                    <a:pt x="1322" y="1684"/>
                  </a:cubicBezTo>
                  <a:cubicBezTo>
                    <a:pt x="1323" y="1684"/>
                    <a:pt x="1323" y="1684"/>
                    <a:pt x="1323" y="1684"/>
                  </a:cubicBezTo>
                  <a:cubicBezTo>
                    <a:pt x="1327" y="1681"/>
                    <a:pt x="1327" y="1681"/>
                    <a:pt x="1327" y="1681"/>
                  </a:cubicBezTo>
                  <a:cubicBezTo>
                    <a:pt x="1329" y="1680"/>
                    <a:pt x="1329" y="1680"/>
                    <a:pt x="1329" y="1680"/>
                  </a:cubicBezTo>
                  <a:cubicBezTo>
                    <a:pt x="1332" y="1678"/>
                    <a:pt x="1332" y="1678"/>
                    <a:pt x="1332" y="1678"/>
                  </a:cubicBezTo>
                  <a:cubicBezTo>
                    <a:pt x="1333" y="1677"/>
                    <a:pt x="1333" y="1677"/>
                    <a:pt x="1333" y="1677"/>
                  </a:cubicBezTo>
                  <a:cubicBezTo>
                    <a:pt x="1338" y="1675"/>
                    <a:pt x="1338" y="1675"/>
                    <a:pt x="1338" y="1675"/>
                  </a:cubicBezTo>
                  <a:cubicBezTo>
                    <a:pt x="1339" y="1674"/>
                    <a:pt x="1339" y="1674"/>
                    <a:pt x="1339" y="1674"/>
                  </a:cubicBezTo>
                  <a:cubicBezTo>
                    <a:pt x="1343" y="1672"/>
                    <a:pt x="1343" y="1672"/>
                    <a:pt x="1343" y="1672"/>
                  </a:cubicBezTo>
                  <a:cubicBezTo>
                    <a:pt x="1343" y="1671"/>
                    <a:pt x="1343" y="1671"/>
                    <a:pt x="1343" y="1671"/>
                  </a:cubicBezTo>
                  <a:cubicBezTo>
                    <a:pt x="1348" y="1669"/>
                    <a:pt x="1348" y="1669"/>
                    <a:pt x="1348" y="1669"/>
                  </a:cubicBezTo>
                  <a:cubicBezTo>
                    <a:pt x="1349" y="1668"/>
                    <a:pt x="1349" y="1668"/>
                    <a:pt x="1349" y="1668"/>
                  </a:cubicBezTo>
                  <a:cubicBezTo>
                    <a:pt x="1353" y="1665"/>
                    <a:pt x="1353" y="1665"/>
                    <a:pt x="1353" y="1665"/>
                  </a:cubicBezTo>
                  <a:cubicBezTo>
                    <a:pt x="1354" y="1665"/>
                    <a:pt x="1354" y="1665"/>
                    <a:pt x="1354" y="1665"/>
                  </a:cubicBezTo>
                  <a:cubicBezTo>
                    <a:pt x="1358" y="1662"/>
                    <a:pt x="1358" y="1662"/>
                    <a:pt x="1358" y="1662"/>
                  </a:cubicBezTo>
                  <a:cubicBezTo>
                    <a:pt x="1359" y="1661"/>
                    <a:pt x="1359" y="1661"/>
                    <a:pt x="1359" y="1661"/>
                  </a:cubicBezTo>
                  <a:cubicBezTo>
                    <a:pt x="1363" y="1659"/>
                    <a:pt x="1363" y="1659"/>
                    <a:pt x="1363" y="1659"/>
                  </a:cubicBezTo>
                  <a:cubicBezTo>
                    <a:pt x="1364" y="1658"/>
                    <a:pt x="1364" y="1658"/>
                    <a:pt x="1364" y="1658"/>
                  </a:cubicBezTo>
                  <a:cubicBezTo>
                    <a:pt x="1368" y="1655"/>
                    <a:pt x="1368" y="1655"/>
                    <a:pt x="1368" y="1655"/>
                  </a:cubicBezTo>
                  <a:cubicBezTo>
                    <a:pt x="1369" y="1655"/>
                    <a:pt x="1369" y="1655"/>
                    <a:pt x="1369" y="1655"/>
                  </a:cubicBezTo>
                  <a:cubicBezTo>
                    <a:pt x="1373" y="1652"/>
                    <a:pt x="1373" y="1652"/>
                    <a:pt x="1373" y="1652"/>
                  </a:cubicBezTo>
                  <a:cubicBezTo>
                    <a:pt x="1374" y="1651"/>
                    <a:pt x="1374" y="1651"/>
                    <a:pt x="1374" y="1651"/>
                  </a:cubicBezTo>
                  <a:cubicBezTo>
                    <a:pt x="1378" y="1648"/>
                    <a:pt x="1378" y="1648"/>
                    <a:pt x="1378" y="1648"/>
                  </a:cubicBezTo>
                  <a:cubicBezTo>
                    <a:pt x="1379" y="1648"/>
                    <a:pt x="1379" y="1648"/>
                    <a:pt x="1379" y="1648"/>
                  </a:cubicBezTo>
                  <a:cubicBezTo>
                    <a:pt x="1383" y="1645"/>
                    <a:pt x="1383" y="1645"/>
                    <a:pt x="1383" y="1645"/>
                  </a:cubicBezTo>
                  <a:cubicBezTo>
                    <a:pt x="1384" y="1645"/>
                    <a:pt x="1384" y="1645"/>
                    <a:pt x="1384" y="1645"/>
                  </a:cubicBezTo>
                  <a:cubicBezTo>
                    <a:pt x="1388" y="1642"/>
                    <a:pt x="1388" y="1642"/>
                    <a:pt x="1388" y="1642"/>
                  </a:cubicBezTo>
                  <a:cubicBezTo>
                    <a:pt x="1389" y="1641"/>
                    <a:pt x="1389" y="1641"/>
                    <a:pt x="1389" y="1641"/>
                  </a:cubicBezTo>
                  <a:cubicBezTo>
                    <a:pt x="1393" y="1638"/>
                    <a:pt x="1393" y="1638"/>
                    <a:pt x="1393" y="1638"/>
                  </a:cubicBezTo>
                  <a:cubicBezTo>
                    <a:pt x="1394" y="1638"/>
                    <a:pt x="1394" y="1638"/>
                    <a:pt x="1394" y="1638"/>
                  </a:cubicBezTo>
                  <a:cubicBezTo>
                    <a:pt x="1398" y="1635"/>
                    <a:pt x="1398" y="1635"/>
                    <a:pt x="1398" y="1635"/>
                  </a:cubicBezTo>
                  <a:cubicBezTo>
                    <a:pt x="1399" y="1634"/>
                    <a:pt x="1399" y="1634"/>
                    <a:pt x="1399" y="1634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3" y="1631"/>
                    <a:pt x="1403" y="1631"/>
                    <a:pt x="1403" y="1631"/>
                  </a:cubicBezTo>
                  <a:cubicBezTo>
                    <a:pt x="1408" y="1628"/>
                    <a:pt x="1408" y="1628"/>
                    <a:pt x="1408" y="1628"/>
                  </a:cubicBezTo>
                  <a:cubicBezTo>
                    <a:pt x="1408" y="1627"/>
                    <a:pt x="1408" y="1627"/>
                    <a:pt x="1408" y="1627"/>
                  </a:cubicBezTo>
                  <a:cubicBezTo>
                    <a:pt x="1417" y="1620"/>
                    <a:pt x="1417" y="1620"/>
                    <a:pt x="1417" y="1620"/>
                  </a:cubicBezTo>
                  <a:cubicBezTo>
                    <a:pt x="1418" y="1620"/>
                    <a:pt x="1418" y="1620"/>
                    <a:pt x="1418" y="1620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2" y="1616"/>
                    <a:pt x="1422" y="1616"/>
                    <a:pt x="1422" y="1616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27" y="1613"/>
                    <a:pt x="1427" y="1613"/>
                    <a:pt x="1427" y="1613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32" y="1609"/>
                    <a:pt x="1432" y="1609"/>
                    <a:pt x="1432" y="1609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41" y="1601"/>
                    <a:pt x="1441" y="1601"/>
                    <a:pt x="1441" y="1601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50" y="1594"/>
                    <a:pt x="1450" y="1594"/>
                    <a:pt x="1450" y="1594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64" y="1582"/>
                    <a:pt x="1464" y="1582"/>
                    <a:pt x="1464" y="1582"/>
                  </a:cubicBezTo>
                  <a:cubicBezTo>
                    <a:pt x="1474" y="1573"/>
                    <a:pt x="1485" y="1563"/>
                    <a:pt x="1495" y="1554"/>
                  </a:cubicBezTo>
                  <a:cubicBezTo>
                    <a:pt x="1495" y="1553"/>
                    <a:pt x="1495" y="1553"/>
                    <a:pt x="1495" y="1553"/>
                  </a:cubicBezTo>
                  <a:cubicBezTo>
                    <a:pt x="1503" y="1545"/>
                    <a:pt x="1503" y="1545"/>
                    <a:pt x="1503" y="1545"/>
                  </a:cubicBezTo>
                  <a:cubicBezTo>
                    <a:pt x="1504" y="1545"/>
                    <a:pt x="1504" y="1545"/>
                    <a:pt x="1504" y="1545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08" y="1541"/>
                    <a:pt x="1508" y="1541"/>
                    <a:pt x="1508" y="1541"/>
                  </a:cubicBezTo>
                  <a:cubicBezTo>
                    <a:pt x="1512" y="1537"/>
                    <a:pt x="1512" y="1537"/>
                    <a:pt x="1512" y="1537"/>
                  </a:cubicBezTo>
                  <a:cubicBezTo>
                    <a:pt x="1512" y="1536"/>
                    <a:pt x="1512" y="1536"/>
                    <a:pt x="1512" y="1536"/>
                  </a:cubicBezTo>
                  <a:cubicBezTo>
                    <a:pt x="1516" y="1533"/>
                    <a:pt x="1516" y="1533"/>
                    <a:pt x="1516" y="1533"/>
                  </a:cubicBezTo>
                  <a:cubicBezTo>
                    <a:pt x="1516" y="1532"/>
                    <a:pt x="1516" y="1532"/>
                    <a:pt x="1516" y="1532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0" y="1528"/>
                    <a:pt x="1520" y="1528"/>
                    <a:pt x="1520" y="1528"/>
                  </a:cubicBezTo>
                  <a:cubicBezTo>
                    <a:pt x="1524" y="1524"/>
                    <a:pt x="1524" y="1524"/>
                    <a:pt x="1524" y="1524"/>
                  </a:cubicBezTo>
                  <a:cubicBezTo>
                    <a:pt x="1525" y="1523"/>
                    <a:pt x="1525" y="1523"/>
                    <a:pt x="1525" y="1523"/>
                  </a:cubicBezTo>
                  <a:cubicBezTo>
                    <a:pt x="1528" y="1519"/>
                    <a:pt x="1528" y="1519"/>
                    <a:pt x="1528" y="1519"/>
                  </a:cubicBezTo>
                  <a:cubicBezTo>
                    <a:pt x="1529" y="1519"/>
                    <a:pt x="1529" y="1519"/>
                    <a:pt x="1529" y="1519"/>
                  </a:cubicBezTo>
                  <a:cubicBezTo>
                    <a:pt x="1532" y="1516"/>
                    <a:pt x="1532" y="1516"/>
                    <a:pt x="1532" y="1516"/>
                  </a:cubicBezTo>
                  <a:cubicBezTo>
                    <a:pt x="1533" y="1514"/>
                    <a:pt x="1533" y="1514"/>
                    <a:pt x="1533" y="1514"/>
                  </a:cubicBezTo>
                  <a:cubicBezTo>
                    <a:pt x="1536" y="1511"/>
                    <a:pt x="1536" y="1511"/>
                    <a:pt x="1536" y="1511"/>
                  </a:cubicBezTo>
                  <a:cubicBezTo>
                    <a:pt x="1538" y="1509"/>
                    <a:pt x="1538" y="1509"/>
                    <a:pt x="1538" y="1509"/>
                  </a:cubicBezTo>
                  <a:cubicBezTo>
                    <a:pt x="1539" y="1507"/>
                    <a:pt x="1539" y="1507"/>
                    <a:pt x="1539" y="1507"/>
                  </a:cubicBezTo>
                  <a:cubicBezTo>
                    <a:pt x="1543" y="1504"/>
                    <a:pt x="1543" y="1504"/>
                    <a:pt x="1543" y="1504"/>
                  </a:cubicBezTo>
                  <a:cubicBezTo>
                    <a:pt x="1544" y="1502"/>
                    <a:pt x="1544" y="1502"/>
                    <a:pt x="1544" y="1502"/>
                  </a:cubicBezTo>
                  <a:cubicBezTo>
                    <a:pt x="1546" y="1500"/>
                    <a:pt x="1546" y="1500"/>
                    <a:pt x="1546" y="1500"/>
                  </a:cubicBezTo>
                  <a:cubicBezTo>
                    <a:pt x="1547" y="1499"/>
                    <a:pt x="1547" y="1499"/>
                    <a:pt x="1547" y="1499"/>
                  </a:cubicBezTo>
                  <a:cubicBezTo>
                    <a:pt x="1655" y="1376"/>
                    <a:pt x="1730" y="1224"/>
                    <a:pt x="1758" y="1056"/>
                  </a:cubicBezTo>
                  <a:cubicBezTo>
                    <a:pt x="1758" y="1056"/>
                    <a:pt x="1758" y="1056"/>
                    <a:pt x="1758" y="1056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59" y="1052"/>
                    <a:pt x="1759" y="1052"/>
                    <a:pt x="1759" y="1052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0" y="1048"/>
                    <a:pt x="1760" y="1048"/>
                    <a:pt x="1760" y="1048"/>
                  </a:cubicBezTo>
                  <a:cubicBezTo>
                    <a:pt x="1761" y="1037"/>
                    <a:pt x="1761" y="1037"/>
                    <a:pt x="1761" y="1037"/>
                  </a:cubicBezTo>
                  <a:cubicBezTo>
                    <a:pt x="1761" y="1036"/>
                    <a:pt x="1761" y="1036"/>
                    <a:pt x="1761" y="1036"/>
                  </a:cubicBezTo>
                  <a:cubicBezTo>
                    <a:pt x="1762" y="1033"/>
                    <a:pt x="1762" y="1033"/>
                    <a:pt x="1762" y="1033"/>
                  </a:cubicBezTo>
                  <a:cubicBezTo>
                    <a:pt x="1762" y="1032"/>
                    <a:pt x="1762" y="1032"/>
                    <a:pt x="1762" y="1032"/>
                  </a:cubicBezTo>
                  <a:cubicBezTo>
                    <a:pt x="1762" y="1029"/>
                    <a:pt x="1762" y="1029"/>
                    <a:pt x="1762" y="1029"/>
                  </a:cubicBezTo>
                  <a:cubicBezTo>
                    <a:pt x="1763" y="1028"/>
                    <a:pt x="1763" y="1028"/>
                    <a:pt x="1763" y="1028"/>
                  </a:cubicBezTo>
                  <a:cubicBezTo>
                    <a:pt x="1763" y="1025"/>
                    <a:pt x="1763" y="1025"/>
                    <a:pt x="1763" y="1025"/>
                  </a:cubicBezTo>
                  <a:cubicBezTo>
                    <a:pt x="1763" y="1024"/>
                    <a:pt x="1763" y="1024"/>
                    <a:pt x="1763" y="1024"/>
                  </a:cubicBezTo>
                  <a:cubicBezTo>
                    <a:pt x="1764" y="1014"/>
                    <a:pt x="1764" y="1014"/>
                    <a:pt x="1764" y="1014"/>
                  </a:cubicBezTo>
                  <a:cubicBezTo>
                    <a:pt x="1765" y="1012"/>
                    <a:pt x="1765" y="1012"/>
                    <a:pt x="1765" y="1012"/>
                  </a:cubicBezTo>
                  <a:cubicBezTo>
                    <a:pt x="1765" y="1010"/>
                    <a:pt x="1765" y="1010"/>
                    <a:pt x="1765" y="1010"/>
                  </a:cubicBezTo>
                  <a:cubicBezTo>
                    <a:pt x="1765" y="1008"/>
                    <a:pt x="1765" y="1008"/>
                    <a:pt x="1765" y="1008"/>
                  </a:cubicBezTo>
                  <a:cubicBezTo>
                    <a:pt x="1765" y="1005"/>
                    <a:pt x="1765" y="1005"/>
                    <a:pt x="1765" y="1005"/>
                  </a:cubicBezTo>
                  <a:cubicBezTo>
                    <a:pt x="1766" y="1004"/>
                    <a:pt x="1766" y="1004"/>
                    <a:pt x="1766" y="1004"/>
                  </a:cubicBezTo>
                  <a:cubicBezTo>
                    <a:pt x="1766" y="1001"/>
                    <a:pt x="1766" y="1001"/>
                    <a:pt x="1766" y="1001"/>
                  </a:cubicBezTo>
                  <a:cubicBezTo>
                    <a:pt x="1766" y="999"/>
                    <a:pt x="1766" y="999"/>
                    <a:pt x="1766" y="999"/>
                  </a:cubicBezTo>
                  <a:cubicBezTo>
                    <a:pt x="1767" y="994"/>
                    <a:pt x="1767" y="994"/>
                    <a:pt x="1767" y="994"/>
                  </a:cubicBezTo>
                  <a:cubicBezTo>
                    <a:pt x="1767" y="993"/>
                    <a:pt x="1767" y="993"/>
                    <a:pt x="1767" y="993"/>
                  </a:cubicBezTo>
                  <a:cubicBezTo>
                    <a:pt x="1767" y="990"/>
                    <a:pt x="1767" y="990"/>
                    <a:pt x="1767" y="990"/>
                  </a:cubicBezTo>
                  <a:cubicBezTo>
                    <a:pt x="1767" y="988"/>
                    <a:pt x="1767" y="988"/>
                    <a:pt x="1767" y="988"/>
                  </a:cubicBezTo>
                  <a:cubicBezTo>
                    <a:pt x="1767" y="986"/>
                    <a:pt x="1767" y="986"/>
                    <a:pt x="1767" y="986"/>
                  </a:cubicBezTo>
                  <a:cubicBezTo>
                    <a:pt x="1768" y="984"/>
                    <a:pt x="1768" y="984"/>
                    <a:pt x="1768" y="984"/>
                  </a:cubicBezTo>
                  <a:cubicBezTo>
                    <a:pt x="1768" y="981"/>
                    <a:pt x="1768" y="981"/>
                    <a:pt x="1768" y="981"/>
                  </a:cubicBezTo>
                  <a:cubicBezTo>
                    <a:pt x="1768" y="979"/>
                    <a:pt x="1768" y="979"/>
                    <a:pt x="1768" y="979"/>
                  </a:cubicBezTo>
                  <a:cubicBezTo>
                    <a:pt x="1768" y="977"/>
                    <a:pt x="1768" y="977"/>
                    <a:pt x="1768" y="977"/>
                  </a:cubicBezTo>
                  <a:cubicBezTo>
                    <a:pt x="1768" y="974"/>
                    <a:pt x="1768" y="974"/>
                    <a:pt x="1768" y="974"/>
                  </a:cubicBezTo>
                  <a:cubicBezTo>
                    <a:pt x="1769" y="971"/>
                    <a:pt x="1769" y="971"/>
                    <a:pt x="1769" y="971"/>
                  </a:cubicBezTo>
                  <a:cubicBezTo>
                    <a:pt x="1769" y="968"/>
                    <a:pt x="1769" y="968"/>
                    <a:pt x="1769" y="968"/>
                  </a:cubicBezTo>
                  <a:cubicBezTo>
                    <a:pt x="1769" y="966"/>
                    <a:pt x="1769" y="966"/>
                    <a:pt x="1769" y="966"/>
                  </a:cubicBezTo>
                  <a:cubicBezTo>
                    <a:pt x="1769" y="964"/>
                    <a:pt x="1769" y="964"/>
                    <a:pt x="1769" y="964"/>
                  </a:cubicBezTo>
                  <a:cubicBezTo>
                    <a:pt x="1769" y="962"/>
                    <a:pt x="1769" y="962"/>
                    <a:pt x="1769" y="962"/>
                  </a:cubicBezTo>
                  <a:cubicBezTo>
                    <a:pt x="1769" y="959"/>
                    <a:pt x="1769" y="959"/>
                    <a:pt x="1769" y="959"/>
                  </a:cubicBezTo>
                  <a:cubicBezTo>
                    <a:pt x="1769" y="957"/>
                    <a:pt x="1769" y="957"/>
                    <a:pt x="1769" y="957"/>
                  </a:cubicBezTo>
                  <a:cubicBezTo>
                    <a:pt x="1770" y="954"/>
                    <a:pt x="1770" y="954"/>
                    <a:pt x="1770" y="954"/>
                  </a:cubicBezTo>
                  <a:cubicBezTo>
                    <a:pt x="1770" y="953"/>
                    <a:pt x="1770" y="953"/>
                    <a:pt x="1770" y="953"/>
                  </a:cubicBezTo>
                  <a:cubicBezTo>
                    <a:pt x="1770" y="948"/>
                    <a:pt x="1770" y="948"/>
                    <a:pt x="1770" y="948"/>
                  </a:cubicBezTo>
                  <a:cubicBezTo>
                    <a:pt x="1770" y="947"/>
                    <a:pt x="1770" y="947"/>
                    <a:pt x="1770" y="947"/>
                  </a:cubicBezTo>
                  <a:cubicBezTo>
                    <a:pt x="1770" y="944"/>
                    <a:pt x="1770" y="944"/>
                    <a:pt x="1770" y="944"/>
                  </a:cubicBezTo>
                  <a:cubicBezTo>
                    <a:pt x="1770" y="942"/>
                    <a:pt x="1770" y="942"/>
                    <a:pt x="1770" y="942"/>
                  </a:cubicBezTo>
                  <a:cubicBezTo>
                    <a:pt x="1770" y="939"/>
                    <a:pt x="1770" y="939"/>
                    <a:pt x="1770" y="939"/>
                  </a:cubicBezTo>
                  <a:cubicBezTo>
                    <a:pt x="1771" y="937"/>
                    <a:pt x="1771" y="937"/>
                    <a:pt x="1771" y="937"/>
                  </a:cubicBezTo>
                  <a:cubicBezTo>
                    <a:pt x="1771" y="934"/>
                    <a:pt x="1771" y="934"/>
                    <a:pt x="1771" y="934"/>
                  </a:cubicBezTo>
                  <a:cubicBezTo>
                    <a:pt x="1771" y="933"/>
                    <a:pt x="1771" y="933"/>
                    <a:pt x="1771" y="933"/>
                  </a:cubicBezTo>
                  <a:cubicBezTo>
                    <a:pt x="1771" y="929"/>
                    <a:pt x="1771" y="929"/>
                    <a:pt x="1771" y="929"/>
                  </a:cubicBezTo>
                  <a:cubicBezTo>
                    <a:pt x="1771" y="928"/>
                    <a:pt x="1771" y="928"/>
                    <a:pt x="1771" y="928"/>
                  </a:cubicBezTo>
                  <a:cubicBezTo>
                    <a:pt x="1771" y="924"/>
                    <a:pt x="1771" y="924"/>
                    <a:pt x="1771" y="924"/>
                  </a:cubicBezTo>
                  <a:cubicBezTo>
                    <a:pt x="1771" y="922"/>
                    <a:pt x="1771" y="922"/>
                    <a:pt x="1771" y="922"/>
                  </a:cubicBezTo>
                  <a:cubicBezTo>
                    <a:pt x="1771" y="919"/>
                    <a:pt x="1771" y="919"/>
                    <a:pt x="1771" y="919"/>
                  </a:cubicBezTo>
                  <a:cubicBezTo>
                    <a:pt x="1771" y="917"/>
                    <a:pt x="1771" y="917"/>
                    <a:pt x="1771" y="917"/>
                  </a:cubicBezTo>
                  <a:cubicBezTo>
                    <a:pt x="1771" y="914"/>
                    <a:pt x="1771" y="914"/>
                    <a:pt x="1771" y="914"/>
                  </a:cubicBezTo>
                  <a:cubicBezTo>
                    <a:pt x="1771" y="913"/>
                    <a:pt x="1771" y="913"/>
                    <a:pt x="1771" y="913"/>
                  </a:cubicBezTo>
                  <a:cubicBezTo>
                    <a:pt x="1771" y="910"/>
                    <a:pt x="1771" y="910"/>
                    <a:pt x="1771" y="910"/>
                  </a:cubicBezTo>
                  <a:cubicBezTo>
                    <a:pt x="1771" y="908"/>
                    <a:pt x="1771" y="908"/>
                    <a:pt x="1771" y="908"/>
                  </a:cubicBezTo>
                  <a:cubicBezTo>
                    <a:pt x="1771" y="898"/>
                    <a:pt x="1771" y="898"/>
                    <a:pt x="1771" y="898"/>
                  </a:cubicBezTo>
                  <a:cubicBezTo>
                    <a:pt x="1771" y="897"/>
                    <a:pt x="1771" y="897"/>
                    <a:pt x="1771" y="897"/>
                  </a:cubicBezTo>
                  <a:lnTo>
                    <a:pt x="1771" y="893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 sz="1350" baseline="-25000" dirty="0"/>
            </a:p>
          </p:txBody>
        </p:sp>
        <p:grpSp>
          <p:nvGrpSpPr>
            <p:cNvPr id="10" name="Groep 9"/>
            <p:cNvGrpSpPr>
              <a:grpSpLocks noSelect="1"/>
            </p:cNvGrpSpPr>
            <p:nvPr userDrawn="1"/>
          </p:nvGrpSpPr>
          <p:grpSpPr bwMode="gray">
            <a:xfrm>
              <a:off x="0" y="0"/>
              <a:ext cx="561975" cy="572770"/>
              <a:chOff x="902335" y="290830"/>
              <a:chExt cx="561975" cy="572770"/>
            </a:xfrm>
          </p:grpSpPr>
          <p:sp>
            <p:nvSpPr>
              <p:cNvPr id="11" name="Freeform 5"/>
              <p:cNvSpPr>
                <a:spLocks noSelect="1"/>
              </p:cNvSpPr>
              <p:nvPr userDrawn="1"/>
            </p:nvSpPr>
            <p:spPr bwMode="gray">
              <a:xfrm>
                <a:off x="984250" y="534035"/>
                <a:ext cx="77470" cy="199390"/>
              </a:xfrm>
              <a:custGeom>
                <a:avLst/>
                <a:gdLst>
                  <a:gd name="T0" fmla="*/ 155 w 244"/>
                  <a:gd name="T1" fmla="*/ 0 h 629"/>
                  <a:gd name="T2" fmla="*/ 120 w 244"/>
                  <a:gd name="T3" fmla="*/ 28 h 629"/>
                  <a:gd name="T4" fmla="*/ 0 w 244"/>
                  <a:gd name="T5" fmla="*/ 601 h 629"/>
                  <a:gd name="T6" fmla="*/ 0 w 244"/>
                  <a:gd name="T7" fmla="*/ 606 h 629"/>
                  <a:gd name="T8" fmla="*/ 0 w 244"/>
                  <a:gd name="T9" fmla="*/ 607 h 629"/>
                  <a:gd name="T10" fmla="*/ 23 w 244"/>
                  <a:gd name="T11" fmla="*/ 629 h 629"/>
                  <a:gd name="T12" fmla="*/ 145 w 244"/>
                  <a:gd name="T13" fmla="*/ 629 h 629"/>
                  <a:gd name="T14" fmla="*/ 144 w 244"/>
                  <a:gd name="T15" fmla="*/ 629 h 629"/>
                  <a:gd name="T16" fmla="*/ 144 w 244"/>
                  <a:gd name="T17" fmla="*/ 629 h 629"/>
                  <a:gd name="T18" fmla="*/ 143 w 244"/>
                  <a:gd name="T19" fmla="*/ 629 h 629"/>
                  <a:gd name="T20" fmla="*/ 143 w 244"/>
                  <a:gd name="T21" fmla="*/ 629 h 629"/>
                  <a:gd name="T22" fmla="*/ 143 w 244"/>
                  <a:gd name="T23" fmla="*/ 629 h 629"/>
                  <a:gd name="T24" fmla="*/ 142 w 244"/>
                  <a:gd name="T25" fmla="*/ 629 h 629"/>
                  <a:gd name="T26" fmla="*/ 142 w 244"/>
                  <a:gd name="T27" fmla="*/ 629 h 629"/>
                  <a:gd name="T28" fmla="*/ 142 w 244"/>
                  <a:gd name="T29" fmla="*/ 629 h 629"/>
                  <a:gd name="T30" fmla="*/ 141 w 244"/>
                  <a:gd name="T31" fmla="*/ 629 h 629"/>
                  <a:gd name="T32" fmla="*/ 141 w 244"/>
                  <a:gd name="T33" fmla="*/ 629 h 629"/>
                  <a:gd name="T34" fmla="*/ 141 w 244"/>
                  <a:gd name="T35" fmla="*/ 629 h 629"/>
                  <a:gd name="T36" fmla="*/ 141 w 244"/>
                  <a:gd name="T37" fmla="*/ 629 h 629"/>
                  <a:gd name="T38" fmla="*/ 123 w 244"/>
                  <a:gd name="T39" fmla="*/ 615 h 629"/>
                  <a:gd name="T40" fmla="*/ 123 w 244"/>
                  <a:gd name="T41" fmla="*/ 615 h 629"/>
                  <a:gd name="T42" fmla="*/ 123 w 244"/>
                  <a:gd name="T43" fmla="*/ 614 h 629"/>
                  <a:gd name="T44" fmla="*/ 123 w 244"/>
                  <a:gd name="T45" fmla="*/ 614 h 629"/>
                  <a:gd name="T46" fmla="*/ 122 w 244"/>
                  <a:gd name="T47" fmla="*/ 613 h 629"/>
                  <a:gd name="T48" fmla="*/ 122 w 244"/>
                  <a:gd name="T49" fmla="*/ 613 h 629"/>
                  <a:gd name="T50" fmla="*/ 122 w 244"/>
                  <a:gd name="T51" fmla="*/ 613 h 629"/>
                  <a:gd name="T52" fmla="*/ 122 w 244"/>
                  <a:gd name="T53" fmla="*/ 612 h 629"/>
                  <a:gd name="T54" fmla="*/ 122 w 244"/>
                  <a:gd name="T55" fmla="*/ 612 h 629"/>
                  <a:gd name="T56" fmla="*/ 122 w 244"/>
                  <a:gd name="T57" fmla="*/ 612 h 629"/>
                  <a:gd name="T58" fmla="*/ 122 w 244"/>
                  <a:gd name="T59" fmla="*/ 612 h 629"/>
                  <a:gd name="T60" fmla="*/ 122 w 244"/>
                  <a:gd name="T61" fmla="*/ 605 h 629"/>
                  <a:gd name="T62" fmla="*/ 122 w 244"/>
                  <a:gd name="T63" fmla="*/ 605 h 629"/>
                  <a:gd name="T64" fmla="*/ 122 w 244"/>
                  <a:gd name="T65" fmla="*/ 605 h 629"/>
                  <a:gd name="T66" fmla="*/ 122 w 244"/>
                  <a:gd name="T67" fmla="*/ 602 h 629"/>
                  <a:gd name="T68" fmla="*/ 244 w 244"/>
                  <a:gd name="T69" fmla="*/ 0 h 629"/>
                  <a:gd name="T70" fmla="*/ 155 w 244"/>
                  <a:gd name="T71" fmla="*/ 0 h 6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4" h="629">
                    <a:moveTo>
                      <a:pt x="155" y="0"/>
                    </a:moveTo>
                    <a:cubicBezTo>
                      <a:pt x="139" y="0"/>
                      <a:pt x="123" y="13"/>
                      <a:pt x="120" y="28"/>
                    </a:cubicBezTo>
                    <a:cubicBezTo>
                      <a:pt x="0" y="601"/>
                      <a:pt x="0" y="601"/>
                      <a:pt x="0" y="601"/>
                    </a:cubicBezTo>
                    <a:cubicBezTo>
                      <a:pt x="0" y="606"/>
                      <a:pt x="0" y="606"/>
                      <a:pt x="0" y="606"/>
                    </a:cubicBezTo>
                    <a:cubicBezTo>
                      <a:pt x="0" y="607"/>
                      <a:pt x="0" y="607"/>
                      <a:pt x="0" y="607"/>
                    </a:cubicBezTo>
                    <a:cubicBezTo>
                      <a:pt x="0" y="620"/>
                      <a:pt x="10" y="629"/>
                      <a:pt x="23" y="629"/>
                    </a:cubicBezTo>
                    <a:cubicBezTo>
                      <a:pt x="145" y="629"/>
                      <a:pt x="145" y="629"/>
                      <a:pt x="145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4" y="629"/>
                      <a:pt x="144" y="629"/>
                      <a:pt x="144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3" y="629"/>
                      <a:pt x="143" y="629"/>
                      <a:pt x="143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2" y="629"/>
                      <a:pt x="142" y="629"/>
                      <a:pt x="142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41" y="629"/>
                      <a:pt x="141" y="629"/>
                      <a:pt x="141" y="629"/>
                    </a:cubicBezTo>
                    <a:cubicBezTo>
                      <a:pt x="132" y="628"/>
                      <a:pt x="126" y="623"/>
                      <a:pt x="123" y="615"/>
                    </a:cubicBezTo>
                    <a:cubicBezTo>
                      <a:pt x="123" y="615"/>
                      <a:pt x="123" y="615"/>
                      <a:pt x="123" y="615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3" y="614"/>
                      <a:pt x="123" y="614"/>
                      <a:pt x="123" y="614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3"/>
                      <a:pt x="122" y="613"/>
                      <a:pt x="122" y="613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12"/>
                      <a:pt x="122" y="612"/>
                      <a:pt x="122" y="612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5"/>
                      <a:pt x="122" y="605"/>
                      <a:pt x="122" y="605"/>
                    </a:cubicBezTo>
                    <a:cubicBezTo>
                      <a:pt x="122" y="602"/>
                      <a:pt x="122" y="602"/>
                      <a:pt x="122" y="602"/>
                    </a:cubicBezTo>
                    <a:cubicBezTo>
                      <a:pt x="244" y="0"/>
                      <a:pt x="244" y="0"/>
                      <a:pt x="244" y="0"/>
                    </a:cubicBezTo>
                    <a:lnTo>
                      <a:pt x="155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baseline="-25000" dirty="0"/>
              </a:p>
            </p:txBody>
          </p:sp>
          <p:sp>
            <p:nvSpPr>
              <p:cNvPr id="12" name="Freeform 6"/>
              <p:cNvSpPr>
                <a:spLocks noSelect="1"/>
              </p:cNvSpPr>
              <p:nvPr userDrawn="1"/>
            </p:nvSpPr>
            <p:spPr bwMode="gray">
              <a:xfrm>
                <a:off x="1078865" y="478155"/>
                <a:ext cx="218440" cy="186055"/>
              </a:xfrm>
              <a:custGeom>
                <a:avLst/>
                <a:gdLst>
                  <a:gd name="T0" fmla="*/ 0 w 687"/>
                  <a:gd name="T1" fmla="*/ 0 h 587"/>
                  <a:gd name="T2" fmla="*/ 0 w 687"/>
                  <a:gd name="T3" fmla="*/ 115 h 587"/>
                  <a:gd name="T4" fmla="*/ 229 w 687"/>
                  <a:gd name="T5" fmla="*/ 115 h 587"/>
                  <a:gd name="T6" fmla="*/ 272 w 687"/>
                  <a:gd name="T7" fmla="*/ 139 h 587"/>
                  <a:gd name="T8" fmla="*/ 569 w 687"/>
                  <a:gd name="T9" fmla="*/ 587 h 587"/>
                  <a:gd name="T10" fmla="*/ 687 w 687"/>
                  <a:gd name="T11" fmla="*/ 0 h 587"/>
                  <a:gd name="T12" fmla="*/ 0 w 687"/>
                  <a:gd name="T13" fmla="*/ 0 h 5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7" h="587">
                    <a:moveTo>
                      <a:pt x="0" y="0"/>
                    </a:moveTo>
                    <a:cubicBezTo>
                      <a:pt x="0" y="115"/>
                      <a:pt x="0" y="115"/>
                      <a:pt x="0" y="115"/>
                    </a:cubicBezTo>
                    <a:cubicBezTo>
                      <a:pt x="229" y="115"/>
                      <a:pt x="229" y="115"/>
                      <a:pt x="229" y="115"/>
                    </a:cubicBezTo>
                    <a:cubicBezTo>
                      <a:pt x="244" y="115"/>
                      <a:pt x="264" y="126"/>
                      <a:pt x="272" y="139"/>
                    </a:cubicBezTo>
                    <a:cubicBezTo>
                      <a:pt x="569" y="587"/>
                      <a:pt x="569" y="587"/>
                      <a:pt x="569" y="587"/>
                    </a:cubicBezTo>
                    <a:cubicBezTo>
                      <a:pt x="687" y="0"/>
                      <a:pt x="687" y="0"/>
                      <a:pt x="68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baseline="-25000" dirty="0"/>
              </a:p>
            </p:txBody>
          </p:sp>
          <p:sp>
            <p:nvSpPr>
              <p:cNvPr id="18" name="Freeform 7"/>
              <p:cNvSpPr>
                <a:spLocks noSelect="1"/>
              </p:cNvSpPr>
              <p:nvPr userDrawn="1"/>
            </p:nvSpPr>
            <p:spPr bwMode="gray">
              <a:xfrm>
                <a:off x="902335" y="478155"/>
                <a:ext cx="406400" cy="385445"/>
              </a:xfrm>
              <a:custGeom>
                <a:avLst/>
                <a:gdLst>
                  <a:gd name="T0" fmla="*/ 555 w 1280"/>
                  <a:gd name="T1" fmla="*/ 0 h 1216"/>
                  <a:gd name="T2" fmla="*/ 475 w 1280"/>
                  <a:gd name="T3" fmla="*/ 0 h 1216"/>
                  <a:gd name="T4" fmla="*/ 357 w 1280"/>
                  <a:gd name="T5" fmla="*/ 9 h 1216"/>
                  <a:gd name="T6" fmla="*/ 0 w 1280"/>
                  <a:gd name="T7" fmla="*/ 447 h 1216"/>
                  <a:gd name="T8" fmla="*/ 616 w 1280"/>
                  <a:gd name="T9" fmla="*/ 1181 h 1216"/>
                  <a:gd name="T10" fmla="*/ 867 w 1280"/>
                  <a:gd name="T11" fmla="*/ 1216 h 1216"/>
                  <a:gd name="T12" fmla="*/ 872 w 1280"/>
                  <a:gd name="T13" fmla="*/ 1216 h 1216"/>
                  <a:gd name="T14" fmla="*/ 1280 w 1280"/>
                  <a:gd name="T15" fmla="*/ 1117 h 1216"/>
                  <a:gd name="T16" fmla="*/ 1033 w 1280"/>
                  <a:gd name="T17" fmla="*/ 1153 h 1216"/>
                  <a:gd name="T18" fmla="*/ 1033 w 1280"/>
                  <a:gd name="T19" fmla="*/ 1153 h 1216"/>
                  <a:gd name="T20" fmla="*/ 1033 w 1280"/>
                  <a:gd name="T21" fmla="*/ 1153 h 1216"/>
                  <a:gd name="T22" fmla="*/ 552 w 1280"/>
                  <a:gd name="T23" fmla="*/ 805 h 1216"/>
                  <a:gd name="T24" fmla="*/ 403 w 1280"/>
                  <a:gd name="T25" fmla="*/ 805 h 1216"/>
                  <a:gd name="T26" fmla="*/ 281 w 1280"/>
                  <a:gd name="T27" fmla="*/ 805 h 1216"/>
                  <a:gd name="T28" fmla="*/ 258 w 1280"/>
                  <a:gd name="T29" fmla="*/ 783 h 1216"/>
                  <a:gd name="T30" fmla="*/ 258 w 1280"/>
                  <a:gd name="T31" fmla="*/ 782 h 1216"/>
                  <a:gd name="T32" fmla="*/ 258 w 1280"/>
                  <a:gd name="T33" fmla="*/ 777 h 1216"/>
                  <a:gd name="T34" fmla="*/ 378 w 1280"/>
                  <a:gd name="T35" fmla="*/ 204 h 1216"/>
                  <a:gd name="T36" fmla="*/ 413 w 1280"/>
                  <a:gd name="T37" fmla="*/ 176 h 1216"/>
                  <a:gd name="T38" fmla="*/ 502 w 1280"/>
                  <a:gd name="T39" fmla="*/ 176 h 1216"/>
                  <a:gd name="T40" fmla="*/ 502 w 1280"/>
                  <a:gd name="T41" fmla="*/ 176 h 1216"/>
                  <a:gd name="T42" fmla="*/ 509 w 1280"/>
                  <a:gd name="T43" fmla="*/ 143 h 1216"/>
                  <a:gd name="T44" fmla="*/ 509 w 1280"/>
                  <a:gd name="T45" fmla="*/ 141 h 1216"/>
                  <a:gd name="T46" fmla="*/ 509 w 1280"/>
                  <a:gd name="T47" fmla="*/ 141 h 1216"/>
                  <a:gd name="T48" fmla="*/ 515 w 1280"/>
                  <a:gd name="T49" fmla="*/ 130 h 1216"/>
                  <a:gd name="T50" fmla="*/ 516 w 1280"/>
                  <a:gd name="T51" fmla="*/ 128 h 1216"/>
                  <a:gd name="T52" fmla="*/ 517 w 1280"/>
                  <a:gd name="T53" fmla="*/ 128 h 1216"/>
                  <a:gd name="T54" fmla="*/ 517 w 1280"/>
                  <a:gd name="T55" fmla="*/ 127 h 1216"/>
                  <a:gd name="T56" fmla="*/ 518 w 1280"/>
                  <a:gd name="T57" fmla="*/ 127 h 1216"/>
                  <a:gd name="T58" fmla="*/ 518 w 1280"/>
                  <a:gd name="T59" fmla="*/ 127 h 1216"/>
                  <a:gd name="T60" fmla="*/ 518 w 1280"/>
                  <a:gd name="T61" fmla="*/ 126 h 1216"/>
                  <a:gd name="T62" fmla="*/ 518 w 1280"/>
                  <a:gd name="T63" fmla="*/ 126 h 1216"/>
                  <a:gd name="T64" fmla="*/ 532 w 1280"/>
                  <a:gd name="T65" fmla="*/ 117 h 1216"/>
                  <a:gd name="T66" fmla="*/ 532 w 1280"/>
                  <a:gd name="T67" fmla="*/ 117 h 1216"/>
                  <a:gd name="T68" fmla="*/ 532 w 1280"/>
                  <a:gd name="T69" fmla="*/ 117 h 1216"/>
                  <a:gd name="T70" fmla="*/ 543 w 1280"/>
                  <a:gd name="T71" fmla="*/ 115 h 1216"/>
                  <a:gd name="T72" fmla="*/ 543 w 1280"/>
                  <a:gd name="T73" fmla="*/ 115 h 1216"/>
                  <a:gd name="T74" fmla="*/ 555 w 1280"/>
                  <a:gd name="T75" fmla="*/ 115 h 1216"/>
                  <a:gd name="T76" fmla="*/ 557 w 1280"/>
                  <a:gd name="T77" fmla="*/ 115 h 1216"/>
                  <a:gd name="T78" fmla="*/ 557 w 1280"/>
                  <a:gd name="T79" fmla="*/ 0 h 1216"/>
                  <a:gd name="T80" fmla="*/ 555 w 1280"/>
                  <a:gd name="T81" fmla="*/ 0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280" h="1216">
                    <a:moveTo>
                      <a:pt x="555" y="0"/>
                    </a:moveTo>
                    <a:cubicBezTo>
                      <a:pt x="475" y="0"/>
                      <a:pt x="475" y="0"/>
                      <a:pt x="475" y="0"/>
                    </a:cubicBezTo>
                    <a:cubicBezTo>
                      <a:pt x="435" y="0"/>
                      <a:pt x="395" y="3"/>
                      <a:pt x="357" y="9"/>
                    </a:cubicBezTo>
                    <a:cubicBezTo>
                      <a:pt x="161" y="42"/>
                      <a:pt x="0" y="165"/>
                      <a:pt x="0" y="447"/>
                    </a:cubicBezTo>
                    <a:cubicBezTo>
                      <a:pt x="0" y="730"/>
                      <a:pt x="239" y="1072"/>
                      <a:pt x="616" y="1181"/>
                    </a:cubicBezTo>
                    <a:cubicBezTo>
                      <a:pt x="694" y="1204"/>
                      <a:pt x="778" y="1216"/>
                      <a:pt x="867" y="1216"/>
                    </a:cubicBezTo>
                    <a:cubicBezTo>
                      <a:pt x="872" y="1216"/>
                      <a:pt x="872" y="1216"/>
                      <a:pt x="872" y="1216"/>
                    </a:cubicBezTo>
                    <a:cubicBezTo>
                      <a:pt x="1019" y="1216"/>
                      <a:pt x="1157" y="1180"/>
                      <a:pt x="1280" y="1117"/>
                    </a:cubicBezTo>
                    <a:cubicBezTo>
                      <a:pt x="1190" y="1142"/>
                      <a:pt x="1108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1033" y="1153"/>
                      <a:pt x="1033" y="1153"/>
                      <a:pt x="1033" y="1153"/>
                    </a:cubicBezTo>
                    <a:cubicBezTo>
                      <a:pt x="728" y="1153"/>
                      <a:pt x="552" y="970"/>
                      <a:pt x="552" y="805"/>
                    </a:cubicBezTo>
                    <a:cubicBezTo>
                      <a:pt x="403" y="805"/>
                      <a:pt x="403" y="805"/>
                      <a:pt x="403" y="805"/>
                    </a:cubicBezTo>
                    <a:cubicBezTo>
                      <a:pt x="281" y="805"/>
                      <a:pt x="281" y="805"/>
                      <a:pt x="281" y="805"/>
                    </a:cubicBezTo>
                    <a:cubicBezTo>
                      <a:pt x="268" y="805"/>
                      <a:pt x="258" y="796"/>
                      <a:pt x="258" y="783"/>
                    </a:cubicBezTo>
                    <a:cubicBezTo>
                      <a:pt x="258" y="782"/>
                      <a:pt x="258" y="782"/>
                      <a:pt x="258" y="782"/>
                    </a:cubicBezTo>
                    <a:cubicBezTo>
                      <a:pt x="258" y="777"/>
                      <a:pt x="258" y="777"/>
                      <a:pt x="258" y="777"/>
                    </a:cubicBezTo>
                    <a:cubicBezTo>
                      <a:pt x="378" y="204"/>
                      <a:pt x="378" y="204"/>
                      <a:pt x="378" y="204"/>
                    </a:cubicBezTo>
                    <a:cubicBezTo>
                      <a:pt x="381" y="189"/>
                      <a:pt x="397" y="176"/>
                      <a:pt x="413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2" y="176"/>
                      <a:pt x="502" y="176"/>
                      <a:pt x="502" y="176"/>
                    </a:cubicBezTo>
                    <a:cubicBezTo>
                      <a:pt x="509" y="143"/>
                      <a:pt x="509" y="143"/>
                      <a:pt x="509" y="143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09" y="141"/>
                      <a:pt x="509" y="141"/>
                      <a:pt x="509" y="141"/>
                    </a:cubicBezTo>
                    <a:cubicBezTo>
                      <a:pt x="515" y="130"/>
                      <a:pt x="515" y="130"/>
                      <a:pt x="515" y="130"/>
                    </a:cubicBezTo>
                    <a:cubicBezTo>
                      <a:pt x="516" y="128"/>
                      <a:pt x="516" y="128"/>
                      <a:pt x="516" y="128"/>
                    </a:cubicBezTo>
                    <a:cubicBezTo>
                      <a:pt x="517" y="128"/>
                      <a:pt x="517" y="128"/>
                      <a:pt x="517" y="128"/>
                    </a:cubicBezTo>
                    <a:cubicBezTo>
                      <a:pt x="517" y="127"/>
                      <a:pt x="517" y="127"/>
                      <a:pt x="517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7"/>
                      <a:pt x="518" y="127"/>
                      <a:pt x="518" y="127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18" y="126"/>
                      <a:pt x="518" y="126"/>
                      <a:pt x="518" y="126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32" y="117"/>
                      <a:pt x="532" y="117"/>
                      <a:pt x="532" y="117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43" y="115"/>
                      <a:pt x="543" y="115"/>
                      <a:pt x="543" y="115"/>
                    </a:cubicBezTo>
                    <a:cubicBezTo>
                      <a:pt x="555" y="115"/>
                      <a:pt x="555" y="115"/>
                      <a:pt x="555" y="115"/>
                    </a:cubicBezTo>
                    <a:cubicBezTo>
                      <a:pt x="557" y="115"/>
                      <a:pt x="557" y="115"/>
                      <a:pt x="557" y="115"/>
                    </a:cubicBezTo>
                    <a:cubicBezTo>
                      <a:pt x="557" y="0"/>
                      <a:pt x="557" y="0"/>
                      <a:pt x="557" y="0"/>
                    </a:cubicBezTo>
                    <a:lnTo>
                      <a:pt x="555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baseline="-25000" dirty="0"/>
              </a:p>
            </p:txBody>
          </p:sp>
          <p:sp>
            <p:nvSpPr>
              <p:cNvPr id="19" name="Freeform 8"/>
              <p:cNvSpPr>
                <a:spLocks noSelect="1"/>
              </p:cNvSpPr>
              <p:nvPr userDrawn="1"/>
            </p:nvSpPr>
            <p:spPr bwMode="gray">
              <a:xfrm>
                <a:off x="1077595" y="429895"/>
                <a:ext cx="386715" cy="414020"/>
              </a:xfrm>
              <a:custGeom>
                <a:avLst/>
                <a:gdLst>
                  <a:gd name="T0" fmla="*/ 770 w 1219"/>
                  <a:gd name="T1" fmla="*/ 928 h 1304"/>
                  <a:gd name="T2" fmla="*/ 350 w 1219"/>
                  <a:gd name="T3" fmla="*/ 929 h 1304"/>
                  <a:gd name="T4" fmla="*/ 38 w 1219"/>
                  <a:gd name="T5" fmla="*/ 955 h 1304"/>
                  <a:gd name="T6" fmla="*/ 30 w 1219"/>
                  <a:gd name="T7" fmla="*/ 956 h 1304"/>
                  <a:gd name="T8" fmla="*/ 481 w 1219"/>
                  <a:gd name="T9" fmla="*/ 1304 h 1304"/>
                  <a:gd name="T10" fmla="*/ 734 w 1219"/>
                  <a:gd name="T11" fmla="*/ 1265 h 1304"/>
                  <a:gd name="T12" fmla="*/ 744 w 1219"/>
                  <a:gd name="T13" fmla="*/ 1259 h 1304"/>
                  <a:gd name="T14" fmla="*/ 755 w 1219"/>
                  <a:gd name="T15" fmla="*/ 1253 h 1304"/>
                  <a:gd name="T16" fmla="*/ 765 w 1219"/>
                  <a:gd name="T17" fmla="*/ 1247 h 1304"/>
                  <a:gd name="T18" fmla="*/ 776 w 1219"/>
                  <a:gd name="T19" fmla="*/ 1241 h 1304"/>
                  <a:gd name="T20" fmla="*/ 786 w 1219"/>
                  <a:gd name="T21" fmla="*/ 1235 h 1304"/>
                  <a:gd name="T22" fmla="*/ 797 w 1219"/>
                  <a:gd name="T23" fmla="*/ 1228 h 1304"/>
                  <a:gd name="T24" fmla="*/ 806 w 1219"/>
                  <a:gd name="T25" fmla="*/ 1222 h 1304"/>
                  <a:gd name="T26" fmla="*/ 816 w 1219"/>
                  <a:gd name="T27" fmla="*/ 1215 h 1304"/>
                  <a:gd name="T28" fmla="*/ 826 w 1219"/>
                  <a:gd name="T29" fmla="*/ 1209 h 1304"/>
                  <a:gd name="T30" fmla="*/ 836 w 1219"/>
                  <a:gd name="T31" fmla="*/ 1202 h 1304"/>
                  <a:gd name="T32" fmla="*/ 846 w 1219"/>
                  <a:gd name="T33" fmla="*/ 1195 h 1304"/>
                  <a:gd name="T34" fmla="*/ 856 w 1219"/>
                  <a:gd name="T35" fmla="*/ 1188 h 1304"/>
                  <a:gd name="T36" fmla="*/ 870 w 1219"/>
                  <a:gd name="T37" fmla="*/ 1177 h 1304"/>
                  <a:gd name="T38" fmla="*/ 879 w 1219"/>
                  <a:gd name="T39" fmla="*/ 1169 h 1304"/>
                  <a:gd name="T40" fmla="*/ 898 w 1219"/>
                  <a:gd name="T41" fmla="*/ 1154 h 1304"/>
                  <a:gd name="T42" fmla="*/ 942 w 1219"/>
                  <a:gd name="T43" fmla="*/ 1114 h 1304"/>
                  <a:gd name="T44" fmla="*/ 955 w 1219"/>
                  <a:gd name="T45" fmla="*/ 1101 h 1304"/>
                  <a:gd name="T46" fmla="*/ 964 w 1219"/>
                  <a:gd name="T47" fmla="*/ 1092 h 1304"/>
                  <a:gd name="T48" fmla="*/ 972 w 1219"/>
                  <a:gd name="T49" fmla="*/ 1084 h 1304"/>
                  <a:gd name="T50" fmla="*/ 981 w 1219"/>
                  <a:gd name="T51" fmla="*/ 1075 h 1304"/>
                  <a:gd name="T52" fmla="*/ 990 w 1219"/>
                  <a:gd name="T53" fmla="*/ 1064 h 1304"/>
                  <a:gd name="T54" fmla="*/ 1206 w 1219"/>
                  <a:gd name="T55" fmla="*/ 617 h 1304"/>
                  <a:gd name="T56" fmla="*/ 1207 w 1219"/>
                  <a:gd name="T57" fmla="*/ 609 h 1304"/>
                  <a:gd name="T58" fmla="*/ 1209 w 1219"/>
                  <a:gd name="T59" fmla="*/ 594 h 1304"/>
                  <a:gd name="T60" fmla="*/ 1211 w 1219"/>
                  <a:gd name="T61" fmla="*/ 585 h 1304"/>
                  <a:gd name="T62" fmla="*/ 1212 w 1219"/>
                  <a:gd name="T63" fmla="*/ 570 h 1304"/>
                  <a:gd name="T64" fmla="*/ 1213 w 1219"/>
                  <a:gd name="T65" fmla="*/ 561 h 1304"/>
                  <a:gd name="T66" fmla="*/ 1215 w 1219"/>
                  <a:gd name="T67" fmla="*/ 551 h 1304"/>
                  <a:gd name="T68" fmla="*/ 1215 w 1219"/>
                  <a:gd name="T69" fmla="*/ 542 h 1304"/>
                  <a:gd name="T70" fmla="*/ 1216 w 1219"/>
                  <a:gd name="T71" fmla="*/ 532 h 1304"/>
                  <a:gd name="T72" fmla="*/ 1217 w 1219"/>
                  <a:gd name="T73" fmla="*/ 522 h 1304"/>
                  <a:gd name="T74" fmla="*/ 1217 w 1219"/>
                  <a:gd name="T75" fmla="*/ 513 h 1304"/>
                  <a:gd name="T76" fmla="*/ 1218 w 1219"/>
                  <a:gd name="T77" fmla="*/ 502 h 1304"/>
                  <a:gd name="T78" fmla="*/ 1218 w 1219"/>
                  <a:gd name="T79" fmla="*/ 493 h 1304"/>
                  <a:gd name="T80" fmla="*/ 1218 w 1219"/>
                  <a:gd name="T81" fmla="*/ 483 h 1304"/>
                  <a:gd name="T82" fmla="*/ 1219 w 1219"/>
                  <a:gd name="T83" fmla="*/ 473 h 1304"/>
                  <a:gd name="T84" fmla="*/ 1219 w 1219"/>
                  <a:gd name="T85" fmla="*/ 459 h 1304"/>
                  <a:gd name="T86" fmla="*/ 1218 w 1219"/>
                  <a:gd name="T87" fmla="*/ 447 h 1304"/>
                  <a:gd name="T88" fmla="*/ 1218 w 1219"/>
                  <a:gd name="T89" fmla="*/ 436 h 1304"/>
                  <a:gd name="T90" fmla="*/ 1218 w 1219"/>
                  <a:gd name="T91" fmla="*/ 424 h 1304"/>
                  <a:gd name="T92" fmla="*/ 1217 w 1219"/>
                  <a:gd name="T93" fmla="*/ 413 h 1304"/>
                  <a:gd name="T94" fmla="*/ 1216 w 1219"/>
                  <a:gd name="T95" fmla="*/ 402 h 1304"/>
                  <a:gd name="T96" fmla="*/ 1216 w 1219"/>
                  <a:gd name="T97" fmla="*/ 391 h 1304"/>
                  <a:gd name="T98" fmla="*/ 1215 w 1219"/>
                  <a:gd name="T99" fmla="*/ 380 h 1304"/>
                  <a:gd name="T100" fmla="*/ 1214 w 1219"/>
                  <a:gd name="T101" fmla="*/ 369 h 1304"/>
                  <a:gd name="T102" fmla="*/ 1212 w 1219"/>
                  <a:gd name="T103" fmla="*/ 353 h 1304"/>
                  <a:gd name="T104" fmla="*/ 1210 w 1219"/>
                  <a:gd name="T105" fmla="*/ 342 h 1304"/>
                  <a:gd name="T106" fmla="*/ 1209 w 1219"/>
                  <a:gd name="T107" fmla="*/ 331 h 1304"/>
                  <a:gd name="T108" fmla="*/ 1207 w 1219"/>
                  <a:gd name="T109" fmla="*/ 320 h 1304"/>
                  <a:gd name="T110" fmla="*/ 1193 w 1219"/>
                  <a:gd name="T111" fmla="*/ 248 h 1304"/>
                  <a:gd name="T112" fmla="*/ 1187 w 1219"/>
                  <a:gd name="T113" fmla="*/ 226 h 1304"/>
                  <a:gd name="T114" fmla="*/ 1184 w 1219"/>
                  <a:gd name="T115" fmla="*/ 215 h 1304"/>
                  <a:gd name="T116" fmla="*/ 1181 w 1219"/>
                  <a:gd name="T117" fmla="*/ 204 h 1304"/>
                  <a:gd name="T118" fmla="*/ 1177 w 1219"/>
                  <a:gd name="T119" fmla="*/ 193 h 1304"/>
                  <a:gd name="T120" fmla="*/ 1174 w 1219"/>
                  <a:gd name="T121" fmla="*/ 182 h 1304"/>
                  <a:gd name="T122" fmla="*/ 1090 w 1219"/>
                  <a:gd name="T123" fmla="*/ 0 h 1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219" h="1304">
                    <a:moveTo>
                      <a:pt x="1126" y="206"/>
                    </a:moveTo>
                    <a:cubicBezTo>
                      <a:pt x="1126" y="329"/>
                      <a:pt x="1089" y="447"/>
                      <a:pt x="1016" y="537"/>
                    </a:cubicBezTo>
                    <a:cubicBezTo>
                      <a:pt x="972" y="592"/>
                      <a:pt x="902" y="646"/>
                      <a:pt x="820" y="685"/>
                    </a:cubicBezTo>
                    <a:cubicBezTo>
                      <a:pt x="770" y="928"/>
                      <a:pt x="770" y="928"/>
                      <a:pt x="770" y="928"/>
                    </a:cubicBezTo>
                    <a:cubicBezTo>
                      <a:pt x="767" y="943"/>
                      <a:pt x="751" y="956"/>
                      <a:pt x="736" y="956"/>
                    </a:cubicBezTo>
                    <a:cubicBezTo>
                      <a:pt x="493" y="956"/>
                      <a:pt x="493" y="956"/>
                      <a:pt x="493" y="956"/>
                    </a:cubicBezTo>
                    <a:cubicBezTo>
                      <a:pt x="399" y="956"/>
                      <a:pt x="399" y="956"/>
                      <a:pt x="399" y="956"/>
                    </a:cubicBezTo>
                    <a:cubicBezTo>
                      <a:pt x="381" y="956"/>
                      <a:pt x="359" y="944"/>
                      <a:pt x="350" y="929"/>
                    </a:cubicBezTo>
                    <a:cubicBezTo>
                      <a:pt x="131" y="590"/>
                      <a:pt x="131" y="590"/>
                      <a:pt x="131" y="590"/>
                    </a:cubicBezTo>
                    <a:cubicBezTo>
                      <a:pt x="63" y="929"/>
                      <a:pt x="63" y="929"/>
                      <a:pt x="63" y="929"/>
                    </a:cubicBezTo>
                    <a:cubicBezTo>
                      <a:pt x="60" y="941"/>
                      <a:pt x="50" y="951"/>
                      <a:pt x="38" y="955"/>
                    </a:cubicBezTo>
                    <a:cubicBezTo>
                      <a:pt x="38" y="955"/>
                      <a:pt x="38" y="955"/>
                      <a:pt x="38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7" y="955"/>
                      <a:pt x="37" y="955"/>
                      <a:pt x="37" y="955"/>
                    </a:cubicBezTo>
                    <a:cubicBezTo>
                      <a:pt x="30" y="956"/>
                      <a:pt x="30" y="956"/>
                      <a:pt x="30" y="956"/>
                    </a:cubicBezTo>
                    <a:cubicBezTo>
                      <a:pt x="29" y="956"/>
                      <a:pt x="29" y="956"/>
                      <a:pt x="29" y="956"/>
                    </a:cubicBezTo>
                    <a:cubicBezTo>
                      <a:pt x="0" y="956"/>
                      <a:pt x="0" y="956"/>
                      <a:pt x="0" y="956"/>
                    </a:cubicBezTo>
                    <a:cubicBezTo>
                      <a:pt x="0" y="1121"/>
                      <a:pt x="176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481" y="1304"/>
                      <a:pt x="481" y="1304"/>
                      <a:pt x="481" y="1304"/>
                    </a:cubicBezTo>
                    <a:cubicBezTo>
                      <a:pt x="556" y="1304"/>
                      <a:pt x="638" y="1293"/>
                      <a:pt x="728" y="1268"/>
                    </a:cubicBezTo>
                    <a:cubicBezTo>
                      <a:pt x="732" y="1265"/>
                      <a:pt x="732" y="1265"/>
                      <a:pt x="732" y="1265"/>
                    </a:cubicBezTo>
                    <a:cubicBezTo>
                      <a:pt x="734" y="1265"/>
                      <a:pt x="734" y="1265"/>
                      <a:pt x="734" y="1265"/>
                    </a:cubicBezTo>
                    <a:cubicBezTo>
                      <a:pt x="738" y="1262"/>
                      <a:pt x="738" y="1262"/>
                      <a:pt x="738" y="1262"/>
                    </a:cubicBezTo>
                    <a:cubicBezTo>
                      <a:pt x="739" y="1262"/>
                      <a:pt x="739" y="1262"/>
                      <a:pt x="739" y="1262"/>
                    </a:cubicBezTo>
                    <a:cubicBezTo>
                      <a:pt x="743" y="1260"/>
                      <a:pt x="743" y="1260"/>
                      <a:pt x="743" y="1260"/>
                    </a:cubicBezTo>
                    <a:cubicBezTo>
                      <a:pt x="744" y="1259"/>
                      <a:pt x="744" y="1259"/>
                      <a:pt x="744" y="1259"/>
                    </a:cubicBezTo>
                    <a:cubicBezTo>
                      <a:pt x="749" y="1257"/>
                      <a:pt x="749" y="1257"/>
                      <a:pt x="749" y="1257"/>
                    </a:cubicBezTo>
                    <a:cubicBezTo>
                      <a:pt x="750" y="1256"/>
                      <a:pt x="750" y="1256"/>
                      <a:pt x="750" y="1256"/>
                    </a:cubicBezTo>
                    <a:cubicBezTo>
                      <a:pt x="754" y="1254"/>
                      <a:pt x="754" y="1254"/>
                      <a:pt x="754" y="1254"/>
                    </a:cubicBezTo>
                    <a:cubicBezTo>
                      <a:pt x="755" y="1253"/>
                      <a:pt x="755" y="1253"/>
                      <a:pt x="755" y="1253"/>
                    </a:cubicBezTo>
                    <a:cubicBezTo>
                      <a:pt x="759" y="1251"/>
                      <a:pt x="759" y="1251"/>
                      <a:pt x="759" y="1251"/>
                    </a:cubicBezTo>
                    <a:cubicBezTo>
                      <a:pt x="760" y="1250"/>
                      <a:pt x="760" y="1250"/>
                      <a:pt x="760" y="1250"/>
                    </a:cubicBezTo>
                    <a:cubicBezTo>
                      <a:pt x="765" y="1248"/>
                      <a:pt x="765" y="1248"/>
                      <a:pt x="765" y="1248"/>
                    </a:cubicBezTo>
                    <a:cubicBezTo>
                      <a:pt x="765" y="1247"/>
                      <a:pt x="765" y="1247"/>
                      <a:pt x="765" y="1247"/>
                    </a:cubicBezTo>
                    <a:cubicBezTo>
                      <a:pt x="769" y="1245"/>
                      <a:pt x="769" y="1245"/>
                      <a:pt x="769" y="1245"/>
                    </a:cubicBezTo>
                    <a:cubicBezTo>
                      <a:pt x="771" y="1244"/>
                      <a:pt x="771" y="1244"/>
                      <a:pt x="771" y="1244"/>
                    </a:cubicBezTo>
                    <a:cubicBezTo>
                      <a:pt x="775" y="1242"/>
                      <a:pt x="775" y="1242"/>
                      <a:pt x="775" y="1242"/>
                    </a:cubicBezTo>
                    <a:cubicBezTo>
                      <a:pt x="776" y="1241"/>
                      <a:pt x="776" y="1241"/>
                      <a:pt x="776" y="1241"/>
                    </a:cubicBezTo>
                    <a:cubicBezTo>
                      <a:pt x="780" y="1239"/>
                      <a:pt x="780" y="1239"/>
                      <a:pt x="780" y="1239"/>
                    </a:cubicBezTo>
                    <a:cubicBezTo>
                      <a:pt x="781" y="1238"/>
                      <a:pt x="781" y="1238"/>
                      <a:pt x="781" y="1238"/>
                    </a:cubicBezTo>
                    <a:cubicBezTo>
                      <a:pt x="785" y="1236"/>
                      <a:pt x="785" y="1236"/>
                      <a:pt x="785" y="1236"/>
                    </a:cubicBezTo>
                    <a:cubicBezTo>
                      <a:pt x="786" y="1235"/>
                      <a:pt x="786" y="1235"/>
                      <a:pt x="786" y="1235"/>
                    </a:cubicBezTo>
                    <a:cubicBezTo>
                      <a:pt x="790" y="1232"/>
                      <a:pt x="790" y="1232"/>
                      <a:pt x="790" y="1232"/>
                    </a:cubicBezTo>
                    <a:cubicBezTo>
                      <a:pt x="791" y="1232"/>
                      <a:pt x="791" y="1232"/>
                      <a:pt x="791" y="1232"/>
                    </a:cubicBezTo>
                    <a:cubicBezTo>
                      <a:pt x="795" y="1229"/>
                      <a:pt x="795" y="1229"/>
                      <a:pt x="795" y="1229"/>
                    </a:cubicBezTo>
                    <a:cubicBezTo>
                      <a:pt x="797" y="1228"/>
                      <a:pt x="797" y="1228"/>
                      <a:pt x="797" y="1228"/>
                    </a:cubicBezTo>
                    <a:cubicBezTo>
                      <a:pt x="801" y="1226"/>
                      <a:pt x="801" y="1226"/>
                      <a:pt x="801" y="1226"/>
                    </a:cubicBezTo>
                    <a:cubicBezTo>
                      <a:pt x="802" y="1225"/>
                      <a:pt x="802" y="1225"/>
                      <a:pt x="802" y="1225"/>
                    </a:cubicBezTo>
                    <a:cubicBezTo>
                      <a:pt x="805" y="1223"/>
                      <a:pt x="805" y="1223"/>
                      <a:pt x="805" y="1223"/>
                    </a:cubicBezTo>
                    <a:cubicBezTo>
                      <a:pt x="806" y="1222"/>
                      <a:pt x="806" y="1222"/>
                      <a:pt x="806" y="1222"/>
                    </a:cubicBezTo>
                    <a:cubicBezTo>
                      <a:pt x="811" y="1219"/>
                      <a:pt x="811" y="1219"/>
                      <a:pt x="811" y="1219"/>
                    </a:cubicBezTo>
                    <a:cubicBezTo>
                      <a:pt x="812" y="1219"/>
                      <a:pt x="812" y="1219"/>
                      <a:pt x="812" y="1219"/>
                    </a:cubicBezTo>
                    <a:cubicBezTo>
                      <a:pt x="815" y="1216"/>
                      <a:pt x="815" y="1216"/>
                      <a:pt x="815" y="1216"/>
                    </a:cubicBezTo>
                    <a:cubicBezTo>
                      <a:pt x="816" y="1215"/>
                      <a:pt x="816" y="1215"/>
                      <a:pt x="816" y="1215"/>
                    </a:cubicBezTo>
                    <a:cubicBezTo>
                      <a:pt x="821" y="1213"/>
                      <a:pt x="821" y="1213"/>
                      <a:pt x="821" y="1213"/>
                    </a:cubicBezTo>
                    <a:cubicBezTo>
                      <a:pt x="822" y="1212"/>
                      <a:pt x="822" y="1212"/>
                      <a:pt x="822" y="1212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26" y="1209"/>
                      <a:pt x="826" y="1209"/>
                      <a:pt x="826" y="1209"/>
                    </a:cubicBezTo>
                    <a:cubicBezTo>
                      <a:pt x="831" y="1206"/>
                      <a:pt x="831" y="1206"/>
                      <a:pt x="831" y="1206"/>
                    </a:cubicBezTo>
                    <a:cubicBezTo>
                      <a:pt x="831" y="1205"/>
                      <a:pt x="831" y="1205"/>
                      <a:pt x="831" y="1205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36" y="1202"/>
                      <a:pt x="836" y="1202"/>
                      <a:pt x="836" y="1202"/>
                    </a:cubicBezTo>
                    <a:cubicBezTo>
                      <a:pt x="840" y="1199"/>
                      <a:pt x="840" y="1199"/>
                      <a:pt x="840" y="1199"/>
                    </a:cubicBezTo>
                    <a:cubicBezTo>
                      <a:pt x="841" y="1198"/>
                      <a:pt x="841" y="1198"/>
                      <a:pt x="841" y="1198"/>
                    </a:cubicBezTo>
                    <a:cubicBezTo>
                      <a:pt x="845" y="1195"/>
                      <a:pt x="845" y="1195"/>
                      <a:pt x="845" y="1195"/>
                    </a:cubicBezTo>
                    <a:cubicBezTo>
                      <a:pt x="846" y="1195"/>
                      <a:pt x="846" y="1195"/>
                      <a:pt x="846" y="1195"/>
                    </a:cubicBezTo>
                    <a:cubicBezTo>
                      <a:pt x="850" y="1192"/>
                      <a:pt x="850" y="1192"/>
                      <a:pt x="850" y="1192"/>
                    </a:cubicBezTo>
                    <a:cubicBezTo>
                      <a:pt x="851" y="1191"/>
                      <a:pt x="851" y="1191"/>
                      <a:pt x="851" y="1191"/>
                    </a:cubicBezTo>
                    <a:cubicBezTo>
                      <a:pt x="855" y="1188"/>
                      <a:pt x="855" y="1188"/>
                      <a:pt x="855" y="1188"/>
                    </a:cubicBezTo>
                    <a:cubicBezTo>
                      <a:pt x="856" y="1188"/>
                      <a:pt x="856" y="1188"/>
                      <a:pt x="856" y="1188"/>
                    </a:cubicBezTo>
                    <a:cubicBezTo>
                      <a:pt x="865" y="1181"/>
                      <a:pt x="865" y="1181"/>
                      <a:pt x="865" y="1181"/>
                    </a:cubicBezTo>
                    <a:cubicBezTo>
                      <a:pt x="865" y="1180"/>
                      <a:pt x="865" y="1180"/>
                      <a:pt x="865" y="1180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0" y="1177"/>
                      <a:pt x="870" y="1177"/>
                      <a:pt x="870" y="1177"/>
                    </a:cubicBezTo>
                    <a:cubicBezTo>
                      <a:pt x="874" y="1173"/>
                      <a:pt x="874" y="1173"/>
                      <a:pt x="874" y="1173"/>
                    </a:cubicBezTo>
                    <a:cubicBezTo>
                      <a:pt x="875" y="1173"/>
                      <a:pt x="875" y="1173"/>
                      <a:pt x="875" y="1173"/>
                    </a:cubicBezTo>
                    <a:cubicBezTo>
                      <a:pt x="879" y="1170"/>
                      <a:pt x="879" y="1170"/>
                      <a:pt x="879" y="1170"/>
                    </a:cubicBezTo>
                    <a:cubicBezTo>
                      <a:pt x="879" y="1169"/>
                      <a:pt x="879" y="1169"/>
                      <a:pt x="879" y="1169"/>
                    </a:cubicBezTo>
                    <a:cubicBezTo>
                      <a:pt x="888" y="1162"/>
                      <a:pt x="888" y="1162"/>
                      <a:pt x="888" y="1162"/>
                    </a:cubicBezTo>
                    <a:cubicBezTo>
                      <a:pt x="889" y="1162"/>
                      <a:pt x="889" y="1162"/>
                      <a:pt x="889" y="1162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898" y="1154"/>
                      <a:pt x="898" y="1154"/>
                      <a:pt x="898" y="1154"/>
                    </a:cubicBezTo>
                    <a:cubicBezTo>
                      <a:pt x="911" y="1143"/>
                      <a:pt x="911" y="1143"/>
                      <a:pt x="911" y="1143"/>
                    </a:cubicBezTo>
                    <a:cubicBezTo>
                      <a:pt x="911" y="1142"/>
                      <a:pt x="911" y="1142"/>
                      <a:pt x="911" y="1142"/>
                    </a:cubicBezTo>
                    <a:cubicBezTo>
                      <a:pt x="922" y="1133"/>
                      <a:pt x="932" y="1124"/>
                      <a:pt x="942" y="1114"/>
                    </a:cubicBezTo>
                    <a:cubicBezTo>
                      <a:pt x="942" y="1114"/>
                      <a:pt x="942" y="1114"/>
                      <a:pt x="942" y="1114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1" y="1106"/>
                      <a:pt x="951" y="1106"/>
                      <a:pt x="951" y="1106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5" y="1101"/>
                      <a:pt x="955" y="1101"/>
                      <a:pt x="955" y="1101"/>
                    </a:cubicBezTo>
                    <a:cubicBezTo>
                      <a:pt x="959" y="1097"/>
                      <a:pt x="959" y="1097"/>
                      <a:pt x="959" y="1097"/>
                    </a:cubicBezTo>
                    <a:cubicBezTo>
                      <a:pt x="960" y="1097"/>
                      <a:pt x="960" y="1097"/>
                      <a:pt x="960" y="1097"/>
                    </a:cubicBezTo>
                    <a:cubicBezTo>
                      <a:pt x="963" y="1093"/>
                      <a:pt x="963" y="1093"/>
                      <a:pt x="963" y="1093"/>
                    </a:cubicBezTo>
                    <a:cubicBezTo>
                      <a:pt x="964" y="1092"/>
                      <a:pt x="964" y="1092"/>
                      <a:pt x="964" y="1092"/>
                    </a:cubicBezTo>
                    <a:cubicBezTo>
                      <a:pt x="967" y="1089"/>
                      <a:pt x="967" y="1089"/>
                      <a:pt x="967" y="1089"/>
                    </a:cubicBezTo>
                    <a:cubicBezTo>
                      <a:pt x="968" y="1088"/>
                      <a:pt x="968" y="1088"/>
                      <a:pt x="968" y="1088"/>
                    </a:cubicBezTo>
                    <a:cubicBezTo>
                      <a:pt x="971" y="1085"/>
                      <a:pt x="971" y="1085"/>
                      <a:pt x="971" y="1085"/>
                    </a:cubicBezTo>
                    <a:cubicBezTo>
                      <a:pt x="972" y="1084"/>
                      <a:pt x="972" y="1084"/>
                      <a:pt x="972" y="1084"/>
                    </a:cubicBezTo>
                    <a:cubicBezTo>
                      <a:pt x="976" y="1080"/>
                      <a:pt x="976" y="1080"/>
                      <a:pt x="976" y="1080"/>
                    </a:cubicBezTo>
                    <a:cubicBezTo>
                      <a:pt x="977" y="1079"/>
                      <a:pt x="977" y="1079"/>
                      <a:pt x="977" y="1079"/>
                    </a:cubicBezTo>
                    <a:cubicBezTo>
                      <a:pt x="979" y="1076"/>
                      <a:pt x="979" y="1076"/>
                      <a:pt x="979" y="1076"/>
                    </a:cubicBezTo>
                    <a:cubicBezTo>
                      <a:pt x="981" y="1075"/>
                      <a:pt x="981" y="1075"/>
                      <a:pt x="981" y="1075"/>
                    </a:cubicBezTo>
                    <a:cubicBezTo>
                      <a:pt x="984" y="1072"/>
                      <a:pt x="984" y="1072"/>
                      <a:pt x="984" y="1072"/>
                    </a:cubicBezTo>
                    <a:cubicBezTo>
                      <a:pt x="985" y="1070"/>
                      <a:pt x="985" y="1070"/>
                      <a:pt x="985" y="1070"/>
                    </a:cubicBezTo>
                    <a:cubicBezTo>
                      <a:pt x="987" y="1068"/>
                      <a:pt x="987" y="1068"/>
                      <a:pt x="987" y="1068"/>
                    </a:cubicBezTo>
                    <a:cubicBezTo>
                      <a:pt x="990" y="1064"/>
                      <a:pt x="990" y="1064"/>
                      <a:pt x="990" y="1064"/>
                    </a:cubicBezTo>
                    <a:cubicBezTo>
                      <a:pt x="991" y="1063"/>
                      <a:pt x="991" y="1063"/>
                      <a:pt x="991" y="1063"/>
                    </a:cubicBezTo>
                    <a:cubicBezTo>
                      <a:pt x="994" y="1061"/>
                      <a:pt x="994" y="1061"/>
                      <a:pt x="994" y="1061"/>
                    </a:cubicBezTo>
                    <a:cubicBezTo>
                      <a:pt x="994" y="1060"/>
                      <a:pt x="994" y="1060"/>
                      <a:pt x="994" y="1060"/>
                    </a:cubicBezTo>
                    <a:cubicBezTo>
                      <a:pt x="1102" y="937"/>
                      <a:pt x="1177" y="785"/>
                      <a:pt x="1206" y="617"/>
                    </a:cubicBezTo>
                    <a:cubicBezTo>
                      <a:pt x="1206" y="617"/>
                      <a:pt x="1206" y="617"/>
                      <a:pt x="1206" y="617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6" y="613"/>
                      <a:pt x="1206" y="613"/>
                      <a:pt x="1206" y="613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7" y="609"/>
                      <a:pt x="1207" y="609"/>
                      <a:pt x="1207" y="609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7"/>
                      <a:pt x="1209" y="597"/>
                      <a:pt x="1209" y="597"/>
                    </a:cubicBezTo>
                    <a:cubicBezTo>
                      <a:pt x="1209" y="594"/>
                      <a:pt x="1209" y="594"/>
                      <a:pt x="1209" y="594"/>
                    </a:cubicBezTo>
                    <a:cubicBezTo>
                      <a:pt x="1210" y="593"/>
                      <a:pt x="1210" y="593"/>
                      <a:pt x="1210" y="593"/>
                    </a:cubicBezTo>
                    <a:cubicBezTo>
                      <a:pt x="1210" y="589"/>
                      <a:pt x="1210" y="589"/>
                      <a:pt x="1210" y="589"/>
                    </a:cubicBezTo>
                    <a:cubicBezTo>
                      <a:pt x="1210" y="588"/>
                      <a:pt x="1210" y="588"/>
                      <a:pt x="1210" y="588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1" y="585"/>
                      <a:pt x="1211" y="585"/>
                      <a:pt x="1211" y="585"/>
                    </a:cubicBezTo>
                    <a:cubicBezTo>
                      <a:pt x="1212" y="574"/>
                      <a:pt x="1212" y="574"/>
                      <a:pt x="1212" y="574"/>
                    </a:cubicBezTo>
                    <a:cubicBezTo>
                      <a:pt x="1212" y="573"/>
                      <a:pt x="1212" y="573"/>
                      <a:pt x="1212" y="573"/>
                    </a:cubicBezTo>
                    <a:cubicBezTo>
                      <a:pt x="1212" y="570"/>
                      <a:pt x="1212" y="570"/>
                      <a:pt x="1212" y="570"/>
                    </a:cubicBezTo>
                    <a:cubicBezTo>
                      <a:pt x="1213" y="568"/>
                      <a:pt x="1213" y="568"/>
                      <a:pt x="1213" y="568"/>
                    </a:cubicBezTo>
                    <a:cubicBezTo>
                      <a:pt x="1213" y="566"/>
                      <a:pt x="1213" y="566"/>
                      <a:pt x="1213" y="566"/>
                    </a:cubicBezTo>
                    <a:cubicBezTo>
                      <a:pt x="1213" y="564"/>
                      <a:pt x="1213" y="564"/>
                      <a:pt x="1213" y="564"/>
                    </a:cubicBezTo>
                    <a:cubicBezTo>
                      <a:pt x="1213" y="561"/>
                      <a:pt x="1213" y="561"/>
                      <a:pt x="1213" y="561"/>
                    </a:cubicBezTo>
                    <a:cubicBezTo>
                      <a:pt x="1214" y="560"/>
                      <a:pt x="1214" y="560"/>
                      <a:pt x="1214" y="560"/>
                    </a:cubicBezTo>
                    <a:cubicBezTo>
                      <a:pt x="1214" y="555"/>
                      <a:pt x="1214" y="555"/>
                      <a:pt x="1214" y="555"/>
                    </a:cubicBezTo>
                    <a:cubicBezTo>
                      <a:pt x="1214" y="553"/>
                      <a:pt x="1214" y="553"/>
                      <a:pt x="1214" y="553"/>
                    </a:cubicBezTo>
                    <a:cubicBezTo>
                      <a:pt x="1215" y="551"/>
                      <a:pt x="1215" y="551"/>
                      <a:pt x="1215" y="551"/>
                    </a:cubicBezTo>
                    <a:cubicBezTo>
                      <a:pt x="1215" y="549"/>
                      <a:pt x="1215" y="549"/>
                      <a:pt x="1215" y="549"/>
                    </a:cubicBezTo>
                    <a:cubicBezTo>
                      <a:pt x="1215" y="546"/>
                      <a:pt x="1215" y="546"/>
                      <a:pt x="1215" y="546"/>
                    </a:cubicBezTo>
                    <a:cubicBezTo>
                      <a:pt x="1215" y="544"/>
                      <a:pt x="1215" y="544"/>
                      <a:pt x="1215" y="544"/>
                    </a:cubicBezTo>
                    <a:cubicBezTo>
                      <a:pt x="1215" y="542"/>
                      <a:pt x="1215" y="542"/>
                      <a:pt x="1215" y="542"/>
                    </a:cubicBezTo>
                    <a:cubicBezTo>
                      <a:pt x="1215" y="540"/>
                      <a:pt x="1215" y="540"/>
                      <a:pt x="1215" y="540"/>
                    </a:cubicBezTo>
                    <a:cubicBezTo>
                      <a:pt x="1216" y="537"/>
                      <a:pt x="1216" y="537"/>
                      <a:pt x="1216" y="537"/>
                    </a:cubicBezTo>
                    <a:cubicBezTo>
                      <a:pt x="1216" y="534"/>
                      <a:pt x="1216" y="534"/>
                      <a:pt x="1216" y="534"/>
                    </a:cubicBezTo>
                    <a:cubicBezTo>
                      <a:pt x="1216" y="532"/>
                      <a:pt x="1216" y="532"/>
                      <a:pt x="1216" y="532"/>
                    </a:cubicBezTo>
                    <a:cubicBezTo>
                      <a:pt x="1216" y="529"/>
                      <a:pt x="1216" y="529"/>
                      <a:pt x="1216" y="529"/>
                    </a:cubicBezTo>
                    <a:cubicBezTo>
                      <a:pt x="1216" y="527"/>
                      <a:pt x="1216" y="527"/>
                      <a:pt x="1216" y="527"/>
                    </a:cubicBezTo>
                    <a:cubicBezTo>
                      <a:pt x="1217" y="524"/>
                      <a:pt x="1217" y="524"/>
                      <a:pt x="1217" y="524"/>
                    </a:cubicBezTo>
                    <a:cubicBezTo>
                      <a:pt x="1217" y="522"/>
                      <a:pt x="1217" y="522"/>
                      <a:pt x="1217" y="522"/>
                    </a:cubicBezTo>
                    <a:cubicBezTo>
                      <a:pt x="1217" y="520"/>
                      <a:pt x="1217" y="520"/>
                      <a:pt x="1217" y="520"/>
                    </a:cubicBezTo>
                    <a:cubicBezTo>
                      <a:pt x="1217" y="518"/>
                      <a:pt x="1217" y="518"/>
                      <a:pt x="1217" y="518"/>
                    </a:cubicBezTo>
                    <a:cubicBezTo>
                      <a:pt x="1217" y="515"/>
                      <a:pt x="1217" y="515"/>
                      <a:pt x="1217" y="515"/>
                    </a:cubicBezTo>
                    <a:cubicBezTo>
                      <a:pt x="1217" y="513"/>
                      <a:pt x="1217" y="513"/>
                      <a:pt x="1217" y="513"/>
                    </a:cubicBezTo>
                    <a:cubicBezTo>
                      <a:pt x="1218" y="509"/>
                      <a:pt x="1218" y="509"/>
                      <a:pt x="1218" y="509"/>
                    </a:cubicBezTo>
                    <a:cubicBezTo>
                      <a:pt x="1218" y="507"/>
                      <a:pt x="1218" y="507"/>
                      <a:pt x="1218" y="507"/>
                    </a:cubicBezTo>
                    <a:cubicBezTo>
                      <a:pt x="1218" y="504"/>
                      <a:pt x="1218" y="504"/>
                      <a:pt x="1218" y="504"/>
                    </a:cubicBezTo>
                    <a:cubicBezTo>
                      <a:pt x="1218" y="502"/>
                      <a:pt x="1218" y="502"/>
                      <a:pt x="1218" y="502"/>
                    </a:cubicBezTo>
                    <a:cubicBezTo>
                      <a:pt x="1218" y="500"/>
                      <a:pt x="1218" y="500"/>
                      <a:pt x="1218" y="500"/>
                    </a:cubicBezTo>
                    <a:cubicBezTo>
                      <a:pt x="1218" y="498"/>
                      <a:pt x="1218" y="498"/>
                      <a:pt x="1218" y="498"/>
                    </a:cubicBezTo>
                    <a:cubicBezTo>
                      <a:pt x="1218" y="495"/>
                      <a:pt x="1218" y="495"/>
                      <a:pt x="1218" y="495"/>
                    </a:cubicBezTo>
                    <a:cubicBezTo>
                      <a:pt x="1218" y="493"/>
                      <a:pt x="1218" y="493"/>
                      <a:pt x="1218" y="493"/>
                    </a:cubicBezTo>
                    <a:cubicBezTo>
                      <a:pt x="1218" y="490"/>
                      <a:pt x="1218" y="490"/>
                      <a:pt x="1218" y="490"/>
                    </a:cubicBezTo>
                    <a:cubicBezTo>
                      <a:pt x="1218" y="489"/>
                      <a:pt x="1218" y="489"/>
                      <a:pt x="1218" y="489"/>
                    </a:cubicBezTo>
                    <a:cubicBezTo>
                      <a:pt x="1218" y="484"/>
                      <a:pt x="1218" y="484"/>
                      <a:pt x="1218" y="484"/>
                    </a:cubicBezTo>
                    <a:cubicBezTo>
                      <a:pt x="1218" y="483"/>
                      <a:pt x="1218" y="483"/>
                      <a:pt x="1218" y="483"/>
                    </a:cubicBezTo>
                    <a:cubicBezTo>
                      <a:pt x="1218" y="480"/>
                      <a:pt x="1218" y="480"/>
                      <a:pt x="1218" y="480"/>
                    </a:cubicBezTo>
                    <a:cubicBezTo>
                      <a:pt x="1219" y="478"/>
                      <a:pt x="1219" y="478"/>
                      <a:pt x="1219" y="478"/>
                    </a:cubicBezTo>
                    <a:cubicBezTo>
                      <a:pt x="1219" y="475"/>
                      <a:pt x="1219" y="475"/>
                      <a:pt x="1219" y="475"/>
                    </a:cubicBezTo>
                    <a:cubicBezTo>
                      <a:pt x="1219" y="473"/>
                      <a:pt x="1219" y="473"/>
                      <a:pt x="1219" y="473"/>
                    </a:cubicBezTo>
                    <a:cubicBezTo>
                      <a:pt x="1219" y="470"/>
                      <a:pt x="1219" y="470"/>
                      <a:pt x="1219" y="470"/>
                    </a:cubicBezTo>
                    <a:cubicBezTo>
                      <a:pt x="1219" y="469"/>
                      <a:pt x="1219" y="469"/>
                      <a:pt x="1219" y="469"/>
                    </a:cubicBezTo>
                    <a:cubicBezTo>
                      <a:pt x="1219" y="464"/>
                      <a:pt x="1219" y="464"/>
                      <a:pt x="1219" y="464"/>
                    </a:cubicBezTo>
                    <a:cubicBezTo>
                      <a:pt x="1219" y="459"/>
                      <a:pt x="1219" y="459"/>
                      <a:pt x="1219" y="459"/>
                    </a:cubicBezTo>
                    <a:cubicBezTo>
                      <a:pt x="1219" y="458"/>
                      <a:pt x="1219" y="458"/>
                      <a:pt x="1219" y="458"/>
                    </a:cubicBezTo>
                    <a:cubicBezTo>
                      <a:pt x="1219" y="453"/>
                      <a:pt x="1219" y="453"/>
                      <a:pt x="1219" y="453"/>
                    </a:cubicBezTo>
                    <a:cubicBezTo>
                      <a:pt x="1219" y="452"/>
                      <a:pt x="1219" y="452"/>
                      <a:pt x="1219" y="452"/>
                    </a:cubicBezTo>
                    <a:cubicBezTo>
                      <a:pt x="1218" y="447"/>
                      <a:pt x="1218" y="447"/>
                      <a:pt x="1218" y="447"/>
                    </a:cubicBezTo>
                    <a:cubicBezTo>
                      <a:pt x="1218" y="446"/>
                      <a:pt x="1218" y="446"/>
                      <a:pt x="1218" y="446"/>
                    </a:cubicBezTo>
                    <a:cubicBezTo>
                      <a:pt x="1218" y="442"/>
                      <a:pt x="1218" y="442"/>
                      <a:pt x="1218" y="442"/>
                    </a:cubicBezTo>
                    <a:cubicBezTo>
                      <a:pt x="1218" y="441"/>
                      <a:pt x="1218" y="441"/>
                      <a:pt x="1218" y="441"/>
                    </a:cubicBezTo>
                    <a:cubicBezTo>
                      <a:pt x="1218" y="436"/>
                      <a:pt x="1218" y="436"/>
                      <a:pt x="1218" y="436"/>
                    </a:cubicBezTo>
                    <a:cubicBezTo>
                      <a:pt x="1218" y="434"/>
                      <a:pt x="1218" y="434"/>
                      <a:pt x="1218" y="434"/>
                    </a:cubicBezTo>
                    <a:cubicBezTo>
                      <a:pt x="1218" y="430"/>
                      <a:pt x="1218" y="430"/>
                      <a:pt x="1218" y="430"/>
                    </a:cubicBezTo>
                    <a:cubicBezTo>
                      <a:pt x="1218" y="429"/>
                      <a:pt x="1218" y="429"/>
                      <a:pt x="1218" y="429"/>
                    </a:cubicBezTo>
                    <a:cubicBezTo>
                      <a:pt x="1218" y="424"/>
                      <a:pt x="1218" y="424"/>
                      <a:pt x="1218" y="424"/>
                    </a:cubicBezTo>
                    <a:cubicBezTo>
                      <a:pt x="1218" y="423"/>
                      <a:pt x="1218" y="423"/>
                      <a:pt x="1218" y="423"/>
                    </a:cubicBezTo>
                    <a:cubicBezTo>
                      <a:pt x="1217" y="419"/>
                      <a:pt x="1217" y="419"/>
                      <a:pt x="1217" y="419"/>
                    </a:cubicBezTo>
                    <a:cubicBezTo>
                      <a:pt x="1217" y="417"/>
                      <a:pt x="1217" y="417"/>
                      <a:pt x="1217" y="417"/>
                    </a:cubicBezTo>
                    <a:cubicBezTo>
                      <a:pt x="1217" y="413"/>
                      <a:pt x="1217" y="413"/>
                      <a:pt x="1217" y="413"/>
                    </a:cubicBezTo>
                    <a:cubicBezTo>
                      <a:pt x="1217" y="411"/>
                      <a:pt x="1217" y="411"/>
                      <a:pt x="1217" y="411"/>
                    </a:cubicBezTo>
                    <a:cubicBezTo>
                      <a:pt x="1217" y="408"/>
                      <a:pt x="1217" y="408"/>
                      <a:pt x="1217" y="408"/>
                    </a:cubicBezTo>
                    <a:cubicBezTo>
                      <a:pt x="1217" y="406"/>
                      <a:pt x="1217" y="406"/>
                      <a:pt x="1217" y="406"/>
                    </a:cubicBezTo>
                    <a:cubicBezTo>
                      <a:pt x="1216" y="402"/>
                      <a:pt x="1216" y="402"/>
                      <a:pt x="1216" y="402"/>
                    </a:cubicBezTo>
                    <a:cubicBezTo>
                      <a:pt x="1216" y="400"/>
                      <a:pt x="1216" y="400"/>
                      <a:pt x="1216" y="400"/>
                    </a:cubicBezTo>
                    <a:cubicBezTo>
                      <a:pt x="1216" y="396"/>
                      <a:pt x="1216" y="396"/>
                      <a:pt x="1216" y="396"/>
                    </a:cubicBezTo>
                    <a:cubicBezTo>
                      <a:pt x="1216" y="394"/>
                      <a:pt x="1216" y="394"/>
                      <a:pt x="1216" y="394"/>
                    </a:cubicBezTo>
                    <a:cubicBezTo>
                      <a:pt x="1216" y="391"/>
                      <a:pt x="1216" y="391"/>
                      <a:pt x="1216" y="391"/>
                    </a:cubicBezTo>
                    <a:cubicBezTo>
                      <a:pt x="1215" y="388"/>
                      <a:pt x="1215" y="388"/>
                      <a:pt x="1215" y="388"/>
                    </a:cubicBezTo>
                    <a:cubicBezTo>
                      <a:pt x="1215" y="385"/>
                      <a:pt x="1215" y="385"/>
                      <a:pt x="1215" y="385"/>
                    </a:cubicBezTo>
                    <a:cubicBezTo>
                      <a:pt x="1215" y="383"/>
                      <a:pt x="1215" y="383"/>
                      <a:pt x="1215" y="383"/>
                    </a:cubicBezTo>
                    <a:cubicBezTo>
                      <a:pt x="1215" y="380"/>
                      <a:pt x="1215" y="380"/>
                      <a:pt x="1215" y="380"/>
                    </a:cubicBezTo>
                    <a:cubicBezTo>
                      <a:pt x="1214" y="377"/>
                      <a:pt x="1214" y="377"/>
                      <a:pt x="1214" y="377"/>
                    </a:cubicBezTo>
                    <a:cubicBezTo>
                      <a:pt x="1214" y="374"/>
                      <a:pt x="1214" y="374"/>
                      <a:pt x="1214" y="374"/>
                    </a:cubicBezTo>
                    <a:cubicBezTo>
                      <a:pt x="1214" y="371"/>
                      <a:pt x="1214" y="371"/>
                      <a:pt x="1214" y="371"/>
                    </a:cubicBezTo>
                    <a:cubicBezTo>
                      <a:pt x="1214" y="369"/>
                      <a:pt x="1214" y="369"/>
                      <a:pt x="1214" y="369"/>
                    </a:cubicBezTo>
                    <a:cubicBezTo>
                      <a:pt x="1213" y="359"/>
                      <a:pt x="1213" y="359"/>
                      <a:pt x="1213" y="359"/>
                    </a:cubicBezTo>
                    <a:cubicBezTo>
                      <a:pt x="1212" y="358"/>
                      <a:pt x="1212" y="358"/>
                      <a:pt x="1212" y="358"/>
                    </a:cubicBezTo>
                    <a:cubicBezTo>
                      <a:pt x="1212" y="355"/>
                      <a:pt x="1212" y="355"/>
                      <a:pt x="1212" y="355"/>
                    </a:cubicBezTo>
                    <a:cubicBezTo>
                      <a:pt x="1212" y="353"/>
                      <a:pt x="1212" y="353"/>
                      <a:pt x="1212" y="353"/>
                    </a:cubicBezTo>
                    <a:cubicBezTo>
                      <a:pt x="1211" y="348"/>
                      <a:pt x="1211" y="348"/>
                      <a:pt x="1211" y="348"/>
                    </a:cubicBezTo>
                    <a:cubicBezTo>
                      <a:pt x="1211" y="346"/>
                      <a:pt x="1211" y="346"/>
                      <a:pt x="1211" y="346"/>
                    </a:cubicBezTo>
                    <a:cubicBezTo>
                      <a:pt x="1211" y="343"/>
                      <a:pt x="1211" y="343"/>
                      <a:pt x="1211" y="343"/>
                    </a:cubicBezTo>
                    <a:cubicBezTo>
                      <a:pt x="1210" y="342"/>
                      <a:pt x="1210" y="342"/>
                      <a:pt x="1210" y="342"/>
                    </a:cubicBezTo>
                    <a:cubicBezTo>
                      <a:pt x="1210" y="336"/>
                      <a:pt x="1210" y="336"/>
                      <a:pt x="1210" y="336"/>
                    </a:cubicBezTo>
                    <a:cubicBezTo>
                      <a:pt x="1209" y="335"/>
                      <a:pt x="1209" y="335"/>
                      <a:pt x="1209" y="335"/>
                    </a:cubicBezTo>
                    <a:cubicBezTo>
                      <a:pt x="1209" y="332"/>
                      <a:pt x="1209" y="332"/>
                      <a:pt x="1209" y="332"/>
                    </a:cubicBezTo>
                    <a:cubicBezTo>
                      <a:pt x="1209" y="331"/>
                      <a:pt x="1209" y="331"/>
                      <a:pt x="1209" y="331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8" y="324"/>
                      <a:pt x="1208" y="324"/>
                      <a:pt x="1208" y="324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7" y="320"/>
                      <a:pt x="1207" y="320"/>
                      <a:pt x="1207" y="320"/>
                    </a:cubicBezTo>
                    <a:cubicBezTo>
                      <a:pt x="1205" y="309"/>
                      <a:pt x="1205" y="309"/>
                      <a:pt x="1205" y="309"/>
                    </a:cubicBezTo>
                    <a:cubicBezTo>
                      <a:pt x="1205" y="308"/>
                      <a:pt x="1205" y="308"/>
                      <a:pt x="1205" y="308"/>
                    </a:cubicBezTo>
                    <a:cubicBezTo>
                      <a:pt x="1202" y="288"/>
                      <a:pt x="1198" y="269"/>
                      <a:pt x="1193" y="249"/>
                    </a:cubicBezTo>
                    <a:cubicBezTo>
                      <a:pt x="1193" y="248"/>
                      <a:pt x="1193" y="248"/>
                      <a:pt x="1193" y="248"/>
                    </a:cubicBezTo>
                    <a:cubicBezTo>
                      <a:pt x="1190" y="238"/>
                      <a:pt x="1190" y="238"/>
                      <a:pt x="1190" y="238"/>
                    </a:cubicBezTo>
                    <a:cubicBezTo>
                      <a:pt x="1190" y="237"/>
                      <a:pt x="1190" y="237"/>
                      <a:pt x="1190" y="237"/>
                    </a:cubicBezTo>
                    <a:cubicBezTo>
                      <a:pt x="1187" y="228"/>
                      <a:pt x="1187" y="228"/>
                      <a:pt x="1187" y="228"/>
                    </a:cubicBezTo>
                    <a:cubicBezTo>
                      <a:pt x="1187" y="226"/>
                      <a:pt x="1187" y="226"/>
                      <a:pt x="1187" y="226"/>
                    </a:cubicBezTo>
                    <a:cubicBezTo>
                      <a:pt x="1186" y="223"/>
                      <a:pt x="1186" y="223"/>
                      <a:pt x="1186" y="223"/>
                    </a:cubicBezTo>
                    <a:cubicBezTo>
                      <a:pt x="1186" y="221"/>
                      <a:pt x="1186" y="221"/>
                      <a:pt x="1186" y="221"/>
                    </a:cubicBezTo>
                    <a:cubicBezTo>
                      <a:pt x="1184" y="217"/>
                      <a:pt x="1184" y="217"/>
                      <a:pt x="1184" y="217"/>
                    </a:cubicBezTo>
                    <a:cubicBezTo>
                      <a:pt x="1184" y="215"/>
                      <a:pt x="1184" y="215"/>
                      <a:pt x="1184" y="215"/>
                    </a:cubicBezTo>
                    <a:cubicBezTo>
                      <a:pt x="1183" y="213"/>
                      <a:pt x="1183" y="213"/>
                      <a:pt x="1183" y="213"/>
                    </a:cubicBezTo>
                    <a:cubicBezTo>
                      <a:pt x="1182" y="210"/>
                      <a:pt x="1182" y="210"/>
                      <a:pt x="1182" y="210"/>
                    </a:cubicBezTo>
                    <a:cubicBezTo>
                      <a:pt x="1181" y="207"/>
                      <a:pt x="1181" y="207"/>
                      <a:pt x="1181" y="207"/>
                    </a:cubicBezTo>
                    <a:cubicBezTo>
                      <a:pt x="1181" y="204"/>
                      <a:pt x="1181" y="204"/>
                      <a:pt x="1181" y="204"/>
                    </a:cubicBezTo>
                    <a:cubicBezTo>
                      <a:pt x="1180" y="202"/>
                      <a:pt x="1180" y="202"/>
                      <a:pt x="1180" y="202"/>
                    </a:cubicBezTo>
                    <a:cubicBezTo>
                      <a:pt x="1179" y="199"/>
                      <a:pt x="1179" y="199"/>
                      <a:pt x="1179" y="199"/>
                    </a:cubicBezTo>
                    <a:cubicBezTo>
                      <a:pt x="1179" y="198"/>
                      <a:pt x="1179" y="198"/>
                      <a:pt x="1179" y="198"/>
                    </a:cubicBezTo>
                    <a:cubicBezTo>
                      <a:pt x="1177" y="193"/>
                      <a:pt x="1177" y="193"/>
                      <a:pt x="1177" y="193"/>
                    </a:cubicBezTo>
                    <a:cubicBezTo>
                      <a:pt x="1177" y="192"/>
                      <a:pt x="1177" y="192"/>
                      <a:pt x="1177" y="192"/>
                    </a:cubicBezTo>
                    <a:cubicBezTo>
                      <a:pt x="1176" y="188"/>
                      <a:pt x="1176" y="188"/>
                      <a:pt x="1176" y="188"/>
                    </a:cubicBezTo>
                    <a:cubicBezTo>
                      <a:pt x="1175" y="187"/>
                      <a:pt x="1175" y="187"/>
                      <a:pt x="1175" y="187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74" y="182"/>
                      <a:pt x="1174" y="182"/>
                      <a:pt x="1174" y="182"/>
                    </a:cubicBezTo>
                    <a:cubicBezTo>
                      <a:pt x="1166" y="160"/>
                      <a:pt x="1158" y="137"/>
                      <a:pt x="1149" y="116"/>
                    </a:cubicBezTo>
                    <a:cubicBezTo>
                      <a:pt x="1144" y="103"/>
                      <a:pt x="1138" y="91"/>
                      <a:pt x="1132" y="79"/>
                    </a:cubicBezTo>
                    <a:cubicBezTo>
                      <a:pt x="1120" y="52"/>
                      <a:pt x="1106" y="26"/>
                      <a:pt x="1090" y="0"/>
                    </a:cubicBezTo>
                    <a:cubicBezTo>
                      <a:pt x="1115" y="67"/>
                      <a:pt x="1126" y="137"/>
                      <a:pt x="1126" y="206"/>
                    </a:cubicBezTo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baseline="-25000" dirty="0"/>
              </a:p>
            </p:txBody>
          </p:sp>
          <p:sp>
            <p:nvSpPr>
              <p:cNvPr id="20" name="Freeform 9"/>
              <p:cNvSpPr>
                <a:spLocks noSelect="1"/>
              </p:cNvSpPr>
              <p:nvPr userDrawn="1"/>
            </p:nvSpPr>
            <p:spPr bwMode="gray">
              <a:xfrm>
                <a:off x="1118870" y="583565"/>
                <a:ext cx="114935" cy="149860"/>
              </a:xfrm>
              <a:custGeom>
                <a:avLst/>
                <a:gdLst>
                  <a:gd name="T0" fmla="*/ 0 w 362"/>
                  <a:gd name="T1" fmla="*/ 106 h 472"/>
                  <a:gd name="T2" fmla="*/ 219 w 362"/>
                  <a:gd name="T3" fmla="*/ 445 h 472"/>
                  <a:gd name="T4" fmla="*/ 268 w 362"/>
                  <a:gd name="T5" fmla="*/ 472 h 472"/>
                  <a:gd name="T6" fmla="*/ 362 w 362"/>
                  <a:gd name="T7" fmla="*/ 472 h 472"/>
                  <a:gd name="T8" fmla="*/ 319 w 362"/>
                  <a:gd name="T9" fmla="*/ 448 h 472"/>
                  <a:gd name="T10" fmla="*/ 22 w 362"/>
                  <a:gd name="T11" fmla="*/ 0 h 472"/>
                  <a:gd name="T12" fmla="*/ 0 w 362"/>
                  <a:gd name="T13" fmla="*/ 106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2" h="472">
                    <a:moveTo>
                      <a:pt x="0" y="106"/>
                    </a:moveTo>
                    <a:cubicBezTo>
                      <a:pt x="219" y="445"/>
                      <a:pt x="219" y="445"/>
                      <a:pt x="219" y="445"/>
                    </a:cubicBezTo>
                    <a:cubicBezTo>
                      <a:pt x="228" y="460"/>
                      <a:pt x="250" y="472"/>
                      <a:pt x="268" y="472"/>
                    </a:cubicBezTo>
                    <a:cubicBezTo>
                      <a:pt x="362" y="472"/>
                      <a:pt x="362" y="472"/>
                      <a:pt x="362" y="472"/>
                    </a:cubicBezTo>
                    <a:cubicBezTo>
                      <a:pt x="347" y="472"/>
                      <a:pt x="327" y="461"/>
                      <a:pt x="319" y="448"/>
                    </a:cubicBezTo>
                    <a:cubicBezTo>
                      <a:pt x="22" y="0"/>
                      <a:pt x="22" y="0"/>
                      <a:pt x="22" y="0"/>
                    </a:cubicBezTo>
                    <a:lnTo>
                      <a:pt x="0" y="106"/>
                    </a:lnTo>
                    <a:close/>
                  </a:path>
                </a:pathLst>
              </a:cu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baseline="-25000" dirty="0"/>
              </a:p>
            </p:txBody>
          </p:sp>
          <p:sp>
            <p:nvSpPr>
              <p:cNvPr id="21" name="Freeform 10"/>
              <p:cNvSpPr>
                <a:spLocks noSelect="1"/>
              </p:cNvSpPr>
              <p:nvPr userDrawn="1"/>
            </p:nvSpPr>
            <p:spPr bwMode="gray">
              <a:xfrm>
                <a:off x="949325" y="290830"/>
                <a:ext cx="277495" cy="120015"/>
              </a:xfrm>
              <a:custGeom>
                <a:avLst/>
                <a:gdLst>
                  <a:gd name="T0" fmla="*/ 27 w 874"/>
                  <a:gd name="T1" fmla="*/ 323 h 378"/>
                  <a:gd name="T2" fmla="*/ 1 w 874"/>
                  <a:gd name="T3" fmla="*/ 366 h 378"/>
                  <a:gd name="T4" fmla="*/ 1 w 874"/>
                  <a:gd name="T5" fmla="*/ 367 h 378"/>
                  <a:gd name="T6" fmla="*/ 1 w 874"/>
                  <a:gd name="T7" fmla="*/ 367 h 378"/>
                  <a:gd name="T8" fmla="*/ 30 w 874"/>
                  <a:gd name="T9" fmla="*/ 378 h 378"/>
                  <a:gd name="T10" fmla="*/ 410 w 874"/>
                  <a:gd name="T11" fmla="*/ 378 h 378"/>
                  <a:gd name="T12" fmla="*/ 400 w 874"/>
                  <a:gd name="T13" fmla="*/ 293 h 378"/>
                  <a:gd name="T14" fmla="*/ 439 w 874"/>
                  <a:gd name="T15" fmla="*/ 165 h 378"/>
                  <a:gd name="T16" fmla="*/ 471 w 874"/>
                  <a:gd name="T17" fmla="*/ 129 h 378"/>
                  <a:gd name="T18" fmla="*/ 820 w 874"/>
                  <a:gd name="T19" fmla="*/ 11 h 378"/>
                  <a:gd name="T20" fmla="*/ 838 w 874"/>
                  <a:gd name="T21" fmla="*/ 12 h 378"/>
                  <a:gd name="T22" fmla="*/ 874 w 874"/>
                  <a:gd name="T23" fmla="*/ 13 h 378"/>
                  <a:gd name="T24" fmla="*/ 728 w 874"/>
                  <a:gd name="T25" fmla="*/ 0 h 378"/>
                  <a:gd name="T26" fmla="*/ 719 w 874"/>
                  <a:gd name="T27" fmla="*/ 0 h 378"/>
                  <a:gd name="T28" fmla="*/ 27 w 874"/>
                  <a:gd name="T29" fmla="*/ 323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4" h="378">
                    <a:moveTo>
                      <a:pt x="27" y="323"/>
                    </a:moveTo>
                    <a:cubicBezTo>
                      <a:pt x="10" y="343"/>
                      <a:pt x="0" y="357"/>
                      <a:pt x="1" y="366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1" y="367"/>
                      <a:pt x="1" y="367"/>
                      <a:pt x="1" y="367"/>
                    </a:cubicBezTo>
                    <a:cubicBezTo>
                      <a:pt x="2" y="375"/>
                      <a:pt x="11" y="378"/>
                      <a:pt x="30" y="378"/>
                    </a:cubicBezTo>
                    <a:cubicBezTo>
                      <a:pt x="410" y="378"/>
                      <a:pt x="410" y="378"/>
                      <a:pt x="410" y="378"/>
                    </a:cubicBezTo>
                    <a:cubicBezTo>
                      <a:pt x="404" y="349"/>
                      <a:pt x="400" y="320"/>
                      <a:pt x="400" y="293"/>
                    </a:cubicBezTo>
                    <a:cubicBezTo>
                      <a:pt x="400" y="244"/>
                      <a:pt x="412" y="200"/>
                      <a:pt x="439" y="165"/>
                    </a:cubicBezTo>
                    <a:cubicBezTo>
                      <a:pt x="449" y="152"/>
                      <a:pt x="460" y="140"/>
                      <a:pt x="471" y="129"/>
                    </a:cubicBezTo>
                    <a:cubicBezTo>
                      <a:pt x="555" y="49"/>
                      <a:pt x="683" y="11"/>
                      <a:pt x="820" y="11"/>
                    </a:cubicBezTo>
                    <a:cubicBezTo>
                      <a:pt x="826" y="11"/>
                      <a:pt x="832" y="11"/>
                      <a:pt x="838" y="12"/>
                    </a:cubicBezTo>
                    <a:cubicBezTo>
                      <a:pt x="850" y="12"/>
                      <a:pt x="862" y="12"/>
                      <a:pt x="874" y="13"/>
                    </a:cubicBezTo>
                    <a:cubicBezTo>
                      <a:pt x="827" y="5"/>
                      <a:pt x="778" y="0"/>
                      <a:pt x="728" y="0"/>
                    </a:cubicBezTo>
                    <a:cubicBezTo>
                      <a:pt x="719" y="0"/>
                      <a:pt x="719" y="0"/>
                      <a:pt x="719" y="0"/>
                    </a:cubicBezTo>
                    <a:cubicBezTo>
                      <a:pt x="441" y="0"/>
                      <a:pt x="192" y="125"/>
                      <a:pt x="27" y="323"/>
                    </a:cubicBezTo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baseline="-25000" dirty="0"/>
              </a:p>
            </p:txBody>
          </p:sp>
          <p:sp>
            <p:nvSpPr>
              <p:cNvPr id="22" name="Freeform 11"/>
              <p:cNvSpPr>
                <a:spLocks noSelect="1"/>
              </p:cNvSpPr>
              <p:nvPr userDrawn="1"/>
            </p:nvSpPr>
            <p:spPr bwMode="gray">
              <a:xfrm>
                <a:off x="1076325" y="294005"/>
                <a:ext cx="358775" cy="353695"/>
              </a:xfrm>
              <a:custGeom>
                <a:avLst/>
                <a:gdLst>
                  <a:gd name="T0" fmla="*/ 0 w 1130"/>
                  <a:gd name="T1" fmla="*/ 282 h 1113"/>
                  <a:gd name="T2" fmla="*/ 738 w 1130"/>
                  <a:gd name="T3" fmla="*/ 375 h 1113"/>
                  <a:gd name="T4" fmla="*/ 910 w 1130"/>
                  <a:gd name="T5" fmla="*/ 637 h 1113"/>
                  <a:gd name="T6" fmla="*/ 913 w 1130"/>
                  <a:gd name="T7" fmla="*/ 645 h 1113"/>
                  <a:gd name="T8" fmla="*/ 824 w 1130"/>
                  <a:gd name="T9" fmla="*/ 1113 h 1113"/>
                  <a:gd name="T10" fmla="*/ 1094 w 1130"/>
                  <a:gd name="T11" fmla="*/ 428 h 1113"/>
                  <a:gd name="T12" fmla="*/ 1044 w 1130"/>
                  <a:gd name="T13" fmla="*/ 353 h 1113"/>
                  <a:gd name="T14" fmla="*/ 1040 w 1130"/>
                  <a:gd name="T15" fmla="*/ 348 h 1113"/>
                  <a:gd name="T16" fmla="*/ 1034 w 1130"/>
                  <a:gd name="T17" fmla="*/ 339 h 1113"/>
                  <a:gd name="T18" fmla="*/ 1030 w 1130"/>
                  <a:gd name="T19" fmla="*/ 334 h 1113"/>
                  <a:gd name="T20" fmla="*/ 1007 w 1130"/>
                  <a:gd name="T21" fmla="*/ 306 h 1113"/>
                  <a:gd name="T22" fmla="*/ 1003 w 1130"/>
                  <a:gd name="T23" fmla="*/ 301 h 1113"/>
                  <a:gd name="T24" fmla="*/ 995 w 1130"/>
                  <a:gd name="T25" fmla="*/ 293 h 1113"/>
                  <a:gd name="T26" fmla="*/ 974 w 1130"/>
                  <a:gd name="T27" fmla="*/ 270 h 1113"/>
                  <a:gd name="T28" fmla="*/ 967 w 1130"/>
                  <a:gd name="T29" fmla="*/ 262 h 1113"/>
                  <a:gd name="T30" fmla="*/ 962 w 1130"/>
                  <a:gd name="T31" fmla="*/ 257 h 1113"/>
                  <a:gd name="T32" fmla="*/ 937 w 1130"/>
                  <a:gd name="T33" fmla="*/ 233 h 1113"/>
                  <a:gd name="T34" fmla="*/ 932 w 1130"/>
                  <a:gd name="T35" fmla="*/ 228 h 1113"/>
                  <a:gd name="T36" fmla="*/ 924 w 1130"/>
                  <a:gd name="T37" fmla="*/ 221 h 1113"/>
                  <a:gd name="T38" fmla="*/ 919 w 1130"/>
                  <a:gd name="T39" fmla="*/ 216 h 1113"/>
                  <a:gd name="T40" fmla="*/ 901 w 1130"/>
                  <a:gd name="T41" fmla="*/ 201 h 1113"/>
                  <a:gd name="T42" fmla="*/ 895 w 1130"/>
                  <a:gd name="T43" fmla="*/ 196 h 1113"/>
                  <a:gd name="T44" fmla="*/ 887 w 1130"/>
                  <a:gd name="T45" fmla="*/ 190 h 1113"/>
                  <a:gd name="T46" fmla="*/ 882 w 1130"/>
                  <a:gd name="T47" fmla="*/ 185 h 1113"/>
                  <a:gd name="T48" fmla="*/ 873 w 1130"/>
                  <a:gd name="T49" fmla="*/ 178 h 1113"/>
                  <a:gd name="T50" fmla="*/ 858 w 1130"/>
                  <a:gd name="T51" fmla="*/ 167 h 1113"/>
                  <a:gd name="T52" fmla="*/ 849 w 1130"/>
                  <a:gd name="T53" fmla="*/ 160 h 1113"/>
                  <a:gd name="T54" fmla="*/ 843 w 1130"/>
                  <a:gd name="T55" fmla="*/ 156 h 1113"/>
                  <a:gd name="T56" fmla="*/ 835 w 1130"/>
                  <a:gd name="T57" fmla="*/ 150 h 1113"/>
                  <a:gd name="T58" fmla="*/ 829 w 1130"/>
                  <a:gd name="T59" fmla="*/ 146 h 1113"/>
                  <a:gd name="T60" fmla="*/ 809 w 1130"/>
                  <a:gd name="T61" fmla="*/ 133 h 1113"/>
                  <a:gd name="T62" fmla="*/ 803 w 1130"/>
                  <a:gd name="T63" fmla="*/ 129 h 1113"/>
                  <a:gd name="T64" fmla="*/ 794 w 1130"/>
                  <a:gd name="T65" fmla="*/ 124 h 1113"/>
                  <a:gd name="T66" fmla="*/ 788 w 1130"/>
                  <a:gd name="T67" fmla="*/ 120 h 1113"/>
                  <a:gd name="T68" fmla="*/ 768 w 1130"/>
                  <a:gd name="T69" fmla="*/ 108 h 1113"/>
                  <a:gd name="T70" fmla="*/ 762 w 1130"/>
                  <a:gd name="T71" fmla="*/ 104 h 1113"/>
                  <a:gd name="T72" fmla="*/ 753 w 1130"/>
                  <a:gd name="T73" fmla="*/ 99 h 1113"/>
                  <a:gd name="T74" fmla="*/ 746 w 1130"/>
                  <a:gd name="T75" fmla="*/ 96 h 1113"/>
                  <a:gd name="T76" fmla="*/ 720 w 1130"/>
                  <a:gd name="T77" fmla="*/ 82 h 1113"/>
                  <a:gd name="T78" fmla="*/ 713 w 1130"/>
                  <a:gd name="T79" fmla="*/ 79 h 1113"/>
                  <a:gd name="T80" fmla="*/ 704 w 1130"/>
                  <a:gd name="T81" fmla="*/ 75 h 1113"/>
                  <a:gd name="T82" fmla="*/ 697 w 1130"/>
                  <a:gd name="T83" fmla="*/ 72 h 1113"/>
                  <a:gd name="T84" fmla="*/ 675 w 1130"/>
                  <a:gd name="T85" fmla="*/ 62 h 1113"/>
                  <a:gd name="T86" fmla="*/ 669 w 1130"/>
                  <a:gd name="T87" fmla="*/ 59 h 1113"/>
                  <a:gd name="T88" fmla="*/ 659 w 1130"/>
                  <a:gd name="T89" fmla="*/ 55 h 1113"/>
                  <a:gd name="T90" fmla="*/ 653 w 1130"/>
                  <a:gd name="T91" fmla="*/ 52 h 1113"/>
                  <a:gd name="T92" fmla="*/ 619 w 1130"/>
                  <a:gd name="T93" fmla="*/ 40 h 1113"/>
                  <a:gd name="T94" fmla="*/ 612 w 1130"/>
                  <a:gd name="T95" fmla="*/ 38 h 1113"/>
                  <a:gd name="T96" fmla="*/ 602 w 1130"/>
                  <a:gd name="T97" fmla="*/ 34 h 1113"/>
                  <a:gd name="T98" fmla="*/ 595 w 1130"/>
                  <a:gd name="T99" fmla="*/ 32 h 1113"/>
                  <a:gd name="T100" fmla="*/ 566 w 1130"/>
                  <a:gd name="T101" fmla="*/ 23 h 1113"/>
                  <a:gd name="T102" fmla="*/ 559 w 1130"/>
                  <a:gd name="T103" fmla="*/ 21 h 1113"/>
                  <a:gd name="T104" fmla="*/ 549 w 1130"/>
                  <a:gd name="T105" fmla="*/ 18 h 1113"/>
                  <a:gd name="T106" fmla="*/ 542 w 1130"/>
                  <a:gd name="T107" fmla="*/ 17 h 1113"/>
                  <a:gd name="T108" fmla="*/ 518 w 1130"/>
                  <a:gd name="T109" fmla="*/ 11 h 1113"/>
                  <a:gd name="T110" fmla="*/ 511 w 1130"/>
                  <a:gd name="T111" fmla="*/ 9 h 1113"/>
                  <a:gd name="T112" fmla="*/ 501 w 1130"/>
                  <a:gd name="T113" fmla="*/ 7 h 1113"/>
                  <a:gd name="T114" fmla="*/ 493 w 1130"/>
                  <a:gd name="T115" fmla="*/ 6 h 1113"/>
                  <a:gd name="T116" fmla="*/ 482 w 1130"/>
                  <a:gd name="T117" fmla="*/ 4 h 1113"/>
                  <a:gd name="T118" fmla="*/ 474 w 1130"/>
                  <a:gd name="T119" fmla="*/ 2 h 1113"/>
                  <a:gd name="T120" fmla="*/ 71 w 1130"/>
                  <a:gd name="T121" fmla="*/ 118 h 1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30" h="1113">
                    <a:moveTo>
                      <a:pt x="71" y="118"/>
                    </a:moveTo>
                    <a:cubicBezTo>
                      <a:pt x="60" y="129"/>
                      <a:pt x="49" y="141"/>
                      <a:pt x="39" y="154"/>
                    </a:cubicBezTo>
                    <a:cubicBezTo>
                      <a:pt x="12" y="189"/>
                      <a:pt x="0" y="233"/>
                      <a:pt x="0" y="282"/>
                    </a:cubicBezTo>
                    <a:cubicBezTo>
                      <a:pt x="0" y="309"/>
                      <a:pt x="4" y="338"/>
                      <a:pt x="10" y="367"/>
                    </a:cubicBezTo>
                    <a:cubicBezTo>
                      <a:pt x="712" y="367"/>
                      <a:pt x="712" y="367"/>
                      <a:pt x="712" y="367"/>
                    </a:cubicBezTo>
                    <a:cubicBezTo>
                      <a:pt x="720" y="367"/>
                      <a:pt x="730" y="370"/>
                      <a:pt x="738" y="375"/>
                    </a:cubicBezTo>
                    <a:cubicBezTo>
                      <a:pt x="745" y="380"/>
                      <a:pt x="752" y="385"/>
                      <a:pt x="756" y="391"/>
                    </a:cubicBezTo>
                    <a:cubicBezTo>
                      <a:pt x="904" y="622"/>
                      <a:pt x="904" y="622"/>
                      <a:pt x="904" y="622"/>
                    </a:cubicBezTo>
                    <a:cubicBezTo>
                      <a:pt x="907" y="626"/>
                      <a:pt x="909" y="632"/>
                      <a:pt x="910" y="637"/>
                    </a:cubicBezTo>
                    <a:cubicBezTo>
                      <a:pt x="912" y="644"/>
                      <a:pt x="912" y="644"/>
                      <a:pt x="912" y="644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3" y="645"/>
                      <a:pt x="913" y="645"/>
                      <a:pt x="913" y="645"/>
                    </a:cubicBezTo>
                    <a:cubicBezTo>
                      <a:pt x="914" y="652"/>
                      <a:pt x="915" y="660"/>
                      <a:pt x="914" y="666"/>
                    </a:cubicBezTo>
                    <a:cubicBezTo>
                      <a:pt x="914" y="674"/>
                      <a:pt x="914" y="674"/>
                      <a:pt x="914" y="674"/>
                    </a:cubicBezTo>
                    <a:cubicBezTo>
                      <a:pt x="824" y="1113"/>
                      <a:pt x="824" y="1113"/>
                      <a:pt x="824" y="1113"/>
                    </a:cubicBezTo>
                    <a:cubicBezTo>
                      <a:pt x="906" y="1074"/>
                      <a:pt x="976" y="1020"/>
                      <a:pt x="1020" y="965"/>
                    </a:cubicBezTo>
                    <a:cubicBezTo>
                      <a:pt x="1093" y="875"/>
                      <a:pt x="1130" y="757"/>
                      <a:pt x="1130" y="634"/>
                    </a:cubicBezTo>
                    <a:cubicBezTo>
                      <a:pt x="1130" y="565"/>
                      <a:pt x="1119" y="495"/>
                      <a:pt x="1094" y="428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91" y="423"/>
                      <a:pt x="1091" y="423"/>
                      <a:pt x="1091" y="423"/>
                    </a:cubicBezTo>
                    <a:cubicBezTo>
                      <a:pt x="1077" y="399"/>
                      <a:pt x="1061" y="376"/>
                      <a:pt x="1044" y="353"/>
                    </a:cubicBezTo>
                    <a:cubicBezTo>
                      <a:pt x="1044" y="353"/>
                      <a:pt x="1044" y="353"/>
                      <a:pt x="1044" y="353"/>
                    </a:cubicBezTo>
                    <a:cubicBezTo>
                      <a:pt x="1041" y="349"/>
                      <a:pt x="1041" y="349"/>
                      <a:pt x="1041" y="349"/>
                    </a:cubicBezTo>
                    <a:cubicBezTo>
                      <a:pt x="1040" y="348"/>
                      <a:pt x="1040" y="348"/>
                      <a:pt x="1040" y="348"/>
                    </a:cubicBezTo>
                    <a:cubicBezTo>
                      <a:pt x="1037" y="344"/>
                      <a:pt x="1037" y="344"/>
                      <a:pt x="1037" y="344"/>
                    </a:cubicBezTo>
                    <a:cubicBezTo>
                      <a:pt x="1037" y="343"/>
                      <a:pt x="1037" y="343"/>
                      <a:pt x="1037" y="343"/>
                    </a:cubicBezTo>
                    <a:cubicBezTo>
                      <a:pt x="1034" y="339"/>
                      <a:pt x="1034" y="339"/>
                      <a:pt x="1034" y="339"/>
                    </a:cubicBezTo>
                    <a:cubicBezTo>
                      <a:pt x="1033" y="338"/>
                      <a:pt x="1033" y="338"/>
                      <a:pt x="1033" y="338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30" y="334"/>
                      <a:pt x="1030" y="334"/>
                      <a:pt x="1030" y="334"/>
                    </a:cubicBezTo>
                    <a:cubicBezTo>
                      <a:pt x="1023" y="326"/>
                      <a:pt x="1017" y="318"/>
                      <a:pt x="1011" y="311"/>
                    </a:cubicBezTo>
                    <a:cubicBezTo>
                      <a:pt x="1011" y="311"/>
                      <a:pt x="1011" y="311"/>
                      <a:pt x="1011" y="311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7" y="306"/>
                      <a:pt x="1007" y="306"/>
                      <a:pt x="1007" y="306"/>
                    </a:cubicBezTo>
                    <a:cubicBezTo>
                      <a:pt x="1003" y="302"/>
                      <a:pt x="1003" y="302"/>
                      <a:pt x="1003" y="302"/>
                    </a:cubicBezTo>
                    <a:cubicBezTo>
                      <a:pt x="1003" y="301"/>
                      <a:pt x="1003" y="301"/>
                      <a:pt x="1003" y="301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9" y="297"/>
                      <a:pt x="999" y="297"/>
                      <a:pt x="999" y="297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95" y="293"/>
                      <a:pt x="995" y="293"/>
                      <a:pt x="995" y="293"/>
                    </a:cubicBezTo>
                    <a:cubicBezTo>
                      <a:pt x="988" y="285"/>
                      <a:pt x="982" y="278"/>
                      <a:pt x="975" y="271"/>
                    </a:cubicBezTo>
                    <a:cubicBezTo>
                      <a:pt x="974" y="270"/>
                      <a:pt x="974" y="270"/>
                      <a:pt x="974" y="270"/>
                    </a:cubicBezTo>
                    <a:cubicBezTo>
                      <a:pt x="971" y="266"/>
                      <a:pt x="971" y="266"/>
                      <a:pt x="971" y="266"/>
                    </a:cubicBezTo>
                    <a:cubicBezTo>
                      <a:pt x="970" y="266"/>
                      <a:pt x="970" y="266"/>
                      <a:pt x="970" y="266"/>
                    </a:cubicBezTo>
                    <a:cubicBezTo>
                      <a:pt x="967" y="262"/>
                      <a:pt x="967" y="262"/>
                      <a:pt x="967" y="262"/>
                    </a:cubicBezTo>
                    <a:cubicBezTo>
                      <a:pt x="966" y="262"/>
                      <a:pt x="966" y="262"/>
                      <a:pt x="966" y="262"/>
                    </a:cubicBezTo>
                    <a:cubicBezTo>
                      <a:pt x="963" y="258"/>
                      <a:pt x="963" y="258"/>
                      <a:pt x="963" y="258"/>
                    </a:cubicBezTo>
                    <a:cubicBezTo>
                      <a:pt x="962" y="257"/>
                      <a:pt x="962" y="257"/>
                      <a:pt x="962" y="257"/>
                    </a:cubicBezTo>
                    <a:cubicBezTo>
                      <a:pt x="958" y="254"/>
                      <a:pt x="958" y="254"/>
                      <a:pt x="958" y="254"/>
                    </a:cubicBezTo>
                    <a:cubicBezTo>
                      <a:pt x="958" y="253"/>
                      <a:pt x="958" y="253"/>
                      <a:pt x="958" y="253"/>
                    </a:cubicBezTo>
                    <a:cubicBezTo>
                      <a:pt x="951" y="246"/>
                      <a:pt x="944" y="239"/>
                      <a:pt x="937" y="233"/>
                    </a:cubicBezTo>
                    <a:cubicBezTo>
                      <a:pt x="936" y="232"/>
                      <a:pt x="936" y="232"/>
                      <a:pt x="936" y="232"/>
                    </a:cubicBezTo>
                    <a:cubicBezTo>
                      <a:pt x="932" y="229"/>
                      <a:pt x="932" y="229"/>
                      <a:pt x="932" y="229"/>
                    </a:cubicBezTo>
                    <a:cubicBezTo>
                      <a:pt x="932" y="228"/>
                      <a:pt x="932" y="228"/>
                      <a:pt x="932" y="228"/>
                    </a:cubicBezTo>
                    <a:cubicBezTo>
                      <a:pt x="928" y="225"/>
                      <a:pt x="928" y="225"/>
                      <a:pt x="928" y="225"/>
                    </a:cubicBezTo>
                    <a:cubicBezTo>
                      <a:pt x="927" y="224"/>
                      <a:pt x="927" y="224"/>
                      <a:pt x="927" y="224"/>
                    </a:cubicBezTo>
                    <a:cubicBezTo>
                      <a:pt x="924" y="221"/>
                      <a:pt x="924" y="221"/>
                      <a:pt x="924" y="221"/>
                    </a:cubicBezTo>
                    <a:cubicBezTo>
                      <a:pt x="923" y="220"/>
                      <a:pt x="923" y="220"/>
                      <a:pt x="923" y="220"/>
                    </a:cubicBezTo>
                    <a:cubicBezTo>
                      <a:pt x="919" y="217"/>
                      <a:pt x="919" y="217"/>
                      <a:pt x="919" y="217"/>
                    </a:cubicBezTo>
                    <a:cubicBezTo>
                      <a:pt x="919" y="216"/>
                      <a:pt x="919" y="216"/>
                      <a:pt x="919" y="216"/>
                    </a:cubicBezTo>
                    <a:cubicBezTo>
                      <a:pt x="914" y="213"/>
                      <a:pt x="914" y="213"/>
                      <a:pt x="914" y="213"/>
                    </a:cubicBezTo>
                    <a:cubicBezTo>
                      <a:pt x="914" y="212"/>
                      <a:pt x="914" y="212"/>
                      <a:pt x="914" y="212"/>
                    </a:cubicBezTo>
                    <a:cubicBezTo>
                      <a:pt x="901" y="201"/>
                      <a:pt x="901" y="201"/>
                      <a:pt x="901" y="201"/>
                    </a:cubicBezTo>
                    <a:cubicBezTo>
                      <a:pt x="900" y="200"/>
                      <a:pt x="900" y="200"/>
                      <a:pt x="900" y="200"/>
                    </a:cubicBezTo>
                    <a:cubicBezTo>
                      <a:pt x="896" y="197"/>
                      <a:pt x="896" y="197"/>
                      <a:pt x="896" y="197"/>
                    </a:cubicBezTo>
                    <a:cubicBezTo>
                      <a:pt x="895" y="196"/>
                      <a:pt x="895" y="196"/>
                      <a:pt x="895" y="196"/>
                    </a:cubicBezTo>
                    <a:cubicBezTo>
                      <a:pt x="892" y="193"/>
                      <a:pt x="892" y="193"/>
                      <a:pt x="892" y="193"/>
                    </a:cubicBezTo>
                    <a:cubicBezTo>
                      <a:pt x="891" y="193"/>
                      <a:pt x="891" y="193"/>
                      <a:pt x="891" y="193"/>
                    </a:cubicBezTo>
                    <a:cubicBezTo>
                      <a:pt x="887" y="190"/>
                      <a:pt x="887" y="190"/>
                      <a:pt x="887" y="190"/>
                    </a:cubicBezTo>
                    <a:cubicBezTo>
                      <a:pt x="886" y="189"/>
                      <a:pt x="886" y="189"/>
                      <a:pt x="886" y="189"/>
                    </a:cubicBezTo>
                    <a:cubicBezTo>
                      <a:pt x="883" y="186"/>
                      <a:pt x="883" y="186"/>
                      <a:pt x="883" y="186"/>
                    </a:cubicBezTo>
                    <a:cubicBezTo>
                      <a:pt x="882" y="185"/>
                      <a:pt x="882" y="185"/>
                      <a:pt x="882" y="185"/>
                    </a:cubicBezTo>
                    <a:cubicBezTo>
                      <a:pt x="878" y="182"/>
                      <a:pt x="878" y="182"/>
                      <a:pt x="878" y="182"/>
                    </a:cubicBezTo>
                    <a:cubicBezTo>
                      <a:pt x="877" y="182"/>
                      <a:pt x="877" y="182"/>
                      <a:pt x="877" y="182"/>
                    </a:cubicBezTo>
                    <a:cubicBezTo>
                      <a:pt x="873" y="178"/>
                      <a:pt x="873" y="178"/>
                      <a:pt x="873" y="178"/>
                    </a:cubicBezTo>
                    <a:cubicBezTo>
                      <a:pt x="872" y="178"/>
                      <a:pt x="872" y="178"/>
                      <a:pt x="872" y="178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8" y="167"/>
                      <a:pt x="858" y="167"/>
                      <a:pt x="858" y="167"/>
                    </a:cubicBezTo>
                    <a:cubicBezTo>
                      <a:pt x="854" y="164"/>
                      <a:pt x="854" y="164"/>
                      <a:pt x="854" y="164"/>
                    </a:cubicBezTo>
                    <a:cubicBezTo>
                      <a:pt x="853" y="163"/>
                      <a:pt x="853" y="163"/>
                      <a:pt x="853" y="163"/>
                    </a:cubicBezTo>
                    <a:cubicBezTo>
                      <a:pt x="849" y="160"/>
                      <a:pt x="849" y="160"/>
                      <a:pt x="849" y="160"/>
                    </a:cubicBezTo>
                    <a:cubicBezTo>
                      <a:pt x="848" y="160"/>
                      <a:pt x="848" y="160"/>
                      <a:pt x="848" y="160"/>
                    </a:cubicBezTo>
                    <a:cubicBezTo>
                      <a:pt x="844" y="157"/>
                      <a:pt x="844" y="157"/>
                      <a:pt x="844" y="157"/>
                    </a:cubicBezTo>
                    <a:cubicBezTo>
                      <a:pt x="843" y="156"/>
                      <a:pt x="843" y="156"/>
                      <a:pt x="843" y="156"/>
                    </a:cubicBezTo>
                    <a:cubicBezTo>
                      <a:pt x="839" y="154"/>
                      <a:pt x="839" y="154"/>
                      <a:pt x="839" y="154"/>
                    </a:cubicBezTo>
                    <a:cubicBezTo>
                      <a:pt x="838" y="153"/>
                      <a:pt x="838" y="153"/>
                      <a:pt x="838" y="153"/>
                    </a:cubicBezTo>
                    <a:cubicBezTo>
                      <a:pt x="835" y="150"/>
                      <a:pt x="835" y="150"/>
                      <a:pt x="835" y="150"/>
                    </a:cubicBezTo>
                    <a:cubicBezTo>
                      <a:pt x="833" y="149"/>
                      <a:pt x="833" y="149"/>
                      <a:pt x="833" y="149"/>
                    </a:cubicBezTo>
                    <a:cubicBezTo>
                      <a:pt x="829" y="147"/>
                      <a:pt x="829" y="147"/>
                      <a:pt x="829" y="147"/>
                    </a:cubicBezTo>
                    <a:cubicBezTo>
                      <a:pt x="829" y="146"/>
                      <a:pt x="829" y="146"/>
                      <a:pt x="829" y="146"/>
                    </a:cubicBezTo>
                    <a:cubicBezTo>
                      <a:pt x="814" y="136"/>
                      <a:pt x="814" y="136"/>
                      <a:pt x="814" y="136"/>
                    </a:cubicBezTo>
                    <a:cubicBezTo>
                      <a:pt x="813" y="136"/>
                      <a:pt x="813" y="136"/>
                      <a:pt x="813" y="136"/>
                    </a:cubicBezTo>
                    <a:cubicBezTo>
                      <a:pt x="809" y="133"/>
                      <a:pt x="809" y="133"/>
                      <a:pt x="809" y="133"/>
                    </a:cubicBezTo>
                    <a:cubicBezTo>
                      <a:pt x="808" y="132"/>
                      <a:pt x="808" y="132"/>
                      <a:pt x="808" y="132"/>
                    </a:cubicBezTo>
                    <a:cubicBezTo>
                      <a:pt x="804" y="130"/>
                      <a:pt x="804" y="130"/>
                      <a:pt x="804" y="130"/>
                    </a:cubicBezTo>
                    <a:cubicBezTo>
                      <a:pt x="803" y="129"/>
                      <a:pt x="803" y="129"/>
                      <a:pt x="803" y="129"/>
                    </a:cubicBezTo>
                    <a:cubicBezTo>
                      <a:pt x="799" y="127"/>
                      <a:pt x="799" y="127"/>
                      <a:pt x="799" y="127"/>
                    </a:cubicBezTo>
                    <a:cubicBezTo>
                      <a:pt x="798" y="126"/>
                      <a:pt x="798" y="126"/>
                      <a:pt x="798" y="126"/>
                    </a:cubicBezTo>
                    <a:cubicBezTo>
                      <a:pt x="794" y="124"/>
                      <a:pt x="794" y="124"/>
                      <a:pt x="794" y="124"/>
                    </a:cubicBezTo>
                    <a:cubicBezTo>
                      <a:pt x="793" y="123"/>
                      <a:pt x="793" y="123"/>
                      <a:pt x="793" y="123"/>
                    </a:cubicBezTo>
                    <a:cubicBezTo>
                      <a:pt x="789" y="121"/>
                      <a:pt x="789" y="121"/>
                      <a:pt x="789" y="121"/>
                    </a:cubicBezTo>
                    <a:cubicBezTo>
                      <a:pt x="788" y="120"/>
                      <a:pt x="788" y="120"/>
                      <a:pt x="788" y="120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73" y="111"/>
                      <a:pt x="773" y="111"/>
                      <a:pt x="773" y="111"/>
                    </a:cubicBezTo>
                    <a:cubicBezTo>
                      <a:pt x="768" y="108"/>
                      <a:pt x="768" y="108"/>
                      <a:pt x="768" y="108"/>
                    </a:cubicBezTo>
                    <a:cubicBezTo>
                      <a:pt x="767" y="108"/>
                      <a:pt x="767" y="108"/>
                      <a:pt x="767" y="108"/>
                    </a:cubicBezTo>
                    <a:cubicBezTo>
                      <a:pt x="763" y="105"/>
                      <a:pt x="763" y="105"/>
                      <a:pt x="763" y="105"/>
                    </a:cubicBezTo>
                    <a:cubicBezTo>
                      <a:pt x="762" y="104"/>
                      <a:pt x="762" y="104"/>
                      <a:pt x="762" y="104"/>
                    </a:cubicBezTo>
                    <a:cubicBezTo>
                      <a:pt x="758" y="102"/>
                      <a:pt x="758" y="102"/>
                      <a:pt x="758" y="102"/>
                    </a:cubicBezTo>
                    <a:cubicBezTo>
                      <a:pt x="756" y="102"/>
                      <a:pt x="756" y="102"/>
                      <a:pt x="756" y="102"/>
                    </a:cubicBezTo>
                    <a:cubicBezTo>
                      <a:pt x="753" y="99"/>
                      <a:pt x="753" y="99"/>
                      <a:pt x="753" y="99"/>
                    </a:cubicBezTo>
                    <a:cubicBezTo>
                      <a:pt x="751" y="99"/>
                      <a:pt x="751" y="99"/>
                      <a:pt x="751" y="99"/>
                    </a:cubicBezTo>
                    <a:cubicBezTo>
                      <a:pt x="747" y="97"/>
                      <a:pt x="747" y="97"/>
                      <a:pt x="747" y="97"/>
                    </a:cubicBezTo>
                    <a:cubicBezTo>
                      <a:pt x="746" y="96"/>
                      <a:pt x="746" y="96"/>
                      <a:pt x="746" y="96"/>
                    </a:cubicBezTo>
                    <a:cubicBezTo>
                      <a:pt x="742" y="94"/>
                      <a:pt x="742" y="94"/>
                      <a:pt x="742" y="94"/>
                    </a:cubicBezTo>
                    <a:cubicBezTo>
                      <a:pt x="741" y="93"/>
                      <a:pt x="741" y="93"/>
                      <a:pt x="741" y="93"/>
                    </a:cubicBezTo>
                    <a:cubicBezTo>
                      <a:pt x="734" y="90"/>
                      <a:pt x="727" y="86"/>
                      <a:pt x="720" y="82"/>
                    </a:cubicBezTo>
                    <a:cubicBezTo>
                      <a:pt x="719" y="82"/>
                      <a:pt x="719" y="82"/>
                      <a:pt x="719" y="82"/>
                    </a:cubicBezTo>
                    <a:cubicBezTo>
                      <a:pt x="714" y="80"/>
                      <a:pt x="714" y="80"/>
                      <a:pt x="714" y="80"/>
                    </a:cubicBezTo>
                    <a:cubicBezTo>
                      <a:pt x="713" y="79"/>
                      <a:pt x="713" y="79"/>
                      <a:pt x="713" y="79"/>
                    </a:cubicBezTo>
                    <a:cubicBezTo>
                      <a:pt x="709" y="77"/>
                      <a:pt x="709" y="77"/>
                      <a:pt x="709" y="77"/>
                    </a:cubicBezTo>
                    <a:cubicBezTo>
                      <a:pt x="708" y="77"/>
                      <a:pt x="708" y="77"/>
                      <a:pt x="708" y="77"/>
                    </a:cubicBezTo>
                    <a:cubicBezTo>
                      <a:pt x="704" y="75"/>
                      <a:pt x="704" y="75"/>
                      <a:pt x="704" y="75"/>
                    </a:cubicBezTo>
                    <a:cubicBezTo>
                      <a:pt x="703" y="74"/>
                      <a:pt x="703" y="74"/>
                      <a:pt x="703" y="74"/>
                    </a:cubicBezTo>
                    <a:cubicBezTo>
                      <a:pt x="698" y="72"/>
                      <a:pt x="698" y="72"/>
                      <a:pt x="698" y="72"/>
                    </a:cubicBezTo>
                    <a:cubicBezTo>
                      <a:pt x="697" y="72"/>
                      <a:pt x="697" y="72"/>
                      <a:pt x="697" y="72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92" y="69"/>
                      <a:pt x="692" y="69"/>
                      <a:pt x="692" y="69"/>
                    </a:cubicBezTo>
                    <a:cubicBezTo>
                      <a:pt x="687" y="67"/>
                      <a:pt x="681" y="64"/>
                      <a:pt x="675" y="62"/>
                    </a:cubicBezTo>
                    <a:cubicBezTo>
                      <a:pt x="675" y="62"/>
                      <a:pt x="675" y="62"/>
                      <a:pt x="675" y="62"/>
                    </a:cubicBezTo>
                    <a:cubicBezTo>
                      <a:pt x="670" y="60"/>
                      <a:pt x="670" y="60"/>
                      <a:pt x="670" y="60"/>
                    </a:cubicBezTo>
                    <a:cubicBezTo>
                      <a:pt x="669" y="59"/>
                      <a:pt x="669" y="59"/>
                      <a:pt x="669" y="59"/>
                    </a:cubicBezTo>
                    <a:cubicBezTo>
                      <a:pt x="665" y="57"/>
                      <a:pt x="665" y="57"/>
                      <a:pt x="665" y="57"/>
                    </a:cubicBezTo>
                    <a:cubicBezTo>
                      <a:pt x="664" y="57"/>
                      <a:pt x="664" y="57"/>
                      <a:pt x="664" y="57"/>
                    </a:cubicBezTo>
                    <a:cubicBezTo>
                      <a:pt x="659" y="55"/>
                      <a:pt x="659" y="55"/>
                      <a:pt x="659" y="55"/>
                    </a:cubicBezTo>
                    <a:cubicBezTo>
                      <a:pt x="658" y="55"/>
                      <a:pt x="658" y="55"/>
                      <a:pt x="658" y="55"/>
                    </a:cubicBezTo>
                    <a:cubicBezTo>
                      <a:pt x="654" y="53"/>
                      <a:pt x="654" y="53"/>
                      <a:pt x="654" y="53"/>
                    </a:cubicBezTo>
                    <a:cubicBezTo>
                      <a:pt x="653" y="52"/>
                      <a:pt x="653" y="52"/>
                      <a:pt x="653" y="52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47" y="50"/>
                      <a:pt x="647" y="50"/>
                      <a:pt x="647" y="50"/>
                    </a:cubicBezTo>
                    <a:cubicBezTo>
                      <a:pt x="638" y="47"/>
                      <a:pt x="628" y="43"/>
                      <a:pt x="619" y="40"/>
                    </a:cubicBezTo>
                    <a:cubicBezTo>
                      <a:pt x="618" y="40"/>
                      <a:pt x="618" y="40"/>
                      <a:pt x="618" y="40"/>
                    </a:cubicBezTo>
                    <a:cubicBezTo>
                      <a:pt x="613" y="38"/>
                      <a:pt x="613" y="38"/>
                      <a:pt x="613" y="38"/>
                    </a:cubicBezTo>
                    <a:cubicBezTo>
                      <a:pt x="612" y="38"/>
                      <a:pt x="612" y="38"/>
                      <a:pt x="612" y="38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7" y="36"/>
                      <a:pt x="607" y="36"/>
                      <a:pt x="607" y="36"/>
                    </a:cubicBezTo>
                    <a:cubicBezTo>
                      <a:pt x="602" y="34"/>
                      <a:pt x="602" y="34"/>
                      <a:pt x="602" y="34"/>
                    </a:cubicBezTo>
                    <a:cubicBezTo>
                      <a:pt x="601" y="34"/>
                      <a:pt x="601" y="34"/>
                      <a:pt x="601" y="34"/>
                    </a:cubicBezTo>
                    <a:cubicBezTo>
                      <a:pt x="596" y="32"/>
                      <a:pt x="596" y="32"/>
                      <a:pt x="596" y="32"/>
                    </a:cubicBezTo>
                    <a:cubicBezTo>
                      <a:pt x="595" y="32"/>
                      <a:pt x="595" y="32"/>
                      <a:pt x="595" y="32"/>
                    </a:cubicBezTo>
                    <a:cubicBezTo>
                      <a:pt x="587" y="29"/>
                      <a:pt x="580" y="27"/>
                      <a:pt x="572" y="25"/>
                    </a:cubicBezTo>
                    <a:cubicBezTo>
                      <a:pt x="571" y="25"/>
                      <a:pt x="571" y="25"/>
                      <a:pt x="571" y="25"/>
                    </a:cubicBezTo>
                    <a:cubicBezTo>
                      <a:pt x="566" y="23"/>
                      <a:pt x="566" y="23"/>
                      <a:pt x="566" y="23"/>
                    </a:cubicBezTo>
                    <a:cubicBezTo>
                      <a:pt x="565" y="23"/>
                      <a:pt x="565" y="23"/>
                      <a:pt x="565" y="23"/>
                    </a:cubicBezTo>
                    <a:cubicBezTo>
                      <a:pt x="560" y="22"/>
                      <a:pt x="560" y="22"/>
                      <a:pt x="560" y="22"/>
                    </a:cubicBezTo>
                    <a:cubicBezTo>
                      <a:pt x="559" y="21"/>
                      <a:pt x="559" y="21"/>
                      <a:pt x="559" y="21"/>
                    </a:cubicBezTo>
                    <a:cubicBezTo>
                      <a:pt x="555" y="20"/>
                      <a:pt x="555" y="20"/>
                      <a:pt x="555" y="20"/>
                    </a:cubicBezTo>
                    <a:cubicBezTo>
                      <a:pt x="553" y="20"/>
                      <a:pt x="553" y="20"/>
                      <a:pt x="553" y="20"/>
                    </a:cubicBezTo>
                    <a:cubicBezTo>
                      <a:pt x="549" y="18"/>
                      <a:pt x="549" y="18"/>
                      <a:pt x="549" y="18"/>
                    </a:cubicBezTo>
                    <a:cubicBezTo>
                      <a:pt x="548" y="18"/>
                      <a:pt x="548" y="18"/>
                      <a:pt x="548" y="18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42" y="17"/>
                      <a:pt x="542" y="17"/>
                      <a:pt x="542" y="17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6" y="15"/>
                      <a:pt x="536" y="15"/>
                      <a:pt x="536" y="15"/>
                    </a:cubicBezTo>
                    <a:cubicBezTo>
                      <a:pt x="530" y="14"/>
                      <a:pt x="524" y="12"/>
                      <a:pt x="518" y="11"/>
                    </a:cubicBezTo>
                    <a:cubicBezTo>
                      <a:pt x="517" y="11"/>
                      <a:pt x="517" y="11"/>
                      <a:pt x="517" y="11"/>
                    </a:cubicBezTo>
                    <a:cubicBezTo>
                      <a:pt x="512" y="10"/>
                      <a:pt x="512" y="10"/>
                      <a:pt x="512" y="10"/>
                    </a:cubicBezTo>
                    <a:cubicBezTo>
                      <a:pt x="511" y="9"/>
                      <a:pt x="511" y="9"/>
                      <a:pt x="511" y="9"/>
                    </a:cubicBezTo>
                    <a:cubicBezTo>
                      <a:pt x="506" y="8"/>
                      <a:pt x="506" y="8"/>
                      <a:pt x="506" y="8"/>
                    </a:cubicBezTo>
                    <a:cubicBezTo>
                      <a:pt x="505" y="8"/>
                      <a:pt x="505" y="8"/>
                      <a:pt x="505" y="8"/>
                    </a:cubicBezTo>
                    <a:cubicBezTo>
                      <a:pt x="501" y="7"/>
                      <a:pt x="501" y="7"/>
                      <a:pt x="501" y="7"/>
                    </a:cubicBezTo>
                    <a:cubicBezTo>
                      <a:pt x="499" y="7"/>
                      <a:pt x="499" y="7"/>
                      <a:pt x="499" y="7"/>
                    </a:cubicBezTo>
                    <a:cubicBezTo>
                      <a:pt x="495" y="6"/>
                      <a:pt x="495" y="6"/>
                      <a:pt x="495" y="6"/>
                    </a:cubicBezTo>
                    <a:cubicBezTo>
                      <a:pt x="493" y="6"/>
                      <a:pt x="493" y="6"/>
                      <a:pt x="493" y="6"/>
                    </a:cubicBezTo>
                    <a:cubicBezTo>
                      <a:pt x="489" y="5"/>
                      <a:pt x="489" y="5"/>
                      <a:pt x="489" y="5"/>
                    </a:cubicBezTo>
                    <a:cubicBezTo>
                      <a:pt x="487" y="4"/>
                      <a:pt x="487" y="4"/>
                      <a:pt x="487" y="4"/>
                    </a:cubicBezTo>
                    <a:cubicBezTo>
                      <a:pt x="482" y="4"/>
                      <a:pt x="482" y="4"/>
                      <a:pt x="482" y="4"/>
                    </a:cubicBezTo>
                    <a:cubicBezTo>
                      <a:pt x="481" y="3"/>
                      <a:pt x="481" y="3"/>
                      <a:pt x="481" y="3"/>
                    </a:cubicBezTo>
                    <a:cubicBezTo>
                      <a:pt x="475" y="2"/>
                      <a:pt x="475" y="2"/>
                      <a:pt x="475" y="2"/>
                    </a:cubicBezTo>
                    <a:cubicBezTo>
                      <a:pt x="474" y="2"/>
                      <a:pt x="474" y="2"/>
                      <a:pt x="474" y="2"/>
                    </a:cubicBezTo>
                    <a:cubicBezTo>
                      <a:pt x="462" y="1"/>
                      <a:pt x="450" y="1"/>
                      <a:pt x="438" y="1"/>
                    </a:cubicBezTo>
                    <a:cubicBezTo>
                      <a:pt x="432" y="0"/>
                      <a:pt x="426" y="0"/>
                      <a:pt x="420" y="0"/>
                    </a:cubicBezTo>
                    <a:cubicBezTo>
                      <a:pt x="283" y="0"/>
                      <a:pt x="155" y="38"/>
                      <a:pt x="71" y="118"/>
                    </a:cubicBezTo>
                  </a:path>
                </a:pathLst>
              </a:cu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GB" sz="1350" baseline="-250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657074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dianummer 6"/>
          <p:cNvSpPr>
            <a:spLocks noGrp="1" noSelect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1336C48C-F87C-4E4B-81EF-5027B17D1F61}" type="slidenum">
              <a:rPr lang="en-GB" noProof="1" smtClean="0"/>
              <a:pPr/>
              <a:t>‹Nº›</a:t>
            </a:fld>
            <a:endParaRPr lang="en-GB" noProof="1"/>
          </a:p>
        </p:txBody>
      </p:sp>
      <p:sp>
        <p:nvSpPr>
          <p:cNvPr id="3" name="Titel 2"/>
          <p:cNvSpPr>
            <a:spLocks noGrp="1" noSelect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3379749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dianummer 5"/>
          <p:cNvSpPr>
            <a:spLocks noGrp="1" noSelect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1336C48C-F87C-4E4B-81EF-5027B17D1F61}" type="slidenum">
              <a:rPr lang="en-GB" noProof="1" smtClean="0"/>
              <a:pPr/>
              <a:t>‹Nº›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21896616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281" y="2130426"/>
            <a:ext cx="1036185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562" y="3886200"/>
            <a:ext cx="853328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5712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12742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959" y="4406901"/>
            <a:ext cx="1036185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959" y="2906713"/>
            <a:ext cx="1036185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49799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21" y="1600201"/>
            <a:ext cx="53840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793" y="1600201"/>
            <a:ext cx="53840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7536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21" y="1535113"/>
            <a:ext cx="53862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21" y="2174875"/>
            <a:ext cx="53862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2561" y="1535113"/>
            <a:ext cx="538833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2561" y="2174875"/>
            <a:ext cx="538833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88835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9142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75004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21" y="273050"/>
            <a:ext cx="4010562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113" y="273051"/>
            <a:ext cx="681477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21" y="1435101"/>
            <a:ext cx="4010562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9031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406" y="4800600"/>
            <a:ext cx="731424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406" y="612775"/>
            <a:ext cx="7314248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406" y="5367338"/>
            <a:ext cx="731424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3152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4254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049" y="274639"/>
            <a:ext cx="2742843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21" y="274639"/>
            <a:ext cx="8025355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494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 noSelect="1"/>
          </p:cNvSpPr>
          <p:nvPr>
            <p:ph type="title"/>
          </p:nvPr>
        </p:nvSpPr>
        <p:spPr bwMode="gray">
          <a:xfrm>
            <a:off x="445534" y="246063"/>
            <a:ext cx="11304000" cy="1143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Klik om de stijl te bewerken</a:t>
            </a:r>
          </a:p>
        </p:txBody>
      </p:sp>
      <p:sp>
        <p:nvSpPr>
          <p:cNvPr id="3" name="Text Placeholder 2 (JU-Free)"/>
          <p:cNvSpPr>
            <a:spLocks noGrp="1"/>
          </p:cNvSpPr>
          <p:nvPr>
            <p:ph type="body" idx="1"/>
          </p:nvPr>
        </p:nvSpPr>
        <p:spPr bwMode="gray">
          <a:xfrm>
            <a:off x="445534" y="1496187"/>
            <a:ext cx="11304000" cy="403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r>
              <a:rPr lang="en-GB" noProof="1"/>
              <a:t>JU-LEVEL1=Bulleted text (1st level)</a:t>
            </a:r>
          </a:p>
          <a:p>
            <a:pPr lvl="1"/>
            <a:r>
              <a:rPr lang="en-GB" noProof="1"/>
              <a:t>JU-LEVEL2=Highlighted bulleted text (1st level)</a:t>
            </a:r>
          </a:p>
          <a:p>
            <a:pPr lvl="2"/>
            <a:r>
              <a:rPr lang="en-GB" noProof="1"/>
              <a:t>JU-LEVEL3=Bulleted text (2nd level)</a:t>
            </a:r>
          </a:p>
          <a:p>
            <a:pPr lvl="3"/>
            <a:r>
              <a:rPr lang="en-GB" noProof="1"/>
              <a:t>JU-LEVEL4=Heading</a:t>
            </a:r>
          </a:p>
          <a:p>
            <a:pPr lvl="4"/>
            <a:r>
              <a:rPr lang="en-GB" noProof="1"/>
              <a:t>JU-LEVEL5=Plain text</a:t>
            </a:r>
          </a:p>
          <a:p>
            <a:pPr lvl="5"/>
            <a:r>
              <a:rPr lang="en-GB" noProof="1"/>
              <a:t>JU-LEVEL6=Indented text (1st level)</a:t>
            </a:r>
          </a:p>
          <a:p>
            <a:pPr lvl="6"/>
            <a:r>
              <a:rPr lang="en-GB" noProof="1"/>
              <a:t>JU-LEVEL7=Indented text (2nd level)</a:t>
            </a:r>
          </a:p>
          <a:p>
            <a:pPr lvl="7"/>
            <a:r>
              <a:rPr lang="en-GB" noProof="1"/>
              <a:t>Achtste niveau</a:t>
            </a:r>
          </a:p>
          <a:p>
            <a:pPr lvl="8"/>
            <a:r>
              <a:rPr lang="en-GB" noProof="1"/>
              <a:t>Negende niveau</a:t>
            </a:r>
          </a:p>
        </p:txBody>
      </p:sp>
      <p:sp>
        <p:nvSpPr>
          <p:cNvPr id="6" name="Tijdelijke aanduiding voor dianummer 5"/>
          <p:cNvSpPr>
            <a:spLocks noGrp="1" noSelect="1"/>
          </p:cNvSpPr>
          <p:nvPr>
            <p:ph type="sldNum" sz="quarter" idx="4"/>
          </p:nvPr>
        </p:nvSpPr>
        <p:spPr bwMode="gray">
          <a:xfrm>
            <a:off x="11037335" y="6252338"/>
            <a:ext cx="712199" cy="36512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1300">
                <a:solidFill>
                  <a:srgbClr val="666666"/>
                </a:solidFill>
                <a:latin typeface="+mn-lt"/>
              </a:defRPr>
            </a:lvl1pPr>
          </a:lstStyle>
          <a:p>
            <a:fld id="{1336C48C-F87C-4E4B-81EF-5027B17D1F61}" type="slidenum">
              <a:rPr lang="en-GB" noProof="1" smtClean="0"/>
              <a:pPr/>
              <a:t>‹Nº›</a:t>
            </a:fld>
            <a:endParaRPr lang="en-GB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90" r:id="rId2"/>
    <p:sldLayoutId id="2147483691" r:id="rId3"/>
    <p:sldLayoutId id="2147483692" r:id="rId4"/>
    <p:sldLayoutId id="2147483693" r:id="rId5"/>
    <p:sldLayoutId id="2147483683" r:id="rId6"/>
    <p:sldLayoutId id="2147483689" r:id="rId7"/>
    <p:sldLayoutId id="2147483684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688" r:id="rId15"/>
    <p:sldLayoutId id="2147483686" r:id="rId16"/>
    <p:sldLayoutId id="2147483687" r:id="rId17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44000" indent="-144000" algn="l" defTabSz="914400" rtl="0" eaLnBrk="1" latinLnBrk="0" hangingPunct="1">
        <a:lnSpc>
          <a:spcPct val="112000"/>
        </a:lnSpc>
        <a:spcBef>
          <a:spcPts val="0"/>
        </a:spcBef>
        <a:buClr>
          <a:srgbClr val="EA650D"/>
        </a:buClr>
        <a:buSzPct val="100000"/>
        <a:buFont typeface="Calibri" panose="020F050202020403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44000" indent="-144000" algn="l" defTabSz="914400" rtl="0" eaLnBrk="1" latinLnBrk="0" hangingPunct="1">
        <a:lnSpc>
          <a:spcPct val="112000"/>
        </a:lnSpc>
        <a:spcBef>
          <a:spcPts val="0"/>
        </a:spcBef>
        <a:buClr>
          <a:srgbClr val="EA650D"/>
        </a:buClr>
        <a:buSzPct val="100000"/>
        <a:buFont typeface="Calibri" panose="020F0502020204030204" pitchFamily="34" charset="0"/>
        <a:buChar char="•"/>
        <a:defRPr sz="1800" b="0" kern="1200">
          <a:solidFill>
            <a:srgbClr val="EA650D"/>
          </a:solidFill>
          <a:latin typeface="+mn-lt"/>
          <a:ea typeface="+mn-ea"/>
          <a:cs typeface="+mn-cs"/>
        </a:defRPr>
      </a:lvl2pPr>
      <a:lvl3pPr marL="288000" indent="-144000" algn="l" defTabSz="914400" rtl="0" eaLnBrk="1" latinLnBrk="0" hangingPunct="1">
        <a:lnSpc>
          <a:spcPct val="112000"/>
        </a:lnSpc>
        <a:spcBef>
          <a:spcPts val="0"/>
        </a:spcBef>
        <a:buFont typeface="Arial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2000"/>
        </a:lnSpc>
        <a:spcBef>
          <a:spcPts val="2400"/>
        </a:spcBef>
        <a:spcAft>
          <a:spcPts val="2400"/>
        </a:spcAft>
        <a:buFont typeface="Arial" pitchFamily="34" charset="0"/>
        <a:buNone/>
        <a:defRPr sz="1800" b="1" kern="1200">
          <a:solidFill>
            <a:srgbClr val="EA650D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2000"/>
        </a:lnSpc>
        <a:spcBef>
          <a:spcPts val="0"/>
        </a:spcBef>
        <a:buFont typeface="Arial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4000" indent="0" algn="l" defTabSz="914400" rtl="0" eaLnBrk="1" latinLnBrk="0" hangingPunct="1">
        <a:lnSpc>
          <a:spcPct val="112000"/>
        </a:lnSpc>
        <a:spcBef>
          <a:spcPts val="0"/>
        </a:spcBef>
        <a:buFont typeface="Arial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88000" indent="0" algn="l" defTabSz="914400" rtl="0" eaLnBrk="1" latinLnBrk="0" hangingPunct="1">
        <a:lnSpc>
          <a:spcPct val="112000"/>
        </a:lnSpc>
        <a:spcBef>
          <a:spcPts val="0"/>
        </a:spcBef>
        <a:buFont typeface="Arial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12000"/>
        </a:lnSpc>
        <a:spcBef>
          <a:spcPts val="0"/>
        </a:spcBef>
        <a:buFont typeface="Arial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12000"/>
        </a:lnSpc>
        <a:spcBef>
          <a:spcPts val="0"/>
        </a:spcBef>
        <a:buFont typeface="Arial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 noSelect="1"/>
          </p:cNvSpPr>
          <p:nvPr>
            <p:ph type="title"/>
          </p:nvPr>
        </p:nvSpPr>
        <p:spPr bwMode="gray">
          <a:xfrm>
            <a:off x="445534" y="246063"/>
            <a:ext cx="11304000" cy="1143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Klik om de stijl te bewerken</a:t>
            </a:r>
          </a:p>
        </p:txBody>
      </p:sp>
      <p:sp>
        <p:nvSpPr>
          <p:cNvPr id="3" name="Text Placeholder 2 (JU-Free)"/>
          <p:cNvSpPr>
            <a:spLocks noGrp="1"/>
          </p:cNvSpPr>
          <p:nvPr>
            <p:ph type="body" idx="1"/>
          </p:nvPr>
        </p:nvSpPr>
        <p:spPr bwMode="gray">
          <a:xfrm>
            <a:off x="445534" y="1496187"/>
            <a:ext cx="11304000" cy="403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r>
              <a:rPr lang="en-GB" noProof="1"/>
              <a:t>JU-LEVEL1=Bulleted text (1st level)</a:t>
            </a:r>
          </a:p>
          <a:p>
            <a:pPr lvl="1"/>
            <a:r>
              <a:rPr lang="en-GB" noProof="1"/>
              <a:t>JU-LEVEL2=Highlighted bulleted text (1st level)</a:t>
            </a:r>
          </a:p>
          <a:p>
            <a:pPr lvl="2"/>
            <a:r>
              <a:rPr lang="en-GB" noProof="1"/>
              <a:t>JU-LEVEL3=Bulleted text (2nd level)</a:t>
            </a:r>
          </a:p>
          <a:p>
            <a:pPr lvl="3"/>
            <a:r>
              <a:rPr lang="en-GB" noProof="1"/>
              <a:t>JU-LEVEL4=Heading</a:t>
            </a:r>
          </a:p>
          <a:p>
            <a:pPr lvl="4"/>
            <a:r>
              <a:rPr lang="en-GB" noProof="1"/>
              <a:t>JU-LEVEL5=Plain text</a:t>
            </a:r>
          </a:p>
          <a:p>
            <a:pPr lvl="5"/>
            <a:r>
              <a:rPr lang="en-GB" noProof="1"/>
              <a:t>JU-LEVEL6=Indented text (1st level)</a:t>
            </a:r>
          </a:p>
          <a:p>
            <a:pPr lvl="6"/>
            <a:r>
              <a:rPr lang="en-GB" noProof="1"/>
              <a:t>JU-LEVEL7=Indented text (2nd level)</a:t>
            </a:r>
          </a:p>
          <a:p>
            <a:pPr lvl="7"/>
            <a:r>
              <a:rPr lang="en-GB" noProof="1"/>
              <a:t>Achtste niveau</a:t>
            </a:r>
          </a:p>
          <a:p>
            <a:pPr lvl="8"/>
            <a:r>
              <a:rPr lang="en-GB" noProof="1"/>
              <a:t>Negende niveau</a:t>
            </a:r>
          </a:p>
        </p:txBody>
      </p:sp>
      <p:sp>
        <p:nvSpPr>
          <p:cNvPr id="6" name="Tijdelijke aanduiding voor dianummer 5"/>
          <p:cNvSpPr>
            <a:spLocks noGrp="1" noSelect="1"/>
          </p:cNvSpPr>
          <p:nvPr>
            <p:ph type="sldNum" sz="quarter" idx="4"/>
          </p:nvPr>
        </p:nvSpPr>
        <p:spPr bwMode="gray">
          <a:xfrm>
            <a:off x="11037336" y="6252340"/>
            <a:ext cx="712199" cy="36512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975">
                <a:solidFill>
                  <a:srgbClr val="666666"/>
                </a:solidFill>
                <a:latin typeface="+mn-lt"/>
              </a:defRPr>
            </a:lvl1pPr>
          </a:lstStyle>
          <a:p>
            <a:fld id="{1336C48C-F87C-4E4B-81EF-5027B17D1F61}" type="slidenum">
              <a:rPr lang="en-GB" noProof="1" smtClean="0"/>
              <a:pPr/>
              <a:t>‹Nº›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3200499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</p:sldLayoutIdLst>
  <p:hf hdr="0" ftr="0" dt="0"/>
  <p:txStyles>
    <p:titleStyle>
      <a:lvl1pPr algn="l" defTabSz="685891" rtl="0" eaLnBrk="1" latinLnBrk="0" hangingPunct="1">
        <a:spcBef>
          <a:spcPct val="0"/>
        </a:spcBef>
        <a:buNone/>
        <a:defRPr sz="27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08014" indent="-108014" algn="l" defTabSz="685891" rtl="0" eaLnBrk="1" latinLnBrk="0" hangingPunct="1">
        <a:lnSpc>
          <a:spcPct val="112000"/>
        </a:lnSpc>
        <a:spcBef>
          <a:spcPts val="0"/>
        </a:spcBef>
        <a:buClr>
          <a:srgbClr val="EA650D"/>
        </a:buClr>
        <a:buSzPct val="100000"/>
        <a:buFont typeface="Calibri" panose="020F0502020204030204" pitchFamily="34" charset="0"/>
        <a:buChar char="•"/>
        <a:defRPr sz="135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08014" indent="-108014" algn="l" defTabSz="685891" rtl="0" eaLnBrk="1" latinLnBrk="0" hangingPunct="1">
        <a:lnSpc>
          <a:spcPct val="112000"/>
        </a:lnSpc>
        <a:spcBef>
          <a:spcPts val="0"/>
        </a:spcBef>
        <a:buClr>
          <a:srgbClr val="EA650D"/>
        </a:buClr>
        <a:buSzPct val="100000"/>
        <a:buFont typeface="Calibri" panose="020F0502020204030204" pitchFamily="34" charset="0"/>
        <a:buChar char="•"/>
        <a:defRPr sz="1350" b="0" kern="1200">
          <a:solidFill>
            <a:srgbClr val="EA650D"/>
          </a:solidFill>
          <a:latin typeface="+mn-lt"/>
          <a:ea typeface="+mn-ea"/>
          <a:cs typeface="+mn-cs"/>
        </a:defRPr>
      </a:lvl2pPr>
      <a:lvl3pPr marL="216029" indent="-108014" algn="l" defTabSz="685891" rtl="0" eaLnBrk="1" latinLnBrk="0" hangingPunct="1">
        <a:lnSpc>
          <a:spcPct val="112000"/>
        </a:lnSpc>
        <a:spcBef>
          <a:spcPts val="0"/>
        </a:spcBef>
        <a:buFont typeface="Arial" pitchFamily="34" charset="0"/>
        <a:buChar char="•"/>
        <a:defRPr sz="135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685891" rtl="0" eaLnBrk="1" latinLnBrk="0" hangingPunct="1">
        <a:lnSpc>
          <a:spcPct val="112000"/>
        </a:lnSpc>
        <a:spcBef>
          <a:spcPts val="1800"/>
        </a:spcBef>
        <a:spcAft>
          <a:spcPts val="1800"/>
        </a:spcAft>
        <a:buFont typeface="Arial" pitchFamily="34" charset="0"/>
        <a:buNone/>
        <a:defRPr sz="1350" b="1" kern="1200">
          <a:solidFill>
            <a:srgbClr val="EA650D"/>
          </a:solidFill>
          <a:latin typeface="+mn-lt"/>
          <a:ea typeface="+mn-ea"/>
          <a:cs typeface="+mn-cs"/>
        </a:defRPr>
      </a:lvl4pPr>
      <a:lvl5pPr marL="0" indent="0" algn="l" defTabSz="685891" rtl="0" eaLnBrk="1" latinLnBrk="0" hangingPunct="1">
        <a:lnSpc>
          <a:spcPct val="112000"/>
        </a:lnSpc>
        <a:spcBef>
          <a:spcPts val="0"/>
        </a:spcBef>
        <a:buFont typeface="Arial" pitchFamily="34" charset="0"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08014" indent="0" algn="l" defTabSz="685891" rtl="0" eaLnBrk="1" latinLnBrk="0" hangingPunct="1">
        <a:lnSpc>
          <a:spcPct val="112000"/>
        </a:lnSpc>
        <a:spcBef>
          <a:spcPts val="0"/>
        </a:spcBef>
        <a:buFont typeface="Arial" pitchFamily="34" charset="0"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16029" indent="0" algn="l" defTabSz="685891" rtl="0" eaLnBrk="1" latinLnBrk="0" hangingPunct="1">
        <a:lnSpc>
          <a:spcPct val="112000"/>
        </a:lnSpc>
        <a:spcBef>
          <a:spcPts val="0"/>
        </a:spcBef>
        <a:buFont typeface="Arial" pitchFamily="34" charset="0"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685891" rtl="0" eaLnBrk="1" latinLnBrk="0" hangingPunct="1">
        <a:lnSpc>
          <a:spcPct val="112000"/>
        </a:lnSpc>
        <a:spcBef>
          <a:spcPts val="0"/>
        </a:spcBef>
        <a:buFont typeface="Arial" pitchFamily="34" charset="0"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685891" rtl="0" eaLnBrk="1" latinLnBrk="0" hangingPunct="1">
        <a:lnSpc>
          <a:spcPct val="112000"/>
        </a:lnSpc>
        <a:spcBef>
          <a:spcPts val="0"/>
        </a:spcBef>
        <a:buFont typeface="Arial" pitchFamily="34" charset="0"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6858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46" algn="l" defTabSz="6858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91" algn="l" defTabSz="6858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837" algn="l" defTabSz="6858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783" algn="l" defTabSz="6858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729" algn="l" defTabSz="6858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674" algn="l" defTabSz="6858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620" algn="l" defTabSz="6858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566" algn="l" defTabSz="6858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21" y="274638"/>
            <a:ext cx="1097137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21" y="1600201"/>
            <a:ext cx="1097137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21" y="6356351"/>
            <a:ext cx="28444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058" y="6356351"/>
            <a:ext cx="38602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6463" y="6356351"/>
            <a:ext cx="28444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256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ítulo 4">
            <a:extLst>
              <a:ext uri="{FF2B5EF4-FFF2-40B4-BE49-F238E27FC236}">
                <a16:creationId xmlns:a16="http://schemas.microsoft.com/office/drawing/2014/main" id="{AE5490C3-0BAD-D771-870E-BC872E0B38A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5654" y="2558553"/>
            <a:ext cx="3520440" cy="1739376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GB" sz="2800" b="1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Agentes</a:t>
            </a:r>
            <a:endParaRPr lang="en-GB" sz="28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GB" sz="2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Referenciadores</a:t>
            </a:r>
          </a:p>
          <a:p>
            <a:pPr>
              <a:spcAft>
                <a:spcPts val="600"/>
              </a:spcAft>
            </a:pPr>
            <a:r>
              <a:rPr lang="en-GB" sz="2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Autofactura</a:t>
            </a:r>
            <a:endParaRPr lang="es-ES" sz="28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1855654" y="534699"/>
            <a:ext cx="8479104" cy="528798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s-ES" sz="3600" dirty="0">
                <a:solidFill>
                  <a:schemeClr val="tx1"/>
                </a:solidFill>
              </a:rPr>
              <a:t>Automatización Referenciadores</a:t>
            </a:r>
            <a:endParaRPr lang="en-GB" sz="3600" dirty="0">
              <a:solidFill>
                <a:schemeClr val="tx1"/>
              </a:solidFill>
            </a:endParaRPr>
          </a:p>
        </p:txBody>
      </p:sp>
      <p:sp>
        <p:nvSpPr>
          <p:cNvPr id="10" name="JUNOLOCK TextBox 25 (JU-Free)"/>
          <p:cNvSpPr txBox="1">
            <a:spLocks/>
          </p:cNvSpPr>
          <p:nvPr/>
        </p:nvSpPr>
        <p:spPr bwMode="gray">
          <a:xfrm>
            <a:off x="-1511607" y="1065021"/>
            <a:ext cx="1323172" cy="1223412"/>
          </a:xfrm>
          <a:prstGeom prst="wedgeRectCallout">
            <a:avLst>
              <a:gd name="adj1" fmla="val 62111"/>
              <a:gd name="adj2" fmla="val -21932"/>
            </a:avLst>
          </a:prstGeom>
          <a:solidFill>
            <a:schemeClr val="bg1"/>
          </a:solidFill>
          <a:ln>
            <a:solidFill>
              <a:srgbClr val="EA650D"/>
            </a:solidFill>
          </a:ln>
        </p:spPr>
        <p:txBody>
          <a:bodyPr wrap="square" rtlCol="0">
            <a:spAutoFit/>
          </a:bodyPr>
          <a:lstStyle/>
          <a:p>
            <a:pPr defTabSz="685891">
              <a:spcBef>
                <a:spcPts val="1800"/>
              </a:spcBef>
            </a:pPr>
            <a:r>
              <a:rPr lang="en-GB" sz="1050" noProof="1">
                <a:solidFill>
                  <a:prstClr val="black"/>
                </a:solidFill>
                <a:latin typeface="Calibri"/>
              </a:rPr>
              <a:t>Format the title text in three colours according to the house style guide: use the macro in the NN Text formatting menu</a:t>
            </a:r>
          </a:p>
        </p:txBody>
      </p:sp>
      <p:sp>
        <p:nvSpPr>
          <p:cNvPr id="11" name="JUNOLOCK TextBox 26 (JU-Free)"/>
          <p:cNvSpPr txBox="1">
            <a:spLocks/>
          </p:cNvSpPr>
          <p:nvPr/>
        </p:nvSpPr>
        <p:spPr bwMode="gray">
          <a:xfrm>
            <a:off x="-1511607" y="5424063"/>
            <a:ext cx="1323172" cy="415498"/>
          </a:xfrm>
          <a:prstGeom prst="wedgeRectCallout">
            <a:avLst>
              <a:gd name="adj1" fmla="val 60383"/>
              <a:gd name="adj2" fmla="val -19355"/>
            </a:avLst>
          </a:prstGeom>
          <a:solidFill>
            <a:schemeClr val="bg1"/>
          </a:solidFill>
          <a:ln>
            <a:solidFill>
              <a:srgbClr val="EA650D"/>
            </a:solidFill>
          </a:ln>
        </p:spPr>
        <p:txBody>
          <a:bodyPr wrap="square" rtlCol="0">
            <a:spAutoFit/>
          </a:bodyPr>
          <a:lstStyle/>
          <a:p>
            <a:pPr defTabSz="685891">
              <a:spcBef>
                <a:spcPts val="1800"/>
              </a:spcBef>
            </a:pPr>
            <a:r>
              <a:rPr lang="en-GB" sz="1050" noProof="1">
                <a:solidFill>
                  <a:prstClr val="black"/>
                </a:solidFill>
                <a:latin typeface="Calibri"/>
              </a:rPr>
              <a:t>Do not change or add other logos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EA3049E8-0C77-A876-9B1C-A53BA781332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4911843" y="0"/>
            <a:ext cx="8216328" cy="685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459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58858-CD92-8C1E-E553-D60BC8C98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B80962-C160-998A-C1A4-FF69A27C9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4943" y="43357"/>
            <a:ext cx="8229600" cy="630804"/>
          </a:xfrm>
        </p:spPr>
        <p:txBody>
          <a:bodyPr>
            <a:noAutofit/>
          </a:bodyPr>
          <a:lstStyle/>
          <a:p>
            <a:pPr algn="l"/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Arial"/>
              </a:rPr>
              <a:t>Proceso Gestión Referenciadores</a:t>
            </a:r>
            <a:endParaRPr lang="es-ES" sz="2000" dirty="0"/>
          </a:p>
        </p:txBody>
      </p:sp>
      <p:grpSp>
        <p:nvGrpSpPr>
          <p:cNvPr id="67" name="Grupo 66">
            <a:extLst>
              <a:ext uri="{FF2B5EF4-FFF2-40B4-BE49-F238E27FC236}">
                <a16:creationId xmlns:a16="http://schemas.microsoft.com/office/drawing/2014/main" id="{09444B0D-C177-A7AB-7AD8-8DA99E96A7D2}"/>
              </a:ext>
            </a:extLst>
          </p:cNvPr>
          <p:cNvGrpSpPr/>
          <p:nvPr/>
        </p:nvGrpSpPr>
        <p:grpSpPr>
          <a:xfrm>
            <a:off x="2919806" y="975981"/>
            <a:ext cx="6355101" cy="2122089"/>
            <a:chOff x="1397150" y="1300206"/>
            <a:chExt cx="6355101" cy="2122089"/>
          </a:xfrm>
        </p:grpSpPr>
        <p:sp>
          <p:nvSpPr>
            <p:cNvPr id="5" name="Google Shape;188;p19">
              <a:extLst>
                <a:ext uri="{FF2B5EF4-FFF2-40B4-BE49-F238E27FC236}">
                  <a16:creationId xmlns:a16="http://schemas.microsoft.com/office/drawing/2014/main" id="{A8EF4571-413E-90E4-E811-929B46E709A1}"/>
                </a:ext>
              </a:extLst>
            </p:cNvPr>
            <p:cNvSpPr txBox="1"/>
            <p:nvPr/>
          </p:nvSpPr>
          <p:spPr>
            <a:xfrm>
              <a:off x="3518275" y="2872695"/>
              <a:ext cx="2017625" cy="54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 defTabSz="457200"/>
              <a:r>
                <a:rPr lang="en" sz="110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rPr>
                <a:t>El referenciador envía su factura a buzón facturas. No hay control de operaciones</a:t>
              </a:r>
              <a:endParaRPr sz="1100">
                <a:solidFill>
                  <a:srgbClr val="25252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" name="Google Shape;189;p19">
              <a:extLst>
                <a:ext uri="{FF2B5EF4-FFF2-40B4-BE49-F238E27FC236}">
                  <a16:creationId xmlns:a16="http://schemas.microsoft.com/office/drawing/2014/main" id="{230C8E34-8767-EAA5-FF76-B1ABEF0120F5}"/>
                </a:ext>
              </a:extLst>
            </p:cNvPr>
            <p:cNvSpPr/>
            <p:nvPr/>
          </p:nvSpPr>
          <p:spPr>
            <a:xfrm>
              <a:off x="1523250" y="1968630"/>
              <a:ext cx="2227800" cy="856800"/>
            </a:xfrm>
            <a:prstGeom prst="chevron">
              <a:avLst>
                <a:gd name="adj" fmla="val 50000"/>
              </a:avLst>
            </a:prstGeom>
            <a:solidFill>
              <a:srgbClr val="E46C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" name="Google Shape;190;p19">
              <a:extLst>
                <a:ext uri="{FF2B5EF4-FFF2-40B4-BE49-F238E27FC236}">
                  <a16:creationId xmlns:a16="http://schemas.microsoft.com/office/drawing/2014/main" id="{DF0D4EA5-1CE1-0467-C342-3CC5AA974075}"/>
                </a:ext>
              </a:extLst>
            </p:cNvPr>
            <p:cNvSpPr/>
            <p:nvPr/>
          </p:nvSpPr>
          <p:spPr>
            <a:xfrm>
              <a:off x="3523851" y="1968630"/>
              <a:ext cx="2227800" cy="856800"/>
            </a:xfrm>
            <a:prstGeom prst="chevron">
              <a:avLst>
                <a:gd name="adj" fmla="val 50000"/>
              </a:avLst>
            </a:prstGeom>
            <a:solidFill>
              <a:srgbClr val="E989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" name="Google Shape;191;p19">
              <a:extLst>
                <a:ext uri="{FF2B5EF4-FFF2-40B4-BE49-F238E27FC236}">
                  <a16:creationId xmlns:a16="http://schemas.microsoft.com/office/drawing/2014/main" id="{166B7C3A-D389-BC9F-C6BA-A7DE9E931EB7}"/>
                </a:ext>
              </a:extLst>
            </p:cNvPr>
            <p:cNvSpPr/>
            <p:nvPr/>
          </p:nvSpPr>
          <p:spPr>
            <a:xfrm>
              <a:off x="5524451" y="1968630"/>
              <a:ext cx="2227800" cy="856800"/>
            </a:xfrm>
            <a:prstGeom prst="chevron">
              <a:avLst>
                <a:gd name="adj" fmla="val 50000"/>
              </a:avLst>
            </a:prstGeom>
            <a:solidFill>
              <a:schemeClr val="bg1">
                <a:lumMod val="65000"/>
                <a:alpha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" name="Google Shape;193;p19">
              <a:extLst>
                <a:ext uri="{FF2B5EF4-FFF2-40B4-BE49-F238E27FC236}">
                  <a16:creationId xmlns:a16="http://schemas.microsoft.com/office/drawing/2014/main" id="{7D1027B6-ACFE-C0B3-D365-6EA78CE7EE95}"/>
                </a:ext>
              </a:extLst>
            </p:cNvPr>
            <p:cNvSpPr txBox="1"/>
            <p:nvPr/>
          </p:nvSpPr>
          <p:spPr>
            <a:xfrm>
              <a:off x="1769336" y="2246131"/>
              <a:ext cx="1192164" cy="30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r" defTabSz="457200"/>
              <a:r>
                <a:rPr lang="en" sz="1400">
                  <a:solidFill>
                    <a:srgbClr val="FFFFFF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rPr>
                <a:t>Contrato</a:t>
              </a:r>
              <a:endParaRPr sz="14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endParaRPr>
            </a:p>
          </p:txBody>
        </p:sp>
        <p:sp>
          <p:nvSpPr>
            <p:cNvPr id="14" name="Google Shape;194;p19">
              <a:extLst>
                <a:ext uri="{FF2B5EF4-FFF2-40B4-BE49-F238E27FC236}">
                  <a16:creationId xmlns:a16="http://schemas.microsoft.com/office/drawing/2014/main" id="{517F9177-70DA-5B47-112C-6BFFAA1C5DBC}"/>
                </a:ext>
              </a:extLst>
            </p:cNvPr>
            <p:cNvSpPr txBox="1"/>
            <p:nvPr/>
          </p:nvSpPr>
          <p:spPr>
            <a:xfrm>
              <a:off x="3864621" y="2246131"/>
              <a:ext cx="1236007" cy="30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r" defTabSz="457200"/>
              <a:r>
                <a:rPr lang="en" sz="1400">
                  <a:solidFill>
                    <a:srgbClr val="FFFFFF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rPr>
                <a:t>Referenciador</a:t>
              </a:r>
              <a:endParaRPr sz="14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endParaRPr>
            </a:p>
          </p:txBody>
        </p:sp>
        <p:sp>
          <p:nvSpPr>
            <p:cNvPr id="15" name="Google Shape;195;p19">
              <a:extLst>
                <a:ext uri="{FF2B5EF4-FFF2-40B4-BE49-F238E27FC236}">
                  <a16:creationId xmlns:a16="http://schemas.microsoft.com/office/drawing/2014/main" id="{2FF47666-2EB6-6A8E-7F60-5EEEEA8E4A1B}"/>
                </a:ext>
              </a:extLst>
            </p:cNvPr>
            <p:cNvSpPr txBox="1"/>
            <p:nvPr/>
          </p:nvSpPr>
          <p:spPr>
            <a:xfrm>
              <a:off x="5977325" y="2246131"/>
              <a:ext cx="981600" cy="30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r" defTabSz="457200"/>
              <a:r>
                <a:rPr lang="en" sz="1400">
                  <a:solidFill>
                    <a:srgbClr val="FFFFFF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rPr>
                <a:t>Factura</a:t>
              </a:r>
              <a:endParaRPr sz="14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endParaRPr>
            </a:p>
          </p:txBody>
        </p:sp>
        <p:sp>
          <p:nvSpPr>
            <p:cNvPr id="17" name="Google Shape;197;p19">
              <a:extLst>
                <a:ext uri="{FF2B5EF4-FFF2-40B4-BE49-F238E27FC236}">
                  <a16:creationId xmlns:a16="http://schemas.microsoft.com/office/drawing/2014/main" id="{2A10D38C-DD34-2D02-78A0-40D6AC4E0F4B}"/>
                </a:ext>
              </a:extLst>
            </p:cNvPr>
            <p:cNvSpPr/>
            <p:nvPr/>
          </p:nvSpPr>
          <p:spPr>
            <a:xfrm>
              <a:off x="3044375" y="2198725"/>
              <a:ext cx="396600" cy="396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457200"/>
              <a:endParaRPr sz="2100">
                <a:solidFill>
                  <a:srgbClr val="4F81BD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endParaRPr>
            </a:p>
          </p:txBody>
        </p:sp>
        <p:sp>
          <p:nvSpPr>
            <p:cNvPr id="18" name="Google Shape;198;p19">
              <a:extLst>
                <a:ext uri="{FF2B5EF4-FFF2-40B4-BE49-F238E27FC236}">
                  <a16:creationId xmlns:a16="http://schemas.microsoft.com/office/drawing/2014/main" id="{DAB51774-7CB7-E388-8BDD-B0B006DB6FD3}"/>
                </a:ext>
              </a:extLst>
            </p:cNvPr>
            <p:cNvSpPr/>
            <p:nvPr/>
          </p:nvSpPr>
          <p:spPr>
            <a:xfrm>
              <a:off x="5026087" y="2198725"/>
              <a:ext cx="396600" cy="396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457200">
                <a:buClr>
                  <a:prstClr val="black"/>
                </a:buClr>
                <a:buSzPts val="1100"/>
              </a:pPr>
              <a:endParaRPr>
                <a:solidFill>
                  <a:srgbClr val="C0504D"/>
                </a:solidFill>
                <a:latin typeface="Calibri"/>
              </a:endParaRPr>
            </a:p>
          </p:txBody>
        </p:sp>
        <p:sp>
          <p:nvSpPr>
            <p:cNvPr id="19" name="Google Shape;199;p19">
              <a:extLst>
                <a:ext uri="{FF2B5EF4-FFF2-40B4-BE49-F238E27FC236}">
                  <a16:creationId xmlns:a16="http://schemas.microsoft.com/office/drawing/2014/main" id="{55D15EE8-02E7-72EE-7384-EE5B0427CDEB}"/>
                </a:ext>
              </a:extLst>
            </p:cNvPr>
            <p:cNvSpPr/>
            <p:nvPr/>
          </p:nvSpPr>
          <p:spPr>
            <a:xfrm>
              <a:off x="7043700" y="2198725"/>
              <a:ext cx="396600" cy="396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457200">
                <a:buClr>
                  <a:prstClr val="black"/>
                </a:buClr>
                <a:buSzPts val="1100"/>
              </a:pPr>
              <a:endParaRPr>
                <a:solidFill>
                  <a:srgbClr val="9BBB59"/>
                </a:solidFill>
                <a:latin typeface="Calibri"/>
              </a:endParaRPr>
            </a:p>
          </p:txBody>
        </p:sp>
        <p:sp>
          <p:nvSpPr>
            <p:cNvPr id="22" name="Google Shape;202;p19">
              <a:extLst>
                <a:ext uri="{FF2B5EF4-FFF2-40B4-BE49-F238E27FC236}">
                  <a16:creationId xmlns:a16="http://schemas.microsoft.com/office/drawing/2014/main" id="{C6DEA1C8-BB43-4CC0-CBB2-3043DFE3090C}"/>
                </a:ext>
              </a:extLst>
            </p:cNvPr>
            <p:cNvSpPr txBox="1"/>
            <p:nvPr/>
          </p:nvSpPr>
          <p:spPr>
            <a:xfrm>
              <a:off x="5499207" y="1300206"/>
              <a:ext cx="1989425" cy="54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 defTabSz="457200"/>
              <a:r>
                <a:rPr lang="en" sz="1100" dirty="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rPr>
                <a:t>No existe una plantilla de factura estándar. No hay control del pago de facturas</a:t>
              </a:r>
              <a:endParaRPr sz="1100" dirty="0">
                <a:solidFill>
                  <a:srgbClr val="25252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" name="Google Shape;203;p19">
              <a:extLst>
                <a:ext uri="{FF2B5EF4-FFF2-40B4-BE49-F238E27FC236}">
                  <a16:creationId xmlns:a16="http://schemas.microsoft.com/office/drawing/2014/main" id="{C43C5714-2CE3-31D0-FD3F-8700074A869F}"/>
                </a:ext>
              </a:extLst>
            </p:cNvPr>
            <p:cNvSpPr txBox="1"/>
            <p:nvPr/>
          </p:nvSpPr>
          <p:spPr>
            <a:xfrm>
              <a:off x="1397150" y="1300206"/>
              <a:ext cx="2227800" cy="54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 defTabSz="457200"/>
              <a:r>
                <a:rPr lang="es-ES" sz="1100" dirty="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rPr>
                <a:t>El agente y el referenciador reciben el contrato vía Evicertia .</a:t>
              </a:r>
            </a:p>
            <a:p>
              <a:pPr algn="ctr" defTabSz="457200"/>
              <a:r>
                <a:rPr lang="es-ES" sz="1100" dirty="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rPr>
                <a:t>Firma por correo.</a:t>
              </a:r>
            </a:p>
          </p:txBody>
        </p:sp>
        <p:sp>
          <p:nvSpPr>
            <p:cNvPr id="24" name="Google Shape;204;p19">
              <a:extLst>
                <a:ext uri="{FF2B5EF4-FFF2-40B4-BE49-F238E27FC236}">
                  <a16:creationId xmlns:a16="http://schemas.microsoft.com/office/drawing/2014/main" id="{197DC575-6703-092B-4F59-8299F970D77F}"/>
                </a:ext>
              </a:extLst>
            </p:cNvPr>
            <p:cNvSpPr txBox="1"/>
            <p:nvPr/>
          </p:nvSpPr>
          <p:spPr>
            <a:xfrm>
              <a:off x="3044876" y="2198594"/>
              <a:ext cx="3966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 defTabSz="457200"/>
              <a:r>
                <a:rPr lang="en" sz="2000">
                  <a:solidFill>
                    <a:srgbClr val="E46C0A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rPr>
                <a:t>1</a:t>
              </a:r>
              <a:endParaRPr sz="2000">
                <a:solidFill>
                  <a:srgbClr val="E46C0A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endParaRPr>
            </a:p>
          </p:txBody>
        </p:sp>
        <p:sp>
          <p:nvSpPr>
            <p:cNvPr id="25" name="Google Shape;205;p19">
              <a:extLst>
                <a:ext uri="{FF2B5EF4-FFF2-40B4-BE49-F238E27FC236}">
                  <a16:creationId xmlns:a16="http://schemas.microsoft.com/office/drawing/2014/main" id="{A3C3BB6B-037A-A50E-8113-F1A594AE7621}"/>
                </a:ext>
              </a:extLst>
            </p:cNvPr>
            <p:cNvSpPr txBox="1"/>
            <p:nvPr/>
          </p:nvSpPr>
          <p:spPr>
            <a:xfrm>
              <a:off x="5026089" y="2198594"/>
              <a:ext cx="3966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 defTabSz="457200"/>
              <a:r>
                <a:rPr lang="en" sz="2000">
                  <a:solidFill>
                    <a:srgbClr val="E9893B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rPr>
                <a:t>2</a:t>
              </a:r>
              <a:endParaRPr sz="2000">
                <a:solidFill>
                  <a:srgbClr val="E9893B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endParaRPr>
            </a:p>
          </p:txBody>
        </p:sp>
        <p:sp>
          <p:nvSpPr>
            <p:cNvPr id="26" name="Google Shape;206;p19">
              <a:extLst>
                <a:ext uri="{FF2B5EF4-FFF2-40B4-BE49-F238E27FC236}">
                  <a16:creationId xmlns:a16="http://schemas.microsoft.com/office/drawing/2014/main" id="{787194FB-096D-CFA6-C1DE-0B4940729367}"/>
                </a:ext>
              </a:extLst>
            </p:cNvPr>
            <p:cNvSpPr txBox="1"/>
            <p:nvPr/>
          </p:nvSpPr>
          <p:spPr>
            <a:xfrm>
              <a:off x="7043676" y="2198719"/>
              <a:ext cx="3966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 defTabSz="457200"/>
              <a:r>
                <a:rPr lang="en" sz="2000">
                  <a:solidFill>
                    <a:srgbClr val="CACACA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rPr>
                <a:t>3</a:t>
              </a:r>
              <a:endParaRPr sz="2000">
                <a:solidFill>
                  <a:srgbClr val="CACACA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endParaRPr>
            </a:p>
          </p:txBody>
        </p:sp>
      </p:grpSp>
      <p:sp>
        <p:nvSpPr>
          <p:cNvPr id="123" name="Rectángulo: esquinas redondeadas 122">
            <a:extLst>
              <a:ext uri="{FF2B5EF4-FFF2-40B4-BE49-F238E27FC236}">
                <a16:creationId xmlns:a16="http://schemas.microsoft.com/office/drawing/2014/main" id="{04E31792-F495-4A93-0635-615DE9542AB2}"/>
              </a:ext>
            </a:extLst>
          </p:cNvPr>
          <p:cNvSpPr/>
          <p:nvPr/>
        </p:nvSpPr>
        <p:spPr>
          <a:xfrm>
            <a:off x="1934943" y="792986"/>
            <a:ext cx="8656857" cy="2740596"/>
          </a:xfrm>
          <a:prstGeom prst="roundRect">
            <a:avLst/>
          </a:prstGeom>
          <a:noFill/>
          <a:ln w="1905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s-E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8" name="CuadroTexto 127">
            <a:extLst>
              <a:ext uri="{FF2B5EF4-FFF2-40B4-BE49-F238E27FC236}">
                <a16:creationId xmlns:a16="http://schemas.microsoft.com/office/drawing/2014/main" id="{80F6BD3E-417F-CAC8-008B-DB6CB1A2E5B5}"/>
              </a:ext>
            </a:extLst>
          </p:cNvPr>
          <p:cNvSpPr txBox="1"/>
          <p:nvPr/>
        </p:nvSpPr>
        <p:spPr>
          <a:xfrm>
            <a:off x="2431121" y="613848"/>
            <a:ext cx="1997663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457200"/>
            <a:r>
              <a:rPr lang="es-ES" sz="1600" b="1">
                <a:solidFill>
                  <a:prstClr val="black"/>
                </a:solidFill>
                <a:latin typeface="Calibri"/>
              </a:rPr>
              <a:t>Procedimiento actual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2A3E6805-D6CA-8B40-7327-4FBF1D7A611C}"/>
              </a:ext>
            </a:extLst>
          </p:cNvPr>
          <p:cNvGrpSpPr/>
          <p:nvPr/>
        </p:nvGrpSpPr>
        <p:grpSpPr>
          <a:xfrm>
            <a:off x="1934943" y="3652406"/>
            <a:ext cx="8656857" cy="2989822"/>
            <a:chOff x="1961606" y="3519835"/>
            <a:chExt cx="8596742" cy="2905763"/>
          </a:xfrm>
        </p:grpSpPr>
        <p:grpSp>
          <p:nvGrpSpPr>
            <p:cNvPr id="121" name="Grupo 120">
              <a:extLst>
                <a:ext uri="{FF2B5EF4-FFF2-40B4-BE49-F238E27FC236}">
                  <a16:creationId xmlns:a16="http://schemas.microsoft.com/office/drawing/2014/main" id="{1B1E0BB6-51D4-4836-EDEA-915F5C195B07}"/>
                </a:ext>
              </a:extLst>
            </p:cNvPr>
            <p:cNvGrpSpPr/>
            <p:nvPr/>
          </p:nvGrpSpPr>
          <p:grpSpPr>
            <a:xfrm>
              <a:off x="1999205" y="4037376"/>
              <a:ext cx="8229602" cy="2206776"/>
              <a:chOff x="457199" y="3897618"/>
              <a:chExt cx="8229602" cy="2206776"/>
            </a:xfrm>
          </p:grpSpPr>
          <p:sp>
            <p:nvSpPr>
              <p:cNvPr id="68" name="Google Shape;188;p19">
                <a:extLst>
                  <a:ext uri="{FF2B5EF4-FFF2-40B4-BE49-F238E27FC236}">
                    <a16:creationId xmlns:a16="http://schemas.microsoft.com/office/drawing/2014/main" id="{99CAE695-AB81-1470-C2F7-D63E07FB33F6}"/>
                  </a:ext>
                </a:extLst>
              </p:cNvPr>
              <p:cNvSpPr txBox="1"/>
              <p:nvPr/>
            </p:nvSpPr>
            <p:spPr>
              <a:xfrm>
                <a:off x="2547475" y="5554794"/>
                <a:ext cx="1805100" cy="54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ctr" defTabSz="457200"/>
                <a:r>
                  <a:rPr lang="en" sz="1100">
                    <a:solidFill>
                      <a:srgbClr val="252525"/>
                    </a:solidFill>
                    <a:latin typeface="Roboto"/>
                    <a:ea typeface="Roboto"/>
                    <a:cs typeface="Roboto"/>
                    <a:sym typeface="Roboto"/>
                  </a:rPr>
                  <a:t>En ambos casos se firma con OTP </a:t>
                </a:r>
              </a:p>
            </p:txBody>
          </p:sp>
          <p:sp>
            <p:nvSpPr>
              <p:cNvPr id="69" name="Google Shape;189;p19">
                <a:extLst>
                  <a:ext uri="{FF2B5EF4-FFF2-40B4-BE49-F238E27FC236}">
                    <a16:creationId xmlns:a16="http://schemas.microsoft.com/office/drawing/2014/main" id="{7F87FACA-60A9-0368-8BDC-835833D63897}"/>
                  </a:ext>
                </a:extLst>
              </p:cNvPr>
              <p:cNvSpPr/>
              <p:nvPr/>
            </p:nvSpPr>
            <p:spPr>
              <a:xfrm>
                <a:off x="457199" y="4566042"/>
                <a:ext cx="2227800" cy="856800"/>
              </a:xfrm>
              <a:prstGeom prst="chevron">
                <a:avLst>
                  <a:gd name="adj" fmla="val 50000"/>
                </a:avLst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457200"/>
                <a:endParaRPr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70" name="Google Shape;190;p19">
                <a:extLst>
                  <a:ext uri="{FF2B5EF4-FFF2-40B4-BE49-F238E27FC236}">
                    <a16:creationId xmlns:a16="http://schemas.microsoft.com/office/drawing/2014/main" id="{E499C123-DD5C-9BC8-58F2-946F0AE8F697}"/>
                  </a:ext>
                </a:extLst>
              </p:cNvPr>
              <p:cNvSpPr/>
              <p:nvPr/>
            </p:nvSpPr>
            <p:spPr>
              <a:xfrm>
                <a:off x="2457800" y="4566042"/>
                <a:ext cx="2227800" cy="856800"/>
              </a:xfrm>
              <a:prstGeom prst="chevron">
                <a:avLst>
                  <a:gd name="adj" fmla="val 50000"/>
                </a:avLst>
              </a:prstGeom>
              <a:solidFill>
                <a:schemeClr val="accent3">
                  <a:lumMod val="75000"/>
                  <a:alpha val="8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457200"/>
                <a:endParaRPr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73" name="Google Shape;191;p19">
                <a:extLst>
                  <a:ext uri="{FF2B5EF4-FFF2-40B4-BE49-F238E27FC236}">
                    <a16:creationId xmlns:a16="http://schemas.microsoft.com/office/drawing/2014/main" id="{EE3E5FC7-7AD2-1C1C-3F08-B18883F32FBA}"/>
                  </a:ext>
                </a:extLst>
              </p:cNvPr>
              <p:cNvSpPr/>
              <p:nvPr/>
            </p:nvSpPr>
            <p:spPr>
              <a:xfrm>
                <a:off x="4458400" y="4566042"/>
                <a:ext cx="2227800" cy="856800"/>
              </a:xfrm>
              <a:prstGeom prst="chevron">
                <a:avLst>
                  <a:gd name="adj" fmla="val 50000"/>
                </a:avLst>
              </a:prstGeom>
              <a:solidFill>
                <a:schemeClr val="accent3">
                  <a:lumMod val="75000"/>
                  <a:alpha val="6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457200"/>
                <a:endParaRPr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74" name="Google Shape;192;p19">
                <a:extLst>
                  <a:ext uri="{FF2B5EF4-FFF2-40B4-BE49-F238E27FC236}">
                    <a16:creationId xmlns:a16="http://schemas.microsoft.com/office/drawing/2014/main" id="{1F9AE87C-81A7-AFA3-2290-7AED12985EF3}"/>
                  </a:ext>
                </a:extLst>
              </p:cNvPr>
              <p:cNvSpPr/>
              <p:nvPr/>
            </p:nvSpPr>
            <p:spPr>
              <a:xfrm>
                <a:off x="6459001" y="4566042"/>
                <a:ext cx="2227800" cy="856800"/>
              </a:xfrm>
              <a:prstGeom prst="chevron">
                <a:avLst>
                  <a:gd name="adj" fmla="val 50000"/>
                </a:avLst>
              </a:prstGeom>
              <a:solidFill>
                <a:srgbClr val="CACAC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457200"/>
                <a:endParaRPr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75" name="Google Shape;193;p19">
                <a:extLst>
                  <a:ext uri="{FF2B5EF4-FFF2-40B4-BE49-F238E27FC236}">
                    <a16:creationId xmlns:a16="http://schemas.microsoft.com/office/drawing/2014/main" id="{29FA11A9-2B4B-A34B-27B6-040F2117FF02}"/>
                  </a:ext>
                </a:extLst>
              </p:cNvPr>
              <p:cNvSpPr txBox="1"/>
              <p:nvPr/>
            </p:nvSpPr>
            <p:spPr>
              <a:xfrm>
                <a:off x="913849" y="4843543"/>
                <a:ext cx="981600" cy="30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r" defTabSz="457200"/>
                <a:r>
                  <a:rPr lang="en" sz="1400">
                    <a:solidFill>
                      <a:srgbClr val="FFFFFF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rPr>
                  <a:t>Contrato</a:t>
                </a:r>
                <a:endParaRPr sz="1400">
                  <a:solidFill>
                    <a:srgbClr val="FFFFFF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endParaRPr>
              </a:p>
            </p:txBody>
          </p:sp>
          <p:sp>
            <p:nvSpPr>
              <p:cNvPr id="76" name="Google Shape;194;p19">
                <a:extLst>
                  <a:ext uri="{FF2B5EF4-FFF2-40B4-BE49-F238E27FC236}">
                    <a16:creationId xmlns:a16="http://schemas.microsoft.com/office/drawing/2014/main" id="{B410791B-2CF9-2329-BA16-3B795242806B}"/>
                  </a:ext>
                </a:extLst>
              </p:cNvPr>
              <p:cNvSpPr txBox="1"/>
              <p:nvPr/>
            </p:nvSpPr>
            <p:spPr>
              <a:xfrm>
                <a:off x="2876674" y="4843543"/>
                <a:ext cx="981600" cy="30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r" defTabSz="457200"/>
                <a:r>
                  <a:rPr lang="en" sz="1400">
                    <a:solidFill>
                      <a:srgbClr val="FFFFFF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rPr>
                  <a:t>Firma de contrato</a:t>
                </a:r>
                <a:endParaRPr sz="1400">
                  <a:solidFill>
                    <a:srgbClr val="FFFFFF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endParaRPr>
              </a:p>
            </p:txBody>
          </p:sp>
          <p:sp>
            <p:nvSpPr>
              <p:cNvPr id="77" name="Google Shape;195;p19">
                <a:extLst>
                  <a:ext uri="{FF2B5EF4-FFF2-40B4-BE49-F238E27FC236}">
                    <a16:creationId xmlns:a16="http://schemas.microsoft.com/office/drawing/2014/main" id="{6C7E9A92-8197-F683-4CA7-9546A76FA7BE}"/>
                  </a:ext>
                </a:extLst>
              </p:cNvPr>
              <p:cNvSpPr txBox="1"/>
              <p:nvPr/>
            </p:nvSpPr>
            <p:spPr>
              <a:xfrm>
                <a:off x="4911274" y="4843543"/>
                <a:ext cx="981600" cy="30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r" defTabSz="457200"/>
                <a:r>
                  <a:rPr lang="es-ES" sz="1400" dirty="0">
                    <a:solidFill>
                      <a:srgbClr val="FFFFFF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rPr>
                  <a:t>Factura</a:t>
                </a:r>
                <a:endParaRPr sz="1400" dirty="0">
                  <a:solidFill>
                    <a:srgbClr val="FFFFFF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endParaRPr>
              </a:p>
            </p:txBody>
          </p:sp>
          <p:sp>
            <p:nvSpPr>
              <p:cNvPr id="78" name="Google Shape;196;p19">
                <a:extLst>
                  <a:ext uri="{FF2B5EF4-FFF2-40B4-BE49-F238E27FC236}">
                    <a16:creationId xmlns:a16="http://schemas.microsoft.com/office/drawing/2014/main" id="{56730B66-D27E-7A7A-7B2F-A972BBF6828F}"/>
                  </a:ext>
                </a:extLst>
              </p:cNvPr>
              <p:cNvSpPr txBox="1"/>
              <p:nvPr/>
            </p:nvSpPr>
            <p:spPr>
              <a:xfrm>
                <a:off x="6783640" y="4855084"/>
                <a:ext cx="1270124" cy="30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r" defTabSz="457200"/>
                <a:r>
                  <a:rPr lang="en" sz="1400">
                    <a:solidFill>
                      <a:srgbClr val="FFFFFF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rPr>
                  <a:t>Referenciador</a:t>
                </a:r>
                <a:endParaRPr sz="1400">
                  <a:solidFill>
                    <a:srgbClr val="FFFFFF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endParaRPr>
              </a:p>
            </p:txBody>
          </p:sp>
          <p:sp>
            <p:nvSpPr>
              <p:cNvPr id="79" name="Google Shape;197;p19">
                <a:extLst>
                  <a:ext uri="{FF2B5EF4-FFF2-40B4-BE49-F238E27FC236}">
                    <a16:creationId xmlns:a16="http://schemas.microsoft.com/office/drawing/2014/main" id="{9D8B2CCD-E287-A7E1-2B42-7DB1E28C64C8}"/>
                  </a:ext>
                </a:extLst>
              </p:cNvPr>
              <p:cNvSpPr/>
              <p:nvPr/>
            </p:nvSpPr>
            <p:spPr>
              <a:xfrm>
                <a:off x="1978324" y="4796137"/>
                <a:ext cx="396600" cy="3966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457200"/>
                <a:endParaRPr sz="2100">
                  <a:solidFill>
                    <a:srgbClr val="4F81BD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endParaRPr>
              </a:p>
            </p:txBody>
          </p:sp>
          <p:sp>
            <p:nvSpPr>
              <p:cNvPr id="80" name="Google Shape;198;p19">
                <a:extLst>
                  <a:ext uri="{FF2B5EF4-FFF2-40B4-BE49-F238E27FC236}">
                    <a16:creationId xmlns:a16="http://schemas.microsoft.com/office/drawing/2014/main" id="{5435A75F-343C-CF45-FEFE-38AC72340F10}"/>
                  </a:ext>
                </a:extLst>
              </p:cNvPr>
              <p:cNvSpPr/>
              <p:nvPr/>
            </p:nvSpPr>
            <p:spPr>
              <a:xfrm>
                <a:off x="3960036" y="4796137"/>
                <a:ext cx="396600" cy="3966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457200">
                  <a:buClr>
                    <a:prstClr val="black"/>
                  </a:buClr>
                  <a:buSzPts val="1100"/>
                </a:pPr>
                <a:endParaRPr>
                  <a:solidFill>
                    <a:srgbClr val="C0504D"/>
                  </a:solidFill>
                  <a:latin typeface="Calibri"/>
                </a:endParaRPr>
              </a:p>
            </p:txBody>
          </p:sp>
          <p:sp>
            <p:nvSpPr>
              <p:cNvPr id="81" name="Google Shape;199;p19">
                <a:extLst>
                  <a:ext uri="{FF2B5EF4-FFF2-40B4-BE49-F238E27FC236}">
                    <a16:creationId xmlns:a16="http://schemas.microsoft.com/office/drawing/2014/main" id="{5DE2BD77-658E-AB3E-35FA-307A59123C04}"/>
                  </a:ext>
                </a:extLst>
              </p:cNvPr>
              <p:cNvSpPr/>
              <p:nvPr/>
            </p:nvSpPr>
            <p:spPr>
              <a:xfrm>
                <a:off x="5977649" y="4796137"/>
                <a:ext cx="396600" cy="3966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457200">
                  <a:buClr>
                    <a:prstClr val="black"/>
                  </a:buClr>
                  <a:buSzPts val="1100"/>
                </a:pPr>
                <a:endParaRPr>
                  <a:solidFill>
                    <a:srgbClr val="9BBB59"/>
                  </a:solidFill>
                  <a:latin typeface="Calibri"/>
                </a:endParaRPr>
              </a:p>
            </p:txBody>
          </p:sp>
          <p:sp>
            <p:nvSpPr>
              <p:cNvPr id="82" name="Google Shape;200;p19">
                <a:extLst>
                  <a:ext uri="{FF2B5EF4-FFF2-40B4-BE49-F238E27FC236}">
                    <a16:creationId xmlns:a16="http://schemas.microsoft.com/office/drawing/2014/main" id="{8F540B27-3BB4-3E5A-C7B0-E49AA648D68F}"/>
                  </a:ext>
                </a:extLst>
              </p:cNvPr>
              <p:cNvSpPr/>
              <p:nvPr/>
            </p:nvSpPr>
            <p:spPr>
              <a:xfrm>
                <a:off x="7995274" y="4796137"/>
                <a:ext cx="396600" cy="3966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457200">
                  <a:buClr>
                    <a:prstClr val="black"/>
                  </a:buClr>
                  <a:buSzPts val="1100"/>
                </a:pPr>
                <a:endParaRPr>
                  <a:solidFill>
                    <a:srgbClr val="8064A2"/>
                  </a:solidFill>
                  <a:latin typeface="Calibri"/>
                </a:endParaRPr>
              </a:p>
            </p:txBody>
          </p:sp>
          <p:sp>
            <p:nvSpPr>
              <p:cNvPr id="83" name="Google Shape;201;p19">
                <a:extLst>
                  <a:ext uri="{FF2B5EF4-FFF2-40B4-BE49-F238E27FC236}">
                    <a16:creationId xmlns:a16="http://schemas.microsoft.com/office/drawing/2014/main" id="{DE8B110A-7B94-8C6F-861A-C1A941D0A04D}"/>
                  </a:ext>
                </a:extLst>
              </p:cNvPr>
              <p:cNvSpPr txBox="1"/>
              <p:nvPr/>
            </p:nvSpPr>
            <p:spPr>
              <a:xfrm>
                <a:off x="6516152" y="5554794"/>
                <a:ext cx="1805100" cy="54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ctr" defTabSz="457200"/>
                <a:r>
                  <a:rPr lang="en" sz="1100" dirty="0">
                    <a:solidFill>
                      <a:srgbClr val="252525"/>
                    </a:solidFill>
                    <a:latin typeface="Roboto"/>
                    <a:ea typeface="Roboto"/>
                    <a:cs typeface="Roboto"/>
                    <a:sym typeface="Roboto"/>
                  </a:rPr>
                  <a:t>Verifica la información y autoriza el pago</a:t>
                </a:r>
                <a:endParaRPr sz="1100" dirty="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4" name="Google Shape;202;p19">
                <a:extLst>
                  <a:ext uri="{FF2B5EF4-FFF2-40B4-BE49-F238E27FC236}">
                    <a16:creationId xmlns:a16="http://schemas.microsoft.com/office/drawing/2014/main" id="{8220877E-B7DA-CF74-0E00-D7DAC72AB492}"/>
                  </a:ext>
                </a:extLst>
              </p:cNvPr>
              <p:cNvSpPr txBox="1"/>
              <p:nvPr/>
            </p:nvSpPr>
            <p:spPr>
              <a:xfrm>
                <a:off x="4427885" y="3897618"/>
                <a:ext cx="2017625" cy="54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ctr" defTabSz="457200"/>
                <a:r>
                  <a:rPr lang="en" sz="1100" dirty="0">
                    <a:solidFill>
                      <a:srgbClr val="252525"/>
                    </a:solidFill>
                    <a:latin typeface="Roboto"/>
                    <a:ea typeface="Roboto"/>
                    <a:cs typeface="Roboto"/>
                    <a:sym typeface="Roboto"/>
                  </a:rPr>
                  <a:t>NN envia la factura al referenciador (modelo estándar - AUTOFACTURA)</a:t>
                </a:r>
                <a:endParaRPr sz="1100" dirty="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5" name="Google Shape;203;p19">
                <a:extLst>
                  <a:ext uri="{FF2B5EF4-FFF2-40B4-BE49-F238E27FC236}">
                    <a16:creationId xmlns:a16="http://schemas.microsoft.com/office/drawing/2014/main" id="{138B9CCD-866F-6332-792A-093070649421}"/>
                  </a:ext>
                </a:extLst>
              </p:cNvPr>
              <p:cNvSpPr txBox="1"/>
              <p:nvPr/>
            </p:nvSpPr>
            <p:spPr>
              <a:xfrm>
                <a:off x="569825" y="3897618"/>
                <a:ext cx="1805100" cy="54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ctr" defTabSz="457200"/>
                <a:r>
                  <a:rPr lang="en" sz="1100" dirty="0">
                    <a:solidFill>
                      <a:srgbClr val="252525"/>
                    </a:solidFill>
                    <a:latin typeface="Roboto"/>
                    <a:ea typeface="Roboto"/>
                    <a:cs typeface="Roboto"/>
                    <a:sym typeface="Roboto"/>
                  </a:rPr>
                  <a:t>El agente y el referenciador reciben el contrato via Evicertia </a:t>
                </a:r>
                <a:endParaRPr sz="1100" dirty="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6" name="Google Shape;204;p19">
                <a:extLst>
                  <a:ext uri="{FF2B5EF4-FFF2-40B4-BE49-F238E27FC236}">
                    <a16:creationId xmlns:a16="http://schemas.microsoft.com/office/drawing/2014/main" id="{B4896F79-AE71-2EF2-BF67-7CD1EC007E66}"/>
                  </a:ext>
                </a:extLst>
              </p:cNvPr>
              <p:cNvSpPr txBox="1"/>
              <p:nvPr/>
            </p:nvSpPr>
            <p:spPr>
              <a:xfrm>
                <a:off x="1978825" y="4796006"/>
                <a:ext cx="396600" cy="39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 defTabSz="457200"/>
                <a:r>
                  <a:rPr lang="en" sz="2000">
                    <a:solidFill>
                      <a:srgbClr val="9BBB59">
                        <a:lumMod val="75000"/>
                      </a:srgbClr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rPr>
                  <a:t>1</a:t>
                </a:r>
                <a:endParaRPr sz="2000">
                  <a:solidFill>
                    <a:srgbClr val="9BBB59">
                      <a:lumMod val="75000"/>
                    </a:srgbClr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endParaRPr>
              </a:p>
            </p:txBody>
          </p:sp>
          <p:sp>
            <p:nvSpPr>
              <p:cNvPr id="87" name="Google Shape;205;p19">
                <a:extLst>
                  <a:ext uri="{FF2B5EF4-FFF2-40B4-BE49-F238E27FC236}">
                    <a16:creationId xmlns:a16="http://schemas.microsoft.com/office/drawing/2014/main" id="{48418D0D-12B1-B730-F9B1-FD64A4D785E4}"/>
                  </a:ext>
                </a:extLst>
              </p:cNvPr>
              <p:cNvSpPr txBox="1"/>
              <p:nvPr/>
            </p:nvSpPr>
            <p:spPr>
              <a:xfrm>
                <a:off x="3960038" y="4796006"/>
                <a:ext cx="396600" cy="39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 defTabSz="457200"/>
                <a:r>
                  <a:rPr lang="en" sz="2000">
                    <a:solidFill>
                      <a:srgbClr val="92A963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rPr>
                  <a:t>2</a:t>
                </a:r>
                <a:endParaRPr sz="2000">
                  <a:solidFill>
                    <a:srgbClr val="92A963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endParaRPr>
              </a:p>
            </p:txBody>
          </p:sp>
          <p:sp>
            <p:nvSpPr>
              <p:cNvPr id="88" name="Google Shape;206;p19">
                <a:extLst>
                  <a:ext uri="{FF2B5EF4-FFF2-40B4-BE49-F238E27FC236}">
                    <a16:creationId xmlns:a16="http://schemas.microsoft.com/office/drawing/2014/main" id="{4A34BD59-D36A-364B-5A6C-7E90EF67432D}"/>
                  </a:ext>
                </a:extLst>
              </p:cNvPr>
              <p:cNvSpPr txBox="1"/>
              <p:nvPr/>
            </p:nvSpPr>
            <p:spPr>
              <a:xfrm>
                <a:off x="5977625" y="4796131"/>
                <a:ext cx="396600" cy="39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 defTabSz="457200"/>
                <a:r>
                  <a:rPr lang="en" sz="2000" dirty="0">
                    <a:solidFill>
                      <a:srgbClr val="ADBE8A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rPr>
                  <a:t>3</a:t>
                </a:r>
                <a:endParaRPr sz="2000" dirty="0">
                  <a:solidFill>
                    <a:srgbClr val="ADBE8A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endParaRPr>
              </a:p>
            </p:txBody>
          </p:sp>
          <p:sp>
            <p:nvSpPr>
              <p:cNvPr id="89" name="Google Shape;207;p19">
                <a:extLst>
                  <a:ext uri="{FF2B5EF4-FFF2-40B4-BE49-F238E27FC236}">
                    <a16:creationId xmlns:a16="http://schemas.microsoft.com/office/drawing/2014/main" id="{199E0152-926B-F554-063F-87947BCA78B3}"/>
                  </a:ext>
                </a:extLst>
              </p:cNvPr>
              <p:cNvSpPr txBox="1"/>
              <p:nvPr/>
            </p:nvSpPr>
            <p:spPr>
              <a:xfrm>
                <a:off x="7991225" y="4796131"/>
                <a:ext cx="396600" cy="39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 defTabSz="457200"/>
                <a:r>
                  <a:rPr lang="en" sz="2000">
                    <a:solidFill>
                      <a:srgbClr val="CACACA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rPr>
                  <a:t>4</a:t>
                </a:r>
                <a:endParaRPr sz="2000">
                  <a:solidFill>
                    <a:srgbClr val="CACACA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endParaRPr>
              </a:p>
            </p:txBody>
          </p:sp>
        </p:grpSp>
        <p:sp>
          <p:nvSpPr>
            <p:cNvPr id="124" name="Rectángulo: esquinas redondeadas 123">
              <a:extLst>
                <a:ext uri="{FF2B5EF4-FFF2-40B4-BE49-F238E27FC236}">
                  <a16:creationId xmlns:a16="http://schemas.microsoft.com/office/drawing/2014/main" id="{7C8D6999-9EFD-FFC3-527E-84E9926E4BF9}"/>
                </a:ext>
              </a:extLst>
            </p:cNvPr>
            <p:cNvSpPr/>
            <p:nvPr/>
          </p:nvSpPr>
          <p:spPr>
            <a:xfrm>
              <a:off x="1961606" y="3712250"/>
              <a:ext cx="8596742" cy="2713348"/>
            </a:xfrm>
            <a:prstGeom prst="roundRect">
              <a:avLst/>
            </a:prstGeom>
            <a:noFill/>
            <a:ln w="19050">
              <a:solidFill>
                <a:srgbClr val="779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s-E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29" name="CuadroTexto 128">
              <a:extLst>
                <a:ext uri="{FF2B5EF4-FFF2-40B4-BE49-F238E27FC236}">
                  <a16:creationId xmlns:a16="http://schemas.microsoft.com/office/drawing/2014/main" id="{876F9C52-F193-ED5D-6708-EE4F90A6133F}"/>
                </a:ext>
              </a:extLst>
            </p:cNvPr>
            <p:cNvSpPr txBox="1"/>
            <p:nvPr/>
          </p:nvSpPr>
          <p:spPr>
            <a:xfrm>
              <a:off x="2413622" y="3519835"/>
              <a:ext cx="2007537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defTabSz="457200"/>
              <a:r>
                <a:rPr lang="es-ES" sz="1600" b="1">
                  <a:solidFill>
                    <a:prstClr val="black"/>
                  </a:solidFill>
                  <a:latin typeface="Calibri"/>
                </a:rPr>
                <a:t>Procedimiento nuevo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6268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AE129D-83B9-7E54-E049-86EE1E30D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003" y="126948"/>
            <a:ext cx="8229600" cy="740346"/>
          </a:xfrm>
        </p:spPr>
        <p:txBody>
          <a:bodyPr>
            <a:normAutofit/>
          </a:bodyPr>
          <a:lstStyle/>
          <a:p>
            <a:pPr algn="l"/>
            <a:r>
              <a:rPr lang="es-ES" sz="2400" b="1" dirty="0">
                <a:solidFill>
                  <a:schemeClr val="accent6">
                    <a:lumMod val="75000"/>
                  </a:schemeClr>
                </a:solidFill>
              </a:rPr>
              <a:t>Anexos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0F0DB31E-0D37-5171-AFDB-D6726E67AA07}"/>
              </a:ext>
            </a:extLst>
          </p:cNvPr>
          <p:cNvGrpSpPr/>
          <p:nvPr/>
        </p:nvGrpSpPr>
        <p:grpSpPr>
          <a:xfrm>
            <a:off x="625134" y="957943"/>
            <a:ext cx="10940143" cy="4942113"/>
            <a:chOff x="1980406" y="1652844"/>
            <a:chExt cx="8174312" cy="3245803"/>
          </a:xfrm>
        </p:grpSpPr>
        <p:pic>
          <p:nvPicPr>
            <p:cNvPr id="3" name="Imagen 2" descr="Interfaz de usuario gráfica, Texto, Aplicación, Correo electrónico&#10;&#10;El contenido generado por IA puede ser incorrecto.">
              <a:extLst>
                <a:ext uri="{FF2B5EF4-FFF2-40B4-BE49-F238E27FC236}">
                  <a16:creationId xmlns:a16="http://schemas.microsoft.com/office/drawing/2014/main" id="{B286BDC4-4270-A195-19BA-195CB312ED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10824"/>
            <a:stretch>
              <a:fillRect/>
            </a:stretch>
          </p:blipFill>
          <p:spPr>
            <a:xfrm>
              <a:off x="2023645" y="2444259"/>
              <a:ext cx="2506947" cy="1377390"/>
            </a:xfrm>
            <a:prstGeom prst="rect">
              <a:avLst/>
            </a:prstGeom>
          </p:spPr>
        </p:pic>
        <p:pic>
          <p:nvPicPr>
            <p:cNvPr id="16" name="Imagen 15" descr="Interfaz de usuario gráfica, Texto, Aplicación&#10;&#10;El contenido generado por IA puede ser incorrecto.">
              <a:extLst>
                <a:ext uri="{FF2B5EF4-FFF2-40B4-BE49-F238E27FC236}">
                  <a16:creationId xmlns:a16="http://schemas.microsoft.com/office/drawing/2014/main" id="{F90CDA3F-C2CE-26A7-5750-14D95EF014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57579" y="2020007"/>
              <a:ext cx="2400855" cy="2511475"/>
            </a:xfrm>
            <a:prstGeom prst="rect">
              <a:avLst/>
            </a:prstGeom>
          </p:spPr>
        </p:pic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EC715C4C-3595-45E0-C7AD-87CE39F7B3CD}"/>
                </a:ext>
              </a:extLst>
            </p:cNvPr>
            <p:cNvSpPr/>
            <p:nvPr/>
          </p:nvSpPr>
          <p:spPr>
            <a:xfrm>
              <a:off x="1980406" y="1652844"/>
              <a:ext cx="2593424" cy="3245803"/>
            </a:xfrm>
            <a:prstGeom prst="roundRect">
              <a:avLst/>
            </a:prstGeom>
            <a:noFill/>
            <a:ln w="19050">
              <a:solidFill>
                <a:schemeClr val="accent6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s-E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96861A34-E8C2-C7F1-0353-460EA4D6A99C}"/>
                </a:ext>
              </a:extLst>
            </p:cNvPr>
            <p:cNvSpPr/>
            <p:nvPr/>
          </p:nvSpPr>
          <p:spPr>
            <a:xfrm>
              <a:off x="4770850" y="1652844"/>
              <a:ext cx="2593424" cy="3245803"/>
            </a:xfrm>
            <a:prstGeom prst="roundRect">
              <a:avLst/>
            </a:prstGeom>
            <a:noFill/>
            <a:ln w="19050">
              <a:solidFill>
                <a:schemeClr val="accent6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s-E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E29E8E2D-14FB-BA34-18B2-013A0A6F2478}"/>
                </a:ext>
              </a:extLst>
            </p:cNvPr>
            <p:cNvSpPr/>
            <p:nvPr/>
          </p:nvSpPr>
          <p:spPr>
            <a:xfrm>
              <a:off x="7561294" y="1652844"/>
              <a:ext cx="2593424" cy="3245803"/>
            </a:xfrm>
            <a:prstGeom prst="roundRect">
              <a:avLst/>
            </a:prstGeom>
            <a:noFill/>
            <a:ln w="19050">
              <a:solidFill>
                <a:schemeClr val="accent6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s-ES">
                <a:solidFill>
                  <a:prstClr val="white"/>
                </a:solidFill>
                <a:latin typeface="Calibri"/>
              </a:endParaRPr>
            </a:p>
          </p:txBody>
        </p:sp>
        <p:pic>
          <p:nvPicPr>
            <p:cNvPr id="13" name="Imagen 12" descr="Interfaz de usuario gráfica, Texto, Aplicación, Correo electrónico&#10;&#10;El contenido generado por IA puede ser incorrecto.">
              <a:extLst>
                <a:ext uri="{FF2B5EF4-FFF2-40B4-BE49-F238E27FC236}">
                  <a16:creationId xmlns:a16="http://schemas.microsoft.com/office/drawing/2014/main" id="{7EF9687D-247D-1EFD-B95E-BA245A1B09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094" r="11840"/>
            <a:stretch>
              <a:fillRect/>
            </a:stretch>
          </p:blipFill>
          <p:spPr>
            <a:xfrm>
              <a:off x="4892220" y="1843590"/>
              <a:ext cx="2353026" cy="28643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66945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3D08C-83F9-8DE0-AE74-3114132EE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347BFF-0AAB-0C0D-C63D-DF0D941BF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8706" y="34525"/>
            <a:ext cx="8229600" cy="630804"/>
          </a:xfrm>
        </p:spPr>
        <p:txBody>
          <a:bodyPr>
            <a:noAutofit/>
          </a:bodyPr>
          <a:lstStyle/>
          <a:p>
            <a:pPr algn="l"/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Arial"/>
              </a:rPr>
              <a:t>Proceso de Venta con Referenciadores</a:t>
            </a:r>
            <a:endParaRPr lang="es-ES" sz="2000" dirty="0"/>
          </a:p>
        </p:txBody>
      </p:sp>
      <p:sp>
        <p:nvSpPr>
          <p:cNvPr id="123" name="Rectángulo: esquinas redondeadas 122">
            <a:extLst>
              <a:ext uri="{FF2B5EF4-FFF2-40B4-BE49-F238E27FC236}">
                <a16:creationId xmlns:a16="http://schemas.microsoft.com/office/drawing/2014/main" id="{6E244312-A40B-D507-4F49-A57FD32418F9}"/>
              </a:ext>
            </a:extLst>
          </p:cNvPr>
          <p:cNvSpPr/>
          <p:nvPr/>
        </p:nvSpPr>
        <p:spPr>
          <a:xfrm>
            <a:off x="1340785" y="851219"/>
            <a:ext cx="4487347" cy="5809256"/>
          </a:xfrm>
          <a:prstGeom prst="roundRect">
            <a:avLst/>
          </a:prstGeom>
          <a:noFill/>
          <a:ln w="1905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s-E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8" name="CuadroTexto 127">
            <a:extLst>
              <a:ext uri="{FF2B5EF4-FFF2-40B4-BE49-F238E27FC236}">
                <a16:creationId xmlns:a16="http://schemas.microsoft.com/office/drawing/2014/main" id="{1B70DF3F-CC93-6285-F195-66C8BE0ADBCE}"/>
              </a:ext>
            </a:extLst>
          </p:cNvPr>
          <p:cNvSpPr txBox="1"/>
          <p:nvPr/>
        </p:nvSpPr>
        <p:spPr>
          <a:xfrm>
            <a:off x="2349966" y="668823"/>
            <a:ext cx="248521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457200"/>
            <a:r>
              <a:rPr lang="es-ES" sz="2000" b="1" dirty="0">
                <a:solidFill>
                  <a:prstClr val="black"/>
                </a:solidFill>
                <a:latin typeface="Calibri"/>
              </a:rPr>
              <a:t>Procedimiento actual</a:t>
            </a:r>
          </a:p>
        </p:txBody>
      </p:sp>
      <p:grpSp>
        <p:nvGrpSpPr>
          <p:cNvPr id="96" name="Grupo 95">
            <a:extLst>
              <a:ext uri="{FF2B5EF4-FFF2-40B4-BE49-F238E27FC236}">
                <a16:creationId xmlns:a16="http://schemas.microsoft.com/office/drawing/2014/main" id="{6C418EA1-9494-FFD4-CD43-DDA60D3FD0B6}"/>
              </a:ext>
            </a:extLst>
          </p:cNvPr>
          <p:cNvGrpSpPr/>
          <p:nvPr/>
        </p:nvGrpSpPr>
        <p:grpSpPr>
          <a:xfrm>
            <a:off x="1703917" y="4810818"/>
            <a:ext cx="3920792" cy="1441952"/>
            <a:chOff x="522399" y="2211939"/>
            <a:chExt cx="4228401" cy="1466635"/>
          </a:xfrm>
        </p:grpSpPr>
        <p:sp>
          <p:nvSpPr>
            <p:cNvPr id="98" name="Google Shape;189;p19">
              <a:extLst>
                <a:ext uri="{FF2B5EF4-FFF2-40B4-BE49-F238E27FC236}">
                  <a16:creationId xmlns:a16="http://schemas.microsoft.com/office/drawing/2014/main" id="{D5D294D4-703E-B26A-DAC9-C0E3BE297A2D}"/>
                </a:ext>
              </a:extLst>
            </p:cNvPr>
            <p:cNvSpPr/>
            <p:nvPr/>
          </p:nvSpPr>
          <p:spPr>
            <a:xfrm>
              <a:off x="522399" y="2211939"/>
              <a:ext cx="2227800" cy="856800"/>
            </a:xfrm>
            <a:prstGeom prst="chevron">
              <a:avLst>
                <a:gd name="adj" fmla="val 50000"/>
              </a:avLst>
            </a:prstGeom>
            <a:solidFill>
              <a:srgbClr val="E46C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457200"/>
              <a:endParaRPr sz="14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" name="Google Shape;190;p19">
              <a:extLst>
                <a:ext uri="{FF2B5EF4-FFF2-40B4-BE49-F238E27FC236}">
                  <a16:creationId xmlns:a16="http://schemas.microsoft.com/office/drawing/2014/main" id="{9991072A-DBA8-7A54-51FA-7660EF2B6D66}"/>
                </a:ext>
              </a:extLst>
            </p:cNvPr>
            <p:cNvSpPr/>
            <p:nvPr/>
          </p:nvSpPr>
          <p:spPr>
            <a:xfrm>
              <a:off x="2523000" y="2211939"/>
              <a:ext cx="2227800" cy="856800"/>
            </a:xfrm>
            <a:prstGeom prst="chevron">
              <a:avLst>
                <a:gd name="adj" fmla="val 50000"/>
              </a:avLst>
            </a:prstGeom>
            <a:solidFill>
              <a:srgbClr val="E46C0A">
                <a:alpha val="8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457200"/>
              <a:endParaRPr sz="14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" name="Google Shape;193;p19">
              <a:extLst>
                <a:ext uri="{FF2B5EF4-FFF2-40B4-BE49-F238E27FC236}">
                  <a16:creationId xmlns:a16="http://schemas.microsoft.com/office/drawing/2014/main" id="{37FCBCDC-E6BE-19C7-1134-8FB1FA50F05F}"/>
                </a:ext>
              </a:extLst>
            </p:cNvPr>
            <p:cNvSpPr txBox="1"/>
            <p:nvPr/>
          </p:nvSpPr>
          <p:spPr>
            <a:xfrm>
              <a:off x="979049" y="2489440"/>
              <a:ext cx="981600" cy="30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r" defTabSz="457200"/>
              <a:r>
                <a:rPr lang="en" sz="1100">
                  <a:solidFill>
                    <a:srgbClr val="FFFFFF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rPr>
                <a:t>Creación de Lead</a:t>
              </a:r>
              <a:endParaRPr sz="11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endParaRPr>
            </a:p>
          </p:txBody>
        </p:sp>
        <p:sp>
          <p:nvSpPr>
            <p:cNvPr id="101" name="Google Shape;194;p19">
              <a:extLst>
                <a:ext uri="{FF2B5EF4-FFF2-40B4-BE49-F238E27FC236}">
                  <a16:creationId xmlns:a16="http://schemas.microsoft.com/office/drawing/2014/main" id="{7CFA09DE-4E68-C0BE-DF50-90316D238863}"/>
                </a:ext>
              </a:extLst>
            </p:cNvPr>
            <p:cNvSpPr txBox="1"/>
            <p:nvPr/>
          </p:nvSpPr>
          <p:spPr>
            <a:xfrm>
              <a:off x="2941874" y="2489440"/>
              <a:ext cx="981600" cy="30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r" defTabSz="457200"/>
              <a:r>
                <a:rPr lang="es-ES" sz="1100">
                  <a:solidFill>
                    <a:srgbClr val="FFFFFF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rPr>
                <a:t>Formulario Hipotecas</a:t>
              </a:r>
              <a:endParaRPr sz="1100">
                <a:solidFill>
                  <a:srgbClr val="FFFFFF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endParaRPr>
            </a:p>
          </p:txBody>
        </p:sp>
        <p:sp>
          <p:nvSpPr>
            <p:cNvPr id="102" name="Google Shape;197;p19">
              <a:extLst>
                <a:ext uri="{FF2B5EF4-FFF2-40B4-BE49-F238E27FC236}">
                  <a16:creationId xmlns:a16="http://schemas.microsoft.com/office/drawing/2014/main" id="{FC1DE4AB-8548-0BBE-7B82-289E85710C9E}"/>
                </a:ext>
              </a:extLst>
            </p:cNvPr>
            <p:cNvSpPr/>
            <p:nvPr/>
          </p:nvSpPr>
          <p:spPr>
            <a:xfrm>
              <a:off x="2043524" y="2442034"/>
              <a:ext cx="396600" cy="396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457200"/>
              <a:endParaRPr>
                <a:solidFill>
                  <a:srgbClr val="4F81BD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endParaRPr>
            </a:p>
          </p:txBody>
        </p:sp>
        <p:sp>
          <p:nvSpPr>
            <p:cNvPr id="103" name="Google Shape;198;p19">
              <a:extLst>
                <a:ext uri="{FF2B5EF4-FFF2-40B4-BE49-F238E27FC236}">
                  <a16:creationId xmlns:a16="http://schemas.microsoft.com/office/drawing/2014/main" id="{4221BED2-2BA2-7BAC-D2A4-AF68C8D04224}"/>
                </a:ext>
              </a:extLst>
            </p:cNvPr>
            <p:cNvSpPr/>
            <p:nvPr/>
          </p:nvSpPr>
          <p:spPr>
            <a:xfrm>
              <a:off x="4025236" y="2442034"/>
              <a:ext cx="396600" cy="396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457200">
                <a:buClr>
                  <a:prstClr val="black"/>
                </a:buClr>
                <a:buSzPts val="1100"/>
              </a:pPr>
              <a:endParaRPr sz="1400">
                <a:solidFill>
                  <a:srgbClr val="C0504D"/>
                </a:solidFill>
                <a:latin typeface="Calibri"/>
              </a:endParaRPr>
            </a:p>
          </p:txBody>
        </p:sp>
        <p:sp>
          <p:nvSpPr>
            <p:cNvPr id="104" name="Google Shape;203;p19">
              <a:extLst>
                <a:ext uri="{FF2B5EF4-FFF2-40B4-BE49-F238E27FC236}">
                  <a16:creationId xmlns:a16="http://schemas.microsoft.com/office/drawing/2014/main" id="{51F088ED-83D9-C942-C96A-156E27107D07}"/>
                </a:ext>
              </a:extLst>
            </p:cNvPr>
            <p:cNvSpPr txBox="1"/>
            <p:nvPr/>
          </p:nvSpPr>
          <p:spPr>
            <a:xfrm>
              <a:off x="2750199" y="3128974"/>
              <a:ext cx="1805100" cy="54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 defTabSz="457200"/>
              <a:r>
                <a:rPr lang="es-ES" sz="1000" dirty="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rPr>
                <a:t>Sin especificar </a:t>
              </a:r>
            </a:p>
            <a:p>
              <a:pPr algn="ctr" defTabSz="457200"/>
              <a:r>
                <a:rPr lang="es-ES" sz="1000" dirty="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rPr>
                <a:t>Origen</a:t>
              </a:r>
            </a:p>
          </p:txBody>
        </p:sp>
        <p:sp>
          <p:nvSpPr>
            <p:cNvPr id="105" name="Google Shape;204;p19">
              <a:extLst>
                <a:ext uri="{FF2B5EF4-FFF2-40B4-BE49-F238E27FC236}">
                  <a16:creationId xmlns:a16="http://schemas.microsoft.com/office/drawing/2014/main" id="{93DED7BB-4946-A96E-FC59-A15580A206D8}"/>
                </a:ext>
              </a:extLst>
            </p:cNvPr>
            <p:cNvSpPr txBox="1"/>
            <p:nvPr/>
          </p:nvSpPr>
          <p:spPr>
            <a:xfrm>
              <a:off x="2044025" y="2441903"/>
              <a:ext cx="3966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 defTabSz="457200"/>
              <a:r>
                <a:rPr lang="en" sz="1600">
                  <a:solidFill>
                    <a:srgbClr val="E46C0A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rPr>
                <a:t>1</a:t>
              </a:r>
              <a:endParaRPr sz="1600">
                <a:solidFill>
                  <a:srgbClr val="E46C0A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endParaRPr>
            </a:p>
          </p:txBody>
        </p:sp>
        <p:sp>
          <p:nvSpPr>
            <p:cNvPr id="106" name="Google Shape;205;p19">
              <a:extLst>
                <a:ext uri="{FF2B5EF4-FFF2-40B4-BE49-F238E27FC236}">
                  <a16:creationId xmlns:a16="http://schemas.microsoft.com/office/drawing/2014/main" id="{2732476F-6E50-97B0-9D81-C34DA0E7520A}"/>
                </a:ext>
              </a:extLst>
            </p:cNvPr>
            <p:cNvSpPr txBox="1"/>
            <p:nvPr/>
          </p:nvSpPr>
          <p:spPr>
            <a:xfrm>
              <a:off x="4025238" y="2441903"/>
              <a:ext cx="3966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 defTabSz="457200"/>
              <a:r>
                <a:rPr lang="en" sz="1600">
                  <a:solidFill>
                    <a:srgbClr val="E9893B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rPr>
                <a:t>2</a:t>
              </a:r>
              <a:endParaRPr sz="1600">
                <a:solidFill>
                  <a:srgbClr val="E9893B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endParaRPr>
            </a:p>
          </p:txBody>
        </p:sp>
      </p:grpSp>
      <p:sp>
        <p:nvSpPr>
          <p:cNvPr id="107" name="Rectángulo: esquinas redondeadas 106">
            <a:extLst>
              <a:ext uri="{FF2B5EF4-FFF2-40B4-BE49-F238E27FC236}">
                <a16:creationId xmlns:a16="http://schemas.microsoft.com/office/drawing/2014/main" id="{51A4176A-46A1-6F1B-A874-FD8E7CB9DC7E}"/>
              </a:ext>
            </a:extLst>
          </p:cNvPr>
          <p:cNvSpPr/>
          <p:nvPr/>
        </p:nvSpPr>
        <p:spPr>
          <a:xfrm>
            <a:off x="6164360" y="851219"/>
            <a:ext cx="4487347" cy="5809256"/>
          </a:xfrm>
          <a:prstGeom prst="roundRect">
            <a:avLst/>
          </a:prstGeom>
          <a:noFill/>
          <a:ln w="19050">
            <a:solidFill>
              <a:srgbClr val="779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s-ES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119" name="Grupo 118">
            <a:extLst>
              <a:ext uri="{FF2B5EF4-FFF2-40B4-BE49-F238E27FC236}">
                <a16:creationId xmlns:a16="http://schemas.microsoft.com/office/drawing/2014/main" id="{FF5D2200-B8FD-C32A-919C-7B3D757C1BF2}"/>
              </a:ext>
            </a:extLst>
          </p:cNvPr>
          <p:cNvGrpSpPr/>
          <p:nvPr/>
        </p:nvGrpSpPr>
        <p:grpSpPr>
          <a:xfrm>
            <a:off x="6510378" y="4113510"/>
            <a:ext cx="3920792" cy="1499557"/>
            <a:chOff x="522399" y="1543515"/>
            <a:chExt cx="4228401" cy="1525224"/>
          </a:xfrm>
        </p:grpSpPr>
        <p:sp>
          <p:nvSpPr>
            <p:cNvPr id="122" name="Google Shape;189;p19">
              <a:extLst>
                <a:ext uri="{FF2B5EF4-FFF2-40B4-BE49-F238E27FC236}">
                  <a16:creationId xmlns:a16="http://schemas.microsoft.com/office/drawing/2014/main" id="{17DB9C26-58A1-5390-8B76-6B4B5BCBB559}"/>
                </a:ext>
              </a:extLst>
            </p:cNvPr>
            <p:cNvSpPr/>
            <p:nvPr/>
          </p:nvSpPr>
          <p:spPr>
            <a:xfrm>
              <a:off x="522399" y="2211939"/>
              <a:ext cx="2227800" cy="856800"/>
            </a:xfrm>
            <a:prstGeom prst="chevron">
              <a:avLst>
                <a:gd name="adj" fmla="val 50000"/>
              </a:avLst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457200"/>
              <a:endParaRPr sz="14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5" name="Google Shape;190;p19">
              <a:extLst>
                <a:ext uri="{FF2B5EF4-FFF2-40B4-BE49-F238E27FC236}">
                  <a16:creationId xmlns:a16="http://schemas.microsoft.com/office/drawing/2014/main" id="{DC3E6C3A-58BF-2106-E866-7E98BBB29A34}"/>
                </a:ext>
              </a:extLst>
            </p:cNvPr>
            <p:cNvSpPr/>
            <p:nvPr/>
          </p:nvSpPr>
          <p:spPr>
            <a:xfrm>
              <a:off x="2523000" y="2211939"/>
              <a:ext cx="2227800" cy="856800"/>
            </a:xfrm>
            <a:prstGeom prst="chevron">
              <a:avLst>
                <a:gd name="adj" fmla="val 50000"/>
              </a:avLst>
            </a:prstGeom>
            <a:solidFill>
              <a:schemeClr val="accent3">
                <a:lumMod val="75000"/>
                <a:alpha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457200"/>
              <a:endParaRPr sz="14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6" name="Google Shape;193;p19">
              <a:extLst>
                <a:ext uri="{FF2B5EF4-FFF2-40B4-BE49-F238E27FC236}">
                  <a16:creationId xmlns:a16="http://schemas.microsoft.com/office/drawing/2014/main" id="{2F714283-9194-56C6-0635-B4B8810ED721}"/>
                </a:ext>
              </a:extLst>
            </p:cNvPr>
            <p:cNvSpPr txBox="1"/>
            <p:nvPr/>
          </p:nvSpPr>
          <p:spPr>
            <a:xfrm>
              <a:off x="979049" y="2489440"/>
              <a:ext cx="981600" cy="30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r" defTabSz="457200"/>
              <a:r>
                <a:rPr lang="es-ES" sz="1100">
                  <a:solidFill>
                    <a:srgbClr val="FFFFFF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rPr>
                <a:t>Formulario Hipotecas</a:t>
              </a:r>
            </a:p>
          </p:txBody>
        </p:sp>
        <p:sp>
          <p:nvSpPr>
            <p:cNvPr id="127" name="Google Shape;194;p19">
              <a:extLst>
                <a:ext uri="{FF2B5EF4-FFF2-40B4-BE49-F238E27FC236}">
                  <a16:creationId xmlns:a16="http://schemas.microsoft.com/office/drawing/2014/main" id="{E720A8AA-D50A-B7C5-9E57-9422EA039046}"/>
                </a:ext>
              </a:extLst>
            </p:cNvPr>
            <p:cNvSpPr txBox="1"/>
            <p:nvPr/>
          </p:nvSpPr>
          <p:spPr>
            <a:xfrm>
              <a:off x="2843849" y="2458681"/>
              <a:ext cx="1262760" cy="30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r" defTabSz="457200"/>
              <a:r>
                <a:rPr lang="es-ES" sz="1100" dirty="0">
                  <a:solidFill>
                    <a:srgbClr val="FFFFFF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rPr>
                <a:t>Envío alta como Lead/Cliente</a:t>
              </a:r>
            </a:p>
          </p:txBody>
        </p:sp>
        <p:sp>
          <p:nvSpPr>
            <p:cNvPr id="130" name="Google Shape;197;p19">
              <a:extLst>
                <a:ext uri="{FF2B5EF4-FFF2-40B4-BE49-F238E27FC236}">
                  <a16:creationId xmlns:a16="http://schemas.microsoft.com/office/drawing/2014/main" id="{CD05974F-8F4F-F919-415E-2BF3C3755213}"/>
                </a:ext>
              </a:extLst>
            </p:cNvPr>
            <p:cNvSpPr/>
            <p:nvPr/>
          </p:nvSpPr>
          <p:spPr>
            <a:xfrm>
              <a:off x="2043524" y="2442034"/>
              <a:ext cx="396600" cy="396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457200"/>
              <a:endParaRPr>
                <a:solidFill>
                  <a:srgbClr val="4F81BD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endParaRPr>
            </a:p>
          </p:txBody>
        </p:sp>
        <p:sp>
          <p:nvSpPr>
            <p:cNvPr id="131" name="Google Shape;198;p19">
              <a:extLst>
                <a:ext uri="{FF2B5EF4-FFF2-40B4-BE49-F238E27FC236}">
                  <a16:creationId xmlns:a16="http://schemas.microsoft.com/office/drawing/2014/main" id="{6E5F7908-D586-3734-11AD-CF85CBF9BFA1}"/>
                </a:ext>
              </a:extLst>
            </p:cNvPr>
            <p:cNvSpPr/>
            <p:nvPr/>
          </p:nvSpPr>
          <p:spPr>
            <a:xfrm>
              <a:off x="4025236" y="2442034"/>
              <a:ext cx="396600" cy="396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457200">
                <a:buClr>
                  <a:prstClr val="black"/>
                </a:buClr>
                <a:buSzPts val="1100"/>
              </a:pPr>
              <a:endParaRPr sz="1400">
                <a:solidFill>
                  <a:srgbClr val="C0504D"/>
                </a:solidFill>
                <a:latin typeface="Calibri"/>
              </a:endParaRPr>
            </a:p>
          </p:txBody>
        </p:sp>
        <p:sp>
          <p:nvSpPr>
            <p:cNvPr id="132" name="Google Shape;203;p19">
              <a:extLst>
                <a:ext uri="{FF2B5EF4-FFF2-40B4-BE49-F238E27FC236}">
                  <a16:creationId xmlns:a16="http://schemas.microsoft.com/office/drawing/2014/main" id="{D5F92EC7-DEC2-F1BA-4F43-D740E350E2E4}"/>
                </a:ext>
              </a:extLst>
            </p:cNvPr>
            <p:cNvSpPr txBox="1"/>
            <p:nvPr/>
          </p:nvSpPr>
          <p:spPr>
            <a:xfrm>
              <a:off x="635025" y="1543515"/>
              <a:ext cx="1805100" cy="54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 defTabSz="457200"/>
              <a:r>
                <a:rPr lang="en" sz="100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rPr>
                <a:t>Origen Referenciado:</a:t>
              </a:r>
            </a:p>
            <a:p>
              <a:pPr algn="ctr" defTabSz="457200"/>
              <a:r>
                <a:rPr lang="en" sz="100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rPr>
                <a:t>Si </a:t>
              </a:r>
            </a:p>
            <a:p>
              <a:pPr algn="ctr" defTabSz="457200"/>
              <a:r>
                <a:rPr lang="es-ES" sz="100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rPr>
                <a:t>N</a:t>
              </a:r>
              <a:r>
                <a:rPr lang="en" sz="100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rPr>
                <a:t>o</a:t>
              </a:r>
              <a:endParaRPr lang="es-ES" sz="1000">
                <a:solidFill>
                  <a:srgbClr val="25252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3" name="Google Shape;204;p19">
              <a:extLst>
                <a:ext uri="{FF2B5EF4-FFF2-40B4-BE49-F238E27FC236}">
                  <a16:creationId xmlns:a16="http://schemas.microsoft.com/office/drawing/2014/main" id="{B38552B3-FB8E-24E6-9BE8-7AC101B81384}"/>
                </a:ext>
              </a:extLst>
            </p:cNvPr>
            <p:cNvSpPr txBox="1"/>
            <p:nvPr/>
          </p:nvSpPr>
          <p:spPr>
            <a:xfrm>
              <a:off x="2044025" y="2441903"/>
              <a:ext cx="3966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 defTabSz="457200"/>
              <a:r>
                <a:rPr lang="en" sz="1600">
                  <a:solidFill>
                    <a:srgbClr val="9BBB59">
                      <a:lumMod val="75000"/>
                    </a:srgbClr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rPr>
                <a:t>1</a:t>
              </a:r>
              <a:endParaRPr sz="1600">
                <a:solidFill>
                  <a:srgbClr val="9BBB59">
                    <a:lumMod val="75000"/>
                  </a:srgbClr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endParaRPr>
            </a:p>
          </p:txBody>
        </p:sp>
        <p:sp>
          <p:nvSpPr>
            <p:cNvPr id="134" name="Google Shape;205;p19">
              <a:extLst>
                <a:ext uri="{FF2B5EF4-FFF2-40B4-BE49-F238E27FC236}">
                  <a16:creationId xmlns:a16="http://schemas.microsoft.com/office/drawing/2014/main" id="{8E0B2DC9-2579-E007-B1E9-E4EE62D45AB0}"/>
                </a:ext>
              </a:extLst>
            </p:cNvPr>
            <p:cNvSpPr txBox="1"/>
            <p:nvPr/>
          </p:nvSpPr>
          <p:spPr>
            <a:xfrm>
              <a:off x="4025238" y="2441903"/>
              <a:ext cx="3966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 defTabSz="457200"/>
              <a:r>
                <a:rPr lang="en" sz="1600">
                  <a:solidFill>
                    <a:srgbClr val="92A963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rPr>
                <a:t>2</a:t>
              </a:r>
              <a:endParaRPr sz="1600">
                <a:solidFill>
                  <a:srgbClr val="92A963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endParaRPr>
            </a:p>
          </p:txBody>
        </p:sp>
      </p:grpSp>
      <p:sp>
        <p:nvSpPr>
          <p:cNvPr id="135" name="CuadroTexto 134">
            <a:extLst>
              <a:ext uri="{FF2B5EF4-FFF2-40B4-BE49-F238E27FC236}">
                <a16:creationId xmlns:a16="http://schemas.microsoft.com/office/drawing/2014/main" id="{0326034A-B13B-841A-7CDE-B84FF314240A}"/>
              </a:ext>
            </a:extLst>
          </p:cNvPr>
          <p:cNvSpPr txBox="1"/>
          <p:nvPr/>
        </p:nvSpPr>
        <p:spPr>
          <a:xfrm>
            <a:off x="7041520" y="668823"/>
            <a:ext cx="2494144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457200"/>
            <a:r>
              <a:rPr lang="es-ES" sz="2000" b="1" dirty="0">
                <a:solidFill>
                  <a:prstClr val="black"/>
                </a:solidFill>
                <a:latin typeface="Calibri"/>
              </a:rPr>
              <a:t>Procedimiento Nuevo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5BE986FA-4767-EBC1-4E18-A119D4ABC54D}"/>
              </a:ext>
            </a:extLst>
          </p:cNvPr>
          <p:cNvGrpSpPr/>
          <p:nvPr/>
        </p:nvGrpSpPr>
        <p:grpSpPr>
          <a:xfrm>
            <a:off x="1726276" y="1858484"/>
            <a:ext cx="3920791" cy="2191784"/>
            <a:chOff x="1726276" y="1467607"/>
            <a:chExt cx="3920791" cy="2191784"/>
          </a:xfrm>
        </p:grpSpPr>
        <p:grpSp>
          <p:nvGrpSpPr>
            <p:cNvPr id="95" name="Grupo 94">
              <a:extLst>
                <a:ext uri="{FF2B5EF4-FFF2-40B4-BE49-F238E27FC236}">
                  <a16:creationId xmlns:a16="http://schemas.microsoft.com/office/drawing/2014/main" id="{5A3EB52F-244D-99B2-8510-232740F8BEBB}"/>
                </a:ext>
              </a:extLst>
            </p:cNvPr>
            <p:cNvGrpSpPr/>
            <p:nvPr/>
          </p:nvGrpSpPr>
          <p:grpSpPr>
            <a:xfrm>
              <a:off x="1726276" y="2146927"/>
              <a:ext cx="3920791" cy="1512464"/>
              <a:chOff x="522399" y="2211939"/>
              <a:chExt cx="4228401" cy="1538352"/>
            </a:xfrm>
          </p:grpSpPr>
          <p:sp>
            <p:nvSpPr>
              <p:cNvPr id="4" name="Google Shape;188;p19">
                <a:extLst>
                  <a:ext uri="{FF2B5EF4-FFF2-40B4-BE49-F238E27FC236}">
                    <a16:creationId xmlns:a16="http://schemas.microsoft.com/office/drawing/2014/main" id="{4A89360F-13C7-785D-8AE3-C81A5ECDC957}"/>
                  </a:ext>
                </a:extLst>
              </p:cNvPr>
              <p:cNvSpPr txBox="1"/>
              <p:nvPr/>
            </p:nvSpPr>
            <p:spPr>
              <a:xfrm>
                <a:off x="2612675" y="3200691"/>
                <a:ext cx="1805100" cy="54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ctr" defTabSz="457200"/>
                <a:endParaRPr sz="100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9" name="Google Shape;189;p19">
                <a:extLst>
                  <a:ext uri="{FF2B5EF4-FFF2-40B4-BE49-F238E27FC236}">
                    <a16:creationId xmlns:a16="http://schemas.microsoft.com/office/drawing/2014/main" id="{C8873A9A-8771-9BF2-31C9-C9A61543B1B5}"/>
                  </a:ext>
                </a:extLst>
              </p:cNvPr>
              <p:cNvSpPr/>
              <p:nvPr/>
            </p:nvSpPr>
            <p:spPr>
              <a:xfrm>
                <a:off x="522399" y="2211939"/>
                <a:ext cx="2227800" cy="856800"/>
              </a:xfrm>
              <a:prstGeom prst="chevron">
                <a:avLst>
                  <a:gd name="adj" fmla="val 50000"/>
                </a:avLst>
              </a:prstGeom>
              <a:solidFill>
                <a:srgbClr val="E46C0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457200"/>
                <a:endParaRPr sz="14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0" name="Google Shape;190;p19">
                <a:extLst>
                  <a:ext uri="{FF2B5EF4-FFF2-40B4-BE49-F238E27FC236}">
                    <a16:creationId xmlns:a16="http://schemas.microsoft.com/office/drawing/2014/main" id="{EB1FAB6F-58FC-5801-A3C9-6487C633924B}"/>
                  </a:ext>
                </a:extLst>
              </p:cNvPr>
              <p:cNvSpPr/>
              <p:nvPr/>
            </p:nvSpPr>
            <p:spPr>
              <a:xfrm>
                <a:off x="2523000" y="2211939"/>
                <a:ext cx="2227800" cy="856800"/>
              </a:xfrm>
              <a:prstGeom prst="chevron">
                <a:avLst>
                  <a:gd name="adj" fmla="val 50000"/>
                </a:avLst>
              </a:prstGeom>
              <a:solidFill>
                <a:srgbClr val="E46C0A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457200"/>
                <a:endParaRPr sz="14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6" name="Google Shape;193;p19">
                <a:extLst>
                  <a:ext uri="{FF2B5EF4-FFF2-40B4-BE49-F238E27FC236}">
                    <a16:creationId xmlns:a16="http://schemas.microsoft.com/office/drawing/2014/main" id="{F39BD86B-56FC-BF70-2D5B-46FD9D52D375}"/>
                  </a:ext>
                </a:extLst>
              </p:cNvPr>
              <p:cNvSpPr txBox="1"/>
              <p:nvPr/>
            </p:nvSpPr>
            <p:spPr>
              <a:xfrm>
                <a:off x="979049" y="2489440"/>
                <a:ext cx="981600" cy="30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r" defTabSz="457200"/>
                <a:r>
                  <a:rPr lang="en" sz="1100">
                    <a:solidFill>
                      <a:srgbClr val="FFFFFF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rPr>
                  <a:t>Creación de Lead</a:t>
                </a:r>
                <a:endParaRPr sz="1100">
                  <a:solidFill>
                    <a:srgbClr val="FFFFFF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endParaRPr>
              </a:p>
            </p:txBody>
          </p:sp>
          <p:sp>
            <p:nvSpPr>
              <p:cNvPr id="20" name="Google Shape;194;p19">
                <a:extLst>
                  <a:ext uri="{FF2B5EF4-FFF2-40B4-BE49-F238E27FC236}">
                    <a16:creationId xmlns:a16="http://schemas.microsoft.com/office/drawing/2014/main" id="{C0E45B07-EF86-448E-C774-BEFA57A5040D}"/>
                  </a:ext>
                </a:extLst>
              </p:cNvPr>
              <p:cNvSpPr txBox="1"/>
              <p:nvPr/>
            </p:nvSpPr>
            <p:spPr>
              <a:xfrm>
                <a:off x="2941874" y="2489440"/>
                <a:ext cx="981600" cy="30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r" defTabSz="457200"/>
                <a:r>
                  <a:rPr lang="en" sz="1100" dirty="0">
                    <a:solidFill>
                      <a:srgbClr val="FFFFFF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rPr>
                  <a:t>Entrada de datos desde MPF</a:t>
                </a:r>
                <a:endParaRPr sz="1100" dirty="0">
                  <a:solidFill>
                    <a:srgbClr val="FFFFFF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endParaRPr>
              </a:p>
            </p:txBody>
          </p:sp>
          <p:sp>
            <p:nvSpPr>
              <p:cNvPr id="28" name="Google Shape;197;p19">
                <a:extLst>
                  <a:ext uri="{FF2B5EF4-FFF2-40B4-BE49-F238E27FC236}">
                    <a16:creationId xmlns:a16="http://schemas.microsoft.com/office/drawing/2014/main" id="{DDDCF399-3B3C-5C20-741F-32417EE4E581}"/>
                  </a:ext>
                </a:extLst>
              </p:cNvPr>
              <p:cNvSpPr/>
              <p:nvPr/>
            </p:nvSpPr>
            <p:spPr>
              <a:xfrm>
                <a:off x="2043524" y="2442034"/>
                <a:ext cx="396600" cy="3966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457200"/>
                <a:endParaRPr>
                  <a:solidFill>
                    <a:srgbClr val="4F81BD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endParaRPr>
              </a:p>
            </p:txBody>
          </p:sp>
          <p:sp>
            <p:nvSpPr>
              <p:cNvPr id="29" name="Google Shape;198;p19">
                <a:extLst>
                  <a:ext uri="{FF2B5EF4-FFF2-40B4-BE49-F238E27FC236}">
                    <a16:creationId xmlns:a16="http://schemas.microsoft.com/office/drawing/2014/main" id="{172B0CA3-70F4-BF45-43B1-0B08F340CCFF}"/>
                  </a:ext>
                </a:extLst>
              </p:cNvPr>
              <p:cNvSpPr/>
              <p:nvPr/>
            </p:nvSpPr>
            <p:spPr>
              <a:xfrm>
                <a:off x="4025236" y="2442034"/>
                <a:ext cx="396600" cy="3966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457200">
                  <a:buClr>
                    <a:prstClr val="black"/>
                  </a:buClr>
                  <a:buSzPts val="1100"/>
                </a:pPr>
                <a:endParaRPr sz="1400">
                  <a:solidFill>
                    <a:srgbClr val="C0504D"/>
                  </a:solidFill>
                  <a:latin typeface="Calibri"/>
                </a:endParaRPr>
              </a:p>
            </p:txBody>
          </p:sp>
          <p:sp>
            <p:nvSpPr>
              <p:cNvPr id="66" name="Google Shape;203;p19">
                <a:extLst>
                  <a:ext uri="{FF2B5EF4-FFF2-40B4-BE49-F238E27FC236}">
                    <a16:creationId xmlns:a16="http://schemas.microsoft.com/office/drawing/2014/main" id="{6BD1B514-F59E-1C2F-4921-626A34D72F5D}"/>
                  </a:ext>
                </a:extLst>
              </p:cNvPr>
              <p:cNvSpPr txBox="1"/>
              <p:nvPr/>
            </p:nvSpPr>
            <p:spPr>
              <a:xfrm>
                <a:off x="2535117" y="3102007"/>
                <a:ext cx="1805100" cy="54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ctr" defTabSz="457200"/>
                <a:r>
                  <a:rPr lang="en" sz="1000" dirty="0">
                    <a:solidFill>
                      <a:srgbClr val="252525"/>
                    </a:solidFill>
                    <a:latin typeface="Roboto"/>
                    <a:ea typeface="Roboto"/>
                    <a:cs typeface="Roboto"/>
                    <a:sym typeface="Roboto"/>
                  </a:rPr>
                  <a:t>Sin especificar </a:t>
                </a:r>
              </a:p>
              <a:p>
                <a:pPr algn="ctr" defTabSz="457200"/>
                <a:r>
                  <a:rPr lang="en" sz="1000" dirty="0">
                    <a:solidFill>
                      <a:srgbClr val="252525"/>
                    </a:solidFill>
                    <a:latin typeface="Roboto"/>
                    <a:ea typeface="Roboto"/>
                    <a:cs typeface="Roboto"/>
                    <a:sym typeface="Roboto"/>
                  </a:rPr>
                  <a:t>Origen</a:t>
                </a:r>
                <a:endParaRPr sz="1000" dirty="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1" name="Google Shape;204;p19">
                <a:extLst>
                  <a:ext uri="{FF2B5EF4-FFF2-40B4-BE49-F238E27FC236}">
                    <a16:creationId xmlns:a16="http://schemas.microsoft.com/office/drawing/2014/main" id="{7CE2E50D-1376-9858-579F-3A9C6781F1BB}"/>
                  </a:ext>
                </a:extLst>
              </p:cNvPr>
              <p:cNvSpPr txBox="1"/>
              <p:nvPr/>
            </p:nvSpPr>
            <p:spPr>
              <a:xfrm>
                <a:off x="2044025" y="2441903"/>
                <a:ext cx="396600" cy="39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 defTabSz="457200"/>
                <a:r>
                  <a:rPr lang="en" sz="1600" dirty="0">
                    <a:solidFill>
                      <a:srgbClr val="E46C0A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rPr>
                  <a:t>1</a:t>
                </a:r>
                <a:endParaRPr sz="1600" dirty="0">
                  <a:solidFill>
                    <a:srgbClr val="E46C0A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endParaRPr>
              </a:p>
            </p:txBody>
          </p:sp>
          <p:sp>
            <p:nvSpPr>
              <p:cNvPr id="72" name="Google Shape;205;p19">
                <a:extLst>
                  <a:ext uri="{FF2B5EF4-FFF2-40B4-BE49-F238E27FC236}">
                    <a16:creationId xmlns:a16="http://schemas.microsoft.com/office/drawing/2014/main" id="{82D6A68E-0C48-50D4-E4E5-DDC2F0354730}"/>
                  </a:ext>
                </a:extLst>
              </p:cNvPr>
              <p:cNvSpPr txBox="1"/>
              <p:nvPr/>
            </p:nvSpPr>
            <p:spPr>
              <a:xfrm>
                <a:off x="4025238" y="2441903"/>
                <a:ext cx="396600" cy="39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 defTabSz="457200"/>
                <a:r>
                  <a:rPr lang="en" sz="1600">
                    <a:solidFill>
                      <a:srgbClr val="E9893B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rPr>
                  <a:t>2</a:t>
                </a:r>
                <a:endParaRPr sz="1600">
                  <a:solidFill>
                    <a:srgbClr val="E9893B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endParaRPr>
              </a:p>
            </p:txBody>
          </p:sp>
        </p:grpSp>
        <p:pic>
          <p:nvPicPr>
            <p:cNvPr id="136" name="Imagen 135">
              <a:extLst>
                <a:ext uri="{FF2B5EF4-FFF2-40B4-BE49-F238E27FC236}">
                  <a16:creationId xmlns:a16="http://schemas.microsoft.com/office/drawing/2014/main" id="{953A5F72-6397-1347-5255-239626C89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006047" y="1467607"/>
              <a:ext cx="1295521" cy="738363"/>
            </a:xfrm>
            <a:prstGeom prst="rect">
              <a:avLst/>
            </a:prstGeom>
          </p:spPr>
        </p:pic>
      </p:grpSp>
      <p:pic>
        <p:nvPicPr>
          <p:cNvPr id="137" name="Imagen 136">
            <a:extLst>
              <a:ext uri="{FF2B5EF4-FFF2-40B4-BE49-F238E27FC236}">
                <a16:creationId xmlns:a16="http://schemas.microsoft.com/office/drawing/2014/main" id="{D561AA54-C47C-E9B5-E8BB-879BF840CC6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06047" y="4128875"/>
            <a:ext cx="1295521" cy="738363"/>
          </a:xfrm>
          <a:prstGeom prst="rect">
            <a:avLst/>
          </a:prstGeom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167A42AF-1FE2-9A6E-27A3-19E37521DC29}"/>
              </a:ext>
            </a:extLst>
          </p:cNvPr>
          <p:cNvGrpSpPr/>
          <p:nvPr/>
        </p:nvGrpSpPr>
        <p:grpSpPr>
          <a:xfrm>
            <a:off x="6532738" y="1840496"/>
            <a:ext cx="3920792" cy="2236400"/>
            <a:chOff x="6532738" y="1449619"/>
            <a:chExt cx="3920792" cy="2236400"/>
          </a:xfrm>
        </p:grpSpPr>
        <p:grpSp>
          <p:nvGrpSpPr>
            <p:cNvPr id="108" name="Grupo 107">
              <a:extLst>
                <a:ext uri="{FF2B5EF4-FFF2-40B4-BE49-F238E27FC236}">
                  <a16:creationId xmlns:a16="http://schemas.microsoft.com/office/drawing/2014/main" id="{A9F3F081-FD7E-11A0-3B6B-B906A4C8F1A9}"/>
                </a:ext>
              </a:extLst>
            </p:cNvPr>
            <p:cNvGrpSpPr/>
            <p:nvPr/>
          </p:nvGrpSpPr>
          <p:grpSpPr>
            <a:xfrm>
              <a:off x="6532738" y="1449619"/>
              <a:ext cx="3920792" cy="1499558"/>
              <a:chOff x="522399" y="1543515"/>
              <a:chExt cx="4228401" cy="1525225"/>
            </a:xfrm>
          </p:grpSpPr>
          <p:sp>
            <p:nvSpPr>
              <p:cNvPr id="116" name="Google Shape;203;p19">
                <a:extLst>
                  <a:ext uri="{FF2B5EF4-FFF2-40B4-BE49-F238E27FC236}">
                    <a16:creationId xmlns:a16="http://schemas.microsoft.com/office/drawing/2014/main" id="{1A51A7A3-8B3E-A518-97D2-EE8358936CA1}"/>
                  </a:ext>
                </a:extLst>
              </p:cNvPr>
              <p:cNvSpPr txBox="1"/>
              <p:nvPr/>
            </p:nvSpPr>
            <p:spPr>
              <a:xfrm>
                <a:off x="635025" y="1543515"/>
                <a:ext cx="1805100" cy="54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ctr" defTabSz="457200"/>
                <a:r>
                  <a:rPr lang="en" sz="1000" dirty="0">
                    <a:solidFill>
                      <a:srgbClr val="252525"/>
                    </a:solidFill>
                    <a:latin typeface="Roboto"/>
                    <a:ea typeface="Roboto"/>
                    <a:cs typeface="Roboto"/>
                    <a:sym typeface="Roboto"/>
                  </a:rPr>
                  <a:t>Origen Referenciado:</a:t>
                </a:r>
              </a:p>
              <a:p>
                <a:pPr algn="ctr" defTabSz="457200"/>
                <a:r>
                  <a:rPr lang="en" sz="1000" dirty="0">
                    <a:solidFill>
                      <a:srgbClr val="252525"/>
                    </a:solidFill>
                    <a:latin typeface="Roboto"/>
                    <a:ea typeface="Roboto"/>
                    <a:cs typeface="Roboto"/>
                    <a:sym typeface="Roboto"/>
                  </a:rPr>
                  <a:t>Si </a:t>
                </a:r>
              </a:p>
              <a:p>
                <a:pPr algn="ctr" defTabSz="457200"/>
                <a:r>
                  <a:rPr lang="es-ES" sz="1000" dirty="0">
                    <a:solidFill>
                      <a:srgbClr val="252525"/>
                    </a:solidFill>
                    <a:latin typeface="Roboto"/>
                    <a:ea typeface="Roboto"/>
                    <a:cs typeface="Roboto"/>
                    <a:sym typeface="Roboto"/>
                  </a:rPr>
                  <a:t>N</a:t>
                </a:r>
                <a:r>
                  <a:rPr lang="en" sz="1000" dirty="0">
                    <a:solidFill>
                      <a:srgbClr val="252525"/>
                    </a:solidFill>
                    <a:latin typeface="Roboto"/>
                    <a:ea typeface="Roboto"/>
                    <a:cs typeface="Roboto"/>
                    <a:sym typeface="Roboto"/>
                  </a:rPr>
                  <a:t>o</a:t>
                </a:r>
                <a:endParaRPr sz="1000" dirty="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0" name="Google Shape;189;p19">
                <a:extLst>
                  <a:ext uri="{FF2B5EF4-FFF2-40B4-BE49-F238E27FC236}">
                    <a16:creationId xmlns:a16="http://schemas.microsoft.com/office/drawing/2014/main" id="{5DFE50E3-FA58-73D3-862C-34A8C3245A44}"/>
                  </a:ext>
                </a:extLst>
              </p:cNvPr>
              <p:cNvSpPr/>
              <p:nvPr/>
            </p:nvSpPr>
            <p:spPr>
              <a:xfrm>
                <a:off x="522399" y="2211939"/>
                <a:ext cx="2227800" cy="856800"/>
              </a:xfrm>
              <a:prstGeom prst="chevron">
                <a:avLst>
                  <a:gd name="adj" fmla="val 50000"/>
                </a:avLst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457200"/>
                <a:endParaRPr sz="14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11" name="Google Shape;190;p19">
                <a:extLst>
                  <a:ext uri="{FF2B5EF4-FFF2-40B4-BE49-F238E27FC236}">
                    <a16:creationId xmlns:a16="http://schemas.microsoft.com/office/drawing/2014/main" id="{D2315B4E-AE2B-0735-4CAB-ADA6843D8287}"/>
                  </a:ext>
                </a:extLst>
              </p:cNvPr>
              <p:cNvSpPr/>
              <p:nvPr/>
            </p:nvSpPr>
            <p:spPr>
              <a:xfrm>
                <a:off x="2523000" y="2211940"/>
                <a:ext cx="2227800" cy="856800"/>
              </a:xfrm>
              <a:prstGeom prst="chevron">
                <a:avLst>
                  <a:gd name="adj" fmla="val 50000"/>
                </a:avLst>
              </a:prstGeom>
              <a:solidFill>
                <a:schemeClr val="accent3">
                  <a:lumMod val="75000"/>
                  <a:alpha val="8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457200"/>
                <a:endParaRPr sz="14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12" name="Google Shape;193;p19">
                <a:extLst>
                  <a:ext uri="{FF2B5EF4-FFF2-40B4-BE49-F238E27FC236}">
                    <a16:creationId xmlns:a16="http://schemas.microsoft.com/office/drawing/2014/main" id="{1BFB1031-DB4D-128B-BBE5-DE69A38E54BA}"/>
                  </a:ext>
                </a:extLst>
              </p:cNvPr>
              <p:cNvSpPr txBox="1"/>
              <p:nvPr/>
            </p:nvSpPr>
            <p:spPr>
              <a:xfrm>
                <a:off x="979049" y="2489440"/>
                <a:ext cx="981600" cy="30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r" defTabSz="457200"/>
                <a:r>
                  <a:rPr lang="es-ES" sz="1100" dirty="0">
                    <a:solidFill>
                      <a:srgbClr val="FFFFFF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rPr>
                  <a:t>Entrada de datos desde MPF</a:t>
                </a:r>
              </a:p>
            </p:txBody>
          </p:sp>
          <p:sp>
            <p:nvSpPr>
              <p:cNvPr id="113" name="Google Shape;194;p19">
                <a:extLst>
                  <a:ext uri="{FF2B5EF4-FFF2-40B4-BE49-F238E27FC236}">
                    <a16:creationId xmlns:a16="http://schemas.microsoft.com/office/drawing/2014/main" id="{CCBBA088-F81C-A67A-8779-3EA8BD358D91}"/>
                  </a:ext>
                </a:extLst>
              </p:cNvPr>
              <p:cNvSpPr txBox="1"/>
              <p:nvPr/>
            </p:nvSpPr>
            <p:spPr>
              <a:xfrm>
                <a:off x="2701176" y="2465508"/>
                <a:ext cx="1414768" cy="3248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r" defTabSz="457200"/>
                <a:r>
                  <a:rPr lang="es-ES" sz="1100" dirty="0">
                    <a:solidFill>
                      <a:srgbClr val="FFFFFF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rPr>
                  <a:t>Envío alta como Lead/Cliente</a:t>
                </a:r>
                <a:endParaRPr sz="1100" dirty="0">
                  <a:solidFill>
                    <a:srgbClr val="FFFFFF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endParaRPr>
              </a:p>
            </p:txBody>
          </p:sp>
          <p:sp>
            <p:nvSpPr>
              <p:cNvPr id="114" name="Google Shape;197;p19">
                <a:extLst>
                  <a:ext uri="{FF2B5EF4-FFF2-40B4-BE49-F238E27FC236}">
                    <a16:creationId xmlns:a16="http://schemas.microsoft.com/office/drawing/2014/main" id="{EDCBD050-32F2-2EE8-CFCF-141E6E7D9EC8}"/>
                  </a:ext>
                </a:extLst>
              </p:cNvPr>
              <p:cNvSpPr/>
              <p:nvPr/>
            </p:nvSpPr>
            <p:spPr>
              <a:xfrm>
                <a:off x="2043524" y="2442034"/>
                <a:ext cx="396600" cy="3966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457200"/>
                <a:endParaRPr>
                  <a:solidFill>
                    <a:srgbClr val="4F81BD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endParaRPr>
              </a:p>
            </p:txBody>
          </p:sp>
          <p:sp>
            <p:nvSpPr>
              <p:cNvPr id="115" name="Google Shape;198;p19">
                <a:extLst>
                  <a:ext uri="{FF2B5EF4-FFF2-40B4-BE49-F238E27FC236}">
                    <a16:creationId xmlns:a16="http://schemas.microsoft.com/office/drawing/2014/main" id="{3FC52188-6F4F-16BC-07AD-E213B1047F19}"/>
                  </a:ext>
                </a:extLst>
              </p:cNvPr>
              <p:cNvSpPr/>
              <p:nvPr/>
            </p:nvSpPr>
            <p:spPr>
              <a:xfrm>
                <a:off x="4025236" y="2442034"/>
                <a:ext cx="396600" cy="3966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457200">
                  <a:buClr>
                    <a:prstClr val="black"/>
                  </a:buClr>
                  <a:buSzPts val="1100"/>
                </a:pPr>
                <a:endParaRPr sz="1400">
                  <a:solidFill>
                    <a:srgbClr val="C0504D"/>
                  </a:solidFill>
                  <a:latin typeface="Calibri"/>
                </a:endParaRPr>
              </a:p>
            </p:txBody>
          </p:sp>
          <p:sp>
            <p:nvSpPr>
              <p:cNvPr id="117" name="Google Shape;204;p19">
                <a:extLst>
                  <a:ext uri="{FF2B5EF4-FFF2-40B4-BE49-F238E27FC236}">
                    <a16:creationId xmlns:a16="http://schemas.microsoft.com/office/drawing/2014/main" id="{D28F9CE0-426E-9CF2-408F-1C8280A97388}"/>
                  </a:ext>
                </a:extLst>
              </p:cNvPr>
              <p:cNvSpPr txBox="1"/>
              <p:nvPr/>
            </p:nvSpPr>
            <p:spPr>
              <a:xfrm>
                <a:off x="2044025" y="2441903"/>
                <a:ext cx="396600" cy="39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 defTabSz="457200"/>
                <a:r>
                  <a:rPr lang="en" sz="1600">
                    <a:solidFill>
                      <a:srgbClr val="9BBB59">
                        <a:lumMod val="75000"/>
                      </a:srgbClr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rPr>
                  <a:t>1</a:t>
                </a:r>
                <a:endParaRPr sz="1600">
                  <a:solidFill>
                    <a:srgbClr val="9BBB59">
                      <a:lumMod val="75000"/>
                    </a:srgbClr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endParaRPr>
              </a:p>
            </p:txBody>
          </p:sp>
          <p:sp>
            <p:nvSpPr>
              <p:cNvPr id="118" name="Google Shape;205;p19">
                <a:extLst>
                  <a:ext uri="{FF2B5EF4-FFF2-40B4-BE49-F238E27FC236}">
                    <a16:creationId xmlns:a16="http://schemas.microsoft.com/office/drawing/2014/main" id="{CE8E20C3-116A-A659-9C3A-E6CFE88CD96B}"/>
                  </a:ext>
                </a:extLst>
              </p:cNvPr>
              <p:cNvSpPr txBox="1"/>
              <p:nvPr/>
            </p:nvSpPr>
            <p:spPr>
              <a:xfrm>
                <a:off x="4025238" y="2441903"/>
                <a:ext cx="396600" cy="39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 defTabSz="457200"/>
                <a:r>
                  <a:rPr lang="en" sz="1600">
                    <a:solidFill>
                      <a:srgbClr val="92A963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rPr>
                  <a:t>2</a:t>
                </a:r>
                <a:endParaRPr sz="1600">
                  <a:solidFill>
                    <a:srgbClr val="92A963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endParaRPr>
              </a:p>
            </p:txBody>
          </p:sp>
        </p:grpSp>
        <p:pic>
          <p:nvPicPr>
            <p:cNvPr id="138" name="Imagen 137">
              <a:extLst>
                <a:ext uri="{FF2B5EF4-FFF2-40B4-BE49-F238E27FC236}">
                  <a16:creationId xmlns:a16="http://schemas.microsoft.com/office/drawing/2014/main" id="{233451B8-D7D7-A6FD-A15B-D055BDDD5F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19178" y="2944029"/>
              <a:ext cx="1291477" cy="741990"/>
            </a:xfrm>
            <a:prstGeom prst="rect">
              <a:avLst/>
            </a:prstGeom>
          </p:spPr>
        </p:pic>
        <p:pic>
          <p:nvPicPr>
            <p:cNvPr id="140" name="Gráfico 139" descr="Casilla marcada con relleno sólido">
              <a:extLst>
                <a:ext uri="{FF2B5EF4-FFF2-40B4-BE49-F238E27FC236}">
                  <a16:creationId xmlns:a16="http://schemas.microsoft.com/office/drawing/2014/main" id="{12988DAD-502F-5F03-C3E4-66D4A430ED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581212" y="1711592"/>
              <a:ext cx="164722" cy="166233"/>
            </a:xfrm>
            <a:prstGeom prst="rect">
              <a:avLst/>
            </a:prstGeom>
          </p:spPr>
        </p:pic>
        <p:pic>
          <p:nvPicPr>
            <p:cNvPr id="142" name="Gráfico 141" descr="Casilla cruzada con relleno sólido">
              <a:extLst>
                <a:ext uri="{FF2B5EF4-FFF2-40B4-BE49-F238E27FC236}">
                  <a16:creationId xmlns:a16="http://schemas.microsoft.com/office/drawing/2014/main" id="{384421F7-24D8-AB85-E2F2-6A4CAF79FFB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581212" y="1863870"/>
              <a:ext cx="164722" cy="166233"/>
            </a:xfrm>
            <a:prstGeom prst="rect">
              <a:avLst/>
            </a:prstGeom>
          </p:spPr>
        </p:pic>
      </p:grpSp>
      <p:pic>
        <p:nvPicPr>
          <p:cNvPr id="143" name="Gráfico 142" descr="Casilla marcada con relleno sólido">
            <a:extLst>
              <a:ext uri="{FF2B5EF4-FFF2-40B4-BE49-F238E27FC236}">
                <a16:creationId xmlns:a16="http://schemas.microsoft.com/office/drawing/2014/main" id="{76C31A95-554E-4315-B5E9-E4A177CDDE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76312" y="4377430"/>
            <a:ext cx="164722" cy="166233"/>
          </a:xfrm>
          <a:prstGeom prst="rect">
            <a:avLst/>
          </a:prstGeom>
        </p:spPr>
      </p:pic>
      <p:pic>
        <p:nvPicPr>
          <p:cNvPr id="144" name="Gráfico 143" descr="Casilla cruzada con relleno sólido">
            <a:extLst>
              <a:ext uri="{FF2B5EF4-FFF2-40B4-BE49-F238E27FC236}">
                <a16:creationId xmlns:a16="http://schemas.microsoft.com/office/drawing/2014/main" id="{40305141-D8E8-665A-5F80-68E728BD858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76312" y="4528810"/>
            <a:ext cx="164722" cy="166233"/>
          </a:xfrm>
          <a:prstGeom prst="rect">
            <a:avLst/>
          </a:prstGeom>
        </p:spPr>
      </p:pic>
      <p:pic>
        <p:nvPicPr>
          <p:cNvPr id="145" name="Imagen 144">
            <a:extLst>
              <a:ext uri="{FF2B5EF4-FFF2-40B4-BE49-F238E27FC236}">
                <a16:creationId xmlns:a16="http://schemas.microsoft.com/office/drawing/2014/main" id="{04676E05-5FD7-144E-B975-A54B67EDE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4414" y="5611601"/>
            <a:ext cx="1291477" cy="741990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29E2D80C-1721-7320-AB98-DF72EF771415}"/>
              </a:ext>
            </a:extLst>
          </p:cNvPr>
          <p:cNvSpPr txBox="1">
            <a:spLocks/>
          </p:cNvSpPr>
          <p:nvPr/>
        </p:nvSpPr>
        <p:spPr>
          <a:xfrm>
            <a:off x="6164360" y="1097385"/>
            <a:ext cx="4383138" cy="6021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400" b="1" dirty="0">
                <a:solidFill>
                  <a:srgbClr val="77933C"/>
                </a:solidFill>
                <a:latin typeface="Arial"/>
              </a:rPr>
              <a:t>IMPORTANTE</a:t>
            </a:r>
          </a:p>
          <a:p>
            <a:r>
              <a:rPr lang="es-ES" sz="1400" b="1" dirty="0">
                <a:solidFill>
                  <a:srgbClr val="77933C"/>
                </a:solidFill>
                <a:latin typeface="Arial"/>
              </a:rPr>
              <a:t> Agente responsable pago a Referenciador</a:t>
            </a:r>
            <a:endParaRPr lang="es-ES" sz="1400" dirty="0">
              <a:solidFill>
                <a:srgbClr val="77933C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0151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31AA1-3E75-D367-92F3-B3678DAF5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B8A22012-8729-E82F-3C34-CE143CCF717A}"/>
              </a:ext>
            </a:extLst>
          </p:cNvPr>
          <p:cNvCxnSpPr>
            <a:cxnSpLocks/>
          </p:cNvCxnSpPr>
          <p:nvPr/>
        </p:nvCxnSpPr>
        <p:spPr>
          <a:xfrm>
            <a:off x="4883991" y="1099457"/>
            <a:ext cx="3402000" cy="0"/>
          </a:xfrm>
          <a:prstGeom prst="line">
            <a:avLst/>
          </a:prstGeom>
          <a:ln w="165100">
            <a:solidFill>
              <a:srgbClr val="F1B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3214229B-A79F-F9A1-FE06-5E5CAA132B5F}"/>
              </a:ext>
            </a:extLst>
          </p:cNvPr>
          <p:cNvCxnSpPr>
            <a:cxnSpLocks/>
          </p:cNvCxnSpPr>
          <p:nvPr/>
        </p:nvCxnSpPr>
        <p:spPr>
          <a:xfrm>
            <a:off x="4883991" y="5704114"/>
            <a:ext cx="3402000" cy="0"/>
          </a:xfrm>
          <a:prstGeom prst="line">
            <a:avLst/>
          </a:prstGeom>
          <a:ln w="165100">
            <a:solidFill>
              <a:srgbClr val="F1B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Gráfico 33" descr="Fragmento de película contorno">
            <a:extLst>
              <a:ext uri="{FF2B5EF4-FFF2-40B4-BE49-F238E27FC236}">
                <a16:creationId xmlns:a16="http://schemas.microsoft.com/office/drawing/2014/main" id="{F76FD928-B89B-A877-0F37-BB7F8B910F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72263" y="-1066800"/>
            <a:ext cx="9041257" cy="9041257"/>
          </a:xfrm>
          <a:prstGeom prst="rect">
            <a:avLst/>
          </a:prstGeom>
        </p:spPr>
      </p:pic>
      <p:pic>
        <p:nvPicPr>
          <p:cNvPr id="21" name="Video seleccionar referenciador">
            <a:hlinkClick r:id="" action="ppaction://media"/>
            <a:extLst>
              <a:ext uri="{FF2B5EF4-FFF2-40B4-BE49-F238E27FC236}">
                <a16:creationId xmlns:a16="http://schemas.microsoft.com/office/drawing/2014/main" id="{8B5DDE2C-E6E0-9D7A-BF3B-64991A8CFF5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946380" y="1485180"/>
            <a:ext cx="5288860" cy="388764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5D2C0DC-A9D5-0D07-7D95-F9437BE38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91" y="125791"/>
            <a:ext cx="8229600" cy="642376"/>
          </a:xfrm>
        </p:spPr>
        <p:txBody>
          <a:bodyPr>
            <a:normAutofit/>
          </a:bodyPr>
          <a:lstStyle/>
          <a:p>
            <a:pPr algn="l"/>
            <a:r>
              <a:rPr lang="es-ES" sz="2400" b="1" dirty="0">
                <a:solidFill>
                  <a:schemeClr val="accent6">
                    <a:lumMod val="75000"/>
                  </a:schemeClr>
                </a:solidFill>
              </a:rPr>
              <a:t>Anexos</a:t>
            </a:r>
          </a:p>
        </p:txBody>
      </p:sp>
    </p:spTree>
    <p:extLst>
      <p:ext uri="{BB962C8B-B14F-4D97-AF65-F5344CB8AC3E}">
        <p14:creationId xmlns:p14="http://schemas.microsoft.com/office/powerpoint/2010/main" val="4125701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436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73D8D-2E50-074B-FFE1-E69DDB62E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C363D7-A035-11C3-76EA-AD6978EFF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003" y="126948"/>
            <a:ext cx="8229600" cy="740346"/>
          </a:xfrm>
        </p:spPr>
        <p:txBody>
          <a:bodyPr>
            <a:normAutofit/>
          </a:bodyPr>
          <a:lstStyle/>
          <a:p>
            <a:pPr algn="l"/>
            <a:r>
              <a:rPr lang="es-ES" sz="2400" b="1" dirty="0">
                <a:solidFill>
                  <a:schemeClr val="accent6">
                    <a:lumMod val="75000"/>
                  </a:schemeClr>
                </a:solidFill>
              </a:rPr>
              <a:t>Anexos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A76FD6DF-4EB5-7C7A-D4E3-934510FAFC7B}"/>
              </a:ext>
            </a:extLst>
          </p:cNvPr>
          <p:cNvGrpSpPr/>
          <p:nvPr/>
        </p:nvGrpSpPr>
        <p:grpSpPr>
          <a:xfrm>
            <a:off x="1538071" y="867294"/>
            <a:ext cx="9459265" cy="4942113"/>
            <a:chOff x="1980406" y="1652844"/>
            <a:chExt cx="7067822" cy="3245803"/>
          </a:xfrm>
        </p:grpSpPr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EB9DAF19-C1B1-DD34-2DE1-0C3952641317}"/>
                </a:ext>
              </a:extLst>
            </p:cNvPr>
            <p:cNvSpPr/>
            <p:nvPr/>
          </p:nvSpPr>
          <p:spPr>
            <a:xfrm>
              <a:off x="1980406" y="1652844"/>
              <a:ext cx="3113014" cy="3245803"/>
            </a:xfrm>
            <a:prstGeom prst="roundRect">
              <a:avLst/>
            </a:prstGeom>
            <a:noFill/>
            <a:ln w="19050">
              <a:solidFill>
                <a:schemeClr val="accent6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s-E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97F52AE0-1D94-48D8-5EFA-1893A2BA1B68}"/>
                </a:ext>
              </a:extLst>
            </p:cNvPr>
            <p:cNvSpPr/>
            <p:nvPr/>
          </p:nvSpPr>
          <p:spPr>
            <a:xfrm>
              <a:off x="5935215" y="1652844"/>
              <a:ext cx="3113013" cy="3245803"/>
            </a:xfrm>
            <a:prstGeom prst="roundRect">
              <a:avLst/>
            </a:prstGeom>
            <a:noFill/>
            <a:ln w="19050">
              <a:solidFill>
                <a:schemeClr val="accent6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s-ES" dirty="0">
                <a:solidFill>
                  <a:prstClr val="white"/>
                </a:solidFill>
                <a:latin typeface="Calibri"/>
              </a:endParaRPr>
            </a:p>
          </p:txBody>
        </p:sp>
      </p:grpSp>
      <p:pic>
        <p:nvPicPr>
          <p:cNvPr id="5" name="Imagen 4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F409145E-6A08-5440-87EF-1103030172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851"/>
          <a:stretch>
            <a:fillRect/>
          </a:stretch>
        </p:blipFill>
        <p:spPr>
          <a:xfrm>
            <a:off x="1698940" y="1526991"/>
            <a:ext cx="3678181" cy="2481900"/>
          </a:xfrm>
          <a:prstGeom prst="rect">
            <a:avLst/>
          </a:prstGeom>
        </p:spPr>
      </p:pic>
      <p:pic>
        <p:nvPicPr>
          <p:cNvPr id="6" name="Imagen 5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84E09A5E-10E5-B1CA-C694-546AAB1FCE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54" t="1985" r="6641" b="4566"/>
          <a:stretch>
            <a:fillRect/>
          </a:stretch>
        </p:blipFill>
        <p:spPr>
          <a:xfrm>
            <a:off x="7136159" y="1526991"/>
            <a:ext cx="3552887" cy="2801269"/>
          </a:xfrm>
          <a:prstGeom prst="rect">
            <a:avLst/>
          </a:prstGeom>
        </p:spPr>
      </p:pic>
      <p:pic>
        <p:nvPicPr>
          <p:cNvPr id="8" name="Imagen 7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24CD502B-04D4-4DA6-9345-26EA7D0C1F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162" t="16902" r="12068" b="53173"/>
          <a:stretch>
            <a:fillRect/>
          </a:stretch>
        </p:blipFill>
        <p:spPr>
          <a:xfrm>
            <a:off x="1823531" y="4210290"/>
            <a:ext cx="3429000" cy="105738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336D4DAB-B43F-3A62-9869-3F72F4506848}"/>
              </a:ext>
            </a:extLst>
          </p:cNvPr>
          <p:cNvSpPr txBox="1"/>
          <p:nvPr/>
        </p:nvSpPr>
        <p:spPr>
          <a:xfrm>
            <a:off x="1698941" y="1048593"/>
            <a:ext cx="1581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Mi Plan Financiero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BD209B7-6188-EA8C-105B-CE34AFF8FB1D}"/>
              </a:ext>
            </a:extLst>
          </p:cNvPr>
          <p:cNvSpPr txBox="1"/>
          <p:nvPr/>
        </p:nvSpPr>
        <p:spPr>
          <a:xfrm>
            <a:off x="7136159" y="1050726"/>
            <a:ext cx="19598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Formulario de Hipotecas</a:t>
            </a:r>
          </a:p>
        </p:txBody>
      </p:sp>
    </p:spTree>
    <p:extLst>
      <p:ext uri="{BB962C8B-B14F-4D97-AF65-F5344CB8AC3E}">
        <p14:creationId xmlns:p14="http://schemas.microsoft.com/office/powerpoint/2010/main" val="1704835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18C2F-F5B1-C9B2-65DA-FDB292FB7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728D8B-381F-8BD6-7480-9EA77AF40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7753" y="80411"/>
            <a:ext cx="8229600" cy="630804"/>
          </a:xfrm>
        </p:spPr>
        <p:txBody>
          <a:bodyPr>
            <a:noAutofit/>
          </a:bodyPr>
          <a:lstStyle/>
          <a:p>
            <a:pPr algn="l"/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Arial"/>
              </a:rPr>
              <a:t>Proceso de Pago a Referenciadores</a:t>
            </a:r>
            <a:endParaRPr lang="es-ES" sz="2000" dirty="0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FBAD06A5-D705-ACBA-1270-4ECF61688E6B}"/>
              </a:ext>
            </a:extLst>
          </p:cNvPr>
          <p:cNvGrpSpPr/>
          <p:nvPr/>
        </p:nvGrpSpPr>
        <p:grpSpPr>
          <a:xfrm>
            <a:off x="1605937" y="602961"/>
            <a:ext cx="8978537" cy="5982895"/>
            <a:chOff x="1961606" y="613848"/>
            <a:chExt cx="8364148" cy="5662514"/>
          </a:xfrm>
        </p:grpSpPr>
        <p:grpSp>
          <p:nvGrpSpPr>
            <p:cNvPr id="24" name="Grupo 23">
              <a:extLst>
                <a:ext uri="{FF2B5EF4-FFF2-40B4-BE49-F238E27FC236}">
                  <a16:creationId xmlns:a16="http://schemas.microsoft.com/office/drawing/2014/main" id="{BB2F3600-1377-E95D-31E7-867E24DCA51C}"/>
                </a:ext>
              </a:extLst>
            </p:cNvPr>
            <p:cNvGrpSpPr/>
            <p:nvPr/>
          </p:nvGrpSpPr>
          <p:grpSpPr>
            <a:xfrm>
              <a:off x="2993056" y="3890918"/>
              <a:ext cx="6229001" cy="2206776"/>
              <a:chOff x="457199" y="3897618"/>
              <a:chExt cx="6229001" cy="2206776"/>
            </a:xfrm>
          </p:grpSpPr>
          <p:sp>
            <p:nvSpPr>
              <p:cNvPr id="25" name="Google Shape;188;p19">
                <a:extLst>
                  <a:ext uri="{FF2B5EF4-FFF2-40B4-BE49-F238E27FC236}">
                    <a16:creationId xmlns:a16="http://schemas.microsoft.com/office/drawing/2014/main" id="{CF3370A7-A55F-040C-E77F-3C9D3A6D244D}"/>
                  </a:ext>
                </a:extLst>
              </p:cNvPr>
              <p:cNvSpPr txBox="1"/>
              <p:nvPr/>
            </p:nvSpPr>
            <p:spPr>
              <a:xfrm>
                <a:off x="2547475" y="5554794"/>
                <a:ext cx="1805100" cy="54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ctr" defTabSz="457200"/>
                <a:r>
                  <a:rPr lang="en" sz="1100" dirty="0">
                    <a:solidFill>
                      <a:srgbClr val="252525"/>
                    </a:solidFill>
                    <a:latin typeface="Roboto"/>
                    <a:ea typeface="Roboto"/>
                    <a:cs typeface="Roboto"/>
                    <a:sym typeface="Roboto"/>
                  </a:rPr>
                  <a:t>Revisa la factura, la valida y acepta el pago</a:t>
                </a:r>
              </a:p>
            </p:txBody>
          </p:sp>
          <p:sp>
            <p:nvSpPr>
              <p:cNvPr id="26" name="Google Shape;189;p19">
                <a:extLst>
                  <a:ext uri="{FF2B5EF4-FFF2-40B4-BE49-F238E27FC236}">
                    <a16:creationId xmlns:a16="http://schemas.microsoft.com/office/drawing/2014/main" id="{798E5394-65A1-621D-652F-3A634E3F5D70}"/>
                  </a:ext>
                </a:extLst>
              </p:cNvPr>
              <p:cNvSpPr/>
              <p:nvPr/>
            </p:nvSpPr>
            <p:spPr>
              <a:xfrm>
                <a:off x="457199" y="4566042"/>
                <a:ext cx="2227800" cy="856800"/>
              </a:xfrm>
              <a:prstGeom prst="chevron">
                <a:avLst>
                  <a:gd name="adj" fmla="val 50000"/>
                </a:avLst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457200"/>
                <a:endParaRPr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27" name="Google Shape;190;p19">
                <a:extLst>
                  <a:ext uri="{FF2B5EF4-FFF2-40B4-BE49-F238E27FC236}">
                    <a16:creationId xmlns:a16="http://schemas.microsoft.com/office/drawing/2014/main" id="{F092A618-7B0D-BC3E-AF76-8B9EA236ECB4}"/>
                  </a:ext>
                </a:extLst>
              </p:cNvPr>
              <p:cNvSpPr/>
              <p:nvPr/>
            </p:nvSpPr>
            <p:spPr>
              <a:xfrm>
                <a:off x="2457800" y="4566042"/>
                <a:ext cx="2227800" cy="856800"/>
              </a:xfrm>
              <a:prstGeom prst="chevron">
                <a:avLst>
                  <a:gd name="adj" fmla="val 50000"/>
                </a:avLst>
              </a:prstGeom>
              <a:solidFill>
                <a:schemeClr val="accent3">
                  <a:lumMod val="75000"/>
                  <a:alpha val="8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457200"/>
                <a:endParaRPr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30" name="Google Shape;191;p19">
                <a:extLst>
                  <a:ext uri="{FF2B5EF4-FFF2-40B4-BE49-F238E27FC236}">
                    <a16:creationId xmlns:a16="http://schemas.microsoft.com/office/drawing/2014/main" id="{D8BD60D3-04EA-EEC4-DEF1-6683BFC210BB}"/>
                  </a:ext>
                </a:extLst>
              </p:cNvPr>
              <p:cNvSpPr/>
              <p:nvPr/>
            </p:nvSpPr>
            <p:spPr>
              <a:xfrm>
                <a:off x="4458400" y="4566042"/>
                <a:ext cx="2227800" cy="856800"/>
              </a:xfrm>
              <a:prstGeom prst="chevron">
                <a:avLst>
                  <a:gd name="adj" fmla="val 50000"/>
                </a:avLst>
              </a:prstGeom>
              <a:solidFill>
                <a:srgbClr val="CACAC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457200"/>
                <a:endParaRPr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64" name="Google Shape;193;p19">
                <a:extLst>
                  <a:ext uri="{FF2B5EF4-FFF2-40B4-BE49-F238E27FC236}">
                    <a16:creationId xmlns:a16="http://schemas.microsoft.com/office/drawing/2014/main" id="{74A7B86E-D359-B1E0-D9AC-C8F145D921FF}"/>
                  </a:ext>
                </a:extLst>
              </p:cNvPr>
              <p:cNvSpPr txBox="1"/>
              <p:nvPr/>
            </p:nvSpPr>
            <p:spPr>
              <a:xfrm>
                <a:off x="861620" y="4843543"/>
                <a:ext cx="1051867" cy="30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r" defTabSz="457200"/>
                <a:r>
                  <a:rPr lang="en" sz="1400" dirty="0">
                    <a:solidFill>
                      <a:srgbClr val="FFFFFF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rPr>
                  <a:t>Autofactura</a:t>
                </a:r>
                <a:endParaRPr sz="1400" dirty="0">
                  <a:solidFill>
                    <a:srgbClr val="FFFFFF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endParaRPr>
              </a:p>
            </p:txBody>
          </p:sp>
          <p:sp>
            <p:nvSpPr>
              <p:cNvPr id="65" name="Google Shape;194;p19">
                <a:extLst>
                  <a:ext uri="{FF2B5EF4-FFF2-40B4-BE49-F238E27FC236}">
                    <a16:creationId xmlns:a16="http://schemas.microsoft.com/office/drawing/2014/main" id="{AE03C95E-3B77-CF09-733D-D5E23B48FC9A}"/>
                  </a:ext>
                </a:extLst>
              </p:cNvPr>
              <p:cNvSpPr txBox="1"/>
              <p:nvPr/>
            </p:nvSpPr>
            <p:spPr>
              <a:xfrm>
                <a:off x="2852364" y="4843542"/>
                <a:ext cx="1229371" cy="3490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r" defTabSz="457200"/>
                <a:r>
                  <a:rPr lang="en" sz="1400" dirty="0">
                    <a:solidFill>
                      <a:srgbClr val="FFFFFF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rPr>
                  <a:t>Referenciador</a:t>
                </a:r>
                <a:endParaRPr sz="1400" dirty="0">
                  <a:solidFill>
                    <a:srgbClr val="FFFFFF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endParaRPr>
              </a:p>
            </p:txBody>
          </p:sp>
          <p:sp>
            <p:nvSpPr>
              <p:cNvPr id="67" name="Google Shape;195;p19">
                <a:extLst>
                  <a:ext uri="{FF2B5EF4-FFF2-40B4-BE49-F238E27FC236}">
                    <a16:creationId xmlns:a16="http://schemas.microsoft.com/office/drawing/2014/main" id="{DCA5BFF6-83A0-5FC1-A21E-B05F24A54014}"/>
                  </a:ext>
                </a:extLst>
              </p:cNvPr>
              <p:cNvSpPr txBox="1"/>
              <p:nvPr/>
            </p:nvSpPr>
            <p:spPr>
              <a:xfrm>
                <a:off x="4831655" y="5001006"/>
                <a:ext cx="1190239" cy="2106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r" defTabSz="457200"/>
                <a:r>
                  <a:rPr lang="es-ES" sz="1400" dirty="0">
                    <a:solidFill>
                      <a:srgbClr val="FFFFFF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rPr>
                  <a:t>Pago Factura</a:t>
                </a:r>
              </a:p>
              <a:p>
                <a:pPr algn="r" defTabSz="457200"/>
                <a:endParaRPr sz="1400" dirty="0">
                  <a:solidFill>
                    <a:srgbClr val="FFFFFF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endParaRPr>
              </a:p>
            </p:txBody>
          </p:sp>
          <p:sp>
            <p:nvSpPr>
              <p:cNvPr id="69" name="Google Shape;197;p19">
                <a:extLst>
                  <a:ext uri="{FF2B5EF4-FFF2-40B4-BE49-F238E27FC236}">
                    <a16:creationId xmlns:a16="http://schemas.microsoft.com/office/drawing/2014/main" id="{C861B374-CEFE-5E18-3752-298F2C46DD26}"/>
                  </a:ext>
                </a:extLst>
              </p:cNvPr>
              <p:cNvSpPr/>
              <p:nvPr/>
            </p:nvSpPr>
            <p:spPr>
              <a:xfrm>
                <a:off x="1978324" y="4796137"/>
                <a:ext cx="396600" cy="3966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457200"/>
                <a:endParaRPr sz="2100">
                  <a:solidFill>
                    <a:srgbClr val="4F81BD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endParaRPr>
              </a:p>
            </p:txBody>
          </p:sp>
          <p:sp>
            <p:nvSpPr>
              <p:cNvPr id="70" name="Google Shape;198;p19">
                <a:extLst>
                  <a:ext uri="{FF2B5EF4-FFF2-40B4-BE49-F238E27FC236}">
                    <a16:creationId xmlns:a16="http://schemas.microsoft.com/office/drawing/2014/main" id="{358B1C38-E9E0-70C0-6E1D-FB3BA224AE50}"/>
                  </a:ext>
                </a:extLst>
              </p:cNvPr>
              <p:cNvSpPr/>
              <p:nvPr/>
            </p:nvSpPr>
            <p:spPr>
              <a:xfrm>
                <a:off x="4063300" y="4796137"/>
                <a:ext cx="396600" cy="3966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457200">
                  <a:buClr>
                    <a:prstClr val="black"/>
                  </a:buClr>
                  <a:buSzPts val="1100"/>
                </a:pPr>
                <a:endParaRPr>
                  <a:solidFill>
                    <a:srgbClr val="C0504D"/>
                  </a:solidFill>
                  <a:latin typeface="Calibri"/>
                </a:endParaRPr>
              </a:p>
            </p:txBody>
          </p:sp>
          <p:sp>
            <p:nvSpPr>
              <p:cNvPr id="73" name="Google Shape;199;p19">
                <a:extLst>
                  <a:ext uri="{FF2B5EF4-FFF2-40B4-BE49-F238E27FC236}">
                    <a16:creationId xmlns:a16="http://schemas.microsoft.com/office/drawing/2014/main" id="{A1DBC2B8-70F0-2F3C-7DB7-FFABBD2B8643}"/>
                  </a:ext>
                </a:extLst>
              </p:cNvPr>
              <p:cNvSpPr/>
              <p:nvPr/>
            </p:nvSpPr>
            <p:spPr>
              <a:xfrm>
                <a:off x="5977649" y="4796137"/>
                <a:ext cx="396600" cy="3966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457200">
                  <a:buClr>
                    <a:prstClr val="black"/>
                  </a:buClr>
                  <a:buSzPts val="1100"/>
                </a:pPr>
                <a:endParaRPr>
                  <a:solidFill>
                    <a:srgbClr val="9BBB59"/>
                  </a:solidFill>
                  <a:latin typeface="Calibri"/>
                </a:endParaRPr>
              </a:p>
            </p:txBody>
          </p:sp>
          <p:sp>
            <p:nvSpPr>
              <p:cNvPr id="76" name="Google Shape;202;p19">
                <a:extLst>
                  <a:ext uri="{FF2B5EF4-FFF2-40B4-BE49-F238E27FC236}">
                    <a16:creationId xmlns:a16="http://schemas.microsoft.com/office/drawing/2014/main" id="{60FA0039-92A3-BCEE-3079-04151DF89EDB}"/>
                  </a:ext>
                </a:extLst>
              </p:cNvPr>
              <p:cNvSpPr txBox="1"/>
              <p:nvPr/>
            </p:nvSpPr>
            <p:spPr>
              <a:xfrm>
                <a:off x="4427885" y="3897618"/>
                <a:ext cx="2017625" cy="54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ctr" defTabSz="457200"/>
                <a:r>
                  <a:rPr lang="en" sz="1100" dirty="0">
                    <a:solidFill>
                      <a:srgbClr val="252525"/>
                    </a:solidFill>
                    <a:latin typeface="Roboto"/>
                    <a:ea typeface="Roboto"/>
                    <a:cs typeface="Roboto"/>
                    <a:sym typeface="Roboto"/>
                  </a:rPr>
                  <a:t>NN efectua el pago al referenciador</a:t>
                </a:r>
                <a:endParaRPr sz="1100" dirty="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7" name="Google Shape;203;p19">
                <a:extLst>
                  <a:ext uri="{FF2B5EF4-FFF2-40B4-BE49-F238E27FC236}">
                    <a16:creationId xmlns:a16="http://schemas.microsoft.com/office/drawing/2014/main" id="{1982E7F6-4CF9-5478-628E-59AE36481153}"/>
                  </a:ext>
                </a:extLst>
              </p:cNvPr>
              <p:cNvSpPr txBox="1"/>
              <p:nvPr/>
            </p:nvSpPr>
            <p:spPr>
              <a:xfrm>
                <a:off x="569825" y="3897618"/>
                <a:ext cx="1805100" cy="54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ctr" defTabSz="457200"/>
                <a:r>
                  <a:rPr lang="en" sz="1100" dirty="0">
                    <a:solidFill>
                      <a:srgbClr val="252525"/>
                    </a:solidFill>
                    <a:latin typeface="Roboto"/>
                    <a:ea typeface="Roboto"/>
                    <a:cs typeface="Roboto"/>
                    <a:sym typeface="Roboto"/>
                  </a:rPr>
                  <a:t>NN revisa las operaciones y envia la factura al referenciador</a:t>
                </a:r>
                <a:endParaRPr sz="1100" dirty="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8" name="Google Shape;204;p19">
                <a:extLst>
                  <a:ext uri="{FF2B5EF4-FFF2-40B4-BE49-F238E27FC236}">
                    <a16:creationId xmlns:a16="http://schemas.microsoft.com/office/drawing/2014/main" id="{8A28A035-4CA3-0BBA-45F9-51284CEB3BEB}"/>
                  </a:ext>
                </a:extLst>
              </p:cNvPr>
              <p:cNvSpPr txBox="1"/>
              <p:nvPr/>
            </p:nvSpPr>
            <p:spPr>
              <a:xfrm>
                <a:off x="1978825" y="4796006"/>
                <a:ext cx="396600" cy="39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 defTabSz="457200"/>
                <a:r>
                  <a:rPr lang="en" sz="2000">
                    <a:solidFill>
                      <a:srgbClr val="9BBB59">
                        <a:lumMod val="75000"/>
                      </a:srgbClr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rPr>
                  <a:t>1</a:t>
                </a:r>
                <a:endParaRPr sz="2000">
                  <a:solidFill>
                    <a:srgbClr val="9BBB59">
                      <a:lumMod val="75000"/>
                    </a:srgbClr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endParaRPr>
              </a:p>
            </p:txBody>
          </p:sp>
          <p:sp>
            <p:nvSpPr>
              <p:cNvPr id="79" name="Google Shape;205;p19">
                <a:extLst>
                  <a:ext uri="{FF2B5EF4-FFF2-40B4-BE49-F238E27FC236}">
                    <a16:creationId xmlns:a16="http://schemas.microsoft.com/office/drawing/2014/main" id="{F49C895A-8C93-17A5-C7C0-BB9DD74B9FB6}"/>
                  </a:ext>
                </a:extLst>
              </p:cNvPr>
              <p:cNvSpPr txBox="1"/>
              <p:nvPr/>
            </p:nvSpPr>
            <p:spPr>
              <a:xfrm>
                <a:off x="4063300" y="4785159"/>
                <a:ext cx="396600" cy="39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 defTabSz="457200"/>
                <a:r>
                  <a:rPr lang="en" sz="2000" dirty="0">
                    <a:solidFill>
                      <a:srgbClr val="92A963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rPr>
                  <a:t>2</a:t>
                </a:r>
                <a:endParaRPr sz="2000" dirty="0">
                  <a:solidFill>
                    <a:srgbClr val="92A963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endParaRPr>
              </a:p>
            </p:txBody>
          </p:sp>
          <p:sp>
            <p:nvSpPr>
              <p:cNvPr id="80" name="Google Shape;206;p19">
                <a:extLst>
                  <a:ext uri="{FF2B5EF4-FFF2-40B4-BE49-F238E27FC236}">
                    <a16:creationId xmlns:a16="http://schemas.microsoft.com/office/drawing/2014/main" id="{3A56C32D-1437-3507-6C95-85DF079F0033}"/>
                  </a:ext>
                </a:extLst>
              </p:cNvPr>
              <p:cNvSpPr txBox="1"/>
              <p:nvPr/>
            </p:nvSpPr>
            <p:spPr>
              <a:xfrm>
                <a:off x="5977625" y="4796131"/>
                <a:ext cx="396600" cy="39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 defTabSz="457200"/>
                <a:r>
                  <a:rPr lang="en" sz="2000" dirty="0">
                    <a:solidFill>
                      <a:srgbClr val="CACACA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rPr>
                  <a:t>3</a:t>
                </a:r>
                <a:endParaRPr sz="2000" dirty="0">
                  <a:solidFill>
                    <a:srgbClr val="CACACA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endParaRPr>
              </a:p>
            </p:txBody>
          </p:sp>
        </p:grpSp>
        <p:sp>
          <p:nvSpPr>
            <p:cNvPr id="82" name="Rectángulo: esquinas redondeadas 81">
              <a:extLst>
                <a:ext uri="{FF2B5EF4-FFF2-40B4-BE49-F238E27FC236}">
                  <a16:creationId xmlns:a16="http://schemas.microsoft.com/office/drawing/2014/main" id="{BCB85906-4AE7-D86F-2B48-EB42DD960D83}"/>
                </a:ext>
              </a:extLst>
            </p:cNvPr>
            <p:cNvSpPr/>
            <p:nvPr/>
          </p:nvSpPr>
          <p:spPr>
            <a:xfrm>
              <a:off x="1995058" y="820233"/>
              <a:ext cx="8330696" cy="2564112"/>
            </a:xfrm>
            <a:prstGeom prst="roundRect">
              <a:avLst/>
            </a:prstGeom>
            <a:noFill/>
            <a:ln w="1905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s-E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3" name="Rectángulo: esquinas redondeadas 82">
              <a:extLst>
                <a:ext uri="{FF2B5EF4-FFF2-40B4-BE49-F238E27FC236}">
                  <a16:creationId xmlns:a16="http://schemas.microsoft.com/office/drawing/2014/main" id="{5685EF2C-1D3E-3A39-7C81-E8D19E5221F5}"/>
                </a:ext>
              </a:extLst>
            </p:cNvPr>
            <p:cNvSpPr/>
            <p:nvPr/>
          </p:nvSpPr>
          <p:spPr>
            <a:xfrm>
              <a:off x="1961606" y="3712250"/>
              <a:ext cx="8330696" cy="2564112"/>
            </a:xfrm>
            <a:prstGeom prst="roundRect">
              <a:avLst/>
            </a:prstGeom>
            <a:noFill/>
            <a:ln w="19050">
              <a:solidFill>
                <a:srgbClr val="7793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s-E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4" name="CuadroTexto 83">
              <a:extLst>
                <a:ext uri="{FF2B5EF4-FFF2-40B4-BE49-F238E27FC236}">
                  <a16:creationId xmlns:a16="http://schemas.microsoft.com/office/drawing/2014/main" id="{1F15EF7F-C441-D4AE-7D22-05463490AED3}"/>
                </a:ext>
              </a:extLst>
            </p:cNvPr>
            <p:cNvSpPr txBox="1"/>
            <p:nvPr/>
          </p:nvSpPr>
          <p:spPr>
            <a:xfrm>
              <a:off x="2431121" y="613848"/>
              <a:ext cx="1997663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defTabSz="457200"/>
              <a:r>
                <a:rPr lang="es-ES" sz="1600" b="1">
                  <a:solidFill>
                    <a:prstClr val="black"/>
                  </a:solidFill>
                  <a:latin typeface="Calibri"/>
                </a:rPr>
                <a:t>Procedimiento actual</a:t>
              </a:r>
            </a:p>
          </p:txBody>
        </p:sp>
        <p:sp>
          <p:nvSpPr>
            <p:cNvPr id="85" name="CuadroTexto 84">
              <a:extLst>
                <a:ext uri="{FF2B5EF4-FFF2-40B4-BE49-F238E27FC236}">
                  <a16:creationId xmlns:a16="http://schemas.microsoft.com/office/drawing/2014/main" id="{4BB834E3-3928-9A84-70C4-EE3D85F950FD}"/>
                </a:ext>
              </a:extLst>
            </p:cNvPr>
            <p:cNvSpPr txBox="1"/>
            <p:nvPr/>
          </p:nvSpPr>
          <p:spPr>
            <a:xfrm>
              <a:off x="2413622" y="3519835"/>
              <a:ext cx="2007537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defTabSz="457200"/>
              <a:r>
                <a:rPr lang="es-ES" sz="1600" b="1">
                  <a:solidFill>
                    <a:prstClr val="black"/>
                  </a:solidFill>
                  <a:latin typeface="Calibri"/>
                </a:rPr>
                <a:t>Procedimiento nuevo</a:t>
              </a:r>
            </a:p>
          </p:txBody>
        </p:sp>
        <p:grpSp>
          <p:nvGrpSpPr>
            <p:cNvPr id="158" name="Grupo 157">
              <a:extLst>
                <a:ext uri="{FF2B5EF4-FFF2-40B4-BE49-F238E27FC236}">
                  <a16:creationId xmlns:a16="http://schemas.microsoft.com/office/drawing/2014/main" id="{6EDC466A-E3CE-3814-4D22-AD0797D89640}"/>
                </a:ext>
              </a:extLst>
            </p:cNvPr>
            <p:cNvGrpSpPr/>
            <p:nvPr/>
          </p:nvGrpSpPr>
          <p:grpSpPr>
            <a:xfrm>
              <a:off x="2045605" y="1130357"/>
              <a:ext cx="8229602" cy="2206776"/>
              <a:chOff x="457199" y="3897618"/>
              <a:chExt cx="8229602" cy="2206776"/>
            </a:xfrm>
          </p:grpSpPr>
          <p:sp>
            <p:nvSpPr>
              <p:cNvPr id="159" name="Google Shape;188;p19">
                <a:extLst>
                  <a:ext uri="{FF2B5EF4-FFF2-40B4-BE49-F238E27FC236}">
                    <a16:creationId xmlns:a16="http://schemas.microsoft.com/office/drawing/2014/main" id="{87CC31FD-0363-B8CB-30C4-95DAB1A79DD2}"/>
                  </a:ext>
                </a:extLst>
              </p:cNvPr>
              <p:cNvSpPr txBox="1"/>
              <p:nvPr/>
            </p:nvSpPr>
            <p:spPr>
              <a:xfrm>
                <a:off x="2547475" y="5554794"/>
                <a:ext cx="1805100" cy="54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ctr" defTabSz="457200"/>
                <a:r>
                  <a:rPr lang="en" sz="1100" dirty="0">
                    <a:solidFill>
                      <a:srgbClr val="252525"/>
                    </a:solidFill>
                    <a:latin typeface="Roboto"/>
                    <a:ea typeface="Roboto"/>
                    <a:cs typeface="Roboto"/>
                    <a:sym typeface="Roboto"/>
                  </a:rPr>
                  <a:t>Envía la factura</a:t>
                </a:r>
              </a:p>
            </p:txBody>
          </p:sp>
          <p:sp>
            <p:nvSpPr>
              <p:cNvPr id="160" name="Google Shape;189;p19">
                <a:extLst>
                  <a:ext uri="{FF2B5EF4-FFF2-40B4-BE49-F238E27FC236}">
                    <a16:creationId xmlns:a16="http://schemas.microsoft.com/office/drawing/2014/main" id="{CD7A3BEF-2AAB-20FC-FD3D-EB09595B4F59}"/>
                  </a:ext>
                </a:extLst>
              </p:cNvPr>
              <p:cNvSpPr/>
              <p:nvPr/>
            </p:nvSpPr>
            <p:spPr>
              <a:xfrm>
                <a:off x="457199" y="4566042"/>
                <a:ext cx="2227800" cy="856800"/>
              </a:xfrm>
              <a:prstGeom prst="chevron">
                <a:avLst>
                  <a:gd name="adj" fmla="val 50000"/>
                </a:avLst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457200"/>
                <a:endParaRPr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61" name="Google Shape;190;p19">
                <a:extLst>
                  <a:ext uri="{FF2B5EF4-FFF2-40B4-BE49-F238E27FC236}">
                    <a16:creationId xmlns:a16="http://schemas.microsoft.com/office/drawing/2014/main" id="{0814D2AE-944B-20AC-C161-A1CB392610F2}"/>
                  </a:ext>
                </a:extLst>
              </p:cNvPr>
              <p:cNvSpPr/>
              <p:nvPr/>
            </p:nvSpPr>
            <p:spPr>
              <a:xfrm>
                <a:off x="2488300" y="4566042"/>
                <a:ext cx="2227800" cy="856800"/>
              </a:xfrm>
              <a:prstGeom prst="chevron">
                <a:avLst>
                  <a:gd name="adj" fmla="val 50000"/>
                </a:avLst>
              </a:prstGeom>
              <a:solidFill>
                <a:schemeClr val="accent6">
                  <a:lumMod val="75000"/>
                  <a:alpha val="8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457200"/>
                <a:endParaRPr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62" name="Google Shape;191;p19">
                <a:extLst>
                  <a:ext uri="{FF2B5EF4-FFF2-40B4-BE49-F238E27FC236}">
                    <a16:creationId xmlns:a16="http://schemas.microsoft.com/office/drawing/2014/main" id="{8CA68700-D2AB-0055-6A76-37ECDC953AD3}"/>
                  </a:ext>
                </a:extLst>
              </p:cNvPr>
              <p:cNvSpPr/>
              <p:nvPr/>
            </p:nvSpPr>
            <p:spPr>
              <a:xfrm>
                <a:off x="4458400" y="4566042"/>
                <a:ext cx="2227800" cy="856800"/>
              </a:xfrm>
              <a:prstGeom prst="chevron">
                <a:avLst>
                  <a:gd name="adj" fmla="val 50000"/>
                </a:avLst>
              </a:prstGeom>
              <a:solidFill>
                <a:schemeClr val="accent6">
                  <a:lumMod val="75000"/>
                  <a:alpha val="6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457200"/>
                <a:endParaRPr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63" name="Google Shape;192;p19">
                <a:extLst>
                  <a:ext uri="{FF2B5EF4-FFF2-40B4-BE49-F238E27FC236}">
                    <a16:creationId xmlns:a16="http://schemas.microsoft.com/office/drawing/2014/main" id="{3EAF0434-ACD0-A8D4-79D2-B7CB68C3B0ED}"/>
                  </a:ext>
                </a:extLst>
              </p:cNvPr>
              <p:cNvSpPr/>
              <p:nvPr/>
            </p:nvSpPr>
            <p:spPr>
              <a:xfrm>
                <a:off x="6459001" y="4566042"/>
                <a:ext cx="2227800" cy="856800"/>
              </a:xfrm>
              <a:prstGeom prst="chevron">
                <a:avLst>
                  <a:gd name="adj" fmla="val 50000"/>
                </a:avLst>
              </a:prstGeom>
              <a:solidFill>
                <a:srgbClr val="CACAC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457200"/>
                <a:endParaRPr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64" name="Google Shape;193;p19">
                <a:extLst>
                  <a:ext uri="{FF2B5EF4-FFF2-40B4-BE49-F238E27FC236}">
                    <a16:creationId xmlns:a16="http://schemas.microsoft.com/office/drawing/2014/main" id="{FA9D9561-F2F2-1E73-8294-83135484B32B}"/>
                  </a:ext>
                </a:extLst>
              </p:cNvPr>
              <p:cNvSpPr txBox="1"/>
              <p:nvPr/>
            </p:nvSpPr>
            <p:spPr>
              <a:xfrm>
                <a:off x="913849" y="4843543"/>
                <a:ext cx="981600" cy="30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r" defTabSz="457200"/>
                <a:r>
                  <a:rPr lang="en" sz="1400" dirty="0">
                    <a:solidFill>
                      <a:srgbClr val="FFFFFF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rPr>
                  <a:t>Agente</a:t>
                </a:r>
                <a:endParaRPr sz="1400" dirty="0">
                  <a:solidFill>
                    <a:srgbClr val="FFFFFF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endParaRPr>
              </a:p>
            </p:txBody>
          </p:sp>
          <p:sp>
            <p:nvSpPr>
              <p:cNvPr id="165" name="Google Shape;194;p19">
                <a:extLst>
                  <a:ext uri="{FF2B5EF4-FFF2-40B4-BE49-F238E27FC236}">
                    <a16:creationId xmlns:a16="http://schemas.microsoft.com/office/drawing/2014/main" id="{40E85A74-11A8-F191-CD1C-9722B939332A}"/>
                  </a:ext>
                </a:extLst>
              </p:cNvPr>
              <p:cNvSpPr txBox="1"/>
              <p:nvPr/>
            </p:nvSpPr>
            <p:spPr>
              <a:xfrm>
                <a:off x="2796202" y="4829448"/>
                <a:ext cx="1277448" cy="30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r" defTabSz="457200"/>
                <a:r>
                  <a:rPr lang="en" sz="1400" dirty="0">
                    <a:solidFill>
                      <a:srgbClr val="FFFFFF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rPr>
                  <a:t>Referenciador</a:t>
                </a:r>
                <a:endParaRPr sz="1400" dirty="0">
                  <a:solidFill>
                    <a:srgbClr val="FFFFFF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endParaRPr>
              </a:p>
            </p:txBody>
          </p:sp>
          <p:sp>
            <p:nvSpPr>
              <p:cNvPr id="166" name="Google Shape;195;p19">
                <a:extLst>
                  <a:ext uri="{FF2B5EF4-FFF2-40B4-BE49-F238E27FC236}">
                    <a16:creationId xmlns:a16="http://schemas.microsoft.com/office/drawing/2014/main" id="{5ED39867-C4B8-2897-B667-CD790C5FF10C}"/>
                  </a:ext>
                </a:extLst>
              </p:cNvPr>
              <p:cNvSpPr txBox="1"/>
              <p:nvPr/>
            </p:nvSpPr>
            <p:spPr>
              <a:xfrm>
                <a:off x="4911274" y="4843543"/>
                <a:ext cx="981600" cy="30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r" defTabSz="457200"/>
                <a:r>
                  <a:rPr lang="es-ES" sz="1400" dirty="0">
                    <a:solidFill>
                      <a:srgbClr val="FFFFFF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rPr>
                  <a:t>Factura</a:t>
                </a:r>
                <a:endParaRPr sz="1400" dirty="0">
                  <a:solidFill>
                    <a:srgbClr val="FFFFFF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endParaRPr>
              </a:p>
            </p:txBody>
          </p:sp>
          <p:sp>
            <p:nvSpPr>
              <p:cNvPr id="167" name="Google Shape;196;p19">
                <a:extLst>
                  <a:ext uri="{FF2B5EF4-FFF2-40B4-BE49-F238E27FC236}">
                    <a16:creationId xmlns:a16="http://schemas.microsoft.com/office/drawing/2014/main" id="{1D505591-B702-7F06-A99D-8E2D236D91C6}"/>
                  </a:ext>
                </a:extLst>
              </p:cNvPr>
              <p:cNvSpPr txBox="1"/>
              <p:nvPr/>
            </p:nvSpPr>
            <p:spPr>
              <a:xfrm>
                <a:off x="6742517" y="4847975"/>
                <a:ext cx="1270124" cy="30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r" defTabSz="457200"/>
                <a:r>
                  <a:rPr lang="en" sz="1400" dirty="0">
                    <a:solidFill>
                      <a:srgbClr val="FFFFFF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rPr>
                  <a:t>Pago Factura</a:t>
                </a:r>
                <a:endParaRPr sz="1400" dirty="0">
                  <a:solidFill>
                    <a:srgbClr val="FFFFFF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endParaRPr>
              </a:p>
            </p:txBody>
          </p:sp>
          <p:sp>
            <p:nvSpPr>
              <p:cNvPr id="168" name="Google Shape;197;p19">
                <a:extLst>
                  <a:ext uri="{FF2B5EF4-FFF2-40B4-BE49-F238E27FC236}">
                    <a16:creationId xmlns:a16="http://schemas.microsoft.com/office/drawing/2014/main" id="{8F382959-41E0-B26B-9C4E-93FA28FC6C0B}"/>
                  </a:ext>
                </a:extLst>
              </p:cNvPr>
              <p:cNvSpPr/>
              <p:nvPr/>
            </p:nvSpPr>
            <p:spPr>
              <a:xfrm>
                <a:off x="1978324" y="4796137"/>
                <a:ext cx="396600" cy="3966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457200"/>
                <a:endParaRPr sz="2100">
                  <a:solidFill>
                    <a:srgbClr val="4F81BD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endParaRPr>
              </a:p>
            </p:txBody>
          </p:sp>
          <p:sp>
            <p:nvSpPr>
              <p:cNvPr id="169" name="Google Shape;198;p19">
                <a:extLst>
                  <a:ext uri="{FF2B5EF4-FFF2-40B4-BE49-F238E27FC236}">
                    <a16:creationId xmlns:a16="http://schemas.microsoft.com/office/drawing/2014/main" id="{F5EF4286-A868-997D-DD9C-6B3D09D8B6CB}"/>
                  </a:ext>
                </a:extLst>
              </p:cNvPr>
              <p:cNvSpPr/>
              <p:nvPr/>
            </p:nvSpPr>
            <p:spPr>
              <a:xfrm>
                <a:off x="4050800" y="4796137"/>
                <a:ext cx="396600" cy="3966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457200">
                  <a:buClr>
                    <a:prstClr val="black"/>
                  </a:buClr>
                  <a:buSzPts val="1100"/>
                </a:pPr>
                <a:endParaRPr>
                  <a:solidFill>
                    <a:srgbClr val="C0504D"/>
                  </a:solidFill>
                  <a:latin typeface="Calibri"/>
                </a:endParaRPr>
              </a:p>
            </p:txBody>
          </p:sp>
          <p:sp>
            <p:nvSpPr>
              <p:cNvPr id="170" name="Google Shape;199;p19">
                <a:extLst>
                  <a:ext uri="{FF2B5EF4-FFF2-40B4-BE49-F238E27FC236}">
                    <a16:creationId xmlns:a16="http://schemas.microsoft.com/office/drawing/2014/main" id="{CB2F53B8-E9A5-CBBD-8A45-FF1A7F6D90BA}"/>
                  </a:ext>
                </a:extLst>
              </p:cNvPr>
              <p:cNvSpPr/>
              <p:nvPr/>
            </p:nvSpPr>
            <p:spPr>
              <a:xfrm>
                <a:off x="5977649" y="4796137"/>
                <a:ext cx="396600" cy="3966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457200">
                  <a:buClr>
                    <a:prstClr val="black"/>
                  </a:buClr>
                  <a:buSzPts val="1100"/>
                </a:pPr>
                <a:endParaRPr>
                  <a:solidFill>
                    <a:srgbClr val="9BBB59"/>
                  </a:solidFill>
                  <a:latin typeface="Calibri"/>
                </a:endParaRPr>
              </a:p>
            </p:txBody>
          </p:sp>
          <p:sp>
            <p:nvSpPr>
              <p:cNvPr id="171" name="Google Shape;200;p19">
                <a:extLst>
                  <a:ext uri="{FF2B5EF4-FFF2-40B4-BE49-F238E27FC236}">
                    <a16:creationId xmlns:a16="http://schemas.microsoft.com/office/drawing/2014/main" id="{F791F6AD-1FD5-DE61-84C3-29B6ADF27AA8}"/>
                  </a:ext>
                </a:extLst>
              </p:cNvPr>
              <p:cNvSpPr/>
              <p:nvPr/>
            </p:nvSpPr>
            <p:spPr>
              <a:xfrm>
                <a:off x="7995274" y="4796137"/>
                <a:ext cx="396600" cy="3966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457200">
                  <a:buClr>
                    <a:prstClr val="black"/>
                  </a:buClr>
                  <a:buSzPts val="1100"/>
                </a:pPr>
                <a:endParaRPr>
                  <a:solidFill>
                    <a:srgbClr val="8064A2"/>
                  </a:solidFill>
                  <a:latin typeface="Calibri"/>
                </a:endParaRPr>
              </a:p>
            </p:txBody>
          </p:sp>
          <p:sp>
            <p:nvSpPr>
              <p:cNvPr id="172" name="Google Shape;201;p19">
                <a:extLst>
                  <a:ext uri="{FF2B5EF4-FFF2-40B4-BE49-F238E27FC236}">
                    <a16:creationId xmlns:a16="http://schemas.microsoft.com/office/drawing/2014/main" id="{F106B8B6-6710-1CAF-6754-CBA3826A0739}"/>
                  </a:ext>
                </a:extLst>
              </p:cNvPr>
              <p:cNvSpPr txBox="1"/>
              <p:nvPr/>
            </p:nvSpPr>
            <p:spPr>
              <a:xfrm>
                <a:off x="6582725" y="5554794"/>
                <a:ext cx="1805100" cy="54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ctr" defTabSz="457200"/>
                <a:r>
                  <a:rPr lang="en" sz="1100" dirty="0">
                    <a:solidFill>
                      <a:srgbClr val="252525"/>
                    </a:solidFill>
                    <a:latin typeface="Roboto"/>
                    <a:ea typeface="Roboto"/>
                    <a:cs typeface="Roboto"/>
                    <a:sym typeface="Roboto"/>
                  </a:rPr>
                  <a:t>NN efectua el pago al referenciador</a:t>
                </a:r>
                <a:endParaRPr sz="1100" dirty="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73" name="Google Shape;202;p19">
                <a:extLst>
                  <a:ext uri="{FF2B5EF4-FFF2-40B4-BE49-F238E27FC236}">
                    <a16:creationId xmlns:a16="http://schemas.microsoft.com/office/drawing/2014/main" id="{D0E9C60F-BE68-54C8-33C3-2FCD10BBD9DE}"/>
                  </a:ext>
                </a:extLst>
              </p:cNvPr>
              <p:cNvSpPr txBox="1"/>
              <p:nvPr/>
            </p:nvSpPr>
            <p:spPr>
              <a:xfrm>
                <a:off x="4427885" y="3897618"/>
                <a:ext cx="2017625" cy="54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ctr" defTabSz="457200"/>
                <a:r>
                  <a:rPr lang="en" sz="1100" dirty="0">
                    <a:solidFill>
                      <a:srgbClr val="252525"/>
                    </a:solidFill>
                    <a:latin typeface="Roboto"/>
                    <a:ea typeface="Roboto"/>
                    <a:cs typeface="Roboto"/>
                    <a:sym typeface="Roboto"/>
                  </a:rPr>
                  <a:t>NN revisa la factura y comprueba que coincide con el PBI</a:t>
                </a:r>
                <a:endParaRPr sz="1100" dirty="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74" name="Google Shape;203;p19">
                <a:extLst>
                  <a:ext uri="{FF2B5EF4-FFF2-40B4-BE49-F238E27FC236}">
                    <a16:creationId xmlns:a16="http://schemas.microsoft.com/office/drawing/2014/main" id="{CAB7D482-35E0-B2CD-3778-1E01F2DF287C}"/>
                  </a:ext>
                </a:extLst>
              </p:cNvPr>
              <p:cNvSpPr txBox="1"/>
              <p:nvPr/>
            </p:nvSpPr>
            <p:spPr>
              <a:xfrm>
                <a:off x="457199" y="3897618"/>
                <a:ext cx="1917726" cy="54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ctr" defTabSz="457200"/>
                <a:r>
                  <a:rPr lang="en" sz="1100" dirty="0">
                    <a:solidFill>
                      <a:srgbClr val="252525"/>
                    </a:solidFill>
                    <a:latin typeface="Roboto"/>
                    <a:ea typeface="Roboto"/>
                    <a:cs typeface="Roboto"/>
                    <a:sym typeface="Roboto"/>
                  </a:rPr>
                  <a:t>El agente revisa las operaciones y se lo envia al referenciador </a:t>
                </a:r>
                <a:endParaRPr sz="1100" dirty="0">
                  <a:solidFill>
                    <a:srgbClr val="25252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75" name="Google Shape;204;p19">
                <a:extLst>
                  <a:ext uri="{FF2B5EF4-FFF2-40B4-BE49-F238E27FC236}">
                    <a16:creationId xmlns:a16="http://schemas.microsoft.com/office/drawing/2014/main" id="{3BE933A8-3931-6F8B-CE03-802BD02C9687}"/>
                  </a:ext>
                </a:extLst>
              </p:cNvPr>
              <p:cNvSpPr txBox="1"/>
              <p:nvPr/>
            </p:nvSpPr>
            <p:spPr>
              <a:xfrm>
                <a:off x="1978825" y="4796006"/>
                <a:ext cx="396600" cy="39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 defTabSz="457200"/>
                <a:r>
                  <a:rPr lang="en" sz="2000" dirty="0">
                    <a:solidFill>
                      <a:srgbClr val="E46C0A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rPr>
                  <a:t>1</a:t>
                </a:r>
                <a:endParaRPr sz="2000" dirty="0">
                  <a:solidFill>
                    <a:srgbClr val="E46C0A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endParaRPr>
              </a:p>
            </p:txBody>
          </p:sp>
          <p:sp>
            <p:nvSpPr>
              <p:cNvPr id="176" name="Google Shape;205;p19">
                <a:extLst>
                  <a:ext uri="{FF2B5EF4-FFF2-40B4-BE49-F238E27FC236}">
                    <a16:creationId xmlns:a16="http://schemas.microsoft.com/office/drawing/2014/main" id="{AEEE312A-6A51-FBC1-851A-A5492C608D89}"/>
                  </a:ext>
                </a:extLst>
              </p:cNvPr>
              <p:cNvSpPr txBox="1"/>
              <p:nvPr/>
            </p:nvSpPr>
            <p:spPr>
              <a:xfrm>
                <a:off x="4057751" y="4793746"/>
                <a:ext cx="396600" cy="39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 defTabSz="457200"/>
                <a:r>
                  <a:rPr lang="en" sz="2000" dirty="0">
                    <a:solidFill>
                      <a:srgbClr val="E9893B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rPr>
                  <a:t>2</a:t>
                </a:r>
                <a:endParaRPr sz="2000" dirty="0">
                  <a:solidFill>
                    <a:srgbClr val="E9893B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endParaRPr>
              </a:p>
            </p:txBody>
          </p:sp>
          <p:sp>
            <p:nvSpPr>
              <p:cNvPr id="177" name="Google Shape;206;p19">
                <a:extLst>
                  <a:ext uri="{FF2B5EF4-FFF2-40B4-BE49-F238E27FC236}">
                    <a16:creationId xmlns:a16="http://schemas.microsoft.com/office/drawing/2014/main" id="{AFF95149-D867-E685-42F8-266631BFF184}"/>
                  </a:ext>
                </a:extLst>
              </p:cNvPr>
              <p:cNvSpPr txBox="1"/>
              <p:nvPr/>
            </p:nvSpPr>
            <p:spPr>
              <a:xfrm>
                <a:off x="5977625" y="4796131"/>
                <a:ext cx="396600" cy="39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 defTabSz="457200"/>
                <a:r>
                  <a:rPr lang="en" sz="2000" dirty="0">
                    <a:solidFill>
                      <a:srgbClr val="EFA76C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rPr>
                  <a:t>3</a:t>
                </a:r>
                <a:endParaRPr sz="2000" dirty="0">
                  <a:solidFill>
                    <a:srgbClr val="EFA76C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endParaRPr>
              </a:p>
            </p:txBody>
          </p:sp>
          <p:sp>
            <p:nvSpPr>
              <p:cNvPr id="178" name="Google Shape;207;p19">
                <a:extLst>
                  <a:ext uri="{FF2B5EF4-FFF2-40B4-BE49-F238E27FC236}">
                    <a16:creationId xmlns:a16="http://schemas.microsoft.com/office/drawing/2014/main" id="{68EC8880-28CC-E68F-5D7F-95024FA8F9C2}"/>
                  </a:ext>
                </a:extLst>
              </p:cNvPr>
              <p:cNvSpPr txBox="1"/>
              <p:nvPr/>
            </p:nvSpPr>
            <p:spPr>
              <a:xfrm>
                <a:off x="7991225" y="4796131"/>
                <a:ext cx="396600" cy="39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 defTabSz="457200"/>
                <a:r>
                  <a:rPr lang="en" sz="2000">
                    <a:solidFill>
                      <a:srgbClr val="CACACA"/>
                    </a:solidFill>
                    <a:latin typeface="Fira Sans Condensed Medium"/>
                    <a:ea typeface="Fira Sans Condensed Medium"/>
                    <a:cs typeface="Fira Sans Condensed Medium"/>
                    <a:sym typeface="Fira Sans Condensed Medium"/>
                  </a:rPr>
                  <a:t>4</a:t>
                </a:r>
                <a:endParaRPr sz="2000">
                  <a:solidFill>
                    <a:srgbClr val="CACACA"/>
                  </a:solidFill>
                  <a:latin typeface="Fira Sans Condensed Medium"/>
                  <a:ea typeface="Fira Sans Condensed Medium"/>
                  <a:cs typeface="Fira Sans Condensed Medium"/>
                  <a:sym typeface="Fira Sans Condensed Medium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06370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396DB-2E14-6B27-A881-138F9FFC2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5340A0-9D8E-DC0C-3E9B-2AFF72127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8706" y="34525"/>
            <a:ext cx="8229600" cy="630804"/>
          </a:xfrm>
        </p:spPr>
        <p:txBody>
          <a:bodyPr>
            <a:noAutofit/>
          </a:bodyPr>
          <a:lstStyle/>
          <a:p>
            <a:pPr algn="l"/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Arial"/>
              </a:rPr>
              <a:t>Incidencias</a:t>
            </a:r>
            <a:endParaRPr lang="es-ES" sz="2000" dirty="0"/>
          </a:p>
        </p:txBody>
      </p:sp>
      <p:sp>
        <p:nvSpPr>
          <p:cNvPr id="123" name="Rectángulo: esquinas redondeadas 122">
            <a:extLst>
              <a:ext uri="{FF2B5EF4-FFF2-40B4-BE49-F238E27FC236}">
                <a16:creationId xmlns:a16="http://schemas.microsoft.com/office/drawing/2014/main" id="{1D917E6F-62DD-DAC5-9487-2142BF077C9F}"/>
              </a:ext>
            </a:extLst>
          </p:cNvPr>
          <p:cNvSpPr/>
          <p:nvPr/>
        </p:nvSpPr>
        <p:spPr>
          <a:xfrm>
            <a:off x="1340785" y="851219"/>
            <a:ext cx="4487347" cy="5809256"/>
          </a:xfrm>
          <a:prstGeom prst="roundRect">
            <a:avLst/>
          </a:prstGeom>
          <a:noFill/>
          <a:ln w="1905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s-E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8" name="CuadroTexto 127">
            <a:extLst>
              <a:ext uri="{FF2B5EF4-FFF2-40B4-BE49-F238E27FC236}">
                <a16:creationId xmlns:a16="http://schemas.microsoft.com/office/drawing/2014/main" id="{56C20C2E-5D42-352C-236E-A98766C66950}"/>
              </a:ext>
            </a:extLst>
          </p:cNvPr>
          <p:cNvSpPr txBox="1"/>
          <p:nvPr/>
        </p:nvSpPr>
        <p:spPr>
          <a:xfrm>
            <a:off x="2349966" y="668823"/>
            <a:ext cx="248521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457200"/>
            <a:r>
              <a:rPr lang="es-ES" sz="2000" b="1" dirty="0">
                <a:solidFill>
                  <a:prstClr val="black"/>
                </a:solidFill>
                <a:latin typeface="Calibri"/>
              </a:rPr>
              <a:t>Procedimiento actual</a:t>
            </a:r>
          </a:p>
        </p:txBody>
      </p:sp>
      <p:sp>
        <p:nvSpPr>
          <p:cNvPr id="107" name="Rectángulo: esquinas redondeadas 106">
            <a:extLst>
              <a:ext uri="{FF2B5EF4-FFF2-40B4-BE49-F238E27FC236}">
                <a16:creationId xmlns:a16="http://schemas.microsoft.com/office/drawing/2014/main" id="{CB4FB410-EF79-811C-FFDE-F2178A44623C}"/>
              </a:ext>
            </a:extLst>
          </p:cNvPr>
          <p:cNvSpPr/>
          <p:nvPr/>
        </p:nvSpPr>
        <p:spPr>
          <a:xfrm>
            <a:off x="6164360" y="851219"/>
            <a:ext cx="4487347" cy="5809256"/>
          </a:xfrm>
          <a:prstGeom prst="roundRect">
            <a:avLst/>
          </a:prstGeom>
          <a:noFill/>
          <a:ln w="19050">
            <a:solidFill>
              <a:srgbClr val="779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s-E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5" name="CuadroTexto 134">
            <a:extLst>
              <a:ext uri="{FF2B5EF4-FFF2-40B4-BE49-F238E27FC236}">
                <a16:creationId xmlns:a16="http://schemas.microsoft.com/office/drawing/2014/main" id="{4230A60D-DF54-A65E-50D7-9519D9AF07DD}"/>
              </a:ext>
            </a:extLst>
          </p:cNvPr>
          <p:cNvSpPr txBox="1"/>
          <p:nvPr/>
        </p:nvSpPr>
        <p:spPr>
          <a:xfrm>
            <a:off x="7041520" y="668823"/>
            <a:ext cx="2494144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457200"/>
            <a:r>
              <a:rPr lang="es-ES" sz="2000" b="1" dirty="0">
                <a:solidFill>
                  <a:prstClr val="black"/>
                </a:solidFill>
                <a:latin typeface="Calibri"/>
              </a:rPr>
              <a:t>Procedimiento Nuevo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7829CA-A83C-992F-8CFB-6F52FD446CA7}"/>
              </a:ext>
            </a:extLst>
          </p:cNvPr>
          <p:cNvSpPr txBox="1"/>
          <p:nvPr/>
        </p:nvSpPr>
        <p:spPr>
          <a:xfrm>
            <a:off x="1609344" y="1251329"/>
            <a:ext cx="401421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Tipos de incidencia</a:t>
            </a:r>
            <a:endParaRPr lang="es-E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es-ES" sz="1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s-ES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Creación de lead: </a:t>
            </a:r>
          </a:p>
          <a:p>
            <a:endParaRPr lang="es-E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s-E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Agente no esta completando la creación del lead según proceso establecido:</a:t>
            </a:r>
          </a:p>
          <a:p>
            <a:r>
              <a:rPr lang="es-E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 Asociar DNI</a:t>
            </a:r>
          </a:p>
          <a:p>
            <a:r>
              <a:rPr lang="es-E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 Vincular referenciador, no vincular el correcto</a:t>
            </a:r>
          </a:p>
          <a:p>
            <a:r>
              <a:rPr lang="es-E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 Vincular campaña</a:t>
            </a:r>
          </a:p>
          <a:p>
            <a:endParaRPr lang="es-E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s-ES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Alta del Referenciador:</a:t>
            </a:r>
          </a:p>
          <a:p>
            <a:endParaRPr lang="es-ES" sz="1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s-E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Agente crea el lead antes de que el referenciador sea dado de alta, por parte de administración comercial. </a:t>
            </a:r>
          </a:p>
          <a:p>
            <a:endParaRPr lang="es-E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s-ES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Consecuencias de estas incidencias : </a:t>
            </a:r>
          </a:p>
          <a:p>
            <a:endParaRPr lang="es-ES" sz="1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s-E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Retraso en el pago de las facturas.</a:t>
            </a:r>
          </a:p>
          <a:p>
            <a:endParaRPr lang="es-E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s-ES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Solución Incidencias: </a:t>
            </a:r>
          </a:p>
          <a:p>
            <a:endParaRPr lang="es-ES" sz="1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s-E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Corrección manual por parte del departamento de Gestión Comercial. </a:t>
            </a:r>
          </a:p>
          <a:p>
            <a:endParaRPr lang="es-E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360BC61-82A5-DBFA-AB92-3345365FA794}"/>
              </a:ext>
            </a:extLst>
          </p:cNvPr>
          <p:cNvSpPr txBox="1">
            <a:spLocks/>
          </p:cNvSpPr>
          <p:nvPr/>
        </p:nvSpPr>
        <p:spPr>
          <a:xfrm>
            <a:off x="6446482" y="1143607"/>
            <a:ext cx="3923102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Tipo de incidencia:</a:t>
            </a:r>
          </a:p>
          <a:p>
            <a:endParaRPr lang="es-E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s-ES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Creación de lead: </a:t>
            </a:r>
          </a:p>
          <a:p>
            <a:endParaRPr lang="es-E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s-E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Agente no completa correctamente:</a:t>
            </a:r>
          </a:p>
          <a:p>
            <a:r>
              <a:rPr lang="es-E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 MPF o formulario hipotecas.</a:t>
            </a:r>
          </a:p>
          <a:p>
            <a:r>
              <a:rPr lang="es-E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 Agente no referencia al lead o lo referencia mal al tener más de un referenciador. </a:t>
            </a:r>
          </a:p>
          <a:p>
            <a:endParaRPr lang="es-E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s-ES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Alta del Referenciador:</a:t>
            </a:r>
          </a:p>
          <a:p>
            <a:endParaRPr lang="es-ES" sz="1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s-E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Agente realiza el proceso de venta antes de que el referenciador sea dado de alta por parte de administración comercial. </a:t>
            </a:r>
            <a:r>
              <a:rPr lang="es-ES" sz="1400" b="1" dirty="0">
                <a:solidFill>
                  <a:srgbClr val="77933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 el alta del referenciador será obligatorio el </a:t>
            </a:r>
            <a:r>
              <a:rPr lang="es-ES" sz="1400" b="1">
                <a:solidFill>
                  <a:srgbClr val="77933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número móvil </a:t>
            </a:r>
            <a:r>
              <a:rPr lang="es-ES" sz="1400" b="1" dirty="0">
                <a:solidFill>
                  <a:srgbClr val="77933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 la RETA.</a:t>
            </a:r>
          </a:p>
          <a:p>
            <a:endParaRPr lang="es-E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s-ES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Consecuencias de estas incidencias : </a:t>
            </a:r>
          </a:p>
          <a:p>
            <a:endParaRPr lang="es-ES" sz="1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s-E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 se podrá pagar las facturas.</a:t>
            </a:r>
          </a:p>
          <a:p>
            <a:endParaRPr lang="es-E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s-ES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Solución Incidencias:</a:t>
            </a:r>
          </a:p>
          <a:p>
            <a:r>
              <a:rPr lang="es-ES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  <a:p>
            <a:r>
              <a:rPr lang="es-E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 se puede corregir manualmente por parte del departamento de Gestión Comercial. </a:t>
            </a:r>
          </a:p>
          <a:p>
            <a:endParaRPr lang="es-E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es-E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859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JUNOLOCK TextBox 10 (JU-Free)"/>
          <p:cNvSpPr txBox="1">
            <a:spLocks/>
          </p:cNvSpPr>
          <p:nvPr/>
        </p:nvSpPr>
        <p:spPr>
          <a:xfrm>
            <a:off x="-2055600" y="3278843"/>
            <a:ext cx="1764000" cy="523220"/>
          </a:xfrm>
          <a:prstGeom prst="wedgeRectCallout">
            <a:avLst>
              <a:gd name="adj1" fmla="val 60383"/>
              <a:gd name="adj2" fmla="val -19355"/>
            </a:avLst>
          </a:prstGeom>
          <a:solidFill>
            <a:schemeClr val="bg1"/>
          </a:solidFill>
          <a:ln>
            <a:solidFill>
              <a:srgbClr val="EA650D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2400"/>
              </a:spcBef>
            </a:pPr>
            <a:r>
              <a:rPr lang="en-GB" sz="1400" noProof="1"/>
              <a:t>Do not change or add other logos</a:t>
            </a:r>
          </a:p>
        </p:txBody>
      </p:sp>
    </p:spTree>
    <p:extLst>
      <p:ext uri="{BB962C8B-B14F-4D97-AF65-F5344CB8AC3E}">
        <p14:creationId xmlns:p14="http://schemas.microsoft.com/office/powerpoint/2010/main" val="3051325029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 NN General">
  <a:themeElements>
    <a:clrScheme name="Colorscheme NN General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650D"/>
      </a:accent1>
      <a:accent2>
        <a:srgbClr val="EE7F00"/>
      </a:accent2>
      <a:accent3>
        <a:srgbClr val="E64415"/>
      </a:accent3>
      <a:accent4>
        <a:srgbClr val="999999"/>
      </a:accent4>
      <a:accent5>
        <a:srgbClr val="CAC7C7"/>
      </a:accent5>
      <a:accent6>
        <a:srgbClr val="666666"/>
      </a:accent6>
      <a:hlink>
        <a:srgbClr val="000000"/>
      </a:hlink>
      <a:folHlink>
        <a:srgbClr val="000000"/>
      </a:folHlink>
    </a:clrScheme>
    <a:fontScheme name="Font Scheme N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spcBef>
            <a:spcPts val="2400"/>
          </a:spcBef>
          <a:defRPr dirty="0" err="1" smtClean="0"/>
        </a:defPPr>
      </a:lstStyle>
    </a:txDef>
  </a:objectDefaults>
  <a:extraClrSchemeLst/>
  <a:custClrLst>
    <a:custClr name="(1) Medium orange">
      <a:srgbClr val="EA650D"/>
    </a:custClr>
    <a:custClr name="(1A) Light orange">
      <a:srgbClr val="EAC98E"/>
    </a:custClr>
    <a:custClr name="(1B) Dark orange">
      <a:srgbClr val="E64415"/>
    </a:custClr>
    <a:custClr name="(2) Medium blue">
      <a:srgbClr val="7CAAD6"/>
    </a:custClr>
    <a:custClr name="(2A) Light Blue">
      <a:srgbClr val="A4CCEA"/>
    </a:custClr>
    <a:custClr name="(2B) Dark Blue">
      <a:srgbClr val="5389C2"/>
    </a:custClr>
    <a:custClr name="(3) Dark grey">
      <a:srgbClr val="666666"/>
    </a:custClr>
    <a:custClr name="(3A) Light grey">
      <a:srgbClr val="CAC7C7"/>
    </a:custClr>
    <a:custClr name="(3B) Medium grey">
      <a:srgbClr val="999999"/>
    </a:custClr>
    <a:custClr name="(4) Medium green">
      <a:srgbClr val="96B439"/>
    </a:custClr>
    <a:custClr name="(4A) Light green">
      <a:srgbClr val="C8CD2E"/>
    </a:custClr>
    <a:custClr name="(4B) Dark green">
      <a:srgbClr val="5B9853"/>
    </a:custClr>
    <a:custClr name="(5) Medium purple">
      <a:srgbClr val="9C91C6"/>
    </a:custClr>
    <a:custClr name="(5A) Light purple">
      <a:srgbClr val="C6BFE0"/>
    </a:custClr>
    <a:custClr name="(5B) Dark Purple">
      <a:srgbClr val="706CB0"/>
    </a:custClr>
  </a:custClrLst>
  <a:extLst>
    <a:ext uri="{05A4C25C-085E-4340-85A3-A5531E510DB2}">
      <thm15:themeFamily xmlns:thm15="http://schemas.microsoft.com/office/thememl/2012/main" name="Nationale-Nederlanden - Template (widescreen 16x9).potx" id="{468F9686-50D4-4BA2-B7CB-1CC7C909663D}" vid="{2419E491-50E3-4188-87A7-A938C3BC3BBC}"/>
    </a:ext>
  </a:extLst>
</a:theme>
</file>

<file path=ppt/theme/theme2.xml><?xml version="1.0" encoding="utf-8"?>
<a:theme xmlns:a="http://schemas.openxmlformats.org/drawingml/2006/main" name="1_Presentation NN General">
  <a:themeElements>
    <a:clrScheme name="Colorscheme NN General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650D"/>
      </a:accent1>
      <a:accent2>
        <a:srgbClr val="EE7F00"/>
      </a:accent2>
      <a:accent3>
        <a:srgbClr val="E64415"/>
      </a:accent3>
      <a:accent4>
        <a:srgbClr val="999999"/>
      </a:accent4>
      <a:accent5>
        <a:srgbClr val="CAC7C7"/>
      </a:accent5>
      <a:accent6>
        <a:srgbClr val="666666"/>
      </a:accent6>
      <a:hlink>
        <a:srgbClr val="000000"/>
      </a:hlink>
      <a:folHlink>
        <a:srgbClr val="000000"/>
      </a:folHlink>
    </a:clrScheme>
    <a:fontScheme name="Font Scheme N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spcBef>
            <a:spcPts val="2400"/>
          </a:spcBef>
          <a:defRPr dirty="0" err="1" smtClean="0"/>
        </a:defPPr>
      </a:lstStyle>
    </a:txDef>
  </a:objectDefaults>
  <a:extraClrSchemeLst/>
  <a:custClrLst>
    <a:custClr name="(1) Medium orange">
      <a:srgbClr val="EA650D"/>
    </a:custClr>
    <a:custClr name="(1A) Light orange">
      <a:srgbClr val="EAC98E"/>
    </a:custClr>
    <a:custClr name="(1B) Dark orange">
      <a:srgbClr val="E64415"/>
    </a:custClr>
    <a:custClr name="(2) Medium blue">
      <a:srgbClr val="7CAAD6"/>
    </a:custClr>
    <a:custClr name="(2A) Light Blue">
      <a:srgbClr val="A4CCEA"/>
    </a:custClr>
    <a:custClr name="(2B) Dark Blue">
      <a:srgbClr val="5389C2"/>
    </a:custClr>
    <a:custClr name="(3) Dark grey">
      <a:srgbClr val="666666"/>
    </a:custClr>
    <a:custClr name="(3A) Light grey">
      <a:srgbClr val="CAC7C7"/>
    </a:custClr>
    <a:custClr name="(3B) Medium grey">
      <a:srgbClr val="999999"/>
    </a:custClr>
    <a:custClr name="(4) Medium green">
      <a:srgbClr val="96B439"/>
    </a:custClr>
    <a:custClr name="(4A) Light green">
      <a:srgbClr val="C8CD2E"/>
    </a:custClr>
    <a:custClr name="(4B) Dark green">
      <a:srgbClr val="5B9853"/>
    </a:custClr>
    <a:custClr name="(5) Medium purple">
      <a:srgbClr val="9C91C6"/>
    </a:custClr>
    <a:custClr name="(5A) Light purple">
      <a:srgbClr val="C6BFE0"/>
    </a:custClr>
    <a:custClr name="(5B) Dark Purple">
      <a:srgbClr val="706CB0"/>
    </a:custClr>
  </a:custClrLst>
  <a:extLst>
    <a:ext uri="{05A4C25C-085E-4340-85A3-A5531E510DB2}">
      <thm15:themeFamily xmlns:thm15="http://schemas.microsoft.com/office/thememl/2012/main" name="Nationale-Nederlanden - Template (widescreen 16x9).potx" id="{468F9686-50D4-4BA2-B7CB-1CC7C909663D}" vid="{2419E491-50E3-4188-87A7-A938C3BC3BB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-thema">
  <a:themeElements>
    <a:clrScheme name="Colorscheme NN General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650D"/>
      </a:accent1>
      <a:accent2>
        <a:srgbClr val="EAC98E"/>
      </a:accent2>
      <a:accent3>
        <a:srgbClr val="E64415"/>
      </a:accent3>
      <a:accent4>
        <a:srgbClr val="999999"/>
      </a:accent4>
      <a:accent5>
        <a:srgbClr val="CAC7C7"/>
      </a:accent5>
      <a:accent6>
        <a:srgbClr val="666666"/>
      </a:accent6>
      <a:hlink>
        <a:srgbClr val="000000"/>
      </a:hlink>
      <a:folHlink>
        <a:srgbClr val="000000"/>
      </a:folHlink>
    </a:clrScheme>
    <a:fontScheme name="Font Scheme N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-thema">
  <a:themeElements>
    <a:clrScheme name="Colorscheme NN General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650D"/>
      </a:accent1>
      <a:accent2>
        <a:srgbClr val="EAC98E"/>
      </a:accent2>
      <a:accent3>
        <a:srgbClr val="E64415"/>
      </a:accent3>
      <a:accent4>
        <a:srgbClr val="999999"/>
      </a:accent4>
      <a:accent5>
        <a:srgbClr val="CAC7C7"/>
      </a:accent5>
      <a:accent6>
        <a:srgbClr val="666666"/>
      </a:accent6>
      <a:hlink>
        <a:srgbClr val="000000"/>
      </a:hlink>
      <a:folHlink>
        <a:srgbClr val="000000"/>
      </a:folHlink>
    </a:clrScheme>
    <a:fontScheme name="Font Scheme N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042df3b-ac5d-420e-9579-c2ded6e00c6f" xsi:nil="true"/>
    <lcf76f155ced4ddcb4097134ff3c332f xmlns="70d397f8-7c9c-4fed-8353-f25da4bd903f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66E75E0441E24397C70818A13C6BB5" ma:contentTypeVersion="19" ma:contentTypeDescription="Create a new document." ma:contentTypeScope="" ma:versionID="8300c0e4f71f222b37d6bfc9ae5e44ca">
  <xsd:schema xmlns:xsd="http://www.w3.org/2001/XMLSchema" xmlns:xs="http://www.w3.org/2001/XMLSchema" xmlns:p="http://schemas.microsoft.com/office/2006/metadata/properties" xmlns:ns2="70d397f8-7c9c-4fed-8353-f25da4bd903f" xmlns:ns3="7d7ba199-813f-4378-92ab-66838c6bcc14" xmlns:ns4="c042df3b-ac5d-420e-9579-c2ded6e00c6f" targetNamespace="http://schemas.microsoft.com/office/2006/metadata/properties" ma:root="true" ma:fieldsID="0f1e221777a9b8991ba52cb7c9a43af4" ns2:_="" ns3:_="" ns4:_="">
    <xsd:import namespace="70d397f8-7c9c-4fed-8353-f25da4bd903f"/>
    <xsd:import namespace="7d7ba199-813f-4378-92ab-66838c6bcc14"/>
    <xsd:import namespace="c042df3b-ac5d-420e-9579-c2ded6e00c6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d397f8-7c9c-4fed-8353-f25da4bd90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e08193d1-4729-411b-9bd8-f1bc5006b7c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7ba199-813f-4378-92ab-66838c6bcc14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42df3b-ac5d-420e-9579-c2ded6e00c6f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a1ba574f-dc67-4e8d-8ab1-2215c88f527d}" ma:internalName="TaxCatchAll" ma:showField="CatchAllData" ma:web="7d7ba199-813f-4378-92ab-66838c6bcc1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2CB0109-ED64-43A0-9154-EA0FE753069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90FE944-CD1C-43FE-8942-963E6CB14196}">
  <ds:schemaRefs>
    <ds:schemaRef ds:uri="70d397f8-7c9c-4fed-8353-f25da4bd903f"/>
    <ds:schemaRef ds:uri="c042df3b-ac5d-420e-9579-c2ded6e00c6f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D5EA44D-A5BB-4749-AD93-BA63959876F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d397f8-7c9c-4fed-8353-f25da4bd903f"/>
    <ds:schemaRef ds:uri="7d7ba199-813f-4378-92ab-66838c6bcc14"/>
    <ds:schemaRef ds:uri="c042df3b-ac5d-420e-9579-c2ded6e00c6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Nationale-Nederlanden - Template (widescreen 16x9)</Template>
  <TotalTime>8481</TotalTime>
  <Words>505</Words>
  <Application>Microsoft Office PowerPoint</Application>
  <PresentationFormat>Personalizado</PresentationFormat>
  <Paragraphs>137</Paragraphs>
  <Slides>9</Slides>
  <Notes>5</Notes>
  <HiddenSlides>0</HiddenSlides>
  <MMClips>1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9</vt:i4>
      </vt:variant>
    </vt:vector>
  </HeadingPairs>
  <TitlesOfParts>
    <vt:vector size="17" baseType="lpstr">
      <vt:lpstr>Aptos</vt:lpstr>
      <vt:lpstr>Arial</vt:lpstr>
      <vt:lpstr>Calibri</vt:lpstr>
      <vt:lpstr>Fira Sans Condensed Medium</vt:lpstr>
      <vt:lpstr>Roboto</vt:lpstr>
      <vt:lpstr>Presentation NN General</vt:lpstr>
      <vt:lpstr>1_Presentation NN General</vt:lpstr>
      <vt:lpstr>Office Theme</vt:lpstr>
      <vt:lpstr>Automatización Referenciadores</vt:lpstr>
      <vt:lpstr>Proceso Gestión Referenciadores</vt:lpstr>
      <vt:lpstr>Anexos</vt:lpstr>
      <vt:lpstr>Proceso de Venta con Referenciadores</vt:lpstr>
      <vt:lpstr>Anexos</vt:lpstr>
      <vt:lpstr>Anexos</vt:lpstr>
      <vt:lpstr>Proceso de Pago a Referenciadores</vt:lpstr>
      <vt:lpstr>Incidencias</vt:lpstr>
      <vt:lpstr>Presentación de PowerPoint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MTP estructuras 2024</dc:title>
  <dc:subject/>
  <dc:creator>Doval Esparza,  (Maria Antonieta)</dc:creator>
  <cp:keywords/>
  <dc:description>Template version 2.2 - 5 March 2018_x000d_
Layout: Koeweiden Postma_x000d_
Templates: www.JoulesUnlimited.com</dc:description>
  <cp:lastModifiedBy>Torrijos Nuñez,  (Daniel)</cp:lastModifiedBy>
  <cp:revision>4</cp:revision>
  <dcterms:created xsi:type="dcterms:W3CDTF">2023-11-30T11:42:13Z</dcterms:created>
  <dcterms:modified xsi:type="dcterms:W3CDTF">2026-03-06T11:13:15Z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CheckJU">
    <vt:lpwstr>v2.0</vt:lpwstr>
  </property>
  <property fmtid="{D5CDD505-2E9C-101B-9397-08002B2CF9AE}" pid="3" name="PPTExampleSlidesJU">
    <vt:lpwstr>PPT_Example_slides_JU_16_9_EN_NATNED.pptx</vt:lpwstr>
  </property>
  <property fmtid="{D5CDD505-2E9C-101B-9397-08002B2CF9AE}" pid="4" name="ContentTypeId">
    <vt:lpwstr>0x0101007666E75E0441E24397C70818A13C6BB5</vt:lpwstr>
  </property>
  <property fmtid="{D5CDD505-2E9C-101B-9397-08002B2CF9AE}" pid="5" name="MediaServiceImageTags">
    <vt:lpwstr/>
  </property>
</Properties>
</file>