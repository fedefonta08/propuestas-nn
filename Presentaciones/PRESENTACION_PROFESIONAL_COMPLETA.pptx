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Lunes DESPEGUE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600"/>
              </a:solidFill>
              <a:effectLst/>
            </c:spPr>
          </c:dPt>
          <c:dLbls>
            <c:dLbl>
              <c:idx val="0"/>
              <c:numFmt formatCode="#0h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0h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Lunes
DESPEGUE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 DE GESTIÓN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PUNTO NARANJA XÀTIVA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Federico Fontanals Serra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Dinamizador · Nationale-Nederlanden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Reunión con Antonio Morote y Ricardo Montaner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Lunes 21 de abril 2026 · 9:30h · Forn del Pla, Xàtiva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 MISIÓN 2026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776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🎯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554480" y="15087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PVM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19659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10.291 puntos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4630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👥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5806440" y="150876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EQUIPO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806440" y="1920240"/>
            <a:ext cx="2697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4-5 agentes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 sept 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actual: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Mes 2 de actividad (entrada marzo 2026)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agente operativo: Rosiane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de gestión construido y documentado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Radar Comercial NN conectado con Entre Nosotros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PROPUESTA: LUNES DESPEGUE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de modelos de seguimiento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77640" cy="5486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DESPACHO DIARIO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8:30h - 9:30h (1h/día)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5 horas/semana totales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Ventaja: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 diario constante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Inconveniente: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fricción con 1-2 agentes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Dispersión de tiempo productivo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397764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8" name="Text 6"/>
          <p:cNvSpPr/>
          <p:nvPr/>
        </p:nvSpPr>
        <p:spPr>
          <a:xfrm>
            <a:off x="4709160" y="1554480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LUNES DESPEGUE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8:00h - 10:00h (2h lunes)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2h semana + seguimiento ligero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Ventajas: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Alto impacto concentrado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Tiempo para recruiting (7h/sem)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Tiempo para producción propia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Basado en método María José (Paterna)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ESTRUCTURA LUNES DESPEGUE (2 HORAS)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280160" y="13533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Bienvenida y contexto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62763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Frase motivacional + logros semana anterior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8368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031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80160" y="20848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Repaso Entre Nosotros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80160" y="235915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campañas más importantes de la semana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8346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280160" y="28163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Revisión números individuales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309067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Llamadas, reuniones, operaciones por agente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8803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5661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280160" y="35478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Acción semana + recruiting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280160" y="382219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acción concreta + cultura de referidos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611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280160" y="42793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Cierre y motivación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280160" y="4553712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Recordatorio deadline + frase de cierre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5120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19 minutos estructurados · Metodología probada en delegaciones de éxito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MARTES A VIERNES: SEGUIMIENTO ÁGIL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SEGUIMIENTO POR LLAMADAS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Llamadas rápidas según necesidad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Resolver bloqueos específicos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 reunión formal diaria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325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ACOMPAÑAMIENTO OPERACIONES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Visitas conjuntas cliente final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Apoyo en cierre de operaciones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Formación práctica en campo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397764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346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RECRUITING ACTIVO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60" y="32461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1-1.5 horas/día dedicadas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Llamadas, reuniones, entrevistas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Objetivo: 4-5 agentes sept 2026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397764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283464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PRODUCCIÓN PROPIA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32461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Resto del tiempo: campo comercial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Hasta consolidar equipo completo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Objetivo: 10.291 pts anuales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3159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VIERNES TARDE: SEGUIMIENTO SEMANAL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0080" y="46360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 rápida a cada agente: ¿Cómo vas con la acción de la semana? · Preparación próximo lunes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 DISTRIBUCIÓN SEMANAL DE TIEMPO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572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212080" y="146304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40 horas/semana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Lunes DESPEGUE: 5% (alta efectividad)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Recruiting: 17.5% (prioridad sept 2026)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Producción propia: 50% (hasta consolidar)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Acompañamiento: 12.5% (formación práctica)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Seguimiento: 5% (llamadas mar-vie)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Formación: 10% (cursos NN + internas)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¿POR QUÉ LUNES DESPEGUE ES MEJOR?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la fase de construcción (1-5 agentes)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fricción con pocos agentes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1-2 agentes, despacho diario 1h es excesivo. Lunes DESPEGUE concentra el impacto.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71600" y="2148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para recruiting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7h/semana dedicadas a buscar, llamar y entrevistar candidatos. Sin esto, no llego a 4-5 agentes en sept.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Producción propia necesaria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108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consolidar equipo, yo debo generar puntos. Despacho diario me resta 5h de campo/semana.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371600" y="3520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Basado en método de éxito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María José (Paterna) hace despacho diario con 15+ agentes veteranos. Yo estoy construyendo desde cero.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Escalable a medida que crezco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3716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tenga 4-5 agentes, puedo añadir despacho miércoles (2h+2h). Estructura crece conmigo.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GESTIÓN: PLANTILLA AGENTE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4206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234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PLANTILLA_AGENTE_NN_V2.xlsx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agente rellena semanalmente: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📖 Instrucciones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🎯 Mi Perfil (Role Model / Viaje / Mínimo Ingresos)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👤 Mis Datos (objetivo mensual, acumulado)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📞 Mi Actividad (llamadas, reuniones, cierres)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🔥 Mis Operaciones (pipeline previsto)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Deadline: Lunes 8:30h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federico.fontanals@nnespana.com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4206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1234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SISTEMA DE PERFILES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María José (Paterna):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ROLE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 que aspiran a lo más alto.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ambiciosos.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 VIAJE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Motivados por incentivos de equipo.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colaborativo.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💶 MÍNIMO INGRESOS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Buscan estabilidad.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~2.500€/mes en comisiones.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Tracking semáforo (300€ bonificación)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Cultura de referidos (Ana Muñoz)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DINAMIZADOR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cuadro de mando personal — actualizado cada lunes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280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🎯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10.291 pts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12801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06908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908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[Actualizar]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560320" cy="12801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600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👥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90372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03720" y="19659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(Rosiane)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DESGLOSE DE PRODUCCIÓN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397764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mi producción directa: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88620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09160" y="3383280"/>
            <a:ext cx="397764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5204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mis agentes: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3816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ACTIVIDAD ESTA SEMANA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Llamadas realizadas: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02920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537460" y="475488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Reuniones mantenidas: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37460" y="502920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17720" y="475488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Operaciones cerradas: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17720" y="502920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97980" y="4754880"/>
            <a:ext cx="19888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generados: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97980" y="5029200"/>
            <a:ext cx="19888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RADAR COMERCIAL NN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 automática con Entre Nosotros semanal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SISTEMA AUTOMÁTICO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2148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1️⃣ Cada jueves llega correo 'Entre Nosotros' de 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2️⃣ Lo reenvío a Gmail → Claude lo lee automáticamente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3️⃣ Claude actualiza Google Sheets 'Radar Comercial NN':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🟠 Campañas Activas (qué vender esta semana)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📦 Novedades de Producto (cambios importantes)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• 📋 Historial Entre Nosotros (registro semanal)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4️⃣ Claude me da resumen + 3 acciones concretas de la semana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5029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5️⃣ Uso esa información en el Lunes DESPEGUE con agentes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8463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Operativo desde Entre Nosotros #558 (17/04/2026) · Última actualización: 19/04/2026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AUTOMATIZACIÓN: ENVÍO SEMANAL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Google Apps conectado al Radar Comercial NN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⏰ CADA DOMINGO 18:00H (AUTOMÁTICO)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21488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 el Radar Comercial NN (campañas activas + novedades)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43000" y="26060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campañas urgentes (vencimiento &lt;15 días)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017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43000" y="30632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 campañas relevantes según segmento de cada agente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43000" y="35204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Envía email HTML personalizado a cada agente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39319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" y="39776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Incluye: campañas + cultura de referidos + deadline lunes 8:30h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43000" y="44348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 envía resumen confirmando envío a todos los agentes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84632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Script operativo · Agentes reciben recordatorio automático cada domingo tarde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ESTRATEGIA RECRUITING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Método Ana Muñoz (Cullera): 15 agentes incorporados en 3 meses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77640" cy="1737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RECLUTAMIENTO INTENSIVO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1-1.5 horas/día dedicadas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Canales omnicanal: Facebook, Instagram, LinkedIn, WhatsApp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Contacto directo con asociaciones y empresas locales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Meta: 4-5 agentes antes septiembre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977640" cy="1737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60020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CULTURA DE REFERIDOS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201168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'Minuto de Oro' de Ana Muñoz: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cada reunión con cliente, dedicar 1 minuto a mencionar que estamos ampliando la red.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Preguntar: ¿Conoces a alguien interesado en unirse?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TRACKING RECRUITING (DASHBOARD DINAMIZADOR)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931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Candidatos contactados esta semana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5720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programadas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4572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512064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52120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Incorporaciones previstas mes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5212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[Número]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🎓 MINI-FORMACIONES INTERNAS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cortas (30-45 min) sobre: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Nuevo producto de la semana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Objeciones más frecuentes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Casos de éxito del equipo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Técnicas de cierre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8229600" cy="26517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880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VENTAJA COMPETITIVA: MIS AUTOMATIZACIONES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474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desarrollado herramientas que facilitan enormemente el trabajo de mis agentes: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Panel DESPEGUE: herramientas y guías en un solo clic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Sistema de llamadas v4: contacto pre-seleccionado, WhatsApp automático, seguimiento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Guías comerciales producto por producto (HTML, funcionan offline)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Radar Comercial NN: campañas activas actualizadas semanalmente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agentes NO estudian de cero. Tienen el método listo para aplicar desde día 1.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Y SEGUIMIENTO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MÉTRICAS SEMANALES (cada lunes DESPEGUE)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6002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agentes que envían plantilla antes 8:30h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0" y="1554480"/>
            <a:ext cx="155448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0" y="1600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488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agentes que ejecutan acción de la semana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132320" y="2103120"/>
            <a:ext cx="15544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0" y="2148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&gt;80%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697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operaciones cerradas en la semana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132320" y="2651760"/>
            <a:ext cx="155448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0" y="26974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658368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461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candidatos detectados por el equipo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132320" y="3200400"/>
            <a:ext cx="155448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0" y="3246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2-3/mes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SEGUIMIENTO SEMÁFORO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9144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805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META: Nota semáforo VERDE &gt;70% del equipo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300€ bonificación/agente al final del año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45720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semanal en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+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TIMELINE: DE 1 A 5 AGENTES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de incorporaciones hasta septiembre 2026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46304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514600" y="155448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Incorporación Rosiane (agente #1)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23760" y="1463040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4630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1828800" cy="59436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305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ABRIL-MAYO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77440" y="2130552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22219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Recruiting intensivo + consolidación Rosiane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23760" y="2130552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2130552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98064"/>
            <a:ext cx="1828800" cy="5943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9806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377440" y="2798064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288950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#2 incorporado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23760" y="2798064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23760" y="2798064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65576"/>
            <a:ext cx="1828800" cy="5943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6557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377440" y="3465576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2514600" y="355701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#3 incorporado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3465576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3465576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1828800" cy="5943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3308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377440" y="4133088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2514600" y="42245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#4 incorporado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223760" y="4133088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413308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800600"/>
            <a:ext cx="182880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006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377440" y="4800600"/>
            <a:ext cx="475488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2514600" y="489204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META: 4-5 agentes operativos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223760" y="4800600"/>
            <a:ext cx="1463040" cy="594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48006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FINAL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Estrategia: Incorporación progresiva con consolidación. No acumular agentes sin sistema.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NECESITO DE VOSOTROS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BLOQUEOS ACTUALES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hipotecas NN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 ~15 mayo. Necesario para activar campaña hipotecas S2 Constructor.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técnicos Contigo Senior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sostenibilidad 15/04. Necesito ficha actualizada de Antonio antes de visitas senior.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Tipologías afectadas hipotecas 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precios 15/04. Necesito saber qué modalidades antes de cotizar.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 QUE FUNCIONA BIEN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semanal con Antonio (reporte funcionando)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Radar Comercial NN (Entre Nosotros procesado automáticamente)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Rosiane operativa y generando puntos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de gestión construido y documentado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Herramientas tecnológicas desarrolladas (ventaja competitiva)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 (21-25 abril)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Primer Lunes DESPEGUE con Rosiane (lunes 8:00h)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Cerrar pipeline Ahorro+Salud (vence 30/04)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firma biométrica a Antonio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 hipotecas NN (~15 mayo)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Activar campaña hipotecas S2 Constructor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Intensificar recruiting: objetivo 1-2 candidatos en pipeline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Incorporación agente #2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Consolidar sistema Lunes DESPEGUE con 2 agentes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Revisión KPIs primer trimestre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JULIO-SEPTIEMBRE 2026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Incorporaciones progresivas agentes #3, #4, #5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Escalar sistema de gestión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Alcanzar meta 4-5 agentes operativos antes septiembre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LISTO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EN CONSTRUCCIÓN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CLARO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10.291 puntos · 4-5 agentes · Septiembre 2026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Federico Fontanals Serra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Dinamizador · Punto Naranja Xàtiva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Nationale-Nederlanden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Nationale-Nederlanden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Federico Fontanals Serra</dc:creator>
  <cp:lastModifiedBy>Federico Fontanals Serra</cp:lastModifiedBy>
  <cp:revision>1</cp:revision>
  <dcterms:created xsi:type="dcterms:W3CDTF">2026-04-19T05:22:06Z</dcterms:created>
  <dcterms:modified xsi:type="dcterms:W3CDTF">2026-04-19T05:22:06Z</dcterms:modified>
</cp:coreProperties>
</file>