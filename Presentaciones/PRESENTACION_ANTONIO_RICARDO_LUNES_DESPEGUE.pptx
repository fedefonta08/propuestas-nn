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FORMACIÓN Y DESARROLLO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1148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📚 CURSOS NN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Formación oficial NN (plataforma interna)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Certificaciones de producto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Webinars semanales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Convenciones nacionales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Motivar a agentes para que hagan cursos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Yo también participo (formación continua)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201168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13716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MINI-FORMACIONES INTERNAS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Sesiones cortas (30-45 min) sobre: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Nuevo producto de la semana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Objeciones más frecuentes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Casos de éxito del equipo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Técnicas de cierre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Basadas en mis programaciones y guías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Método fácil de estudiar y actuar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83280"/>
            <a:ext cx="8229600" cy="19202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VENTAJA COMPETITIVA: MIS AUTOMATIZACIONES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402336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 desarrollado herramientas que facilitan enormemente el trabajo de mis agentes: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Panel DESPEGUE: herramientas y guías en un solo clic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Sistema de llamadas v4: contacto pre-seleccionado, WhatsApp automático, seguimiento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Guías comerciales producto por producto (HTML, funcionan offline)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Radar Comercial NN: campañas activas actualizadas semanalmente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 agentes NO estudian de cero. Tienen el método listo para aplicar desde día 1.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Y SEGUIMIENTO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MÉTRICAS SEMANALES (cada lunes en DESPEGUE)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6400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agentes que envían plantilla antes 8:30h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949440" y="1554480"/>
            <a:ext cx="1737360" cy="45720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0" y="1600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6400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agentes que ejecutan acción de la semana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949440" y="2103120"/>
            <a:ext cx="1737360" cy="4572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0" y="21488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&gt;80%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6400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697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operaciones cerradas en la semana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49440" y="2651760"/>
            <a:ext cx="173736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0" y="26974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Variable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6400800" cy="4572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Nº candidatos detectados por el equipo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49440" y="3200400"/>
            <a:ext cx="1737360" cy="45720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2-3/mes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SEGUIMIENTO SEMÁFORO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457200" y="4389120"/>
            <a:ext cx="8229600" cy="82296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480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META: Nota semáforo VERDE &gt;70% del equipo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 300€ bonificación/agente al final del año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00800" y="45720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Tracking semanal en Plantilla Agente + Dashboard Dinamizador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TIMELINE: DE 1 A 5 AGENTES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Proyección de incorporaciones hasta septiembre 2026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MARZO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77440" y="1463040"/>
            <a:ext cx="457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2560320" y="15544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Incorporación Rosiane (agente #1)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040880" y="1463040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4630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10312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ABRIL-MAYO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77440" y="2103120"/>
            <a:ext cx="457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219456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Recruiting intensivo + consolidación Rosiane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40880" y="2103120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66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21031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CURSO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182880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7432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77440" y="2743200"/>
            <a:ext cx="457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7"/>
          <p:cNvSpPr/>
          <p:nvPr/>
        </p:nvSpPr>
        <p:spPr>
          <a:xfrm>
            <a:off x="2560320" y="28346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#2 incorporado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040880" y="2743200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274320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383280"/>
            <a:ext cx="182880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3832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 2026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77440" y="3383280"/>
            <a:ext cx="457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5" name="Text 23"/>
          <p:cNvSpPr/>
          <p:nvPr/>
        </p:nvSpPr>
        <p:spPr>
          <a:xfrm>
            <a:off x="2560320" y="347472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#3 incorporado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040880" y="3383280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40880" y="338328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4023360"/>
            <a:ext cx="1828800" cy="54864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023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AGOSTO 2026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77440" y="4023360"/>
            <a:ext cx="457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2560320" y="4114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Objetivo: Agente #4 incorporado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040880" y="4023360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66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402336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1828800" cy="548640"/>
          </a:xfrm>
          <a:prstGeom prst="rect">
            <a:avLst/>
          </a:prstGeom>
          <a:solidFill>
            <a:srgbClr val="28A745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6634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SEPTIEMBRE 2026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77440" y="4663440"/>
            <a:ext cx="4572000" cy="54864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7" name="Text 35"/>
          <p:cNvSpPr/>
          <p:nvPr/>
        </p:nvSpPr>
        <p:spPr>
          <a:xfrm>
            <a:off x="2560320" y="475488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META: 4-5 agentes operativos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7040880" y="4663440"/>
            <a:ext cx="1645920" cy="548640"/>
          </a:xfrm>
          <a:prstGeom prst="rect">
            <a:avLst/>
          </a:prstGeom>
          <a:solidFill>
            <a:srgbClr val="FFFFFF"/>
          </a:solidFill>
          <a:ln w="25400">
            <a:solidFill>
              <a:srgbClr val="28A7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466344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FINAL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Estrategia: Incorporación progresiva con consolidación. No acumular agentes sin sistema.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 QUE NECESITO DE VOSOTROS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🚧 BLOQUEOS ACTUALES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48640"/>
          </a:xfrm>
          <a:prstGeom prst="ellipse">
            <a:avLst/>
          </a:prstGeom>
          <a:solidFill>
            <a:srgbClr val="0066C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 hipotecas NN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Previsto ~15 mayo. Necesario para activar campaña hipotecas S2 Constructor.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48640" cy="548640"/>
          </a:xfrm>
          <a:prstGeom prst="ellipse">
            <a:avLst/>
          </a:prstGeom>
          <a:solidFill>
            <a:srgbClr val="FF660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77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2377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Detalles técnicos Contigo Senior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651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Ajustes de sostenibilidad 15/04. Necesito ficha actualizada de Antonio antes de visitas senior.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48640" cy="54864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3200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Tipologías afectadas hipotecas 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474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Actualización precios 15/04. Necesito saber qué modalidades antes de cotizar.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8A7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LO QUE FUNCIONA BIEN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457200" y="4572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Conexión semanal con Antonio (reporte funcionando)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Radar Comercial NN (Entre Nosotros procesado automáticamente)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Rosiane operativa y generando puntos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Sistema de gestión construido y documentado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Herramientas tecnológicas desarrolladas (ventaja competitiva)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6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PRÓXIMOS PASOS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 SEMANA (21-25 abril)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Primer Lunes DESPEGUE con Rosiane (lunes 8:00h)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Cerrar pipeline Ahorro+Salud (vence 30/04)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Feedback firma biométrica a Antonio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24028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423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 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Curso hipotecas NN (~15 mayo)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Activar campaña hipotecas S2 Constructor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Intensificar recruiting: objetivo 1-2 candidatos en pipeline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29184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JUNIO 2026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Incorporación agente #2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Consolidar sistema Lunes DESPEGUE con 2 agentes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Revisión KPIs primer trimestre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4343400"/>
            <a:ext cx="8229600" cy="137160"/>
          </a:xfrm>
          <a:prstGeom prst="rect">
            <a:avLst/>
          </a:prstGeom>
          <a:solidFill>
            <a:srgbClr val="FF660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6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JULIO-SEPTIEMBRE 2026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Incorporaciones progresivas agentes #3, #4, #5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Escalar sistema de gestión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Alcanzar meta 4-5 agentes operativos antes septiembre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6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LISTO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EQUIPO EN CONSTRUCCIÓN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 CLARO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10.291 puntos · 4-5 agentes · Septiembre 2026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Federico Fontanals Serra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Agente Dinamizador · Punto Naranja Xàtiva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Nationale-Nederlanden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2026-04-19T04:56:10Z</dcterms:created>
  <dcterms:modified xsi:type="dcterms:W3CDTF">2026-04-19T04:56:10Z</dcterms:modified>
</cp:coreProperties>
</file>