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RADAR COMERCIAL NN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automática con Entre Nosotros semanal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3840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SISTEMA AUTOMÁTICO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Cada jueves llega correo 'Entre Nosotros' de NN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Lo reenvío a Gmail → Claude lo lee automáticamente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Claude actualiza Google Sheets 'Radar Comercial NN':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• 🟠 Campañas Activas (qué vender esta semana)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• 📦 Novedades de Producto (cambios importantes)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• 📋 Historial Entre Nosotros (registro semanal)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6634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Claude me da resumen + 3 acciones concretas de la semana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0749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 Uso esa información en el Lunes DESPEGUE con agentes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46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Operativo desde Entre Nosotros #558 (17/04/2026) · Última actualización: 19/04/2026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AUTOMATIZACIÓN: ENVÍO SEMANAL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Google Apps conectado al Radar Comercial NN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CADA DOMINGO 18:00H (AUTOMÁTICO)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88720" y="2148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el Radar Comercial NN (campañas activas + novedades)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campañas urgentes (vencimiento &lt;15 días)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30632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campañas relevantes según segmento de cada agente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88720" y="35204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Envía email HTML personalizado a cada agente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88720" y="39776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Incluye: campañas + cultura de referidos + deadline lunes 8:30h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88720" y="443484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envía resumen confirmando envío a todos los agentes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846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Script operativo · Agentes reciben recordatorio automático cada domingo tarde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ESTRATEGIA RECRUITING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Ana Muñoz (Cullera): 15 agentes incorporados en 3 meses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1737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RECLUTAMIENTO INTENSIVO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1-1.5 horas/día dedicadas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Canales omnicanal: Facebook, Instagram, LinkedIn, WhatsApp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Contacto directo con asociaciones y empresas locales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Meta: 4-5 agentes antes septiembre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4114800" cy="1737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CULTURA DE REFERIDOS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'Minuto de Oro' de Ana Muñoz: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reunión con cliente, dedicar 1 minuto a mencionar que estamos ampliando la red.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Preguntar: ¿Conoces a alguien interesado en unirse?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TRACKING RECRUITING (DASHBOARD DINAMIZADOR)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Candidatos contactados esta semana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3931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72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programadas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4572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12064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12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Incorporaciones previstas mes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5212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MINI-FORMACIONES INTERNAS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cortas (30-45 min) sobre: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Nuevo producto de la semana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Objeciones más frecuentes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Casos de éxito del equipo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Técnicas de cierre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26517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VENTAJA COMPETITIVA: MIS AUTOMATIZACIONES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desarrollado herramientas que facilitan enormemente el trabajo de mis agentes: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Panel DESPEGUE: herramientas y guías en un solo clic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Sistema de llamadas v4: contacto pre-seleccionado, WhatsApp automático, seguimiento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Guías comerciales producto por producto (HTML, funcionan offline)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Radar Comercial NN: campañas activas actualizadas semanalmente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agentes NO estudian de cero. Tienen el método listo para aplicar desde día 1.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Y SEGUIMIENTO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MÉTRICAS SEMANALES (cada lunes DESPEGUE)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5836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agentes que envían plantilla antes 8:30h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1554480"/>
            <a:ext cx="155448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1600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65836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agentes que ejecutan acción de la semana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2103120"/>
            <a:ext cx="155448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&gt;80%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65836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97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operaciones cerradas en la semana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0" y="2651760"/>
            <a:ext cx="155448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Variable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65836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candidatos detectados por el equipo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0" y="3200400"/>
            <a:ext cx="155448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2-3/mes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SEGUIMIENTO SEMÁFORO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80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META: Nota semáforo VERDE &gt;70% del equipo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300€ bonificación/agente al final del año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66560" y="4572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semanal en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+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TIMELINE: DE 1 A 5 AGENTES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de incorporaciones hasta septiembre 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463040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5544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Incorporación Rosiane (agente #1)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0" y="1463040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463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1828800" cy="5943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305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ABRIL-MAYO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2130552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22199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Recruiting intensivo + consolidación Rosiane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2130552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13055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1828800" cy="5943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980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2026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2798064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88950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Objetivo: Agente #2 incorporado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23760" y="2798064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79806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65576"/>
            <a:ext cx="1828800" cy="5943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6557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77440" y="3465576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355701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Objetivo: Agente #3 incorporado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23760" y="3465576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46557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1828800" cy="5943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330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4133088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42245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Objetivo: Agente #4 incorporado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23760" y="4133088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1330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182880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77440" y="4800600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0" y="4892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META: 4-5 agentes operativos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223760" y="4800600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4800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FINAL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Estrategia: Incorporación progresiva con consolidación. No acumular agentes sin sistema.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NECESITO DE VOSOTROS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BLOQUEOS ACTUALES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hipotecas NN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 ~15 mayo. Necesario para activar campaña hipotecas S2 Constructor.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técnicos Contigo Senior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de sostenibilidad 15/04. Necesito ficha actualizada de Antonio antes de visitas senior.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Tipologías afectadas hipotecas 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precios 15/04. Necesito saber qué modalidades antes de cotizar.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 QUE FUNCIONA BIEN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Conexión semanal con Antonio (reporte funcionando)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Radar Comercial NN (Entre Nosotros procesado automáticamente)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Rosiane operativa y generando puntos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Sistema de gestión construido y documentado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Herramientas tecnológicas desarrolladas (ventaja competitiva)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PASOS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 (21-25 abril)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Primer Lunes DESPEGUE con Rosiane (lunes 8:00h)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Cerrar pipeline Ahorro+Salud (vence 30/04)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Feedback firma biométrica a Antonio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Curso hipotecas NN (~15 mayo)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Activar campaña hipotecas S2 Constructor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Intensificar recruiting: objetivo 1-2 candidatos en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Incorporación agente #2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Consolidar sistema Lunes DESPEGUE con 2 agentes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Revisión KPIs primer trimestre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JULIO-SEPTIEMBRE 2026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Incorporaciones progresivas agentes #3, #4, #5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Escalar sistema de gestión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Alcanzar meta 4-5 agentes operativos antes septiembre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LISTO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EQUIPO EN CONSTRUCCIÓN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 CLARO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10.291 puntos · 4-5 agentes · Septiembre 2026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Federico Fontanals Serra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Dinamizador · Punto Naranja Xàtiva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Nationale-Nederlanden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2026-04-19T05:09:20Z</dcterms:created>
  <dcterms:modified xsi:type="dcterms:W3CDTF">2026-04-19T05:09:20Z</dcterms:modified>
</cp:coreProperties>
</file>