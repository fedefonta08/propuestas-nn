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GESTIÓN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PUNTO NARANJA XÀTIVA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Federico Fontanals Serra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Dinamizador · Nationale-Nederlanden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con Antonio Morote y Ricardo Montaner
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21 de abril 2026 · 9:30h · Forn del Pla, Xàtiva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MISIÓN 2026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657600" cy="210312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🎯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55448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PVM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10.291 puntos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657600" cy="210312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👥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76072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EQUIPO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agentes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sept 2026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actual: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Mes 2 de actividad (entrada marzo 2026)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 agente operativo: Rosiane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Sistema de gestión construido y documentado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074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Radar Comercial NN conectado con Entre Nosotros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PROPUESTA: LUNES DESPEGUE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modelos de seguimiento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347472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DESPACHO DIARIO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8:30h - 9:30h (1h/día)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5 horas/semana totales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Ventaja: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diario constante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Inconveniente: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fricción con 1-2 agentes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 de tiempo productivo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3931920" cy="3474720"/>
          </a:xfrm>
          <a:prstGeom prst="rect">
            <a:avLst/>
          </a:prstGeom>
          <a:solidFill>
            <a:srgbClr val="FF6200"/>
          </a:solidFill>
          <a:ln w="38100">
            <a:solidFill>
              <a:srgbClr val="CC4E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LUNES DESPEGUE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8:00h - 10:00h (2h lunes)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2560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2h semana + seguimiento ligero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3017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Ventajas: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3383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Alto impacto concentrado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6758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Tiempo para recruiting (7h/sem)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9684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Tiempo para producción propia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42611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Basado en método María José (Paterna)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LUNES DESPEGUE (2 HORAS)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80160" y="1143000"/>
            <a:ext cx="548640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188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1168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 y contexto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15087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motivacional + logros semana anterior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280160" y="1920240"/>
            <a:ext cx="548640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1965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011680" y="1965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Entre Nosotros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11680" y="22860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campañas más importantes de la semana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280160" y="2697480"/>
            <a:ext cx="548640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2743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011680" y="2743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números individuales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11680" y="30632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Llamadas, reuniones, operaciones por agente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1280160" y="3474720"/>
            <a:ext cx="548640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23" name="Text 21"/>
          <p:cNvSpPr/>
          <p:nvPr/>
        </p:nvSpPr>
        <p:spPr>
          <a:xfrm>
            <a:off x="1280160" y="3520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2011680" y="3520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semana + recruiting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011680" y="38404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acción concreta + cultura de referidos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🔥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1280160" y="4251960"/>
            <a:ext cx="548640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29" name="Text 27"/>
          <p:cNvSpPr/>
          <p:nvPr/>
        </p:nvSpPr>
        <p:spPr>
          <a:xfrm>
            <a:off x="1280160" y="4297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2011680" y="4297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motivación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011680" y="46177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deadline + frase de cierre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40080" y="5303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 horas programadas · Metodología probada en delegaciones de éxito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MARTES A VIERNES: SEGUIMIENTO ÁGIL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15544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SEGUIMIENTO POR LLAMADAS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Llamadas rápidas según necesidad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Resolver bloqueos específicos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 reunión formal diaria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931920" cy="15544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ACOMPAÑAMIENTO OPERACIONES A AGENTES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920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Visitas conjuntas cliente final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2194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Apoyo en cierre de operaciones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2468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Formación práctica en campo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931920" cy="15544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RECRUITING ACTIVO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1-1.5 horas/día dedicadas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0233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Llamadas, reuniones, entrevistas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297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Objetivo: 4-5 agentes sept 2026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3200400"/>
            <a:ext cx="3931920" cy="15544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PRODUCCIÓN PROPIA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0" y="3749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Resto del tiempo: campo comercial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40233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Hasta consolidar equipo completo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4297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Objetivo: 10.291 pts mensuales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8046720" cy="7315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9834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VIERNES TARDE: SEGUIMIENTO SEMANAL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52120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 rápida a cada agente: ¿Cómo vas con la acción de la semana? · Preparación próximo lunes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DISTRIBUCIÓN SEMANAL DE TIEMPO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200400" y="1371600"/>
            <a:ext cx="2514600" cy="45720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propia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06440" y="1417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2011680"/>
            <a:ext cx="880110" cy="457200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71950" y="2057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17.5%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2651760"/>
            <a:ext cx="628650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20490" y="2697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0" y="3291840"/>
            <a:ext cx="502920" cy="4572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37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94760" y="3337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00400" y="3931920"/>
            <a:ext cx="251460" cy="457200"/>
          </a:xfrm>
          <a:prstGeom prst="rect">
            <a:avLst/>
          </a:prstGeom>
          <a:solidFill>
            <a:srgbClr val="CC00C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77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DESPEGUE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43300" y="3977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00400" y="4572000"/>
            <a:ext cx="251460" cy="45720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43300" y="4617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5212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40 horas/semana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LUNES DESPEGUE ES MEJOR?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fase de construcción (1-5 agentes)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fricción con pocos agentes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5564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1-2 agentes, despacho diario 1h es excesivo. Lunes DESPEGUE concentra el impacto.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48640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2402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para recruiting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53288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7h/semana dedicadas a buscar, llamar y entrevistar candidatos. Sin esto, no llego a 4-5 agentes en sept.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548640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0175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propia necesaria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31012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consolidar equipo, yo debo generar puntos. Despacho diario me resta 5h de campo/semana.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548640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94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71600" y="37947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método de éxito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08736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José (Paterna) hace despacho diario con 15+ agentes veteranos. Yo estoy construyendo desde cero.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548640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572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371600" y="45720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 a medida que crezco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86460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tenga 4-5 agentes, puedo añadir despacho miércoles (2h+2h). Estructura crece conmigo.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GESTIÓN: PLANTILLA AGENTE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023360" cy="41148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PLANTILLA_AGENTE_NN_V2.xlsx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rellena semanalmente: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📖 Instrucciones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🎯 Mi Perfil (Role Model / Viaje / Mínimo Ingresos)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👤 Mis Datos (objetivo mensual, acumulado)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📞 Mi Actividad (llamadas, reuniones, cierres)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🔥 Mis Operaciones (pipeline previsto)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Deadline: Lunes 8:30h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434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federico.fontanals@nnespana.com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840480" cy="411480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SISTEMA DE PERFILES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1783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María José (Paterna):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ROLE 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4871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que aspiran a lo más alto.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ambiciosos.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VIAJE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4015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Motivados por incentivos de equipo.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colaborativo.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4023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💶  MÍNIMO INGRESOS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43159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Buscan estabilidad.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~2.500€/mes en comisiones.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4846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Tracking semáforo (300€ bonificación)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Cultura de referidos (Ana Muñoz)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DINAMIZADOR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cuadro de mando personal — actualizado cada lunes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468880" cy="118872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2588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10.291 pts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468880" cy="118872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06908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1600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468880" cy="118872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81228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(Rosiane)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3840480" cy="12801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DESGLOSE DE PRODUCCIÓN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4290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mi producción directa: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3429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749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mis agentes: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3840480" cy="26517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ACTIVIDAD ESTA SEMANA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0" y="3474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realizadas: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40880" y="3474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977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mantenidas: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39776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4480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cerradas: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40880" y="4480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4983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generados: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40880" y="4983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1600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COMERCIAL NN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automática con Entre Nosotros semanal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347472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SISTEMA AUTOMÁTICO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Cada viernes llega correo 'Entre Nosotros' de NN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0428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Lo reenvío a Gmail → Claude lo lee automáticamente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59689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Claude actualiza Google Sheets 'Radar Comercial NN':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88950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🟠 Campañas Activas (qué vender esta semana)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8211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📦 Novedades de Producto (cambios importantes)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📋 Historial Entre Nosotros (registro semanal)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7673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Claude me da resumen + 3 acciones concretas de la semana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Uso esa información en el Lunes DESPEGUE con agentes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8046720" cy="54864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166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Operativo desde Entre Nosotros #558 (17/04/2026) · Última actualización: 19/04/2026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AUTOMATIZACIÓN: ENVÍO SEMANAL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Google Apps conectado al Radar Comercial NN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6400800" cy="64008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6002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CADA DOMINGO 18:00H (AUTOMÁTICO)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737360" y="24231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Radar Comercial NN (campañas activas + novedades)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🔥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737360" y="28803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campañas urgentes (vencimiento &lt;15 días)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737360" y="33375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campañas relevantes según segmento de cada agente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749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📧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737360" y="37947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email HTML personalizado a cada agente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4206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737360" y="42519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Incluye: campañas + cultura de referidos + deadline lunes 8:30h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737360" y="47091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envía resumen confirmando envío a todos los agentes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71600" y="5120640"/>
            <a:ext cx="6400800" cy="4572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9" name="Text 17"/>
          <p:cNvSpPr/>
          <p:nvPr/>
        </p:nvSpPr>
        <p:spPr>
          <a:xfrm>
            <a:off x="1554480" y="52120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Script operativo · Agentes reciben recordatorio automático cada domingo tarde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RECRUITING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Ana Muñoz (Cullera): 15 agentes incorporados en 3 meses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210312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RECLUTAMIENTO INTENSIVO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1-1.5 horas/día dedicadas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Canales omnicanal: Facebook, Instagram, LinkedIn, WhatsApp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Contacto directo con asociaciones y empresas locales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Meta: 4-5 agentes antes septiembre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931920" cy="21031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CULTURA DE REFERIDOS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21031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'Minuto de Oro' de Ana Muñoz: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3774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reunión con cliente, dedicar 1 minuto a mencionar que estamos ampliando la red.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Preguntar: ¿Conoces a alguien interesado en unirse?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8046720" cy="164592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TRACKING RECRUITING (DASHBOARD DINAMIZADOR)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contactados esta semana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[Número]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474720" y="4434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programadas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[Número]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126480" y="4434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Incorporaciones previstas mes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[Número]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Y VENTAJA COMPETITIVA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20116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MINI-FORMACIONES INTERNAS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cortas (30-45 min) sobre: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Nuevo producto de la semana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Objeciones más frecuentes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6883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Casos de éxito del equipo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9809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Técnicas de cierre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3931920" cy="42062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VENTAJA COMPETITIVA: MIS AUTOMATIZACIONES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desarrollado herramientas que facilitan enormemente el trabajo de mis agentes: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514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Panel DESPEGUE: herramientas y guías en un solo clic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30175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Sistema de llamadas v4: contacto pre-seleccionado, WhatsApp automático, seguimiento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520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Guías comerciales producto por producto (HTML, funcionan offline)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4023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Radar Comercial NN: campañas activas actualizadas semanalmente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4572000"/>
            <a:ext cx="3566160" cy="640080"/>
          </a:xfrm>
          <a:prstGeom prst="rect">
            <a:avLst/>
          </a:prstGeom>
          <a:solidFill>
            <a:srgbClr val="CC4E00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4709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agentes NO estudian de cero.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Tienen el método listo para aplicar desde día 1.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Y SEGUIMIENTO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MÉTRICAS SEMANALES (cada lunes DESPEGUE)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agentes que envían plantilla antes 8:30h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874520"/>
            <a:ext cx="2286000" cy="3200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89280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agentes que ejecutan acción de la semana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2286000"/>
            <a:ext cx="2286000" cy="3200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230428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operaciones cerradas en la semana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2697480"/>
            <a:ext cx="2286000" cy="3200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71576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108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candidatos detectados por el equipo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3108960"/>
            <a:ext cx="2286000" cy="3200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12724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2-3/mes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8046720" cy="18288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SEGUIMIENTO SEMÁFORO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META: Nota semáforo VERDE &gt;70% del equipo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300€ bonificación/agente al final del año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4343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semanal en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+ Dashboard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DE 1 A 5 AGENTES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 incorporaciones hasta septiembre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011680" cy="4572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834640" y="1508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Incorporación Rosiane (agente #1)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0" y="1463040"/>
            <a:ext cx="1463040" cy="4572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0" y="1508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2011680" cy="45720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ABRIL-MAYO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2148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Recruiting intensivo + consolidación Rosiane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132320" y="2103120"/>
            <a:ext cx="1463040" cy="4572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2148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2011680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34640" y="2788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Objetivo: Agente #2 incorporado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0" y="2743200"/>
            <a:ext cx="1463040" cy="4572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2788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383280"/>
            <a:ext cx="2011680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34640" y="3429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Objetivo: Agente #3 incorporado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132320" y="3383280"/>
            <a:ext cx="1463040" cy="4572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3429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023360"/>
            <a:ext cx="2011680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834640" y="4069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Objetivo: Agente #4 incorporado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132320" y="4023360"/>
            <a:ext cx="1463040" cy="4572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4069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663440"/>
            <a:ext cx="2011680" cy="45720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709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834640" y="4709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META: 4-5 agentes operativos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132320" y="4663440"/>
            <a:ext cx="1463040" cy="4572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4709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FINAL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5212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Estrategia: Incorporación progresiva con consolidación. No acumular agentes sin sistema.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NECESITO DE VOSOTROS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21945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BLOQUEOS ACTUALES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65760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estado agente Rosiane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07568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validar con Antonio su semáforo actual para tracking mensual y bonificación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365760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37744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AGE actualizado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5786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recibir listado completo de productos disponibles desde coordinación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880360"/>
            <a:ext cx="365760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288036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Detalles técnicos hipotecas ING post-ajuste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08152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cambios 15/04, confirmar modalidades y condiciones vigentes para cotizaciones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8046720" cy="201168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 QUE FUNCIONA BIEN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42062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Conexión semanal con Antonio (reporte funcionando)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4805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Radar Comercial NN (Entre Nosotros procesado automáticamente)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75488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Rosiane operativa y generando puntos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0292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Sistema de gestión construido y documentado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303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Herramientas tecnológicas desarrolladas (ventaja competitiva)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182880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(21-25 abril)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Primer Lunes DESPEGUE con Rosiane (lunes 8:00h)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Cerrar pipeline Ahorro+Salud (vence 30/04)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Feedback firma biométrica a Antonio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828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Curso hipotecas NN (~15 mayo)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Activar campaña hipotecas S2 Constructor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2468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Intensificar recruiting: objetivo 1-2 candidatos en pipeline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931920" cy="18288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Incorporación agente #2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251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Consolidar sistema Lunes DESPEGUE con 2 agentes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572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Revisión KPIs primer trimestre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383280"/>
            <a:ext cx="3931920" cy="18288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JULIO-SEPTIEMBRE 2026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Incorporaciones progresivas agentes #3, #4, #5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4251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Escalar sistema de gestión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4572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Alcanzar meta 4-5 agentes operativos antes septiembre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6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LISTO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EN CONSTRUCCIÓN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CLARO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10.291 puntos · 4-5 agentes · Septiembre 2026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Federico Fontanals Serra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Dinamizador · Punto Naranja Xàtiva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Nationale-Nederlanden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Federico Fontanals Serra - Nationale-Nederlanden</dc:creator>
  <cp:lastModifiedBy>Federico Fontanals Serra - Nationale-Nederlanden</cp:lastModifiedBy>
  <cp:revision>1</cp:revision>
  <dcterms:created xsi:type="dcterms:W3CDTF">2026-04-19T18:21:29Z</dcterms:created>
  <dcterms:modified xsi:type="dcterms:W3CDTF">2026-04-19T18:21:29Z</dcterms:modified>
</cp:coreProperties>
</file>